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591" r:id="rId2"/>
    <p:sldId id="593" r:id="rId3"/>
    <p:sldId id="765" r:id="rId4"/>
    <p:sldId id="766" r:id="rId5"/>
    <p:sldId id="767" r:id="rId6"/>
    <p:sldId id="768" r:id="rId7"/>
    <p:sldId id="769" r:id="rId8"/>
    <p:sldId id="770" r:id="rId9"/>
    <p:sldId id="771" r:id="rId10"/>
    <p:sldId id="772" r:id="rId11"/>
    <p:sldId id="773" r:id="rId12"/>
    <p:sldId id="774" r:id="rId13"/>
    <p:sldId id="775" r:id="rId14"/>
    <p:sldId id="776" r:id="rId15"/>
    <p:sldId id="777" r:id="rId16"/>
    <p:sldId id="778" r:id="rId17"/>
    <p:sldId id="779" r:id="rId18"/>
    <p:sldId id="782" r:id="rId19"/>
    <p:sldId id="783" r:id="rId20"/>
    <p:sldId id="780" r:id="rId21"/>
    <p:sldId id="784" r:id="rId22"/>
    <p:sldId id="786" r:id="rId23"/>
    <p:sldId id="788" r:id="rId24"/>
    <p:sldId id="787" r:id="rId25"/>
    <p:sldId id="789" r:id="rId26"/>
    <p:sldId id="790" r:id="rId27"/>
    <p:sldId id="791" r:id="rId28"/>
    <p:sldId id="792" r:id="rId29"/>
    <p:sldId id="793" r:id="rId30"/>
    <p:sldId id="794" r:id="rId31"/>
    <p:sldId id="795" r:id="rId32"/>
    <p:sldId id="796" r:id="rId33"/>
    <p:sldId id="797" r:id="rId34"/>
    <p:sldId id="798" r:id="rId35"/>
    <p:sldId id="799" r:id="rId36"/>
    <p:sldId id="800" r:id="rId37"/>
    <p:sldId id="801" r:id="rId38"/>
    <p:sldId id="802" r:id="rId39"/>
    <p:sldId id="803" r:id="rId40"/>
    <p:sldId id="804" r:id="rId41"/>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1776" userDrawn="1">
          <p15:clr>
            <a:srgbClr val="A4A3A4"/>
          </p15:clr>
        </p15:guide>
        <p15:guide id="2" pos="24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0000FF"/>
    <a:srgbClr val="006600"/>
    <a:srgbClr val="FF33CC"/>
    <a:srgbClr val="339933"/>
    <a:srgbClr val="FFFFCD"/>
    <a:srgbClr val="FF66FF"/>
    <a:srgbClr val="66FFFF"/>
    <a:srgbClr val="FF00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00" autoAdjust="0"/>
    <p:restoredTop sz="94660"/>
  </p:normalViewPr>
  <p:slideViewPr>
    <p:cSldViewPr>
      <p:cViewPr varScale="1">
        <p:scale>
          <a:sx n="85" d="100"/>
          <a:sy n="85" d="100"/>
        </p:scale>
        <p:origin x="540" y="84"/>
      </p:cViewPr>
      <p:guideLst>
        <p:guide orient="horz" pos="1776"/>
        <p:guide pos="24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75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445CED4B-0170-4391-91E2-A2B935D1B02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3C6AAA-BA9D-4941-ACA7-F85CC7BD213F}" type="slidenum">
              <a:rPr lang="en-US" altLang="zh-CN"/>
              <a:pPr/>
              <a:t>4</a:t>
            </a:fld>
            <a:endParaRPr lang="en-US" altLang="zh-CN"/>
          </a:p>
        </p:txBody>
      </p:sp>
      <p:sp>
        <p:nvSpPr>
          <p:cNvPr id="724994" name="Rectangle 2"/>
          <p:cNvSpPr>
            <a:spLocks noGrp="1" noRot="1" noChangeAspect="1" noChangeArrowheads="1" noTextEdit="1"/>
          </p:cNvSpPr>
          <p:nvPr>
            <p:ph type="sldImg"/>
          </p:nvPr>
        </p:nvSpPr>
        <p:spPr>
          <a:xfrm>
            <a:off x="381000" y="685800"/>
            <a:ext cx="6096000" cy="3429000"/>
          </a:xfrm>
          <a:ln/>
        </p:spPr>
      </p:sp>
      <p:sp>
        <p:nvSpPr>
          <p:cNvPr id="7249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135F6F-A16D-49A3-92A2-62B024BF1DB1}" type="slidenum">
              <a:rPr lang="en-US" altLang="zh-CN"/>
              <a:pPr/>
              <a:t>5</a:t>
            </a:fld>
            <a:endParaRPr lang="en-US" altLang="zh-CN"/>
          </a:p>
        </p:txBody>
      </p:sp>
      <p:sp>
        <p:nvSpPr>
          <p:cNvPr id="832514" name="Rectangle 2"/>
          <p:cNvSpPr>
            <a:spLocks noGrp="1" noRot="1" noChangeAspect="1" noChangeArrowheads="1" noTextEdit="1"/>
          </p:cNvSpPr>
          <p:nvPr>
            <p:ph type="sldImg"/>
          </p:nvPr>
        </p:nvSpPr>
        <p:spPr>
          <a:xfrm>
            <a:off x="381000" y="685800"/>
            <a:ext cx="6096000" cy="3429000"/>
          </a:xfrm>
          <a:ln/>
        </p:spPr>
      </p:sp>
      <p:sp>
        <p:nvSpPr>
          <p:cNvPr id="83251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258F8E-FFA0-4114-A345-26B4295B6445}" type="slidenum">
              <a:rPr lang="en-US" altLang="zh-CN"/>
              <a:pPr/>
              <a:t>6</a:t>
            </a:fld>
            <a:endParaRPr lang="en-US" altLang="zh-CN"/>
          </a:p>
        </p:txBody>
      </p:sp>
      <p:sp>
        <p:nvSpPr>
          <p:cNvPr id="834562" name="Rectangle 2"/>
          <p:cNvSpPr>
            <a:spLocks noGrp="1" noRot="1" noChangeAspect="1" noChangeArrowheads="1" noTextEdit="1"/>
          </p:cNvSpPr>
          <p:nvPr>
            <p:ph type="sldImg"/>
          </p:nvPr>
        </p:nvSpPr>
        <p:spPr>
          <a:xfrm>
            <a:off x="381000" y="685800"/>
            <a:ext cx="6096000" cy="3429000"/>
          </a:xfrm>
          <a:ln/>
        </p:spPr>
      </p:sp>
      <p:sp>
        <p:nvSpPr>
          <p:cNvPr id="83456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2276C9-B1FD-4E1D-A3C6-05806A9806FA}" type="slidenum">
              <a:rPr lang="en-US" altLang="zh-CN"/>
              <a:pPr/>
              <a:t>7</a:t>
            </a:fld>
            <a:endParaRPr lang="en-US" altLang="zh-CN"/>
          </a:p>
        </p:txBody>
      </p:sp>
      <p:sp>
        <p:nvSpPr>
          <p:cNvPr id="836610" name="Rectangle 2"/>
          <p:cNvSpPr>
            <a:spLocks noGrp="1" noRot="1" noChangeAspect="1" noChangeArrowheads="1" noTextEdit="1"/>
          </p:cNvSpPr>
          <p:nvPr>
            <p:ph type="sldImg"/>
          </p:nvPr>
        </p:nvSpPr>
        <p:spPr>
          <a:xfrm>
            <a:off x="381000" y="685800"/>
            <a:ext cx="6096000" cy="3429000"/>
          </a:xfrm>
          <a:ln/>
        </p:spPr>
      </p:sp>
      <p:sp>
        <p:nvSpPr>
          <p:cNvPr id="8366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805A79-016F-4B42-87F1-DCC2ABA4179D}" type="slidenum">
              <a:rPr lang="en-US" altLang="zh-CN"/>
              <a:pPr/>
              <a:t>8</a:t>
            </a:fld>
            <a:endParaRPr lang="en-US" altLang="zh-CN"/>
          </a:p>
        </p:txBody>
      </p:sp>
      <p:sp>
        <p:nvSpPr>
          <p:cNvPr id="838658" name="Rectangle 2"/>
          <p:cNvSpPr>
            <a:spLocks noGrp="1" noRot="1" noChangeAspect="1" noChangeArrowheads="1" noTextEdit="1"/>
          </p:cNvSpPr>
          <p:nvPr>
            <p:ph type="sldImg"/>
          </p:nvPr>
        </p:nvSpPr>
        <p:spPr>
          <a:xfrm>
            <a:off x="381000" y="685800"/>
            <a:ext cx="6096000" cy="3429000"/>
          </a:xfrm>
          <a:ln/>
        </p:spPr>
      </p:sp>
      <p:sp>
        <p:nvSpPr>
          <p:cNvPr id="83865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9B7502-D7BC-48DE-8D7B-B2496F6B2705}" type="slidenum">
              <a:rPr lang="en-US" altLang="zh-CN"/>
              <a:pPr/>
              <a:t>10</a:t>
            </a:fld>
            <a:endParaRPr lang="en-US" altLang="zh-CN"/>
          </a:p>
        </p:txBody>
      </p:sp>
      <p:sp>
        <p:nvSpPr>
          <p:cNvPr id="841730" name="Rectangle 2"/>
          <p:cNvSpPr>
            <a:spLocks noGrp="1" noRot="1" noChangeAspect="1" noChangeArrowheads="1" noTextEdit="1"/>
          </p:cNvSpPr>
          <p:nvPr>
            <p:ph type="sldImg"/>
          </p:nvPr>
        </p:nvSpPr>
        <p:spPr>
          <a:xfrm>
            <a:off x="381000" y="685800"/>
            <a:ext cx="6096000" cy="3429000"/>
          </a:xfrm>
          <a:ln/>
        </p:spPr>
      </p:sp>
      <p:sp>
        <p:nvSpPr>
          <p:cNvPr id="8417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9D1022-80C4-4407-A2B9-D250507B01F7}" type="slidenum">
              <a:rPr lang="en-US" altLang="zh-CN"/>
              <a:pPr/>
              <a:t>11</a:t>
            </a:fld>
            <a:endParaRPr lang="en-US" altLang="zh-CN"/>
          </a:p>
        </p:txBody>
      </p:sp>
      <p:sp>
        <p:nvSpPr>
          <p:cNvPr id="843778" name="Rectangle 2"/>
          <p:cNvSpPr>
            <a:spLocks noGrp="1" noRot="1" noChangeAspect="1" noChangeArrowheads="1" noTextEdit="1"/>
          </p:cNvSpPr>
          <p:nvPr>
            <p:ph type="sldImg"/>
          </p:nvPr>
        </p:nvSpPr>
        <p:spPr>
          <a:xfrm>
            <a:off x="381000" y="685800"/>
            <a:ext cx="6096000" cy="3429000"/>
          </a:xfrm>
          <a:ln/>
        </p:spPr>
      </p:sp>
      <p:sp>
        <p:nvSpPr>
          <p:cNvPr id="8437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3A7E75-C094-4608-8C51-DC370A0D5F39}" type="slidenum">
              <a:rPr lang="en-US" altLang="zh-CN"/>
              <a:pPr/>
              <a:t>15</a:t>
            </a:fld>
            <a:endParaRPr lang="en-US" altLang="zh-CN"/>
          </a:p>
        </p:txBody>
      </p:sp>
      <p:sp>
        <p:nvSpPr>
          <p:cNvPr id="848898" name="Rectangle 2"/>
          <p:cNvSpPr>
            <a:spLocks noGrp="1" noRot="1" noChangeAspect="1" noChangeArrowheads="1" noTextEdit="1"/>
          </p:cNvSpPr>
          <p:nvPr>
            <p:ph type="sldImg"/>
          </p:nvPr>
        </p:nvSpPr>
        <p:spPr>
          <a:xfrm>
            <a:off x="381000" y="685800"/>
            <a:ext cx="6096000" cy="3429000"/>
          </a:xfrm>
          <a:ln/>
        </p:spPr>
      </p:sp>
      <p:sp>
        <p:nvSpPr>
          <p:cNvPr id="8488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58DAB4-2665-408C-B72F-26A0E067718E}" type="slidenum">
              <a:rPr lang="en-US" altLang="zh-CN"/>
              <a:pPr/>
              <a:t>16</a:t>
            </a:fld>
            <a:endParaRPr lang="en-US" altLang="zh-CN"/>
          </a:p>
        </p:txBody>
      </p:sp>
      <p:sp>
        <p:nvSpPr>
          <p:cNvPr id="850946" name="Rectangle 2"/>
          <p:cNvSpPr>
            <a:spLocks noGrp="1" noRot="1" noChangeAspect="1" noChangeArrowheads="1" noTextEdit="1"/>
          </p:cNvSpPr>
          <p:nvPr>
            <p:ph type="sldImg"/>
          </p:nvPr>
        </p:nvSpPr>
        <p:spPr>
          <a:xfrm>
            <a:off x="381000" y="685800"/>
            <a:ext cx="6096000" cy="3429000"/>
          </a:xfrm>
          <a:ln/>
        </p:spPr>
      </p:sp>
      <p:sp>
        <p:nvSpPr>
          <p:cNvPr id="8509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45C363-EA4B-404F-B2C9-EC6905FB4975}" type="slidenum">
              <a:rPr lang="en-US" altLang="zh-CN"/>
              <a:pPr/>
              <a:t>17</a:t>
            </a:fld>
            <a:endParaRPr lang="en-US" altLang="zh-CN"/>
          </a:p>
        </p:txBody>
      </p:sp>
      <p:sp>
        <p:nvSpPr>
          <p:cNvPr id="852994" name="Rectangle 2"/>
          <p:cNvSpPr>
            <a:spLocks noGrp="1" noRot="1" noChangeAspect="1" noChangeArrowheads="1" noTextEdit="1"/>
          </p:cNvSpPr>
          <p:nvPr>
            <p:ph type="sldImg"/>
          </p:nvPr>
        </p:nvSpPr>
        <p:spPr>
          <a:xfrm>
            <a:off x="381000" y="685800"/>
            <a:ext cx="6096000" cy="3429000"/>
          </a:xfrm>
          <a:ln/>
        </p:spPr>
      </p:sp>
      <p:sp>
        <p:nvSpPr>
          <p:cNvPr id="8529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71665C-FD25-43BF-A134-8382D2F2C1F5}" type="slidenum">
              <a:rPr lang="en-US" altLang="zh-CN"/>
              <a:pPr/>
              <a:t>20</a:t>
            </a:fld>
            <a:endParaRPr lang="en-US" altLang="zh-CN"/>
          </a:p>
        </p:txBody>
      </p:sp>
      <p:sp>
        <p:nvSpPr>
          <p:cNvPr id="855042" name="Rectangle 2"/>
          <p:cNvSpPr>
            <a:spLocks noGrp="1" noRot="1" noChangeAspect="1" noChangeArrowheads="1" noTextEdit="1"/>
          </p:cNvSpPr>
          <p:nvPr>
            <p:ph type="sldImg"/>
          </p:nvPr>
        </p:nvSpPr>
        <p:spPr>
          <a:xfrm>
            <a:off x="381000" y="685800"/>
            <a:ext cx="6096000" cy="3429000"/>
          </a:xfrm>
          <a:ln/>
        </p:spPr>
      </p:sp>
      <p:sp>
        <p:nvSpPr>
          <p:cNvPr id="8550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39EFA5-5FEA-49AC-9E46-BD93C81203AA}" type="slidenum">
              <a:rPr lang="en-US" altLang="zh-CN"/>
              <a:pPr/>
              <a:t>22</a:t>
            </a:fld>
            <a:endParaRPr lang="en-US" altLang="zh-CN"/>
          </a:p>
        </p:txBody>
      </p:sp>
      <p:sp>
        <p:nvSpPr>
          <p:cNvPr id="863234" name="Rectangle 2"/>
          <p:cNvSpPr>
            <a:spLocks noGrp="1" noRot="1" noChangeAspect="1" noChangeArrowheads="1" noTextEdit="1"/>
          </p:cNvSpPr>
          <p:nvPr>
            <p:ph type="sldImg"/>
          </p:nvPr>
        </p:nvSpPr>
        <p:spPr>
          <a:xfrm>
            <a:off x="381000" y="685800"/>
            <a:ext cx="6096000" cy="3429000"/>
          </a:xfrm>
          <a:ln/>
        </p:spPr>
      </p:sp>
      <p:sp>
        <p:nvSpPr>
          <p:cNvPr id="863235"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62AAE6-4CA5-4170-8FD8-0380499E3C38}" type="slidenum">
              <a:rPr lang="en-US" altLang="zh-CN"/>
              <a:pPr/>
              <a:t>23</a:t>
            </a:fld>
            <a:endParaRPr lang="en-US" altLang="zh-CN"/>
          </a:p>
        </p:txBody>
      </p:sp>
      <p:sp>
        <p:nvSpPr>
          <p:cNvPr id="867330" name="Rectangle 2"/>
          <p:cNvSpPr>
            <a:spLocks noGrp="1" noRot="1" noChangeAspect="1" noChangeArrowheads="1" noTextEdit="1"/>
          </p:cNvSpPr>
          <p:nvPr>
            <p:ph type="sldImg"/>
          </p:nvPr>
        </p:nvSpPr>
        <p:spPr>
          <a:xfrm>
            <a:off x="381000" y="685800"/>
            <a:ext cx="6096000" cy="3429000"/>
          </a:xfrm>
          <a:ln/>
        </p:spPr>
      </p:sp>
      <p:sp>
        <p:nvSpPr>
          <p:cNvPr id="86733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55F12F-F1D5-4167-AF87-CEB9F3C4F4D5}" type="slidenum">
              <a:rPr lang="en-US" altLang="zh-CN"/>
              <a:pPr/>
              <a:t>24</a:t>
            </a:fld>
            <a:endParaRPr lang="en-US" altLang="zh-CN"/>
          </a:p>
        </p:txBody>
      </p:sp>
      <p:sp>
        <p:nvSpPr>
          <p:cNvPr id="865282" name="Rectangle 2"/>
          <p:cNvSpPr>
            <a:spLocks noGrp="1" noRot="1" noChangeAspect="1" noChangeArrowheads="1" noTextEdit="1"/>
          </p:cNvSpPr>
          <p:nvPr>
            <p:ph type="sldImg"/>
          </p:nvPr>
        </p:nvSpPr>
        <p:spPr>
          <a:xfrm>
            <a:off x="381000" y="685800"/>
            <a:ext cx="6096000" cy="3429000"/>
          </a:xfrm>
          <a:ln/>
        </p:spPr>
      </p:sp>
      <p:sp>
        <p:nvSpPr>
          <p:cNvPr id="865283" name="Rectangle 3"/>
          <p:cNvSpPr>
            <a:spLocks noGrp="1" noChangeArrowheads="1"/>
          </p:cNvSpPr>
          <p:nvPr>
            <p:ph type="body" idx="1"/>
          </p:nvPr>
        </p:nvSpPr>
        <p:spPr>
          <a:xfrm>
            <a:off x="914400" y="4343400"/>
            <a:ext cx="5029200" cy="4114800"/>
          </a:xfrm>
        </p:spPr>
        <p:txBody>
          <a:bodyPr/>
          <a:lstStyle/>
          <a:p>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14B68E-F8D0-40F8-9714-89B52667729F}" type="slidenum">
              <a:rPr lang="en-US" altLang="zh-CN"/>
              <a:pPr/>
              <a:t>25</a:t>
            </a:fld>
            <a:endParaRPr lang="en-US" altLang="zh-CN"/>
          </a:p>
        </p:txBody>
      </p:sp>
      <p:sp>
        <p:nvSpPr>
          <p:cNvPr id="869378" name="Rectangle 2"/>
          <p:cNvSpPr>
            <a:spLocks noGrp="1" noRot="1" noChangeAspect="1" noChangeArrowheads="1" noTextEdit="1"/>
          </p:cNvSpPr>
          <p:nvPr>
            <p:ph type="sldImg"/>
          </p:nvPr>
        </p:nvSpPr>
        <p:spPr>
          <a:xfrm>
            <a:off x="381000" y="685800"/>
            <a:ext cx="6096000" cy="3429000"/>
          </a:xfrm>
          <a:ln/>
        </p:spPr>
      </p:sp>
      <p:sp>
        <p:nvSpPr>
          <p:cNvPr id="86937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493388-6688-4FA5-B079-03FE3B7D2943}" type="slidenum">
              <a:rPr lang="en-US" altLang="zh-CN"/>
              <a:pPr/>
              <a:t>26</a:t>
            </a:fld>
            <a:endParaRPr lang="en-US" altLang="zh-CN"/>
          </a:p>
        </p:txBody>
      </p:sp>
      <p:sp>
        <p:nvSpPr>
          <p:cNvPr id="871426" name="Rectangle 2"/>
          <p:cNvSpPr>
            <a:spLocks noGrp="1" noRot="1" noChangeAspect="1" noChangeArrowheads="1" noTextEdit="1"/>
          </p:cNvSpPr>
          <p:nvPr>
            <p:ph type="sldImg"/>
          </p:nvPr>
        </p:nvSpPr>
        <p:spPr>
          <a:xfrm>
            <a:off x="381000" y="685800"/>
            <a:ext cx="6096000" cy="3429000"/>
          </a:xfrm>
          <a:ln/>
        </p:spPr>
      </p:sp>
      <p:sp>
        <p:nvSpPr>
          <p:cNvPr id="871427"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FCCFA3-FA60-4727-9C77-0D35F4DDDE43}" type="slidenum">
              <a:rPr lang="en-US" altLang="zh-CN"/>
              <a:pPr/>
              <a:t>27</a:t>
            </a:fld>
            <a:endParaRPr lang="en-US" altLang="zh-CN"/>
          </a:p>
        </p:txBody>
      </p:sp>
      <p:sp>
        <p:nvSpPr>
          <p:cNvPr id="873474" name="Rectangle 2"/>
          <p:cNvSpPr>
            <a:spLocks noGrp="1" noRot="1" noChangeAspect="1" noChangeArrowheads="1" noTextEdit="1"/>
          </p:cNvSpPr>
          <p:nvPr>
            <p:ph type="sldImg"/>
          </p:nvPr>
        </p:nvSpPr>
        <p:spPr>
          <a:xfrm>
            <a:off x="381000" y="685800"/>
            <a:ext cx="6096000" cy="3429000"/>
          </a:xfrm>
          <a:ln/>
        </p:spPr>
      </p:sp>
      <p:sp>
        <p:nvSpPr>
          <p:cNvPr id="873475"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50D44B-147B-4467-ADA7-91A80B7C91B3}" type="slidenum">
              <a:rPr lang="en-US" altLang="zh-CN"/>
              <a:pPr/>
              <a:t>28</a:t>
            </a:fld>
            <a:endParaRPr lang="en-US" altLang="zh-CN"/>
          </a:p>
        </p:txBody>
      </p:sp>
      <p:sp>
        <p:nvSpPr>
          <p:cNvPr id="875522" name="Rectangle 2"/>
          <p:cNvSpPr>
            <a:spLocks noGrp="1" noRot="1" noChangeAspect="1" noChangeArrowheads="1" noTextEdit="1"/>
          </p:cNvSpPr>
          <p:nvPr>
            <p:ph type="sldImg"/>
          </p:nvPr>
        </p:nvSpPr>
        <p:spPr>
          <a:xfrm>
            <a:off x="381000" y="685800"/>
            <a:ext cx="6096000" cy="3429000"/>
          </a:xfrm>
          <a:ln/>
        </p:spPr>
      </p:sp>
      <p:sp>
        <p:nvSpPr>
          <p:cNvPr id="875523"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2A83D9-44B2-480D-8297-AF287B4C29A4}" type="slidenum">
              <a:rPr lang="en-US" altLang="zh-CN"/>
              <a:pPr/>
              <a:t>29</a:t>
            </a:fld>
            <a:endParaRPr lang="en-US" altLang="zh-CN"/>
          </a:p>
        </p:txBody>
      </p:sp>
      <p:sp>
        <p:nvSpPr>
          <p:cNvPr id="877570" name="Rectangle 2"/>
          <p:cNvSpPr>
            <a:spLocks noGrp="1" noRot="1" noChangeAspect="1" noChangeArrowheads="1" noTextEdit="1"/>
          </p:cNvSpPr>
          <p:nvPr>
            <p:ph type="sldImg"/>
          </p:nvPr>
        </p:nvSpPr>
        <p:spPr>
          <a:xfrm>
            <a:off x="381000" y="685800"/>
            <a:ext cx="6096000" cy="3429000"/>
          </a:xfrm>
          <a:ln/>
        </p:spPr>
      </p:sp>
      <p:sp>
        <p:nvSpPr>
          <p:cNvPr id="87757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4220F6-377A-4D59-862A-AE2C855AE4D3}" type="slidenum">
              <a:rPr lang="en-US" altLang="zh-CN"/>
              <a:pPr/>
              <a:t>30</a:t>
            </a:fld>
            <a:endParaRPr lang="en-US" altLang="zh-CN"/>
          </a:p>
        </p:txBody>
      </p:sp>
      <p:sp>
        <p:nvSpPr>
          <p:cNvPr id="879618" name="Rectangle 2"/>
          <p:cNvSpPr>
            <a:spLocks noGrp="1" noRot="1" noChangeAspect="1" noChangeArrowheads="1" noTextEdit="1"/>
          </p:cNvSpPr>
          <p:nvPr>
            <p:ph type="sldImg"/>
          </p:nvPr>
        </p:nvSpPr>
        <p:spPr>
          <a:xfrm>
            <a:off x="381000" y="685800"/>
            <a:ext cx="6096000" cy="3429000"/>
          </a:xfrm>
          <a:ln/>
        </p:spPr>
      </p:sp>
      <p:sp>
        <p:nvSpPr>
          <p:cNvPr id="87961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9780E5-0F73-4842-BA04-305B2735A27E}" type="slidenum">
              <a:rPr lang="en-US" altLang="zh-CN"/>
              <a:pPr/>
              <a:t>31</a:t>
            </a:fld>
            <a:endParaRPr lang="en-US" altLang="zh-CN"/>
          </a:p>
        </p:txBody>
      </p:sp>
      <p:sp>
        <p:nvSpPr>
          <p:cNvPr id="881666" name="Rectangle 2"/>
          <p:cNvSpPr>
            <a:spLocks noGrp="1" noRot="1" noChangeAspect="1" noChangeArrowheads="1" noTextEdit="1"/>
          </p:cNvSpPr>
          <p:nvPr>
            <p:ph type="sldImg"/>
          </p:nvPr>
        </p:nvSpPr>
        <p:spPr>
          <a:xfrm>
            <a:off x="381000" y="685800"/>
            <a:ext cx="6096000" cy="3429000"/>
          </a:xfrm>
          <a:ln/>
        </p:spPr>
      </p:sp>
      <p:sp>
        <p:nvSpPr>
          <p:cNvPr id="881667"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ED6A9D-B807-4CFE-9B68-6BF5B9C57C36}" type="slidenum">
              <a:rPr lang="en-US" altLang="zh-CN"/>
              <a:pPr/>
              <a:t>32</a:t>
            </a:fld>
            <a:endParaRPr lang="en-US" altLang="zh-CN"/>
          </a:p>
        </p:txBody>
      </p:sp>
      <p:sp>
        <p:nvSpPr>
          <p:cNvPr id="883714" name="Rectangle 2"/>
          <p:cNvSpPr>
            <a:spLocks noGrp="1" noRot="1" noChangeAspect="1" noChangeArrowheads="1" noTextEdit="1"/>
          </p:cNvSpPr>
          <p:nvPr>
            <p:ph type="sldImg"/>
          </p:nvPr>
        </p:nvSpPr>
        <p:spPr>
          <a:xfrm>
            <a:off x="381000" y="685800"/>
            <a:ext cx="6096000" cy="3429000"/>
          </a:xfrm>
          <a:ln/>
        </p:spPr>
      </p:sp>
      <p:sp>
        <p:nvSpPr>
          <p:cNvPr id="883715"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101370-D35F-4955-963B-1B14079C3143}" type="slidenum">
              <a:rPr lang="en-US" altLang="zh-CN"/>
              <a:pPr/>
              <a:t>33</a:t>
            </a:fld>
            <a:endParaRPr lang="en-US" altLang="zh-CN"/>
          </a:p>
        </p:txBody>
      </p:sp>
      <p:sp>
        <p:nvSpPr>
          <p:cNvPr id="885762" name="Rectangle 2"/>
          <p:cNvSpPr>
            <a:spLocks noGrp="1" noRot="1" noChangeAspect="1" noChangeArrowheads="1" noTextEdit="1"/>
          </p:cNvSpPr>
          <p:nvPr>
            <p:ph type="sldImg"/>
          </p:nvPr>
        </p:nvSpPr>
        <p:spPr>
          <a:xfrm>
            <a:off x="381000" y="685800"/>
            <a:ext cx="6096000" cy="3429000"/>
          </a:xfrm>
          <a:ln/>
        </p:spPr>
      </p:sp>
      <p:sp>
        <p:nvSpPr>
          <p:cNvPr id="885763"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0EBB7F-4C94-4637-BA44-26F93F199050}" type="slidenum">
              <a:rPr lang="en-US" altLang="zh-CN"/>
              <a:pPr/>
              <a:t>34</a:t>
            </a:fld>
            <a:endParaRPr lang="en-US" altLang="zh-CN"/>
          </a:p>
        </p:txBody>
      </p:sp>
      <p:sp>
        <p:nvSpPr>
          <p:cNvPr id="887810" name="Rectangle 2"/>
          <p:cNvSpPr>
            <a:spLocks noGrp="1" noRot="1" noChangeAspect="1" noChangeArrowheads="1" noTextEdit="1"/>
          </p:cNvSpPr>
          <p:nvPr>
            <p:ph type="sldImg"/>
          </p:nvPr>
        </p:nvSpPr>
        <p:spPr>
          <a:xfrm>
            <a:off x="381000" y="685800"/>
            <a:ext cx="6096000" cy="3429000"/>
          </a:xfrm>
          <a:ln/>
        </p:spPr>
      </p:sp>
      <p:sp>
        <p:nvSpPr>
          <p:cNvPr id="88781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81CFCA-02DC-47F2-9B7F-5EE402C4FCD3}" type="slidenum">
              <a:rPr lang="en-US" altLang="zh-CN"/>
              <a:pPr/>
              <a:t>35</a:t>
            </a:fld>
            <a:endParaRPr lang="en-US" altLang="zh-CN"/>
          </a:p>
        </p:txBody>
      </p:sp>
      <p:sp>
        <p:nvSpPr>
          <p:cNvPr id="889858" name="Rectangle 2"/>
          <p:cNvSpPr>
            <a:spLocks noGrp="1" noRot="1" noChangeAspect="1" noChangeArrowheads="1" noTextEdit="1"/>
          </p:cNvSpPr>
          <p:nvPr>
            <p:ph type="sldImg"/>
          </p:nvPr>
        </p:nvSpPr>
        <p:spPr>
          <a:xfrm>
            <a:off x="381000" y="685800"/>
            <a:ext cx="6096000" cy="3429000"/>
          </a:xfrm>
          <a:ln/>
        </p:spPr>
      </p:sp>
      <p:sp>
        <p:nvSpPr>
          <p:cNvPr id="88985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E23590-E2ED-4465-AD9A-1CD2C1322A6C}" type="slidenum">
              <a:rPr lang="en-US" altLang="zh-CN"/>
              <a:pPr/>
              <a:t>36</a:t>
            </a:fld>
            <a:endParaRPr lang="en-US" altLang="zh-CN"/>
          </a:p>
        </p:txBody>
      </p:sp>
      <p:sp>
        <p:nvSpPr>
          <p:cNvPr id="891906" name="Rectangle 2"/>
          <p:cNvSpPr>
            <a:spLocks noGrp="1" noRot="1" noChangeAspect="1" noChangeArrowheads="1" noTextEdit="1"/>
          </p:cNvSpPr>
          <p:nvPr>
            <p:ph type="sldImg"/>
          </p:nvPr>
        </p:nvSpPr>
        <p:spPr>
          <a:xfrm>
            <a:off x="381000" y="685800"/>
            <a:ext cx="6096000" cy="3429000"/>
          </a:xfrm>
          <a:ln/>
        </p:spPr>
      </p:sp>
      <p:sp>
        <p:nvSpPr>
          <p:cNvPr id="891907"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3EBA97-1C2C-4FB6-91D7-231D5845F854}" type="slidenum">
              <a:rPr lang="en-US" altLang="zh-CN"/>
              <a:pPr/>
              <a:t>37</a:t>
            </a:fld>
            <a:endParaRPr lang="en-US" altLang="zh-CN"/>
          </a:p>
        </p:txBody>
      </p:sp>
      <p:sp>
        <p:nvSpPr>
          <p:cNvPr id="893954" name="Rectangle 2"/>
          <p:cNvSpPr>
            <a:spLocks noGrp="1" noRot="1" noChangeAspect="1" noChangeArrowheads="1" noTextEdit="1"/>
          </p:cNvSpPr>
          <p:nvPr>
            <p:ph type="sldImg"/>
          </p:nvPr>
        </p:nvSpPr>
        <p:spPr>
          <a:xfrm>
            <a:off x="381000" y="685800"/>
            <a:ext cx="6096000" cy="3429000"/>
          </a:xfrm>
          <a:ln/>
        </p:spPr>
      </p:sp>
      <p:sp>
        <p:nvSpPr>
          <p:cNvPr id="893955"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7165FC-1F17-406F-AE6A-6E4397DB46DB}" type="slidenum">
              <a:rPr lang="en-US" altLang="zh-CN"/>
              <a:pPr/>
              <a:t>38</a:t>
            </a:fld>
            <a:endParaRPr lang="en-US" altLang="zh-CN"/>
          </a:p>
        </p:txBody>
      </p:sp>
      <p:sp>
        <p:nvSpPr>
          <p:cNvPr id="896002" name="Rectangle 2"/>
          <p:cNvSpPr>
            <a:spLocks noGrp="1" noRot="1" noChangeAspect="1" noChangeArrowheads="1" noTextEdit="1"/>
          </p:cNvSpPr>
          <p:nvPr>
            <p:ph type="sldImg"/>
          </p:nvPr>
        </p:nvSpPr>
        <p:spPr>
          <a:xfrm>
            <a:off x="381000" y="685800"/>
            <a:ext cx="6096000" cy="3429000"/>
          </a:xfrm>
          <a:ln/>
        </p:spPr>
      </p:sp>
      <p:sp>
        <p:nvSpPr>
          <p:cNvPr id="896003"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69297B-F27F-42CA-9A32-4F30A1D2BFE6}" type="slidenum">
              <a:rPr lang="en-US" altLang="zh-CN"/>
              <a:pPr/>
              <a:t>39</a:t>
            </a:fld>
            <a:endParaRPr lang="en-US" altLang="zh-CN"/>
          </a:p>
        </p:txBody>
      </p:sp>
      <p:sp>
        <p:nvSpPr>
          <p:cNvPr id="898050" name="Rectangle 2"/>
          <p:cNvSpPr>
            <a:spLocks noGrp="1" noRot="1" noChangeAspect="1" noChangeArrowheads="1" noTextEdit="1"/>
          </p:cNvSpPr>
          <p:nvPr>
            <p:ph type="sldImg"/>
          </p:nvPr>
        </p:nvSpPr>
        <p:spPr>
          <a:xfrm>
            <a:off x="381000" y="685800"/>
            <a:ext cx="6096000" cy="3429000"/>
          </a:xfrm>
          <a:ln/>
        </p:spPr>
      </p:sp>
      <p:sp>
        <p:nvSpPr>
          <p:cNvPr id="89805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000CCB-F13E-4984-AF16-860D116A3D1A}" type="slidenum">
              <a:rPr lang="en-US" altLang="zh-CN"/>
              <a:pPr/>
              <a:t>40</a:t>
            </a:fld>
            <a:endParaRPr lang="en-US" altLang="zh-CN"/>
          </a:p>
        </p:txBody>
      </p:sp>
      <p:sp>
        <p:nvSpPr>
          <p:cNvPr id="900098" name="Rectangle 2"/>
          <p:cNvSpPr>
            <a:spLocks noGrp="1" noRot="1" noChangeAspect="1" noChangeArrowheads="1" noTextEdit="1"/>
          </p:cNvSpPr>
          <p:nvPr>
            <p:ph type="sldImg"/>
          </p:nvPr>
        </p:nvSpPr>
        <p:spPr>
          <a:xfrm>
            <a:off x="381000" y="685800"/>
            <a:ext cx="6096000" cy="3429000"/>
          </a:xfrm>
          <a:ln/>
        </p:spPr>
      </p:sp>
      <p:sp>
        <p:nvSpPr>
          <p:cNvPr id="90009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715F235-B90E-4F9A-A1C8-D85EAB352D7C}" type="slidenum">
              <a:rPr lang="en-US" altLang="zh-CN"/>
              <a:pPr/>
              <a:t>‹#›</a:t>
            </a:fld>
            <a:endParaRPr lang="en-US" altLang="zh-CN"/>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E5BC307-0E07-482C-BB08-A2C38A4179A3}" type="slidenum">
              <a:rPr lang="en-US" altLang="zh-CN"/>
              <a:pPr/>
              <a:t>‹#›</a:t>
            </a:fld>
            <a:endParaRPr lang="en-US" altLang="zh-CN"/>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BF2E7CE-D48D-4F06-ACA7-40A939845C15}" type="slidenum">
              <a:rPr lang="en-US" altLang="zh-CN"/>
              <a:pPr/>
              <a:t>‹#›</a:t>
            </a:fld>
            <a:endParaRPr lang="en-US" altLang="zh-CN"/>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05AF1DB2-DD3E-4780-AF52-93D6FCF11BB3}" type="slidenum">
              <a:rPr lang="en-US" altLang="zh-CN"/>
              <a:pPr/>
              <a:t>‹#›</a:t>
            </a:fld>
            <a:endParaRPr lang="en-US" altLang="zh-CN"/>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42AE7735-AE5D-4D40-A9FD-7CDEFDAC53B3}" type="slidenum">
              <a:rPr lang="en-US" altLang="zh-CN"/>
              <a:pPr/>
              <a:t>‹#›</a:t>
            </a:fld>
            <a:endParaRPr lang="en-US" altLang="zh-CN"/>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E007F898-BD21-42EC-BBF3-ACFE4677E73B}"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87B091F1-A8AC-453B-8780-4AB9A84F36E4}" type="slidenum">
              <a:rPr lang="en-US" altLang="zh-CN"/>
              <a:pPr/>
              <a:t>‹#›</a:t>
            </a:fld>
            <a:endParaRPr lang="en-US" altLang="zh-CN"/>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A1BE566-BCEA-4F89-835F-A8ED7BE45917}" type="slidenum">
              <a:rPr lang="en-US" altLang="zh-CN"/>
              <a:pPr/>
              <a:t>‹#›</a:t>
            </a:fld>
            <a:endParaRPr lang="en-US" altLang="zh-CN"/>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6420EF2F-64BA-4FDB-AB6C-BB69C1BF9429}" type="slidenum">
              <a:rPr lang="en-US" altLang="zh-CN"/>
              <a:pPr/>
              <a:t>‹#›</a:t>
            </a:fld>
            <a:endParaRPr lang="en-US" altLang="zh-CN"/>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926954B-3B30-4D1D-80D1-A75A362E9F1E}" type="slidenum">
              <a:rPr lang="en-US" altLang="zh-CN"/>
              <a:pPr/>
              <a:t>‹#›</a:t>
            </a:fld>
            <a:endParaRPr lang="en-US" altLang="zh-CN"/>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115888"/>
            <a:ext cx="2590800" cy="5980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115888"/>
            <a:ext cx="7569200" cy="5980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294B45CA-288E-4A6F-ADA0-968632E5E937}" type="slidenum">
              <a:rPr lang="en-US" altLang="zh-CN"/>
              <a:pPr/>
              <a:t>‹#›</a:t>
            </a:fld>
            <a:endParaRPr lang="en-US" altLang="zh-CN"/>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15888"/>
            <a:ext cx="103632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341438"/>
            <a:ext cx="10363200" cy="47545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1">
                <a:effectLst>
                  <a:outerShdw blurRad="38100" dist="38100" dir="2700000" algn="tl">
                    <a:srgbClr val="FFFFFF"/>
                  </a:outerShdw>
                </a:effectLst>
              </a:defRPr>
            </a:lvl1pPr>
          </a:lstStyle>
          <a:p>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1">
                <a:effectLst>
                  <a:outerShdw blurRad="38100" dist="38100" dir="2700000" algn="tl">
                    <a:srgbClr val="FFFFFF"/>
                  </a:outerShdw>
                </a:effectLst>
              </a:defRPr>
            </a:lvl1pPr>
          </a:lstStyle>
          <a:p>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effectLst>
                  <a:outerShdw blurRad="38100" dist="38100" dir="2700000" algn="tl">
                    <a:srgbClr val="FFFFFF"/>
                  </a:outerShdw>
                </a:effectLst>
              </a:defRPr>
            </a:lvl1pPr>
          </a:lstStyle>
          <a:p>
            <a:fld id="{4074F7D1-1D8B-4E91-B36B-239240E2D064}"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3.wav"/><Relationship Id="rId4" Type="http://schemas.openxmlformats.org/officeDocument/2006/relationships/audio" Target="../media/audio4.wav"/></Relationships>
</file>

<file path=ppt/slides/_rels/slide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9.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1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1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audio" Target="../media/audio2.wav"/><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audio" Target="../media/audio3.wav"/></Relationships>
</file>

<file path=ppt/slides/_rels/slide1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2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21.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2.wav"/><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2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audio" Target="../media/audio1.wav"/></Relationships>
</file>

<file path=ppt/slides/_rels/slide2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audio" Target="../media/audio6.wav"/><Relationship Id="rId4" Type="http://schemas.openxmlformats.org/officeDocument/2006/relationships/audio" Target="../media/audio1.wav"/></Relationships>
</file>

<file path=ppt/slides/_rels/slide2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audio" Target="../media/audio6.wav"/></Relationships>
</file>

<file path=ppt/slides/_rels/slide2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audio" Target="../media/audio7.wav"/></Relationships>
</file>

<file path=ppt/slides/_rels/slide26.xml.rels><?xml version="1.0" encoding="UTF-8" standalone="yes"?>
<Relationships xmlns="http://schemas.openxmlformats.org/package/2006/relationships"><Relationship Id="rId3" Type="http://schemas.openxmlformats.org/officeDocument/2006/relationships/audio" Target="../media/audio2.wav"/><Relationship Id="rId7"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3.wav"/><Relationship Id="rId4" Type="http://schemas.openxmlformats.org/officeDocument/2006/relationships/audio" Target="../media/audio4.wav"/></Relationships>
</file>

<file path=ppt/slides/_rels/slide2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2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3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3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3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3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4.wav"/><Relationship Id="rId4" Type="http://schemas.openxmlformats.org/officeDocument/2006/relationships/audio" Target="../media/audio3.wav"/></Relationships>
</file>

<file path=ppt/slides/_rels/slide3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3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3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37.xml.rels><?xml version="1.0" encoding="UTF-8" standalone="yes"?>
<Relationships xmlns="http://schemas.openxmlformats.org/package/2006/relationships"><Relationship Id="rId3" Type="http://schemas.openxmlformats.org/officeDocument/2006/relationships/audio" Target="../media/audio2.wav"/><Relationship Id="rId7" Type="http://schemas.openxmlformats.org/officeDocument/2006/relationships/image" Target="../media/image5.jpe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audio" Target="../media/audio4.wav"/><Relationship Id="rId4" Type="http://schemas.openxmlformats.org/officeDocument/2006/relationships/audio" Target="../media/audio3.wav"/></Relationships>
</file>

<file path=ppt/slides/_rels/slide3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audio" Target="../media/audio3.wav"/></Relationships>
</file>

<file path=ppt/slides/_rels/slide4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audio" Target="../media/audio3.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6946" name="Object 2"/>
          <p:cNvGraphicFramePr>
            <a:graphicFrameLocks noChangeAspect="1"/>
          </p:cNvGraphicFramePr>
          <p:nvPr/>
        </p:nvGraphicFramePr>
        <p:xfrm>
          <a:off x="2057400" y="4191001"/>
          <a:ext cx="1487488" cy="2201863"/>
        </p:xfrm>
        <a:graphic>
          <a:graphicData uri="http://schemas.openxmlformats.org/presentationml/2006/ole">
            <mc:AlternateContent xmlns:mc="http://schemas.openxmlformats.org/markup-compatibility/2006">
              <mc:Choice xmlns:v="urn:schemas-microsoft-com:vml" Requires="v">
                <p:oleObj spid="_x0000_s466990" name="剪辑" r:id="rId3" imgW="3153960" imgH="4708080" progId="">
                  <p:embed/>
                </p:oleObj>
              </mc:Choice>
              <mc:Fallback>
                <p:oleObj name="剪辑" r:id="rId3" imgW="3153960" imgH="47080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191001"/>
                        <a:ext cx="1487488" cy="2201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66947" name="Group 3"/>
          <p:cNvGrpSpPr>
            <a:grpSpLocks/>
          </p:cNvGrpSpPr>
          <p:nvPr/>
        </p:nvGrpSpPr>
        <p:grpSpPr bwMode="auto">
          <a:xfrm>
            <a:off x="2566988" y="333376"/>
            <a:ext cx="7543800" cy="6119813"/>
            <a:chOff x="480" y="816"/>
            <a:chExt cx="4752" cy="2865"/>
          </a:xfrm>
        </p:grpSpPr>
        <p:sp>
          <p:nvSpPr>
            <p:cNvPr id="466948" name="Oval 4"/>
            <p:cNvSpPr>
              <a:spLocks noChangeArrowheads="1"/>
            </p:cNvSpPr>
            <p:nvPr/>
          </p:nvSpPr>
          <p:spPr bwMode="auto">
            <a:xfrm>
              <a:off x="480" y="816"/>
              <a:ext cx="4752" cy="2112"/>
            </a:xfrm>
            <a:prstGeom prst="ellipse">
              <a:avLst/>
            </a:prstGeom>
            <a:gradFill rotWithShape="0">
              <a:gsLst>
                <a:gs pos="0">
                  <a:srgbClr val="CC00FF">
                    <a:gamma/>
                    <a:shade val="46275"/>
                    <a:invGamma/>
                  </a:srgbClr>
                </a:gs>
                <a:gs pos="50000">
                  <a:srgbClr val="CC00FF"/>
                </a:gs>
                <a:gs pos="100000">
                  <a:srgbClr val="CC00FF">
                    <a:gamma/>
                    <a:shade val="46275"/>
                    <a:invGamma/>
                  </a:srgbClr>
                </a:gs>
              </a:gsLst>
              <a:lin ang="5400000" scaled="1"/>
            </a:gradFill>
            <a:ln w="12700">
              <a:noFill/>
              <a:round/>
              <a:headEnd/>
              <a:tailEnd/>
            </a:ln>
            <a:effectLst>
              <a:glow rad="101600">
                <a:schemeClr val="accent1">
                  <a:satMod val="175000"/>
                  <a:alpha val="40000"/>
                </a:schemeClr>
              </a:glow>
              <a:outerShdw blurRad="76200" dist="12700" dir="8100000" sy="-23000" kx="800400" algn="br" rotWithShape="0">
                <a:prstClr val="black">
                  <a:alpha val="20000"/>
                </a:prstClr>
              </a:outerShdw>
            </a:effectLst>
            <a:scene3d>
              <a:camera prst="orthographicFront">
                <a:rot lat="0" lon="0" rev="0"/>
              </a:camera>
              <a:lightRig rig="glow" dir="t">
                <a:rot lat="0" lon="0" rev="14100000"/>
              </a:lightRig>
            </a:scene3d>
            <a:sp3d prstMaterial="softEdge">
              <a:bevelT w="127000" prst="hardEdge"/>
            </a:sp3d>
          </p:spPr>
          <p:txBody>
            <a:bodyPr wrap="none" anchor="ctr"/>
            <a:lstStyle/>
            <a:p>
              <a:endParaRPr lang="zh-CN" altLang="en-US"/>
            </a:p>
          </p:txBody>
        </p:sp>
        <p:sp>
          <p:nvSpPr>
            <p:cNvPr id="466949" name="Rectangle 5"/>
            <p:cNvSpPr>
              <a:spLocks noChangeArrowheads="1"/>
            </p:cNvSpPr>
            <p:nvPr/>
          </p:nvSpPr>
          <p:spPr bwMode="auto">
            <a:xfrm>
              <a:off x="675" y="1532"/>
              <a:ext cx="4364" cy="643"/>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4800" b="1">
                  <a:solidFill>
                    <a:srgbClr val="FFFF00"/>
                  </a:solidFill>
                  <a:effectLst>
                    <a:outerShdw blurRad="38100" dist="38100" dir="2700000" algn="tl">
                      <a:srgbClr val="000000"/>
                    </a:outerShdw>
                  </a:effectLst>
                  <a:latin typeface="隶书" pitchFamily="49" charset="-122"/>
                  <a:ea typeface="隶书" pitchFamily="49" charset="-122"/>
                </a:rPr>
                <a:t>第</a:t>
              </a:r>
              <a:r>
                <a:rPr lang="en-US" altLang="zh-CN" sz="4800" b="1">
                  <a:solidFill>
                    <a:srgbClr val="FFFF00"/>
                  </a:solidFill>
                  <a:effectLst>
                    <a:outerShdw blurRad="38100" dist="38100" dir="2700000" algn="tl">
                      <a:srgbClr val="000000"/>
                    </a:outerShdw>
                  </a:effectLst>
                  <a:latin typeface="隶书" pitchFamily="49" charset="-122"/>
                  <a:ea typeface="隶书" pitchFamily="49" charset="-122"/>
                </a:rPr>
                <a:t>5</a:t>
              </a:r>
              <a:r>
                <a:rPr lang="zh-CN" altLang="en-US" sz="4800" b="1">
                  <a:solidFill>
                    <a:srgbClr val="FFFF00"/>
                  </a:solidFill>
                  <a:effectLst>
                    <a:outerShdw blurRad="38100" dist="38100" dir="2700000" algn="tl">
                      <a:srgbClr val="000000"/>
                    </a:outerShdw>
                  </a:effectLst>
                  <a:latin typeface="隶书" pitchFamily="49" charset="-122"/>
                  <a:ea typeface="隶书" pitchFamily="49" charset="-122"/>
                </a:rPr>
                <a:t>章 选择结构程序设计</a:t>
              </a:r>
            </a:p>
            <a:p>
              <a:pPr algn="ctr"/>
              <a:r>
                <a:rPr lang="zh-CN" altLang="en-US" sz="3600" b="1">
                  <a:solidFill>
                    <a:srgbClr val="66FFFF"/>
                  </a:solidFill>
                  <a:effectLst>
                    <a:outerShdw blurRad="38100" dist="38100" dir="2700000" algn="tl">
                      <a:srgbClr val="000000"/>
                    </a:outerShdw>
                  </a:effectLst>
                  <a:latin typeface="隶书" pitchFamily="49" charset="-122"/>
                  <a:ea typeface="隶书" pitchFamily="49" charset="-122"/>
                </a:rPr>
                <a:t>制作人：王敬华</a:t>
              </a:r>
            </a:p>
          </p:txBody>
        </p:sp>
        <p:pic>
          <p:nvPicPr>
            <p:cNvPr id="466950" name="Picture 6"/>
            <p:cNvPicPr>
              <a:picLocks noChangeAspect="1" noChangeArrowheads="1"/>
            </p:cNvPicPr>
            <p:nvPr/>
          </p:nvPicPr>
          <p:blipFill>
            <a:blip r:embed="rId5" cstate="print"/>
            <a:srcRect/>
            <a:stretch>
              <a:fillRect/>
            </a:stretch>
          </p:blipFill>
          <p:spPr bwMode="auto">
            <a:xfrm>
              <a:off x="2537" y="2496"/>
              <a:ext cx="2503" cy="1152"/>
            </a:xfrm>
            <a:prstGeom prst="rect">
              <a:avLst/>
            </a:prstGeom>
            <a:noFill/>
            <a:ln w="12700">
              <a:noFill/>
              <a:miter lim="800000"/>
              <a:headEnd type="none" w="sm" len="sm"/>
              <a:tailEnd type="none" w="sm" len="sm"/>
            </a:ln>
            <a:effectLst>
              <a:outerShdw dist="107763" dir="2700000" algn="ctr" rotWithShape="0">
                <a:schemeClr val="bg2">
                  <a:alpha val="50000"/>
                </a:schemeClr>
              </a:outerShdw>
            </a:effectLst>
          </p:spPr>
        </p:pic>
        <p:sp>
          <p:nvSpPr>
            <p:cNvPr id="466951" name="Line 7"/>
            <p:cNvSpPr>
              <a:spLocks noChangeShapeType="1"/>
            </p:cNvSpPr>
            <p:nvPr/>
          </p:nvSpPr>
          <p:spPr bwMode="auto">
            <a:xfrm>
              <a:off x="2304" y="3648"/>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sp>
          <p:nvSpPr>
            <p:cNvPr id="466952" name="Line 8"/>
            <p:cNvSpPr>
              <a:spLocks noChangeShapeType="1"/>
            </p:cNvSpPr>
            <p:nvPr/>
          </p:nvSpPr>
          <p:spPr bwMode="auto">
            <a:xfrm>
              <a:off x="2160" y="3681"/>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nodeType="clickEffect">
                                  <p:stCondLst>
                                    <p:cond delay="0"/>
                                  </p:stCondLst>
                                  <p:childTnLst>
                                    <p:set>
                                      <p:cBhvr>
                                        <p:cTn id="6" dur="1" fill="hold">
                                          <p:stCondLst>
                                            <p:cond delay="0"/>
                                          </p:stCondLst>
                                        </p:cTn>
                                        <p:tgtEl>
                                          <p:spTgt spid="466947"/>
                                        </p:tgtEl>
                                        <p:attrNameLst>
                                          <p:attrName>style.visibility</p:attrName>
                                        </p:attrNameLst>
                                      </p:cBhvr>
                                      <p:to>
                                        <p:strVal val="visible"/>
                                      </p:to>
                                    </p:set>
                                    <p:anim calcmode="lin" valueType="num">
                                      <p:cBhvr>
                                        <p:cTn id="7" dur="500" fill="hold"/>
                                        <p:tgtEl>
                                          <p:spTgt spid="466947"/>
                                        </p:tgtEl>
                                        <p:attrNameLst>
                                          <p:attrName>ppt_w</p:attrName>
                                        </p:attrNameLst>
                                      </p:cBhvr>
                                      <p:tavLst>
                                        <p:tav tm="0">
                                          <p:val>
                                            <p:fltVal val="0"/>
                                          </p:val>
                                        </p:tav>
                                        <p:tav tm="100000">
                                          <p:val>
                                            <p:strVal val="#ppt_w"/>
                                          </p:val>
                                        </p:tav>
                                      </p:tavLst>
                                    </p:anim>
                                    <p:anim calcmode="lin" valueType="num">
                                      <p:cBhvr>
                                        <p:cTn id="8" dur="500" fill="hold"/>
                                        <p:tgtEl>
                                          <p:spTgt spid="466947"/>
                                        </p:tgtEl>
                                        <p:attrNameLst>
                                          <p:attrName>ppt_h</p:attrName>
                                        </p:attrNameLst>
                                      </p:cBhvr>
                                      <p:tavLst>
                                        <p:tav tm="0">
                                          <p:val>
                                            <p:fltVal val="0"/>
                                          </p:val>
                                        </p:tav>
                                        <p:tav tm="100000">
                                          <p:val>
                                            <p:strVal val="#ppt_h"/>
                                          </p:val>
                                        </p:tav>
                                      </p:tavLst>
                                    </p:anim>
                                    <p:anim calcmode="lin" valueType="num">
                                      <p:cBhvr>
                                        <p:cTn id="9" dur="500" fill="hold"/>
                                        <p:tgtEl>
                                          <p:spTgt spid="466947"/>
                                        </p:tgtEl>
                                        <p:attrNameLst>
                                          <p:attrName>ppt_x</p:attrName>
                                        </p:attrNameLst>
                                      </p:cBhvr>
                                      <p:tavLst>
                                        <p:tav tm="0">
                                          <p:val>
                                            <p:fltVal val="0.5"/>
                                          </p:val>
                                        </p:tav>
                                        <p:tav tm="100000">
                                          <p:val>
                                            <p:strVal val="#ppt_x"/>
                                          </p:val>
                                        </p:tav>
                                      </p:tavLst>
                                    </p:anim>
                                    <p:anim calcmode="lin" valueType="num">
                                      <p:cBhvr>
                                        <p:cTn id="10" dur="500" fill="hold"/>
                                        <p:tgtEl>
                                          <p:spTgt spid="466947"/>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1" presetClass="entr" presetSubtype="4" fill="hold" nodeType="clickEffect">
                                  <p:stCondLst>
                                    <p:cond delay="0"/>
                                  </p:stCondLst>
                                  <p:childTnLst>
                                    <p:set>
                                      <p:cBhvr>
                                        <p:cTn id="14" dur="1" fill="hold">
                                          <p:stCondLst>
                                            <p:cond delay="0"/>
                                          </p:stCondLst>
                                        </p:cTn>
                                        <p:tgtEl>
                                          <p:spTgt spid="466947"/>
                                        </p:tgtEl>
                                        <p:attrNameLst>
                                          <p:attrName>style.visibility</p:attrName>
                                        </p:attrNameLst>
                                      </p:cBhvr>
                                      <p:to>
                                        <p:strVal val="visible"/>
                                      </p:to>
                                    </p:set>
                                    <p:animEffect transition="in" filter="wheel(4)">
                                      <p:cBhvr>
                                        <p:cTn id="15" dur="2000"/>
                                        <p:tgtEl>
                                          <p:spTgt spid="466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8996" name="Rectangle 4"/>
          <p:cNvSpPr>
            <a:spLocks noChangeArrowheads="1"/>
          </p:cNvSpPr>
          <p:nvPr/>
        </p:nvSpPr>
        <p:spPr bwMode="auto">
          <a:xfrm>
            <a:off x="421096" y="128588"/>
            <a:ext cx="8462962" cy="609600"/>
          </a:xfrm>
          <a:prstGeom prst="rect">
            <a:avLst/>
          </a:prstGeom>
          <a:noFill/>
          <a:ln w="38100">
            <a:noFill/>
            <a:miter lim="800000"/>
            <a:headEnd/>
            <a:tailEnd/>
          </a:ln>
          <a:effectLst/>
        </p:spPr>
        <p:txBody>
          <a:bodyPr anchor="ctr"/>
          <a:lstStyle/>
          <a:p>
            <a:r>
              <a:rPr lang="zh-CN" altLang="en-US"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第</a:t>
            </a:r>
            <a:r>
              <a:rPr lang="en-US" altLang="zh-CN"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5</a:t>
            </a:r>
            <a:r>
              <a:rPr lang="zh-CN" altLang="en-US" sz="4000" b="1" dirty="0">
                <a:solidFill>
                  <a:srgbClr val="FF3300"/>
                </a:solidFill>
                <a:effectLst>
                  <a:outerShdw blurRad="38100" dist="38100" dir="2700000" algn="tl">
                    <a:srgbClr val="000000"/>
                  </a:outerShdw>
                </a:effectLst>
                <a:latin typeface="华文琥珀" pitchFamily="2" charset="-122"/>
                <a:ea typeface="华文琥珀" pitchFamily="2" charset="-122"/>
                <a:cs typeface="ˎ̥"/>
              </a:rPr>
              <a:t>章：选择结构程序设计</a:t>
            </a:r>
            <a:r>
              <a:rPr lang="zh-CN" altLang="en-US" sz="4400" dirty="0">
                <a:solidFill>
                  <a:srgbClr val="FF3300"/>
                </a:solidFill>
                <a:effectLst>
                  <a:outerShdw blurRad="38100" dist="38100" dir="2700000" algn="tl">
                    <a:srgbClr val="000000"/>
                  </a:outerShdw>
                </a:effectLst>
                <a:latin typeface="华文琥珀" pitchFamily="2" charset="-122"/>
                <a:ea typeface="华文琥珀" pitchFamily="2" charset="-122"/>
                <a:cs typeface="ˎ̥"/>
              </a:rPr>
              <a:t> </a:t>
            </a:r>
          </a:p>
        </p:txBody>
      </p:sp>
      <p:sp>
        <p:nvSpPr>
          <p:cNvPr id="468997" name="Text Box 5"/>
          <p:cNvSpPr txBox="1">
            <a:spLocks noChangeArrowheads="1"/>
          </p:cNvSpPr>
          <p:nvPr/>
        </p:nvSpPr>
        <p:spPr bwMode="auto">
          <a:xfrm>
            <a:off x="527459" y="836614"/>
            <a:ext cx="7129463"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学习的意义</a:t>
            </a:r>
            <a:r>
              <a:rPr kumimoji="0" lang="zh-CN" altLang="en-US" b="1">
                <a:effectLst>
                  <a:outerShdw blurRad="38100" dist="38100" dir="2700000" algn="tl">
                    <a:srgbClr val="FFFFFF"/>
                  </a:outerShdw>
                </a:effectLst>
              </a:rPr>
              <a:t>   </a:t>
            </a:r>
            <a:endParaRPr kumimoji="0" lang="zh-CN" altLang="en-US"/>
          </a:p>
        </p:txBody>
      </p:sp>
      <p:grpSp>
        <p:nvGrpSpPr>
          <p:cNvPr id="469014" name="Group 22"/>
          <p:cNvGrpSpPr>
            <a:grpSpLocks/>
          </p:cNvGrpSpPr>
          <p:nvPr/>
        </p:nvGrpSpPr>
        <p:grpSpPr bwMode="auto">
          <a:xfrm>
            <a:off x="-9117" y="0"/>
            <a:ext cx="446088" cy="6858000"/>
            <a:chOff x="0" y="0"/>
            <a:chExt cx="281" cy="4320"/>
          </a:xfrm>
        </p:grpSpPr>
        <p:sp>
          <p:nvSpPr>
            <p:cNvPr id="469015" name="Text Box 2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469016" name="Text Box 2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469029" name="Rectangle 37"/>
          <p:cNvSpPr>
            <a:spLocks noChangeArrowheads="1"/>
          </p:cNvSpPr>
          <p:nvPr/>
        </p:nvSpPr>
        <p:spPr bwMode="auto">
          <a:xfrm>
            <a:off x="1127448" y="1534864"/>
            <a:ext cx="10081120" cy="427040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33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ts val="3300"/>
              </a:lnSpc>
            </a:pPr>
            <a:r>
              <a:rPr lang="en-US" altLang="zh-CN" b="1" dirty="0">
                <a:effectLst>
                  <a:outerShdw blurRad="38100" dist="38100" dir="2700000" algn="tl">
                    <a:srgbClr val="FFFFFF"/>
                  </a:outerShdw>
                </a:effectLst>
                <a:latin typeface="楷体_GB2312" pitchFamily="49" charset="-122"/>
                <a:ea typeface="楷体_GB2312" pitchFamily="49" charset="-122"/>
              </a:rPr>
              <a:t>    </a:t>
            </a:r>
            <a:r>
              <a:rPr lang="zh-CN" altLang="en-US" b="1" dirty="0">
                <a:effectLst>
                  <a:outerShdw blurRad="38100" dist="38100" dir="2700000" algn="tl">
                    <a:srgbClr val="FFFFFF"/>
                  </a:outerShdw>
                </a:effectLst>
                <a:latin typeface="楷体" pitchFamily="49" charset="-122"/>
                <a:ea typeface="楷体" pitchFamily="49" charset="-122"/>
              </a:rPr>
              <a:t>在编制程序时，有时并不能保证程序一定执行某些指令，而是要根据一定的外部条件来判断哪些指令要执行。如菜谱中要加工西红柿，可能有这样的步骤：</a:t>
            </a:r>
            <a:r>
              <a:rPr lang="zh-CN" altLang="en-US" b="1" dirty="0">
                <a:solidFill>
                  <a:srgbClr val="D60093"/>
                </a:solidFill>
                <a:effectLst>
                  <a:outerShdw blurRad="38100" dist="38100" dir="2700000" algn="tl">
                    <a:srgbClr val="000000"/>
                  </a:outerShdw>
                </a:effectLst>
                <a:latin typeface="楷体" pitchFamily="49" charset="-122"/>
                <a:ea typeface="楷体" pitchFamily="49" charset="-122"/>
              </a:rPr>
              <a:t>如果是用鲜西红柿，</a:t>
            </a:r>
            <a:r>
              <a:rPr lang="zh-CN" altLang="en-US" b="1" dirty="0">
                <a:solidFill>
                  <a:srgbClr val="336600"/>
                </a:solidFill>
                <a:effectLst>
                  <a:outerShdw blurRad="38100" dist="38100" dir="2700000" algn="tl">
                    <a:srgbClr val="000000"/>
                  </a:outerShdw>
                </a:effectLst>
                <a:latin typeface="楷体" pitchFamily="49" charset="-122"/>
                <a:ea typeface="楷体" pitchFamily="49" charset="-122"/>
              </a:rPr>
              <a:t>则去皮、切碎，开始放入，</a:t>
            </a:r>
            <a:r>
              <a:rPr lang="zh-CN" altLang="en-US" b="1" dirty="0">
                <a:solidFill>
                  <a:srgbClr val="D60093"/>
                </a:solidFill>
                <a:effectLst>
                  <a:outerShdw blurRad="38100" dist="38100" dir="2700000" algn="tl">
                    <a:srgbClr val="000000"/>
                  </a:outerShdw>
                </a:effectLst>
                <a:latin typeface="楷体" pitchFamily="49" charset="-122"/>
                <a:ea typeface="楷体" pitchFamily="49" charset="-122"/>
              </a:rPr>
              <a:t>如果是用西红柿酱，</a:t>
            </a:r>
            <a:r>
              <a:rPr lang="zh-CN" altLang="en-US" b="1" dirty="0">
                <a:solidFill>
                  <a:srgbClr val="336600"/>
                </a:solidFill>
                <a:effectLst>
                  <a:outerShdw blurRad="38100" dist="38100" dir="2700000" algn="tl">
                    <a:srgbClr val="000000"/>
                  </a:outerShdw>
                </a:effectLst>
                <a:latin typeface="楷体" pitchFamily="49" charset="-122"/>
                <a:ea typeface="楷体" pitchFamily="49" charset="-122"/>
              </a:rPr>
              <a:t>就在最后放入。</a:t>
            </a:r>
            <a:r>
              <a:rPr lang="zh-CN" altLang="en-US" b="1" dirty="0">
                <a:effectLst>
                  <a:outerShdw blurRad="38100" dist="38100" dir="2700000" algn="tl">
                    <a:srgbClr val="FFFFFF"/>
                  </a:outerShdw>
                </a:effectLst>
                <a:latin typeface="楷体" pitchFamily="49" charset="-122"/>
                <a:ea typeface="楷体" pitchFamily="49" charset="-122"/>
              </a:rPr>
              <a:t>这里，我们并不知道具体操作时执行哪段指令，但菜谱给出了不同条件下的处理方式，计算机程序也是如此，可以根据不同的条件执行不同的代码，这就是</a:t>
            </a:r>
            <a:r>
              <a:rPr lang="zh-CN" altLang="en-US" b="1" dirty="0">
                <a:solidFill>
                  <a:srgbClr val="CC0000"/>
                </a:solidFill>
                <a:effectLst>
                  <a:outerShdw blurRad="38100" dist="38100" dir="2700000" algn="tl">
                    <a:srgbClr val="000000"/>
                  </a:outerShdw>
                </a:effectLst>
                <a:latin typeface="楷体" pitchFamily="49" charset="-122"/>
                <a:ea typeface="楷体" pitchFamily="49" charset="-122"/>
              </a:rPr>
              <a:t>选择结构</a:t>
            </a:r>
            <a:r>
              <a:rPr lang="zh-CN" altLang="en-US" b="1" dirty="0">
                <a:effectLst>
                  <a:outerShdw blurRad="38100" dist="38100" dir="2700000" algn="tl">
                    <a:srgbClr val="FFFFFF"/>
                  </a:outerShdw>
                </a:effectLst>
                <a:latin typeface="楷体" pitchFamily="49" charset="-122"/>
                <a:ea typeface="楷体" pitchFamily="49" charset="-122"/>
              </a:rPr>
              <a:t>。</a:t>
            </a:r>
            <a:endParaRPr lang="en-US" altLang="zh-CN" b="1" dirty="0">
              <a:effectLst>
                <a:outerShdw blurRad="38100" dist="38100" dir="2700000" algn="tl">
                  <a:srgbClr val="FFFFFF"/>
                </a:outerShdw>
              </a:effectLst>
              <a:latin typeface="楷体" pitchFamily="49" charset="-122"/>
              <a:ea typeface="楷体" pitchFamily="49" charset="-122"/>
            </a:endParaRPr>
          </a:p>
          <a:p>
            <a:pPr>
              <a:lnSpc>
                <a:spcPts val="3300"/>
              </a:lnSpc>
            </a:pPr>
            <a:r>
              <a:rPr lang="en-US" altLang="zh-CN" b="1" dirty="0">
                <a:effectLst>
                  <a:outerShdw blurRad="38100" dist="38100" dir="2700000" algn="tl">
                    <a:srgbClr val="FFFFFF"/>
                  </a:outerShdw>
                </a:effectLst>
                <a:latin typeface="楷体" pitchFamily="49" charset="-122"/>
                <a:ea typeface="楷体" pitchFamily="49" charset="-122"/>
              </a:rPr>
              <a:t>    </a:t>
            </a:r>
            <a:r>
              <a:rPr lang="zh-CN" altLang="en-US" b="1" dirty="0">
                <a:effectLst>
                  <a:outerShdw blurRad="38100" dist="38100" dir="2700000" algn="tl">
                    <a:srgbClr val="FFFFFF"/>
                  </a:outerShdw>
                </a:effectLst>
                <a:latin typeface="楷体" pitchFamily="49" charset="-122"/>
                <a:ea typeface="楷体" pitchFamily="49" charset="-122"/>
              </a:rPr>
              <a:t>程序总是为解决某个实际问题而设计的，而问题往往包含多个方面，不同的情况需要有不同的处理，所以选择结构在我们的实际应用程序中可以说是无处不在，离开了选择结构很多情况将无法处理，因此，正确掌握选择结构程序设计方法对于我们编写实际应用程序尤为重要。 </a:t>
            </a:r>
          </a:p>
        </p:txBody>
      </p:sp>
      <p:grpSp>
        <p:nvGrpSpPr>
          <p:cNvPr id="469046" name="Group 54"/>
          <p:cNvGrpSpPr>
            <a:grpSpLocks/>
          </p:cNvGrpSpPr>
          <p:nvPr/>
        </p:nvGrpSpPr>
        <p:grpSpPr bwMode="auto">
          <a:xfrm>
            <a:off x="2711624" y="3365675"/>
            <a:ext cx="6553200" cy="3168650"/>
            <a:chOff x="1020" y="1434"/>
            <a:chExt cx="4128" cy="1996"/>
          </a:xfrm>
        </p:grpSpPr>
        <p:sp>
          <p:nvSpPr>
            <p:cNvPr id="469030" name="Rectangle 38"/>
            <p:cNvSpPr>
              <a:spLocks noChangeArrowheads="1"/>
            </p:cNvSpPr>
            <p:nvPr/>
          </p:nvSpPr>
          <p:spPr bwMode="auto">
            <a:xfrm>
              <a:off x="1020" y="1434"/>
              <a:ext cx="4128" cy="1996"/>
            </a:xfrm>
            <a:prstGeom prst="rect">
              <a:avLst/>
            </a:prstGeom>
            <a:gradFill rotWithShape="1">
              <a:gsLst>
                <a:gs pos="0">
                  <a:srgbClr val="FFFF99"/>
                </a:gs>
                <a:gs pos="100000">
                  <a:srgbClr val="FFFF99">
                    <a:gamma/>
                    <a:shade val="46275"/>
                    <a:invGamma/>
                  </a:srgbClr>
                </a:gs>
              </a:gsLst>
              <a:lin ang="5400000" scaled="1"/>
            </a:gradFill>
            <a:ln w="38100">
              <a:solidFill>
                <a:srgbClr val="CC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469031" name="Group 39"/>
            <p:cNvGrpSpPr>
              <a:grpSpLocks/>
            </p:cNvGrpSpPr>
            <p:nvPr/>
          </p:nvGrpSpPr>
          <p:grpSpPr bwMode="auto">
            <a:xfrm>
              <a:off x="1143" y="1749"/>
              <a:ext cx="3751" cy="1312"/>
              <a:chOff x="943" y="2357"/>
              <a:chExt cx="3751" cy="1312"/>
            </a:xfrm>
          </p:grpSpPr>
          <p:grpSp>
            <p:nvGrpSpPr>
              <p:cNvPr id="469032" name="Group 40"/>
              <p:cNvGrpSpPr>
                <a:grpSpLocks/>
              </p:cNvGrpSpPr>
              <p:nvPr/>
            </p:nvGrpSpPr>
            <p:grpSpPr bwMode="auto">
              <a:xfrm>
                <a:off x="2058" y="2387"/>
                <a:ext cx="2636" cy="505"/>
                <a:chOff x="2058" y="2387"/>
                <a:chExt cx="2636" cy="505"/>
              </a:xfrm>
            </p:grpSpPr>
            <p:sp>
              <p:nvSpPr>
                <p:cNvPr id="469033" name="Oval 41"/>
                <p:cNvSpPr>
                  <a:spLocks noChangeArrowheads="1"/>
                </p:cNvSpPr>
                <p:nvPr/>
              </p:nvSpPr>
              <p:spPr bwMode="auto">
                <a:xfrm>
                  <a:off x="2058" y="2387"/>
                  <a:ext cx="907" cy="272"/>
                </a:xfrm>
                <a:prstGeom prst="ellipse">
                  <a:avLst/>
                </a:prstGeom>
                <a:noFill/>
                <a:ln w="28575">
                  <a:solidFill>
                    <a:srgbClr val="0000FF"/>
                  </a:solidFill>
                  <a:round/>
                  <a:headEnd/>
                  <a:tailEnd/>
                </a:ln>
                <a:effectLst/>
                <a:scene3d>
                  <a:camera prst="orthographicFront"/>
                  <a:lightRig rig="threePt" dir="t"/>
                </a:scene3d>
                <a:sp3d>
                  <a:bevelT w="114300" prst="hardEdge"/>
                </a:sp3d>
              </p:spPr>
              <p:txBody>
                <a:bodyPr wrap="none" anchor="ctr"/>
                <a:lstStyle/>
                <a:p>
                  <a:endParaRPr lang="zh-CN" altLang="en-US"/>
                </a:p>
              </p:txBody>
            </p:sp>
            <p:sp>
              <p:nvSpPr>
                <p:cNvPr id="469034" name="AutoShape 42"/>
                <p:cNvSpPr>
                  <a:spLocks noChangeArrowheads="1"/>
                </p:cNvSpPr>
                <p:nvPr/>
              </p:nvSpPr>
              <p:spPr bwMode="auto">
                <a:xfrm>
                  <a:off x="3592" y="2592"/>
                  <a:ext cx="1102" cy="300"/>
                </a:xfrm>
                <a:prstGeom prst="wedgeRoundRectCallout">
                  <a:avLst>
                    <a:gd name="adj1" fmla="val -111162"/>
                    <a:gd name="adj2" fmla="val -50000"/>
                    <a:gd name="adj3" fmla="val 16667"/>
                  </a:avLst>
                </a:prstGeom>
                <a:solidFill>
                  <a:srgbClr val="CCFFFF"/>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第</a:t>
                  </a:r>
                  <a:r>
                    <a:rPr lang="en-US" altLang="zh-CN" sz="2000" b="1">
                      <a:effectLst>
                        <a:outerShdw blurRad="38100" dist="38100" dir="2700000" algn="tl">
                          <a:srgbClr val="FFFFFF"/>
                        </a:outerShdw>
                      </a:effectLst>
                      <a:latin typeface="楷体" pitchFamily="49" charset="-122"/>
                      <a:ea typeface="楷体" pitchFamily="49" charset="-122"/>
                    </a:rPr>
                    <a:t>4</a:t>
                  </a:r>
                  <a:r>
                    <a:rPr lang="zh-CN" altLang="en-US" sz="2000" b="1">
                      <a:effectLst>
                        <a:outerShdw blurRad="38100" dist="38100" dir="2700000" algn="tl">
                          <a:srgbClr val="FFFFFF"/>
                        </a:outerShdw>
                      </a:effectLst>
                      <a:latin typeface="楷体" pitchFamily="49" charset="-122"/>
                      <a:ea typeface="楷体" pitchFamily="49" charset="-122"/>
                    </a:rPr>
                    <a:t>章已讨论</a:t>
                  </a:r>
                </a:p>
              </p:txBody>
            </p:sp>
          </p:grpSp>
          <p:sp>
            <p:nvSpPr>
              <p:cNvPr id="469035" name="Text Box 43"/>
              <p:cNvSpPr txBox="1">
                <a:spLocks noChangeArrowheads="1"/>
              </p:cNvSpPr>
              <p:nvPr/>
            </p:nvSpPr>
            <p:spPr bwMode="auto">
              <a:xfrm>
                <a:off x="943" y="2766"/>
                <a:ext cx="998" cy="288"/>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程序结构</a:t>
                </a:r>
              </a:p>
            </p:txBody>
          </p:sp>
          <p:sp>
            <p:nvSpPr>
              <p:cNvPr id="469036" name="Text Box 44"/>
              <p:cNvSpPr txBox="1">
                <a:spLocks noChangeArrowheads="1"/>
              </p:cNvSpPr>
              <p:nvPr/>
            </p:nvSpPr>
            <p:spPr bwMode="auto">
              <a:xfrm>
                <a:off x="2085" y="2357"/>
                <a:ext cx="998" cy="288"/>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a:spAutoFit/>
              </a:bodyPr>
              <a:lstStyle/>
              <a:p>
                <a:pPr>
                  <a:spcBef>
                    <a:spcPct val="50000"/>
                  </a:spcBef>
                </a:pPr>
                <a:r>
                  <a:rPr lang="zh-CN" altLang="en-US" b="1" dirty="0">
                    <a:effectLst>
                      <a:outerShdw blurRad="38100" dist="38100" dir="2700000" algn="tl">
                        <a:srgbClr val="FFFFFF"/>
                      </a:outerShdw>
                    </a:effectLst>
                    <a:ea typeface="隶书" pitchFamily="49" charset="-122"/>
                  </a:rPr>
                  <a:t>顺序结构</a:t>
                </a:r>
              </a:p>
            </p:txBody>
          </p:sp>
          <p:sp>
            <p:nvSpPr>
              <p:cNvPr id="469037" name="Text Box 45"/>
              <p:cNvSpPr txBox="1">
                <a:spLocks noChangeArrowheads="1"/>
              </p:cNvSpPr>
              <p:nvPr/>
            </p:nvSpPr>
            <p:spPr bwMode="auto">
              <a:xfrm>
                <a:off x="2093" y="2747"/>
                <a:ext cx="998" cy="288"/>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选择结构</a:t>
                </a:r>
              </a:p>
            </p:txBody>
          </p:sp>
          <p:sp>
            <p:nvSpPr>
              <p:cNvPr id="469038" name="Text Box 46"/>
              <p:cNvSpPr txBox="1">
                <a:spLocks noChangeArrowheads="1"/>
              </p:cNvSpPr>
              <p:nvPr/>
            </p:nvSpPr>
            <p:spPr bwMode="auto">
              <a:xfrm>
                <a:off x="2046" y="3149"/>
                <a:ext cx="998" cy="288"/>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循环结构</a:t>
                </a:r>
              </a:p>
            </p:txBody>
          </p:sp>
          <p:sp>
            <p:nvSpPr>
              <p:cNvPr id="469039" name="AutoShape 47"/>
              <p:cNvSpPr>
                <a:spLocks/>
              </p:cNvSpPr>
              <p:nvPr/>
            </p:nvSpPr>
            <p:spPr bwMode="auto">
              <a:xfrm>
                <a:off x="1824" y="2552"/>
                <a:ext cx="181" cy="771"/>
              </a:xfrm>
              <a:prstGeom prst="leftBrace">
                <a:avLst>
                  <a:gd name="adj1" fmla="val 35497"/>
                  <a:gd name="adj2" fmla="val 50000"/>
                </a:avLst>
              </a:prstGeom>
              <a:noFill/>
              <a:ln w="28575">
                <a:solidFill>
                  <a:schemeClr val="tx1"/>
                </a:solidFill>
                <a:round/>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lstStyle/>
              <a:p>
                <a:endParaRPr lang="zh-CN" altLang="en-US"/>
              </a:p>
            </p:txBody>
          </p:sp>
          <p:grpSp>
            <p:nvGrpSpPr>
              <p:cNvPr id="469040" name="Group 48"/>
              <p:cNvGrpSpPr>
                <a:grpSpLocks/>
              </p:cNvGrpSpPr>
              <p:nvPr/>
            </p:nvGrpSpPr>
            <p:grpSpPr bwMode="auto">
              <a:xfrm>
                <a:off x="2064" y="2774"/>
                <a:ext cx="2486" cy="504"/>
                <a:chOff x="2064" y="2774"/>
                <a:chExt cx="2486" cy="504"/>
              </a:xfrm>
            </p:grpSpPr>
            <p:sp>
              <p:nvSpPr>
                <p:cNvPr id="469041" name="Oval 49"/>
                <p:cNvSpPr>
                  <a:spLocks noChangeArrowheads="1"/>
                </p:cNvSpPr>
                <p:nvPr/>
              </p:nvSpPr>
              <p:spPr bwMode="auto">
                <a:xfrm>
                  <a:off x="2064" y="2774"/>
                  <a:ext cx="907" cy="272"/>
                </a:xfrm>
                <a:prstGeom prst="ellipse">
                  <a:avLst/>
                </a:prstGeom>
                <a:noFill/>
                <a:ln w="28575">
                  <a:solidFill>
                    <a:srgbClr val="FF0000"/>
                  </a:solidFill>
                  <a:round/>
                  <a:headEnd/>
                  <a:tailEnd/>
                </a:ln>
                <a:effectLst/>
                <a:scene3d>
                  <a:camera prst="orthographicFront"/>
                  <a:lightRig rig="threePt" dir="t"/>
                </a:scene3d>
                <a:sp3d>
                  <a:bevelT w="114300" prst="hardEdge"/>
                </a:sp3d>
              </p:spPr>
              <p:txBody>
                <a:bodyPr wrap="none" anchor="ctr"/>
                <a:lstStyle/>
                <a:p>
                  <a:endParaRPr lang="zh-CN" altLang="en-US"/>
                </a:p>
              </p:txBody>
            </p:sp>
            <p:sp>
              <p:nvSpPr>
                <p:cNvPr id="469042" name="AutoShape 50"/>
                <p:cNvSpPr>
                  <a:spLocks noChangeArrowheads="1"/>
                </p:cNvSpPr>
                <p:nvPr/>
              </p:nvSpPr>
              <p:spPr bwMode="auto">
                <a:xfrm>
                  <a:off x="3589" y="2978"/>
                  <a:ext cx="961" cy="300"/>
                </a:xfrm>
                <a:prstGeom prst="wedgeRoundRectCallout">
                  <a:avLst>
                    <a:gd name="adj1" fmla="val -120134"/>
                    <a:gd name="adj2" fmla="val -50000"/>
                    <a:gd name="adj3" fmla="val 16667"/>
                  </a:avLst>
                </a:prstGeom>
                <a:solidFill>
                  <a:srgbClr val="FF0000"/>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FFFF00"/>
                      </a:solidFill>
                      <a:effectLst>
                        <a:outerShdw blurRad="38100" dist="38100" dir="2700000" algn="tl">
                          <a:srgbClr val="000000"/>
                        </a:outerShdw>
                      </a:effectLst>
                      <a:latin typeface="楷体" pitchFamily="49" charset="-122"/>
                      <a:ea typeface="楷体" pitchFamily="49" charset="-122"/>
                    </a:rPr>
                    <a:t>本章讨论</a:t>
                  </a:r>
                </a:p>
              </p:txBody>
            </p:sp>
          </p:grpSp>
          <p:grpSp>
            <p:nvGrpSpPr>
              <p:cNvPr id="469043" name="Group 51"/>
              <p:cNvGrpSpPr>
                <a:grpSpLocks/>
              </p:cNvGrpSpPr>
              <p:nvPr/>
            </p:nvGrpSpPr>
            <p:grpSpPr bwMode="auto">
              <a:xfrm>
                <a:off x="2049" y="3175"/>
                <a:ext cx="2509" cy="494"/>
                <a:chOff x="2057" y="3191"/>
                <a:chExt cx="2509" cy="494"/>
              </a:xfrm>
            </p:grpSpPr>
            <p:sp>
              <p:nvSpPr>
                <p:cNvPr id="469044" name="Oval 52"/>
                <p:cNvSpPr>
                  <a:spLocks noChangeArrowheads="1"/>
                </p:cNvSpPr>
                <p:nvPr/>
              </p:nvSpPr>
              <p:spPr bwMode="auto">
                <a:xfrm>
                  <a:off x="2057" y="3191"/>
                  <a:ext cx="907" cy="272"/>
                </a:xfrm>
                <a:prstGeom prst="ellipse">
                  <a:avLst/>
                </a:prstGeom>
                <a:noFill/>
                <a:ln w="28575">
                  <a:solidFill>
                    <a:srgbClr val="0000FF"/>
                  </a:solidFill>
                  <a:round/>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lstStyle/>
                <a:p>
                  <a:endParaRPr lang="zh-CN" altLang="en-US"/>
                </a:p>
              </p:txBody>
            </p:sp>
            <p:sp>
              <p:nvSpPr>
                <p:cNvPr id="469045" name="AutoShape 53"/>
                <p:cNvSpPr>
                  <a:spLocks noChangeArrowheads="1"/>
                </p:cNvSpPr>
                <p:nvPr/>
              </p:nvSpPr>
              <p:spPr bwMode="auto">
                <a:xfrm>
                  <a:off x="3605" y="3385"/>
                  <a:ext cx="961" cy="300"/>
                </a:xfrm>
                <a:prstGeom prst="wedgeRoundRectCallout">
                  <a:avLst>
                    <a:gd name="adj1" fmla="val -120134"/>
                    <a:gd name="adj2" fmla="val -50000"/>
                    <a:gd name="adj3" fmla="val 16667"/>
                  </a:avLst>
                </a:prstGeom>
                <a:solidFill>
                  <a:srgbClr val="CCFFFF"/>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第</a:t>
                  </a:r>
                  <a:r>
                    <a:rPr lang="en-US" altLang="zh-CN" sz="2000" b="1">
                      <a:effectLst>
                        <a:outerShdw blurRad="38100" dist="38100" dir="2700000" algn="tl">
                          <a:srgbClr val="FFFFFF"/>
                        </a:outerShdw>
                      </a:effectLst>
                      <a:latin typeface="楷体" pitchFamily="49" charset="-122"/>
                      <a:ea typeface="楷体" pitchFamily="49" charset="-122"/>
                    </a:rPr>
                    <a:t>6</a:t>
                  </a:r>
                  <a:r>
                    <a:rPr lang="zh-CN" altLang="en-US" sz="2000" b="1">
                      <a:effectLst>
                        <a:outerShdw blurRad="38100" dist="38100" dir="2700000" algn="tl">
                          <a:srgbClr val="FFFFFF"/>
                        </a:outerShdw>
                      </a:effectLst>
                      <a:latin typeface="楷体" pitchFamily="49" charset="-122"/>
                      <a:ea typeface="楷体" pitchFamily="49" charset="-122"/>
                    </a:rPr>
                    <a:t>章讨论</a:t>
                  </a: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8997"/>
                                        </p:tgtEl>
                                        <p:attrNameLst>
                                          <p:attrName>style.visibility</p:attrName>
                                        </p:attrNameLst>
                                      </p:cBhvr>
                                      <p:to>
                                        <p:strVal val="visible"/>
                                      </p:to>
                                    </p:set>
                                    <p:anim calcmode="lin" valueType="num">
                                      <p:cBhvr additive="base">
                                        <p:cTn id="7" dur="500" fill="hold"/>
                                        <p:tgtEl>
                                          <p:spTgt spid="468997"/>
                                        </p:tgtEl>
                                        <p:attrNameLst>
                                          <p:attrName>ppt_x</p:attrName>
                                        </p:attrNameLst>
                                      </p:cBhvr>
                                      <p:tavLst>
                                        <p:tav tm="0">
                                          <p:val>
                                            <p:strVal val="0-#ppt_w/2"/>
                                          </p:val>
                                        </p:tav>
                                        <p:tav tm="100000">
                                          <p:val>
                                            <p:strVal val="#ppt_x"/>
                                          </p:val>
                                        </p:tav>
                                      </p:tavLst>
                                    </p:anim>
                                    <p:anim calcmode="lin" valueType="num">
                                      <p:cBhvr additive="base">
                                        <p:cTn id="8" dur="500" fill="hold"/>
                                        <p:tgtEl>
                                          <p:spTgt spid="4689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469029"/>
                                        </p:tgtEl>
                                        <p:attrNameLst>
                                          <p:attrName>style.visibility</p:attrName>
                                        </p:attrNameLst>
                                      </p:cBhvr>
                                      <p:to>
                                        <p:strVal val="visible"/>
                                      </p:to>
                                    </p:set>
                                    <p:animEffect transition="in" filter="box(out)">
                                      <p:cBhvr>
                                        <p:cTn id="13" dur="500"/>
                                        <p:tgtEl>
                                          <p:spTgt spid="46902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469046"/>
                                        </p:tgtEl>
                                        <p:attrNameLst>
                                          <p:attrName>style.visibility</p:attrName>
                                        </p:attrNameLst>
                                      </p:cBhvr>
                                      <p:to>
                                        <p:strVal val="visible"/>
                                      </p:to>
                                    </p:set>
                                    <p:animEffect transition="in" filter="box(out)">
                                      <p:cBhvr>
                                        <p:cTn id="18" dur="500"/>
                                        <p:tgtEl>
                                          <p:spTgt spid="46904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7" grpId="0"/>
      <p:bldP spid="469029"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7904" name="Rectangle 16"/>
          <p:cNvSpPr>
            <a:spLocks noChangeArrowheads="1"/>
          </p:cNvSpPr>
          <p:nvPr/>
        </p:nvSpPr>
        <p:spPr bwMode="auto">
          <a:xfrm>
            <a:off x="1116158" y="4318000"/>
            <a:ext cx="10020550" cy="22415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FF33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18000"/>
          <a:lstStyle/>
          <a:p>
            <a:pPr marL="808038" lvl="1" indent="-350838">
              <a:spcBef>
                <a:spcPct val="20000"/>
              </a:spcBef>
              <a:buClr>
                <a:srgbClr val="006600"/>
              </a:buClr>
              <a:buFont typeface="Wingdings" pitchFamily="2" charset="2"/>
              <a:buChar char="ü"/>
            </a:pP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程序中语句的分类 </a:t>
            </a:r>
          </a:p>
          <a:p>
            <a:pPr marL="808038" lvl="1" indent="-350838">
              <a:spcBef>
                <a:spcPct val="20000"/>
              </a:spcBef>
              <a:buClr>
                <a:srgbClr val="0066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关系运算符、逻辑运算符、条件运算符 </a:t>
            </a:r>
          </a:p>
          <a:p>
            <a:pPr marL="808038" lvl="1" indent="-350838">
              <a:spcBef>
                <a:spcPct val="20000"/>
              </a:spcBef>
              <a:buClr>
                <a:srgbClr val="0066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选择结构的程序设计</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语句、</a:t>
            </a:r>
            <a:r>
              <a:rPr lang="en-US" altLang="zh-CN" b="1" dirty="0">
                <a:effectLst>
                  <a:outerShdw blurRad="38100" dist="38100" dir="2700000" algn="tl">
                    <a:srgbClr val="FFFFFF"/>
                  </a:outerShdw>
                </a:effectLst>
                <a:latin typeface="+mn-lt"/>
                <a:ea typeface="楷体" pitchFamily="49" charset="-122"/>
              </a:rPr>
              <a:t>switch</a:t>
            </a:r>
            <a:r>
              <a:rPr lang="zh-CN" altLang="en-US" b="1" dirty="0">
                <a:effectLst>
                  <a:outerShdw blurRad="38100" dist="38100" dir="2700000" algn="tl">
                    <a:srgbClr val="FFFFFF"/>
                  </a:outerShdw>
                </a:effectLst>
                <a:latin typeface="+mn-lt"/>
                <a:ea typeface="楷体" pitchFamily="49" charset="-122"/>
              </a:rPr>
              <a:t>语句</a:t>
            </a:r>
            <a:r>
              <a:rPr lang="en-US" altLang="zh-CN" b="1" dirty="0">
                <a:effectLst>
                  <a:outerShdw blurRad="38100" dist="38100" dir="2700000" algn="tl">
                    <a:srgbClr val="FFFFFF"/>
                  </a:outerShdw>
                </a:effectLst>
                <a:latin typeface="+mn-lt"/>
                <a:ea typeface="楷体" pitchFamily="49" charset="-122"/>
              </a:rPr>
              <a:t>) </a:t>
            </a:r>
          </a:p>
          <a:p>
            <a:pPr marL="808038" lvl="1" indent="-350838">
              <a:spcBef>
                <a:spcPct val="20000"/>
              </a:spcBef>
              <a:buClr>
                <a:srgbClr val="0066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选择结构程序设计举例 </a:t>
            </a:r>
          </a:p>
          <a:p>
            <a:pPr marL="808038" lvl="1" indent="-350838">
              <a:spcBef>
                <a:spcPct val="20000"/>
              </a:spcBef>
              <a:buClr>
                <a:srgbClr val="0066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本章小结</a:t>
            </a:r>
          </a:p>
        </p:txBody>
      </p:sp>
      <p:sp>
        <p:nvSpPr>
          <p:cNvPr id="677890" name="Text Box 2"/>
          <p:cNvSpPr txBox="1">
            <a:spLocks noChangeArrowheads="1"/>
          </p:cNvSpPr>
          <p:nvPr/>
        </p:nvSpPr>
        <p:spPr bwMode="auto">
          <a:xfrm>
            <a:off x="556034" y="144464"/>
            <a:ext cx="3889375"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dirty="0">
                <a:solidFill>
                  <a:srgbClr val="FF3300"/>
                </a:solidFill>
                <a:effectLst>
                  <a:outerShdw blurRad="38100" dist="38100" dir="2700000" algn="tl">
                    <a:srgbClr val="000000"/>
                  </a:outerShdw>
                </a:effectLst>
                <a:latin typeface="Arial" pitchFamily="34" charset="0"/>
                <a:ea typeface="隶书" pitchFamily="49" charset="-122"/>
              </a:rPr>
              <a:t>学习目标</a:t>
            </a:r>
            <a:r>
              <a:rPr kumimoji="0" lang="zh-CN" altLang="en-US" b="1" dirty="0">
                <a:effectLst>
                  <a:outerShdw blurRad="38100" dist="38100" dir="2700000" algn="tl">
                    <a:srgbClr val="FFFFFF"/>
                  </a:outerShdw>
                </a:effectLst>
              </a:rPr>
              <a:t>  </a:t>
            </a:r>
            <a:endParaRPr kumimoji="0" lang="zh-CN" altLang="en-US" dirty="0"/>
          </a:p>
        </p:txBody>
      </p:sp>
      <p:sp>
        <p:nvSpPr>
          <p:cNvPr id="677891" name="Rectangle 3"/>
          <p:cNvSpPr>
            <a:spLocks noChangeArrowheads="1"/>
          </p:cNvSpPr>
          <p:nvPr/>
        </p:nvSpPr>
        <p:spPr bwMode="auto">
          <a:xfrm>
            <a:off x="1116804" y="836712"/>
            <a:ext cx="10019756" cy="271780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FF33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18000"/>
          <a:lstStyle/>
          <a:p>
            <a:pPr marL="808038" lvl="1" indent="-350838">
              <a:spcBef>
                <a:spcPct val="20000"/>
              </a:spcBef>
              <a:buClr>
                <a:srgbClr val="00660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理解选择结构的含义；</a:t>
            </a:r>
          </a:p>
          <a:p>
            <a:pPr marL="808038" lvl="1" indent="-350838">
              <a:spcBef>
                <a:spcPct val="20000"/>
              </a:spcBef>
              <a:buClr>
                <a:srgbClr val="00660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语言语句的分类；</a:t>
            </a:r>
          </a:p>
          <a:p>
            <a:pPr marL="808038" lvl="1" indent="-350838">
              <a:spcBef>
                <a:spcPct val="20000"/>
              </a:spcBef>
              <a:buClr>
                <a:srgbClr val="00660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掌握关系运算符、逻辑运算符和条件运算符的用法；</a:t>
            </a:r>
          </a:p>
          <a:p>
            <a:pPr marL="808038" lvl="1" indent="-350838">
              <a:spcBef>
                <a:spcPct val="20000"/>
              </a:spcBef>
              <a:buClr>
                <a:srgbClr val="00660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记住关系运算符、逻辑运算符和条件运算符与其它运算符的优先级关系和结合性；</a:t>
            </a:r>
          </a:p>
          <a:p>
            <a:pPr marL="808038" lvl="1" indent="-350838">
              <a:spcBef>
                <a:spcPct val="20000"/>
              </a:spcBef>
              <a:buClr>
                <a:srgbClr val="00660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switch</a:t>
            </a:r>
            <a:r>
              <a:rPr lang="zh-CN" altLang="en-US" b="1" dirty="0">
                <a:effectLst>
                  <a:outerShdw blurRad="38100" dist="38100" dir="2700000" algn="tl">
                    <a:srgbClr val="FFFFFF"/>
                  </a:outerShdw>
                </a:effectLst>
                <a:latin typeface="+mn-lt"/>
                <a:ea typeface="楷体" pitchFamily="49" charset="-122"/>
              </a:rPr>
              <a:t>语句的使用方法。  </a:t>
            </a:r>
          </a:p>
        </p:txBody>
      </p:sp>
      <p:sp>
        <p:nvSpPr>
          <p:cNvPr id="677903" name="Text Box 15"/>
          <p:cNvSpPr txBox="1">
            <a:spLocks noChangeArrowheads="1"/>
          </p:cNvSpPr>
          <p:nvPr/>
        </p:nvSpPr>
        <p:spPr bwMode="auto">
          <a:xfrm>
            <a:off x="532222" y="3668714"/>
            <a:ext cx="3889375"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学习内容</a:t>
            </a:r>
            <a:r>
              <a:rPr kumimoji="0" lang="zh-CN" altLang="en-US" b="1">
                <a:effectLst>
                  <a:outerShdw blurRad="38100" dist="38100" dir="2700000" algn="tl">
                    <a:srgbClr val="FFFFFF"/>
                  </a:outerShdw>
                </a:effectLst>
              </a:rPr>
              <a:t> </a:t>
            </a:r>
            <a:endParaRPr kumimoji="0" lang="zh-CN" altLang="en-US"/>
          </a:p>
        </p:txBody>
      </p:sp>
      <p:grpSp>
        <p:nvGrpSpPr>
          <p:cNvPr id="677908" name="Group 20"/>
          <p:cNvGrpSpPr>
            <a:grpSpLocks/>
          </p:cNvGrpSpPr>
          <p:nvPr/>
        </p:nvGrpSpPr>
        <p:grpSpPr bwMode="auto">
          <a:xfrm>
            <a:off x="-9117" y="0"/>
            <a:ext cx="446088" cy="6858000"/>
            <a:chOff x="0" y="0"/>
            <a:chExt cx="281" cy="4320"/>
          </a:xfrm>
        </p:grpSpPr>
        <p:sp>
          <p:nvSpPr>
            <p:cNvPr id="677909" name="Text Box 2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677910" name="Text Box 2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7890"/>
                                        </p:tgtEl>
                                        <p:attrNameLst>
                                          <p:attrName>style.visibility</p:attrName>
                                        </p:attrNameLst>
                                      </p:cBhvr>
                                      <p:to>
                                        <p:strVal val="visible"/>
                                      </p:to>
                                    </p:set>
                                    <p:animEffect transition="in" filter="blinds(horizontal)">
                                      <p:cBhvr>
                                        <p:cTn id="7" dur="500"/>
                                        <p:tgtEl>
                                          <p:spTgt spid="67789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677891"/>
                                        </p:tgtEl>
                                        <p:attrNameLst>
                                          <p:attrName>style.visibility</p:attrName>
                                        </p:attrNameLst>
                                      </p:cBhvr>
                                      <p:to>
                                        <p:strVal val="visible"/>
                                      </p:to>
                                    </p:set>
                                    <p:animEffect transition="in" filter="diamond(in)">
                                      <p:cBhvr>
                                        <p:cTn id="12" dur="2000"/>
                                        <p:tgtEl>
                                          <p:spTgt spid="677891"/>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77903"/>
                                        </p:tgtEl>
                                        <p:attrNameLst>
                                          <p:attrName>style.visibility</p:attrName>
                                        </p:attrNameLst>
                                      </p:cBhvr>
                                      <p:to>
                                        <p:strVal val="visible"/>
                                      </p:to>
                                    </p:set>
                                    <p:animEffect transition="in" filter="blinds(horizontal)">
                                      <p:cBhvr>
                                        <p:cTn id="17" dur="500"/>
                                        <p:tgtEl>
                                          <p:spTgt spid="67790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677904"/>
                                        </p:tgtEl>
                                        <p:attrNameLst>
                                          <p:attrName>style.visibility</p:attrName>
                                        </p:attrNameLst>
                                      </p:cBhvr>
                                      <p:to>
                                        <p:strVal val="visible"/>
                                      </p:to>
                                    </p:set>
                                    <p:animEffect transition="in" filter="diamond(in)">
                                      <p:cBhvr>
                                        <p:cTn id="22" dur="2000"/>
                                        <p:tgtEl>
                                          <p:spTgt spid="677904"/>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904" grpId="0" animBg="1"/>
      <p:bldP spid="677890" grpId="0"/>
      <p:bldP spid="677891" grpId="0" animBg="1"/>
      <p:bldP spid="677903"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3970" name="Rectangle 2"/>
          <p:cNvSpPr>
            <a:spLocks noGrp="1" noChangeArrowheads="1"/>
          </p:cNvSpPr>
          <p:nvPr>
            <p:ph type="body" idx="4294967295"/>
          </p:nvPr>
        </p:nvSpPr>
        <p:spPr>
          <a:xfrm>
            <a:off x="503775" y="247650"/>
            <a:ext cx="7772400" cy="647700"/>
          </a:xfrm>
        </p:spPr>
        <p:txBody>
          <a:bodyPr/>
          <a:lstStyle/>
          <a:p>
            <a:pPr algn="just">
              <a:buFontTx/>
              <a:buNone/>
            </a:pPr>
            <a:r>
              <a:rPr lang="en-US" altLang="zh-CN" dirty="0">
                <a:solidFill>
                  <a:srgbClr val="FF0000"/>
                </a:solidFill>
                <a:effectLst>
                  <a:outerShdw blurRad="38100" dist="38100" dir="2700000" algn="tl">
                    <a:srgbClr val="000000"/>
                  </a:outerShdw>
                </a:effectLst>
                <a:latin typeface="隶书" pitchFamily="49" charset="-122"/>
                <a:ea typeface="隶书" pitchFamily="49" charset="-122"/>
              </a:rPr>
              <a:t>5.1  </a:t>
            </a:r>
            <a:r>
              <a:rPr lang="en-US" altLang="zh-CN" dirty="0">
                <a:solidFill>
                  <a:srgbClr val="FF3300"/>
                </a:solidFill>
                <a:effectLst>
                  <a:outerShdw blurRad="38100" dist="38100" dir="2700000" algn="tl">
                    <a:srgbClr val="000000"/>
                  </a:outerShdw>
                </a:effectLst>
                <a:latin typeface="隶书" pitchFamily="49" charset="-122"/>
                <a:ea typeface="隶书" pitchFamily="49" charset="-122"/>
              </a:rPr>
              <a:t>C</a:t>
            </a:r>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程序中语句的分类</a:t>
            </a:r>
            <a:r>
              <a:rPr lang="zh-CN" altLang="en-US" dirty="0"/>
              <a:t> </a:t>
            </a:r>
          </a:p>
        </p:txBody>
      </p:sp>
      <p:sp>
        <p:nvSpPr>
          <p:cNvPr id="724030" name="Rectangle 62"/>
          <p:cNvSpPr>
            <a:spLocks noChangeArrowheads="1"/>
          </p:cNvSpPr>
          <p:nvPr/>
        </p:nvSpPr>
        <p:spPr bwMode="auto">
          <a:xfrm>
            <a:off x="530763" y="870378"/>
            <a:ext cx="11157462" cy="830997"/>
          </a:xfrm>
          <a:prstGeom prst="rect">
            <a:avLst/>
          </a:prstGeom>
          <a:noFill/>
          <a:ln w="9525">
            <a:noFill/>
            <a:miter lim="800000"/>
            <a:headEnd/>
            <a:tailEnd/>
          </a:ln>
          <a:effectLst/>
        </p:spPr>
        <p:txBody>
          <a:bodyPr wrap="square" anchor="ctr">
            <a:spAutoFit/>
          </a:bodyPr>
          <a:lstStyle/>
          <a:p>
            <a:r>
              <a:rPr lang="zh-CN" altLang="en-US" b="1" dirty="0">
                <a:effectLst>
                  <a:outerShdw blurRad="38100" dist="38100" dir="2700000" algn="tl">
                    <a:srgbClr val="FFFFFF"/>
                  </a:outerShdw>
                </a:effectLst>
                <a:latin typeface="+mn-lt"/>
                <a:ea typeface="楷体" pitchFamily="49" charset="-122"/>
              </a:rPr>
              <a:t>　　Ｃ语言程序的执行部分是由语句组成的。程序的功能也是由执行语句实现的。</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语言中的语句可以分为以下</a:t>
            </a:r>
            <a:r>
              <a:rPr lang="en-US" altLang="zh-CN" b="1" dirty="0">
                <a:effectLst>
                  <a:outerShdw blurRad="38100" dist="38100" dir="2700000" algn="tl">
                    <a:srgbClr val="FFFFFF"/>
                  </a:outerShdw>
                </a:effectLst>
                <a:latin typeface="+mn-lt"/>
                <a:ea typeface="楷体" pitchFamily="49" charset="-122"/>
              </a:rPr>
              <a:t>5</a:t>
            </a:r>
            <a:r>
              <a:rPr lang="zh-CN" altLang="en-US" b="1" dirty="0">
                <a:effectLst>
                  <a:outerShdw blurRad="38100" dist="38100" dir="2700000" algn="tl">
                    <a:srgbClr val="FFFFFF"/>
                  </a:outerShdw>
                </a:effectLst>
                <a:latin typeface="+mn-lt"/>
                <a:ea typeface="楷体" pitchFamily="49" charset="-122"/>
              </a:rPr>
              <a:t>类： </a:t>
            </a:r>
          </a:p>
        </p:txBody>
      </p:sp>
      <p:sp>
        <p:nvSpPr>
          <p:cNvPr id="724032" name="Rectangle 64"/>
          <p:cNvSpPr>
            <a:spLocks noChangeArrowheads="1"/>
          </p:cNvSpPr>
          <p:nvPr/>
        </p:nvSpPr>
        <p:spPr bwMode="auto">
          <a:xfrm>
            <a:off x="1176878" y="1708151"/>
            <a:ext cx="8380820" cy="830997"/>
          </a:xfrm>
          <a:prstGeom prst="rect">
            <a:avLst/>
          </a:prstGeom>
          <a:noFill/>
          <a:ln w="9525">
            <a:noFill/>
            <a:miter lim="800000"/>
            <a:headEnd/>
            <a:tailEnd/>
          </a:ln>
          <a:effectLst/>
        </p:spPr>
        <p:txBody>
          <a:bodyPr wrap="none">
            <a:spAutoFit/>
          </a:bodyPr>
          <a:lstStyle/>
          <a:p>
            <a:pPr>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FF33CC"/>
                </a:solidFill>
                <a:effectLst>
                  <a:outerShdw blurRad="38100" dist="38100" dir="2700000" algn="tl">
                    <a:srgbClr val="000000"/>
                  </a:outerShdw>
                </a:effectLst>
                <a:latin typeface="隶书" panose="02010509060101010101" pitchFamily="49" charset="-122"/>
                <a:ea typeface="隶书" panose="02010509060101010101" pitchFamily="49" charset="-122"/>
              </a:rPr>
              <a:t>表达式语句</a:t>
            </a:r>
          </a:p>
          <a:p>
            <a:r>
              <a:rPr lang="zh-CN" altLang="en-US" b="1" dirty="0">
                <a:effectLst>
                  <a:outerShdw blurRad="38100" dist="38100" dir="2700000" algn="tl">
                    <a:srgbClr val="FFFFFF"/>
                  </a:outerShdw>
                </a:effectLst>
                <a:latin typeface="+mn-lt"/>
                <a:ea typeface="楷体" pitchFamily="49" charset="-122"/>
              </a:rPr>
              <a:t>     由表达式加上分号“；”组成。其一般形式为：</a:t>
            </a:r>
            <a:r>
              <a:rPr lang="zh-CN" altLang="en-US" b="1" dirty="0">
                <a:solidFill>
                  <a:srgbClr val="CC0000"/>
                </a:solidFill>
                <a:effectLst>
                  <a:outerShdw blurRad="38100" dist="38100" dir="2700000" algn="tl">
                    <a:srgbClr val="000000"/>
                  </a:outerShdw>
                </a:effectLst>
                <a:latin typeface="+mn-lt"/>
                <a:ea typeface="楷体" pitchFamily="49" charset="-122"/>
              </a:rPr>
              <a:t>表达式；</a:t>
            </a:r>
            <a:r>
              <a:rPr lang="zh-CN" altLang="en-US" dirty="0">
                <a:latin typeface="+mn-lt"/>
                <a:ea typeface="楷体" pitchFamily="49" charset="-122"/>
              </a:rPr>
              <a:t> </a:t>
            </a:r>
          </a:p>
        </p:txBody>
      </p:sp>
      <p:sp>
        <p:nvSpPr>
          <p:cNvPr id="724035" name="Rectangle 67"/>
          <p:cNvSpPr>
            <a:spLocks noChangeArrowheads="1"/>
          </p:cNvSpPr>
          <p:nvPr/>
        </p:nvSpPr>
        <p:spPr bwMode="auto">
          <a:xfrm>
            <a:off x="1181342" y="2565401"/>
            <a:ext cx="7772400" cy="1200329"/>
          </a:xfrm>
          <a:prstGeom prst="rect">
            <a:avLst/>
          </a:prstGeom>
          <a:noFill/>
          <a:ln w="9525">
            <a:noFill/>
            <a:miter lim="800000"/>
            <a:headEnd/>
            <a:tailEnd/>
          </a:ln>
          <a:effectLst/>
        </p:spPr>
        <p:txBody>
          <a:bodyPr wrap="square">
            <a:spAutoFit/>
          </a:bodyPr>
          <a:lstStyle/>
          <a:p>
            <a:pPr>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FF33CC"/>
                </a:solidFill>
                <a:effectLst>
                  <a:outerShdw blurRad="38100" dist="38100" dir="2700000" algn="tl">
                    <a:srgbClr val="000000"/>
                  </a:outerShdw>
                </a:effectLst>
                <a:latin typeface="隶书" panose="02010509060101010101" pitchFamily="49" charset="-122"/>
                <a:ea typeface="隶书" panose="02010509060101010101" pitchFamily="49" charset="-122"/>
              </a:rPr>
              <a:t>函数调用语句</a:t>
            </a:r>
          </a:p>
          <a:p>
            <a:r>
              <a:rPr lang="zh-CN" altLang="en-US" b="1" dirty="0">
                <a:effectLst>
                  <a:outerShdw blurRad="38100" dist="38100" dir="2700000" algn="tl">
                    <a:srgbClr val="FFFFFF"/>
                  </a:outerShdw>
                </a:effectLst>
                <a:latin typeface="+mn-lt"/>
                <a:ea typeface="楷体" pitchFamily="49" charset="-122"/>
              </a:rPr>
              <a:t>     由函数名、实际参数加上分号“；”组成。</a:t>
            </a:r>
            <a:endParaRPr lang="en-US" altLang="zh-CN" b="1" dirty="0">
              <a:effectLst>
                <a:outerShdw blurRad="38100" dist="38100" dir="2700000" algn="tl">
                  <a:srgbClr val="FFFFFF"/>
                </a:outerShdw>
              </a:effectLst>
              <a:latin typeface="+mn-lt"/>
              <a:ea typeface="楷体" pitchFamily="49" charset="-122"/>
            </a:endParaRPr>
          </a:p>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其一般形式为：</a:t>
            </a:r>
            <a:r>
              <a:rPr lang="zh-CN" altLang="en-US" b="1" dirty="0">
                <a:solidFill>
                  <a:srgbClr val="CC0000"/>
                </a:solidFill>
                <a:effectLst>
                  <a:outerShdw blurRad="38100" dist="38100" dir="2700000" algn="tl">
                    <a:srgbClr val="000000"/>
                  </a:outerShdw>
                </a:effectLst>
                <a:latin typeface="+mn-lt"/>
                <a:ea typeface="楷体" pitchFamily="49" charset="-122"/>
              </a:rPr>
              <a:t>函数名</a:t>
            </a:r>
            <a:r>
              <a:rPr lang="en-US" altLang="zh-CN" b="1" dirty="0">
                <a:solidFill>
                  <a:srgbClr val="CC0000"/>
                </a:solidFill>
                <a:effectLst>
                  <a:outerShdw blurRad="38100" dist="38100" dir="2700000" algn="tl">
                    <a:srgbClr val="000000"/>
                  </a:outerShdw>
                </a:effectLst>
                <a:latin typeface="+mn-lt"/>
                <a:ea typeface="楷体" pitchFamily="49" charset="-122"/>
              </a:rPr>
              <a:t>(</a:t>
            </a:r>
            <a:r>
              <a:rPr lang="zh-CN" altLang="en-US" b="1" dirty="0">
                <a:solidFill>
                  <a:srgbClr val="CC0000"/>
                </a:solidFill>
                <a:effectLst>
                  <a:outerShdw blurRad="38100" dist="38100" dir="2700000" algn="tl">
                    <a:srgbClr val="000000"/>
                  </a:outerShdw>
                </a:effectLst>
                <a:latin typeface="+mn-lt"/>
                <a:ea typeface="楷体" pitchFamily="49" charset="-122"/>
              </a:rPr>
              <a:t>实际参数表</a:t>
            </a:r>
            <a:r>
              <a:rPr lang="en-US" altLang="zh-CN" b="1" dirty="0">
                <a:solidFill>
                  <a:srgbClr val="CC0000"/>
                </a:solidFill>
                <a:effectLst>
                  <a:outerShdw blurRad="38100" dist="38100" dir="2700000" algn="tl">
                    <a:srgbClr val="000000"/>
                  </a:outerShdw>
                </a:effectLst>
                <a:latin typeface="+mn-lt"/>
                <a:ea typeface="楷体" pitchFamily="49" charset="-122"/>
              </a:rPr>
              <a:t>)</a:t>
            </a:r>
            <a:r>
              <a:rPr lang="zh-CN" altLang="en-US" b="1" dirty="0">
                <a:solidFill>
                  <a:srgbClr val="CC0000"/>
                </a:solidFill>
                <a:effectLst>
                  <a:outerShdw blurRad="38100" dist="38100" dir="2700000" algn="tl">
                    <a:srgbClr val="000000"/>
                  </a:outerShdw>
                </a:effectLst>
                <a:latin typeface="+mn-lt"/>
                <a:ea typeface="楷体" pitchFamily="49" charset="-122"/>
              </a:rPr>
              <a:t>；</a:t>
            </a:r>
          </a:p>
        </p:txBody>
      </p:sp>
      <p:sp>
        <p:nvSpPr>
          <p:cNvPr id="724036" name="Rectangle 68" descr="信纸"/>
          <p:cNvSpPr>
            <a:spLocks noChangeArrowheads="1"/>
          </p:cNvSpPr>
          <p:nvPr/>
        </p:nvSpPr>
        <p:spPr bwMode="auto">
          <a:xfrm>
            <a:off x="3215680" y="2587979"/>
            <a:ext cx="5400675" cy="15906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lvl="1"/>
            <a:r>
              <a:rPr lang="en-US" altLang="zh-CN" b="1" dirty="0">
                <a:effectLst>
                  <a:outerShdw blurRad="38100" dist="38100" dir="2700000" algn="tl">
                    <a:srgbClr val="FFFFFF"/>
                  </a:outerShdw>
                </a:effectLst>
                <a:latin typeface="+mn-lt"/>
                <a:ea typeface="楷体" pitchFamily="49" charset="-122"/>
              </a:rPr>
              <a:t>a = 10      </a:t>
            </a:r>
            <a:r>
              <a:rPr lang="zh-CN" altLang="en-US" sz="2000" b="1" dirty="0">
                <a:effectLst>
                  <a:outerShdw blurRad="38100" dist="38100" dir="2700000" algn="tl">
                    <a:srgbClr val="FFFFFF"/>
                  </a:outerShdw>
                </a:effectLst>
                <a:latin typeface="+mn-lt"/>
                <a:ea typeface="楷体" pitchFamily="49" charset="-122"/>
              </a:rPr>
              <a:t>赋值表达式</a:t>
            </a:r>
          </a:p>
          <a:p>
            <a:pPr lvl="1"/>
            <a:r>
              <a:rPr lang="en-US" altLang="zh-CN" b="1" dirty="0">
                <a:solidFill>
                  <a:srgbClr val="CC0000"/>
                </a:solidFill>
                <a:effectLst>
                  <a:outerShdw blurRad="38100" dist="38100" dir="2700000" algn="tl">
                    <a:srgbClr val="000000"/>
                  </a:outerShdw>
                </a:effectLst>
                <a:latin typeface="+mn-lt"/>
                <a:ea typeface="楷体" pitchFamily="49" charset="-122"/>
              </a:rPr>
              <a:t>a = 10;     </a:t>
            </a:r>
            <a:r>
              <a:rPr lang="zh-CN" altLang="en-US" sz="2000" b="1" dirty="0">
                <a:solidFill>
                  <a:srgbClr val="CC0000"/>
                </a:solidFill>
                <a:effectLst>
                  <a:outerShdw blurRad="38100" dist="38100" dir="2700000" algn="tl">
                    <a:srgbClr val="000000"/>
                  </a:outerShdw>
                </a:effectLst>
                <a:latin typeface="+mn-lt"/>
                <a:ea typeface="楷体" pitchFamily="49" charset="-122"/>
              </a:rPr>
              <a:t>赋值语句</a:t>
            </a:r>
          </a:p>
          <a:p>
            <a:pPr lvl="1"/>
            <a:r>
              <a:rPr lang="en-US" altLang="zh-CN" b="1" dirty="0">
                <a:effectLst>
                  <a:outerShdw blurRad="38100" dist="38100" dir="2700000" algn="tl">
                    <a:srgbClr val="FFFFFF"/>
                  </a:outerShdw>
                </a:effectLst>
                <a:latin typeface="+mn-lt"/>
                <a:ea typeface="楷体" pitchFamily="49" charset="-122"/>
              </a:rPr>
              <a:t>k++          </a:t>
            </a:r>
            <a:r>
              <a:rPr lang="zh-CN" altLang="en-US" sz="2000" b="1" dirty="0">
                <a:effectLst>
                  <a:outerShdw blurRad="38100" dist="38100" dir="2700000" algn="tl">
                    <a:srgbClr val="FFFFFF"/>
                  </a:outerShdw>
                </a:effectLst>
                <a:latin typeface="+mn-lt"/>
                <a:ea typeface="楷体" pitchFamily="49" charset="-122"/>
              </a:rPr>
              <a:t>表达式</a:t>
            </a:r>
          </a:p>
          <a:p>
            <a:pPr lvl="1"/>
            <a:r>
              <a:rPr lang="en-US" altLang="zh-CN" b="1" dirty="0">
                <a:solidFill>
                  <a:srgbClr val="CC0000"/>
                </a:solidFill>
                <a:effectLst>
                  <a:outerShdw blurRad="38100" dist="38100" dir="2700000" algn="tl">
                    <a:srgbClr val="000000"/>
                  </a:outerShdw>
                </a:effectLst>
                <a:latin typeface="+mn-lt"/>
                <a:ea typeface="楷体" pitchFamily="49" charset="-122"/>
              </a:rPr>
              <a:t>k++;        </a:t>
            </a:r>
            <a:r>
              <a:rPr lang="zh-CN" altLang="en-US" sz="2000" b="1" dirty="0">
                <a:solidFill>
                  <a:srgbClr val="CC0000"/>
                </a:solidFill>
                <a:effectLst>
                  <a:outerShdw blurRad="38100" dist="38100" dir="2700000" algn="tl">
                    <a:srgbClr val="000000"/>
                  </a:outerShdw>
                </a:effectLst>
                <a:latin typeface="+mn-lt"/>
                <a:ea typeface="楷体" pitchFamily="49" charset="-122"/>
              </a:rPr>
              <a:t>表达式语句</a:t>
            </a:r>
          </a:p>
        </p:txBody>
      </p:sp>
      <p:sp>
        <p:nvSpPr>
          <p:cNvPr id="724037" name="Rectangle 69" descr="信纸"/>
          <p:cNvSpPr>
            <a:spLocks noChangeArrowheads="1"/>
          </p:cNvSpPr>
          <p:nvPr/>
        </p:nvSpPr>
        <p:spPr bwMode="auto">
          <a:xfrm>
            <a:off x="1686024" y="5013946"/>
            <a:ext cx="9234511" cy="144655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lvl="1"/>
            <a:r>
              <a:rPr lang="en-US" altLang="zh-CN" b="1" dirty="0">
                <a:effectLst>
                  <a:outerShdw blurRad="38100" dist="38100" dir="2700000" algn="tl">
                    <a:srgbClr val="FFFFFF"/>
                  </a:outerShdw>
                </a:effectLst>
                <a:ea typeface="楷体_GB2312" pitchFamily="49" charset="-122"/>
              </a:rPr>
              <a:t> while (</a:t>
            </a:r>
            <a:r>
              <a:rPr lang="en-US" altLang="zh-CN" b="1" dirty="0" err="1">
                <a:effectLst>
                  <a:outerShdw blurRad="38100" dist="38100" dir="2700000" algn="tl">
                    <a:srgbClr val="FFFFFF"/>
                  </a:outerShdw>
                </a:effectLst>
                <a:ea typeface="楷体_GB2312" pitchFamily="49" charset="-122"/>
              </a:rPr>
              <a:t>getchar</a:t>
            </a:r>
            <a:r>
              <a:rPr lang="en-US" altLang="zh-CN" b="1" dirty="0">
                <a:effectLst>
                  <a:outerShdw blurRad="38100" dist="38100" dir="2700000" algn="tl">
                    <a:srgbClr val="FFFFFF"/>
                  </a:outerShdw>
                </a:effectLst>
                <a:ea typeface="楷体_GB2312" pitchFamily="49" charset="-122"/>
              </a:rPr>
              <a:t>( ) != '\n' ) </a:t>
            </a:r>
          </a:p>
          <a:p>
            <a:pPr lvl="1"/>
            <a:r>
              <a:rPr lang="en-US" altLang="zh-CN" b="1" dirty="0">
                <a:effectLst>
                  <a:outerShdw blurRad="38100" dist="38100" dir="2700000" algn="tl">
                    <a:srgbClr val="FFFFFF"/>
                  </a:outerShdw>
                </a:effectLst>
                <a:ea typeface="楷体_GB2312" pitchFamily="49" charset="-122"/>
              </a:rPr>
              <a:t>           </a:t>
            </a:r>
            <a:r>
              <a:rPr lang="en-US" altLang="zh-CN" b="1" dirty="0">
                <a:solidFill>
                  <a:srgbClr val="CC0000"/>
                </a:solidFill>
                <a:effectLst>
                  <a:outerShdw blurRad="38100" dist="38100" dir="2700000" algn="tl">
                    <a:srgbClr val="000000"/>
                  </a:outerShdw>
                </a:effectLst>
                <a:ea typeface="楷体_GB2312" pitchFamily="49" charset="-122"/>
              </a:rPr>
              <a:t>;</a:t>
            </a:r>
          </a:p>
          <a:p>
            <a:r>
              <a:rPr lang="en-US" altLang="zh-CN" sz="2000" b="1" dirty="0">
                <a:solidFill>
                  <a:srgbClr val="CC0000"/>
                </a:solidFill>
                <a:effectLst>
                  <a:outerShdw blurRad="38100" dist="38100" dir="2700000" algn="tl">
                    <a:srgbClr val="000000"/>
                  </a:outerShdw>
                </a:effectLst>
                <a:latin typeface="楷体" pitchFamily="49" charset="-122"/>
                <a:ea typeface="楷体_GB2312" pitchFamily="49" charset="-122"/>
              </a:rPr>
              <a:t>    </a:t>
            </a:r>
            <a:r>
              <a:rPr lang="zh-CN" altLang="en-US" sz="2000" b="1" dirty="0">
                <a:solidFill>
                  <a:srgbClr val="0033CC"/>
                </a:solidFill>
                <a:effectLst>
                  <a:outerShdw blurRad="38100" dist="38100" dir="2700000" algn="tl">
                    <a:srgbClr val="FFFFFF"/>
                  </a:outerShdw>
                </a:effectLst>
                <a:latin typeface="楷体" pitchFamily="49" charset="-122"/>
                <a:ea typeface="楷体" pitchFamily="49" charset="-122"/>
              </a:rPr>
              <a:t>本语句的功能是：</a:t>
            </a:r>
            <a:r>
              <a:rPr lang="zh-CN" altLang="en-US" sz="2000" b="1" dirty="0">
                <a:effectLst>
                  <a:outerShdw blurRad="38100" dist="38100" dir="2700000" algn="tl">
                    <a:srgbClr val="FFFFFF"/>
                  </a:outerShdw>
                </a:effectLst>
                <a:latin typeface="楷体" pitchFamily="49" charset="-122"/>
                <a:ea typeface="楷体" pitchFamily="49" charset="-122"/>
              </a:rPr>
              <a:t>只要从键盘输入的字符不是回车则重新输入。这里的循环体为</a:t>
            </a:r>
            <a:r>
              <a:rPr lang="zh-CN" altLang="en-US" sz="2000" b="1" dirty="0">
                <a:solidFill>
                  <a:srgbClr val="CC0000"/>
                </a:solidFill>
                <a:effectLst>
                  <a:outerShdw blurRad="38100" dist="38100" dir="2700000" algn="tl">
                    <a:srgbClr val="000000"/>
                  </a:outerShdw>
                </a:effectLst>
                <a:latin typeface="楷体" pitchFamily="49" charset="-122"/>
                <a:ea typeface="楷体" pitchFamily="49" charset="-122"/>
              </a:rPr>
              <a:t>空语句</a:t>
            </a:r>
            <a:r>
              <a:rPr lang="zh-CN" altLang="en-US" sz="2000" b="1" dirty="0">
                <a:effectLst>
                  <a:outerShdw blurRad="38100" dist="38100" dir="2700000" algn="tl">
                    <a:srgbClr val="FFFFFF"/>
                  </a:outerShdw>
                </a:effectLst>
                <a:latin typeface="楷体" pitchFamily="49" charset="-122"/>
                <a:ea typeface="楷体" pitchFamily="49" charset="-122"/>
              </a:rPr>
              <a:t>。</a:t>
            </a:r>
            <a:r>
              <a:rPr lang="zh-CN" altLang="en-US" sz="2000" dirty="0">
                <a:latin typeface="楷体" pitchFamily="49" charset="-122"/>
                <a:ea typeface="楷体" pitchFamily="49" charset="-122"/>
              </a:rPr>
              <a:t> </a:t>
            </a:r>
          </a:p>
        </p:txBody>
      </p:sp>
      <p:sp>
        <p:nvSpPr>
          <p:cNvPr id="724038" name="Rectangle 70"/>
          <p:cNvSpPr>
            <a:spLocks noChangeArrowheads="1"/>
          </p:cNvSpPr>
          <p:nvPr/>
        </p:nvSpPr>
        <p:spPr bwMode="auto">
          <a:xfrm>
            <a:off x="1186976" y="3779750"/>
            <a:ext cx="10669664" cy="1200329"/>
          </a:xfrm>
          <a:prstGeom prst="rect">
            <a:avLst/>
          </a:prstGeom>
          <a:noFill/>
          <a:ln w="9525">
            <a:noFill/>
            <a:miter lim="800000"/>
            <a:headEnd/>
            <a:tailEnd/>
          </a:ln>
          <a:effectLst/>
        </p:spPr>
        <p:txBody>
          <a:bodyPr wrap="square" anchor="ctr">
            <a:spAutoFit/>
          </a:bodyPr>
          <a:lstStyle/>
          <a:p>
            <a:pPr>
              <a:buFont typeface="Wingdings" pitchFamily="2" charset="2"/>
              <a:buChar char="Ø"/>
              <a:tabLst>
                <a:tab pos="266700" algn="l"/>
              </a:tabLst>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FF33CC"/>
                </a:solidFill>
                <a:effectLst>
                  <a:outerShdw blurRad="38100" dist="38100" dir="2700000" algn="tl">
                    <a:srgbClr val="000000"/>
                  </a:outerShdw>
                </a:effectLst>
                <a:latin typeface="隶书" panose="02010509060101010101" pitchFamily="49" charset="-122"/>
                <a:ea typeface="隶书" panose="02010509060101010101" pitchFamily="49" charset="-122"/>
              </a:rPr>
              <a:t>空语句</a:t>
            </a:r>
          </a:p>
          <a:p>
            <a:pPr>
              <a:tabLst>
                <a:tab pos="266700" algn="l"/>
              </a:tabLst>
            </a:pPr>
            <a:r>
              <a:rPr lang="zh-CN" altLang="en-US" b="1" dirty="0">
                <a:effectLst>
                  <a:outerShdw blurRad="38100" dist="38100" dir="2700000" algn="tl">
                    <a:srgbClr val="FFFFFF"/>
                  </a:outerShdw>
                </a:effectLst>
                <a:latin typeface="+mn-lt"/>
                <a:ea typeface="楷体" pitchFamily="49" charset="-122"/>
              </a:rPr>
              <a:t>    只有分号“；”组成的语句称为空语句。空语句是什么也不执行的语句。在程序中空语句可用来作空循环体。</a:t>
            </a:r>
          </a:p>
        </p:txBody>
      </p:sp>
      <p:sp>
        <p:nvSpPr>
          <p:cNvPr id="724039" name="Rectangle 71" descr="信纸"/>
          <p:cNvSpPr>
            <a:spLocks noChangeArrowheads="1"/>
          </p:cNvSpPr>
          <p:nvPr/>
        </p:nvSpPr>
        <p:spPr bwMode="auto">
          <a:xfrm>
            <a:off x="2129212" y="3861048"/>
            <a:ext cx="8280400" cy="1200329"/>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en-US" altLang="zh-CN" b="1" dirty="0" err="1">
                <a:effectLst>
                  <a:outerShdw blurRad="38100" dist="38100" dir="2700000" algn="tl">
                    <a:srgbClr val="FFFFFF"/>
                  </a:outerShdw>
                </a:effectLst>
                <a:latin typeface="+mn-lt"/>
                <a:ea typeface="楷体" pitchFamily="49" charset="-122"/>
              </a:rPr>
              <a:t>printf</a:t>
            </a:r>
            <a:r>
              <a:rPr lang="en-US" altLang="zh-CN" b="1" dirty="0">
                <a:effectLst>
                  <a:outerShdw blurRad="38100" dist="38100" dir="2700000" algn="tl">
                    <a:srgbClr val="FFFFFF"/>
                  </a:outerShdw>
                </a:effectLst>
                <a:latin typeface="+mn-lt"/>
                <a:ea typeface="楷体" pitchFamily="49" charset="-122"/>
              </a:rPr>
              <a:t> ("C Program")   </a:t>
            </a:r>
            <a:r>
              <a:rPr lang="zh-CN" altLang="en-US" sz="2000" b="1" dirty="0">
                <a:effectLst>
                  <a:outerShdw blurRad="38100" dist="38100" dir="2700000" algn="tl">
                    <a:srgbClr val="FFFFFF"/>
                  </a:outerShdw>
                </a:effectLst>
                <a:latin typeface="+mn-lt"/>
                <a:ea typeface="楷体" pitchFamily="49" charset="-122"/>
              </a:rPr>
              <a:t>函数调用；</a:t>
            </a:r>
          </a:p>
          <a:p>
            <a:r>
              <a:rPr lang="en-US" altLang="zh-CN" b="1" dirty="0" err="1">
                <a:solidFill>
                  <a:srgbClr val="CC0000"/>
                </a:solidFill>
                <a:effectLst>
                  <a:outerShdw blurRad="38100" dist="38100" dir="2700000" algn="tl">
                    <a:srgbClr val="000000"/>
                  </a:outerShdw>
                </a:effectLst>
                <a:latin typeface="+mn-lt"/>
                <a:ea typeface="楷体" pitchFamily="49" charset="-122"/>
              </a:rPr>
              <a:t>printf</a:t>
            </a:r>
            <a:r>
              <a:rPr lang="en-US" altLang="zh-CN" b="1" dirty="0">
                <a:solidFill>
                  <a:srgbClr val="CC0000"/>
                </a:solidFill>
                <a:effectLst>
                  <a:outerShdw blurRad="38100" dist="38100" dir="2700000" algn="tl">
                    <a:srgbClr val="000000"/>
                  </a:outerShdw>
                </a:effectLst>
                <a:latin typeface="+mn-lt"/>
                <a:ea typeface="楷体" pitchFamily="49" charset="-122"/>
              </a:rPr>
              <a:t> (“C Program”);  </a:t>
            </a:r>
            <a:r>
              <a:rPr lang="zh-CN" altLang="en-US" sz="2000" b="1" dirty="0">
                <a:solidFill>
                  <a:srgbClr val="CC0000"/>
                </a:solidFill>
                <a:effectLst>
                  <a:outerShdw blurRad="38100" dist="38100" dir="2700000" algn="tl">
                    <a:srgbClr val="000000"/>
                  </a:outerShdw>
                </a:effectLst>
                <a:latin typeface="+mn-lt"/>
                <a:ea typeface="楷体" pitchFamily="49" charset="-122"/>
              </a:rPr>
              <a:t>函数调用语句</a:t>
            </a:r>
          </a:p>
          <a:p>
            <a:pPr lvl="1"/>
            <a:r>
              <a:rPr lang="zh-CN" altLang="en-US"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其功能是输出字符串</a:t>
            </a:r>
            <a:r>
              <a:rPr lang="en-US" altLang="zh-CN" sz="2000" b="1" dirty="0">
                <a:effectLst>
                  <a:outerShdw blurRad="38100" dist="38100" dir="2700000" algn="tl">
                    <a:srgbClr val="FFFFFF"/>
                  </a:outerShdw>
                </a:effectLst>
                <a:latin typeface="+mn-lt"/>
                <a:ea typeface="楷体" pitchFamily="49" charset="-122"/>
              </a:rPr>
              <a:t>"C Program"</a:t>
            </a:r>
            <a:r>
              <a:rPr lang="zh-CN" altLang="en-US" sz="2000" b="1" dirty="0">
                <a:effectLst>
                  <a:outerShdw blurRad="38100" dist="38100" dir="2700000" algn="tl">
                    <a:srgbClr val="FFFFFF"/>
                  </a:outerShdw>
                </a:effectLst>
                <a:latin typeface="+mn-lt"/>
                <a:ea typeface="楷体" pitchFamily="49" charset="-122"/>
              </a:rPr>
              <a:t>。</a:t>
            </a:r>
          </a:p>
        </p:txBody>
      </p:sp>
      <p:grpSp>
        <p:nvGrpSpPr>
          <p:cNvPr id="724040" name="Group 72"/>
          <p:cNvGrpSpPr>
            <a:grpSpLocks/>
          </p:cNvGrpSpPr>
          <p:nvPr/>
        </p:nvGrpSpPr>
        <p:grpSpPr bwMode="auto">
          <a:xfrm>
            <a:off x="-8988" y="0"/>
            <a:ext cx="446088" cy="6858000"/>
            <a:chOff x="0" y="0"/>
            <a:chExt cx="281" cy="4320"/>
          </a:xfrm>
        </p:grpSpPr>
        <p:sp>
          <p:nvSpPr>
            <p:cNvPr id="724041" name="Text Box 7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724042" name="Text Box 7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24030"/>
                                        </p:tgtEl>
                                        <p:attrNameLst>
                                          <p:attrName>style.visibility</p:attrName>
                                        </p:attrNameLst>
                                      </p:cBhvr>
                                      <p:to>
                                        <p:strVal val="visible"/>
                                      </p:to>
                                    </p:set>
                                    <p:animEffect transition="in" filter="box(out)">
                                      <p:cBhvr>
                                        <p:cTn id="7" dur="500"/>
                                        <p:tgtEl>
                                          <p:spTgt spid="72403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24032"/>
                                        </p:tgtEl>
                                        <p:attrNameLst>
                                          <p:attrName>style.visibility</p:attrName>
                                        </p:attrNameLst>
                                      </p:cBhvr>
                                      <p:to>
                                        <p:strVal val="visible"/>
                                      </p:to>
                                    </p:set>
                                    <p:animEffect transition="in" filter="box(out)">
                                      <p:cBhvr>
                                        <p:cTn id="12" dur="500"/>
                                        <p:tgtEl>
                                          <p:spTgt spid="72403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24036"/>
                                        </p:tgtEl>
                                        <p:attrNameLst>
                                          <p:attrName>style.visibility</p:attrName>
                                        </p:attrNameLst>
                                      </p:cBhvr>
                                      <p:to>
                                        <p:strVal val="visible"/>
                                      </p:to>
                                    </p:set>
                                    <p:animEffect transition="in" filter="box(out)">
                                      <p:cBhvr>
                                        <p:cTn id="17" dur="500"/>
                                        <p:tgtEl>
                                          <p:spTgt spid="724036"/>
                                        </p:tgtEl>
                                      </p:cBhvr>
                                    </p:animEffect>
                                  </p:childTnLst>
                                  <p:subTnLst>
                                    <p:set>
                                      <p:cBhvr override="childStyle">
                                        <p:cTn dur="1" fill="hold" display="0" masterRel="nextClick" afterEffect="1"/>
                                        <p:tgtEl>
                                          <p:spTgt spid="724036"/>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724035"/>
                                        </p:tgtEl>
                                        <p:attrNameLst>
                                          <p:attrName>style.visibility</p:attrName>
                                        </p:attrNameLst>
                                      </p:cBhvr>
                                      <p:to>
                                        <p:strVal val="visible"/>
                                      </p:to>
                                    </p:set>
                                    <p:animEffect transition="in" filter="box(out)">
                                      <p:cBhvr>
                                        <p:cTn id="22" dur="500"/>
                                        <p:tgtEl>
                                          <p:spTgt spid="724035"/>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724039"/>
                                        </p:tgtEl>
                                        <p:attrNameLst>
                                          <p:attrName>style.visibility</p:attrName>
                                        </p:attrNameLst>
                                      </p:cBhvr>
                                      <p:to>
                                        <p:strVal val="visible"/>
                                      </p:to>
                                    </p:set>
                                    <p:animEffect transition="in" filter="box(out)">
                                      <p:cBhvr>
                                        <p:cTn id="27" dur="500"/>
                                        <p:tgtEl>
                                          <p:spTgt spid="724039"/>
                                        </p:tgtEl>
                                      </p:cBhvr>
                                    </p:animEffect>
                                  </p:childTnLst>
                                  <p:subTnLst>
                                    <p:set>
                                      <p:cBhvr override="childStyle">
                                        <p:cTn dur="1" fill="hold" display="0" masterRel="nextClick" afterEffect="1"/>
                                        <p:tgtEl>
                                          <p:spTgt spid="724039"/>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1" nodeType="clickEffect">
                                  <p:stCondLst>
                                    <p:cond delay="0"/>
                                  </p:stCondLst>
                                  <p:childTnLst>
                                    <p:set>
                                      <p:cBhvr>
                                        <p:cTn id="31" dur="1" fill="hold">
                                          <p:stCondLst>
                                            <p:cond delay="0"/>
                                          </p:stCondLst>
                                        </p:cTn>
                                        <p:tgtEl>
                                          <p:spTgt spid="724038"/>
                                        </p:tgtEl>
                                        <p:attrNameLst>
                                          <p:attrName>style.visibility</p:attrName>
                                        </p:attrNameLst>
                                      </p:cBhvr>
                                      <p:to>
                                        <p:strVal val="visible"/>
                                      </p:to>
                                    </p:set>
                                    <p:animEffect transition="in" filter="box(out)">
                                      <p:cBhvr>
                                        <p:cTn id="32" dur="500"/>
                                        <p:tgtEl>
                                          <p:spTgt spid="724038"/>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724037"/>
                                        </p:tgtEl>
                                        <p:attrNameLst>
                                          <p:attrName>style.visibility</p:attrName>
                                        </p:attrNameLst>
                                      </p:cBhvr>
                                      <p:to>
                                        <p:strVal val="visible"/>
                                      </p:to>
                                    </p:set>
                                    <p:animEffect transition="in" filter="box(in)">
                                      <p:cBhvr>
                                        <p:cTn id="37" dur="500"/>
                                        <p:tgtEl>
                                          <p:spTgt spid="724037"/>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030" grpId="0"/>
      <p:bldP spid="724032" grpId="0"/>
      <p:bldP spid="724035" grpId="0"/>
      <p:bldP spid="724036" grpId="0" animBg="1"/>
      <p:bldP spid="724037" grpId="0" animBg="1"/>
      <p:bldP spid="724038" grpId="1"/>
      <p:bldP spid="724039"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1503" name="Rectangle 15"/>
          <p:cNvSpPr>
            <a:spLocks noChangeArrowheads="1"/>
          </p:cNvSpPr>
          <p:nvPr/>
        </p:nvSpPr>
        <p:spPr bwMode="auto">
          <a:xfrm>
            <a:off x="883461" y="3299501"/>
            <a:ext cx="1944216" cy="461665"/>
          </a:xfrm>
          <a:prstGeom prst="rect">
            <a:avLst/>
          </a:prstGeom>
          <a:noFill/>
          <a:ln w="9525">
            <a:noFill/>
            <a:miter lim="800000"/>
            <a:headEnd/>
            <a:tailEnd/>
          </a:ln>
          <a:effectLst/>
        </p:spPr>
        <p:txBody>
          <a:bodyPr wrap="square">
            <a:spAutoFit/>
          </a:bodyPr>
          <a:lstStyle/>
          <a:p>
            <a:pPr>
              <a:buFont typeface="Wingdings" pitchFamily="2" charset="2"/>
              <a:buChar char="l"/>
            </a:pPr>
            <a:r>
              <a:rPr lang="en-US" altLang="zh-CN" b="1" dirty="0">
                <a:solidFill>
                  <a:srgbClr val="008000"/>
                </a:solidFill>
                <a:effectLst>
                  <a:outerShdw blurRad="38100" dist="38100" dir="2700000" algn="tl">
                    <a:srgbClr val="000000"/>
                  </a:outerShdw>
                </a:effectLst>
                <a:latin typeface="+mn-lt"/>
                <a:ea typeface="楷体" pitchFamily="49" charset="-122"/>
              </a:rPr>
              <a:t> </a:t>
            </a:r>
            <a:r>
              <a:rPr lang="zh-CN" altLang="en-US" b="1" dirty="0">
                <a:solidFill>
                  <a:srgbClr val="008000"/>
                </a:solidFill>
                <a:effectLst>
                  <a:outerShdw blurRad="38100" dist="38100" dir="2700000" algn="tl">
                    <a:srgbClr val="000000"/>
                  </a:outerShdw>
                </a:effectLst>
                <a:latin typeface="+mn-lt"/>
                <a:ea typeface="楷体" pitchFamily="49" charset="-122"/>
              </a:rPr>
              <a:t>说明：</a:t>
            </a:r>
          </a:p>
        </p:txBody>
      </p:sp>
      <p:sp>
        <p:nvSpPr>
          <p:cNvPr id="831495" name="Rectangle 7"/>
          <p:cNvSpPr>
            <a:spLocks noChangeArrowheads="1"/>
          </p:cNvSpPr>
          <p:nvPr/>
        </p:nvSpPr>
        <p:spPr bwMode="auto">
          <a:xfrm>
            <a:off x="502038" y="171451"/>
            <a:ext cx="5349974" cy="830997"/>
          </a:xfrm>
          <a:prstGeom prst="rect">
            <a:avLst/>
          </a:prstGeom>
          <a:noFill/>
          <a:ln w="9525">
            <a:noFill/>
            <a:miter lim="800000"/>
            <a:headEnd/>
            <a:tailEnd/>
          </a:ln>
          <a:effectLst/>
        </p:spPr>
        <p:txBody>
          <a:bodyPr wrap="square">
            <a:spAutoFit/>
          </a:bodyPr>
          <a:lstStyle/>
          <a:p>
            <a:pPr>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FF33CC"/>
                </a:solidFill>
                <a:effectLst>
                  <a:outerShdw blurRad="38100" dist="38100" dir="2700000" algn="tl">
                    <a:srgbClr val="000000"/>
                  </a:outerShdw>
                </a:effectLst>
                <a:latin typeface="隶书" panose="02010509060101010101" pitchFamily="49" charset="-122"/>
                <a:ea typeface="隶书" panose="02010509060101010101" pitchFamily="49" charset="-122"/>
              </a:rPr>
              <a:t>复合语句</a:t>
            </a:r>
          </a:p>
          <a:p>
            <a:r>
              <a:rPr lang="zh-CN" altLang="en-US" b="1" dirty="0">
                <a:effectLst>
                  <a:outerShdw blurRad="38100" dist="38100" dir="2700000" algn="tl">
                    <a:srgbClr val="FFFFFF"/>
                  </a:outerShdw>
                </a:effectLst>
                <a:latin typeface="+mn-lt"/>
                <a:ea typeface="楷体" pitchFamily="49" charset="-122"/>
              </a:rPr>
              <a:t>     用 </a:t>
            </a:r>
            <a:r>
              <a:rPr lang="en-US" altLang="zh-CN" b="1" dirty="0">
                <a:solidFill>
                  <a:srgbClr val="CC3300"/>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括起来的一组语句。      </a:t>
            </a:r>
            <a:endParaRPr lang="zh-CN" altLang="en-US" dirty="0">
              <a:latin typeface="+mn-lt"/>
              <a:ea typeface="楷体" pitchFamily="49" charset="-122"/>
            </a:endParaRPr>
          </a:p>
        </p:txBody>
      </p:sp>
      <p:sp>
        <p:nvSpPr>
          <p:cNvPr id="831502" name="Rectangle 14"/>
          <p:cNvSpPr>
            <a:spLocks noChangeArrowheads="1"/>
          </p:cNvSpPr>
          <p:nvPr/>
        </p:nvSpPr>
        <p:spPr bwMode="auto">
          <a:xfrm>
            <a:off x="883461" y="1066583"/>
            <a:ext cx="2376264" cy="461665"/>
          </a:xfrm>
          <a:prstGeom prst="rect">
            <a:avLst/>
          </a:prstGeom>
          <a:noFill/>
          <a:ln w="9525">
            <a:noFill/>
            <a:miter lim="800000"/>
            <a:headEnd/>
            <a:tailEnd/>
          </a:ln>
          <a:effectLst/>
        </p:spPr>
        <p:txBody>
          <a:bodyPr wrap="square">
            <a:spAutoFit/>
          </a:bodyPr>
          <a:lstStyle/>
          <a:p>
            <a:pPr>
              <a:buFont typeface="Wingdings" pitchFamily="2" charset="2"/>
              <a:buChar char="l"/>
            </a:pPr>
            <a:r>
              <a:rPr lang="en-US" altLang="zh-CN" b="1" dirty="0">
                <a:solidFill>
                  <a:srgbClr val="008000"/>
                </a:solidFill>
                <a:effectLst>
                  <a:outerShdw blurRad="38100" dist="38100" dir="2700000" algn="tl">
                    <a:srgbClr val="000000"/>
                  </a:outerShdw>
                </a:effectLst>
                <a:latin typeface="+mn-lt"/>
                <a:ea typeface="楷体" pitchFamily="49" charset="-122"/>
              </a:rPr>
              <a:t> </a:t>
            </a:r>
            <a:r>
              <a:rPr lang="zh-CN" altLang="en-US" b="1" dirty="0">
                <a:solidFill>
                  <a:srgbClr val="008000"/>
                </a:solidFill>
                <a:effectLst>
                  <a:outerShdw blurRad="38100" dist="38100" dir="2700000" algn="tl">
                    <a:srgbClr val="000000"/>
                  </a:outerShdw>
                </a:effectLst>
                <a:latin typeface="+mn-lt"/>
                <a:ea typeface="楷体" pitchFamily="49" charset="-122"/>
              </a:rPr>
              <a:t>一般形式：</a:t>
            </a:r>
          </a:p>
        </p:txBody>
      </p:sp>
      <p:grpSp>
        <p:nvGrpSpPr>
          <p:cNvPr id="831507" name="Group 19"/>
          <p:cNvGrpSpPr>
            <a:grpSpLocks/>
          </p:cNvGrpSpPr>
          <p:nvPr/>
        </p:nvGrpSpPr>
        <p:grpSpPr bwMode="auto">
          <a:xfrm>
            <a:off x="-16132" y="0"/>
            <a:ext cx="446088" cy="6858000"/>
            <a:chOff x="0" y="0"/>
            <a:chExt cx="281" cy="4320"/>
          </a:xfrm>
        </p:grpSpPr>
        <p:sp>
          <p:nvSpPr>
            <p:cNvPr id="831508" name="Text Box 2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31509" name="Text Box 2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1" name="Rectangle 14"/>
          <p:cNvSpPr>
            <a:spLocks noChangeArrowheads="1"/>
          </p:cNvSpPr>
          <p:nvPr/>
        </p:nvSpPr>
        <p:spPr bwMode="auto">
          <a:xfrm>
            <a:off x="1315509" y="1571308"/>
            <a:ext cx="7199313" cy="1569660"/>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6200000" scaled="1"/>
            <a:tileRect/>
          </a:gradFill>
          <a:ln w="38100">
            <a:solidFill>
              <a:srgbClr val="7030A0"/>
            </a:solidFill>
            <a:miter lim="800000"/>
            <a:headEnd/>
            <a:tailEn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a:spAutoFit/>
          </a:bodyPr>
          <a:lstStyle/>
          <a:p>
            <a:pPr lvl="3"/>
            <a:r>
              <a:rPr lang="zh-CN" altLang="en-US" dirty="0">
                <a:solidFill>
                  <a:schemeClr val="tx2"/>
                </a:solidFill>
                <a:latin typeface="+mn-lt"/>
                <a:ea typeface="楷体" pitchFamily="49" charset="-122"/>
              </a:rPr>
              <a:t>   </a:t>
            </a:r>
            <a:r>
              <a:rPr lang="en-US" altLang="zh-CN" b="1" dirty="0">
                <a:solidFill>
                  <a:srgbClr val="CC0000"/>
                </a:solidFill>
                <a:effectLst>
                  <a:outerShdw blurRad="38100" dist="38100" dir="2700000" algn="tl">
                    <a:srgbClr val="000000"/>
                  </a:outerShdw>
                </a:effectLst>
                <a:latin typeface="+mn-lt"/>
                <a:ea typeface="楷体" pitchFamily="49" charset="-122"/>
              </a:rPr>
              <a:t>{  </a:t>
            </a:r>
          </a:p>
          <a:p>
            <a:pPr lvl="3"/>
            <a:r>
              <a:rPr lang="en-US" altLang="zh-CN" b="1" dirty="0">
                <a:solidFill>
                  <a:srgbClr val="CC0000"/>
                </a:solidFill>
                <a:effectLst>
                  <a:outerShdw blurRad="38100" dist="38100" dir="2700000" algn="tl">
                    <a:srgbClr val="000000"/>
                  </a:outerShdw>
                </a:effectLst>
                <a:latin typeface="+mn-lt"/>
                <a:ea typeface="楷体" pitchFamily="49" charset="-122"/>
              </a:rPr>
              <a:t>       [   </a:t>
            </a:r>
            <a:r>
              <a:rPr lang="zh-CN" altLang="en-US" b="1" dirty="0">
                <a:solidFill>
                  <a:srgbClr val="CC0000"/>
                </a:solidFill>
                <a:effectLst>
                  <a:outerShdw blurRad="38100" dist="38100" dir="2700000" algn="tl">
                    <a:srgbClr val="000000"/>
                  </a:outerShdw>
                </a:effectLst>
                <a:latin typeface="+mn-lt"/>
                <a:ea typeface="楷体" pitchFamily="49" charset="-122"/>
              </a:rPr>
              <a:t>数据说明部分；</a:t>
            </a:r>
            <a:r>
              <a:rPr lang="en-US" altLang="zh-CN" b="1" dirty="0">
                <a:solidFill>
                  <a:srgbClr val="CC0000"/>
                </a:solidFill>
                <a:effectLst>
                  <a:outerShdw blurRad="38100" dist="38100" dir="2700000" algn="tl">
                    <a:srgbClr val="000000"/>
                  </a:outerShdw>
                </a:effectLst>
                <a:latin typeface="+mn-lt"/>
                <a:ea typeface="楷体" pitchFamily="49" charset="-122"/>
              </a:rPr>
              <a:t>]</a:t>
            </a:r>
          </a:p>
          <a:p>
            <a:pPr lvl="3"/>
            <a:r>
              <a:rPr lang="en-US" altLang="zh-CN" b="1" dirty="0">
                <a:solidFill>
                  <a:srgbClr val="CC0000"/>
                </a:solidFill>
                <a:effectLst>
                  <a:outerShdw blurRad="38100" dist="38100" dir="2700000" algn="tl">
                    <a:srgbClr val="000000"/>
                  </a:outerShdw>
                </a:effectLst>
                <a:latin typeface="+mn-lt"/>
                <a:ea typeface="楷体" pitchFamily="49" charset="-122"/>
              </a:rPr>
              <a:t>       </a:t>
            </a:r>
            <a:r>
              <a:rPr lang="zh-CN" altLang="en-US" b="1" dirty="0">
                <a:solidFill>
                  <a:srgbClr val="CC0000"/>
                </a:solidFill>
                <a:effectLst>
                  <a:outerShdw blurRad="38100" dist="38100" dir="2700000" algn="tl">
                    <a:srgbClr val="000000"/>
                  </a:outerShdw>
                </a:effectLst>
                <a:latin typeface="+mn-lt"/>
                <a:ea typeface="楷体" pitchFamily="49" charset="-122"/>
              </a:rPr>
              <a:t>执行语句部分；</a:t>
            </a:r>
          </a:p>
          <a:p>
            <a:pPr lvl="3"/>
            <a:r>
              <a:rPr lang="zh-CN" altLang="en-US" b="1" dirty="0">
                <a:solidFill>
                  <a:srgbClr val="CC0000"/>
                </a:solidFill>
                <a:effectLst>
                  <a:outerShdw blurRad="38100" dist="38100" dir="2700000" algn="tl">
                    <a:srgbClr val="000000"/>
                  </a:outerShdw>
                </a:effectLst>
                <a:latin typeface="+mn-lt"/>
                <a:ea typeface="楷体" pitchFamily="49" charset="-122"/>
              </a:rPr>
              <a:t>   </a:t>
            </a:r>
            <a:r>
              <a:rPr lang="en-US" altLang="zh-CN" b="1" dirty="0">
                <a:solidFill>
                  <a:srgbClr val="CC0000"/>
                </a:solidFill>
                <a:effectLst>
                  <a:outerShdw blurRad="38100" dist="38100" dir="2700000" algn="tl">
                    <a:srgbClr val="000000"/>
                  </a:outerShdw>
                </a:effectLst>
                <a:latin typeface="+mn-lt"/>
                <a:ea typeface="楷体" pitchFamily="49" charset="-122"/>
              </a:rPr>
              <a:t>}</a:t>
            </a:r>
            <a:r>
              <a:rPr lang="en-US" altLang="zh-CN" dirty="0">
                <a:latin typeface="+mn-lt"/>
                <a:ea typeface="楷体" pitchFamily="49" charset="-122"/>
              </a:rPr>
              <a:t>  </a:t>
            </a:r>
          </a:p>
        </p:txBody>
      </p:sp>
      <p:sp>
        <p:nvSpPr>
          <p:cNvPr id="12" name="Rectangle 15"/>
          <p:cNvSpPr>
            <a:spLocks noChangeArrowheads="1"/>
          </p:cNvSpPr>
          <p:nvPr/>
        </p:nvSpPr>
        <p:spPr bwMode="auto">
          <a:xfrm>
            <a:off x="1316308" y="3803556"/>
            <a:ext cx="7200000" cy="1569660"/>
          </a:xfrm>
          <a:prstGeom prst="rect">
            <a:avLst/>
          </a:prstGeom>
          <a:solidFill>
            <a:srgbClr val="66FFFF"/>
          </a:solidFill>
          <a:ln w="38100">
            <a:solidFill>
              <a:srgbClr val="008000"/>
            </a:solidFill>
            <a:miter lim="800000"/>
            <a:headEnd/>
            <a:tailEn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pPr>
              <a:buClr>
                <a:srgbClr val="0033CC"/>
              </a:buClr>
              <a:buFont typeface="Wingdings" pitchFamily="2" charset="2"/>
              <a:buChar char="Ø"/>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后不加分号</a:t>
            </a:r>
            <a:endParaRPr lang="en-US" altLang="zh-CN" b="1" dirty="0">
              <a:effectLst>
                <a:outerShdw blurRad="38100" dist="38100" dir="2700000" algn="tl">
                  <a:srgbClr val="FFFFFF"/>
                </a:outerShdw>
              </a:effectLst>
              <a:latin typeface="+mn-lt"/>
              <a:ea typeface="楷体" pitchFamily="49" charset="-122"/>
            </a:endParaRPr>
          </a:p>
          <a:p>
            <a:pPr>
              <a:buClr>
                <a:srgbClr val="0033CC"/>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语法上和单一语句相同</a:t>
            </a:r>
            <a:endParaRPr lang="en-US" altLang="zh-CN" b="1" dirty="0">
              <a:effectLst>
                <a:outerShdw blurRad="38100" dist="38100" dir="2700000" algn="tl">
                  <a:srgbClr val="FFFFFF"/>
                </a:outerShdw>
              </a:effectLst>
              <a:latin typeface="+mn-lt"/>
              <a:ea typeface="楷体" pitchFamily="49" charset="-122"/>
            </a:endParaRPr>
          </a:p>
          <a:p>
            <a:pPr>
              <a:buClr>
                <a:srgbClr val="0033CC"/>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复合语句可嵌套</a:t>
            </a:r>
            <a:endParaRPr lang="en-US" altLang="zh-CN" b="1" dirty="0">
              <a:effectLst>
                <a:outerShdw blurRad="38100" dist="38100" dir="2700000" algn="tl">
                  <a:srgbClr val="FFFFFF"/>
                </a:outerShdw>
              </a:effectLst>
              <a:latin typeface="+mn-lt"/>
              <a:ea typeface="楷体" pitchFamily="49" charset="-122"/>
            </a:endParaRPr>
          </a:p>
          <a:p>
            <a:pPr>
              <a:buClr>
                <a:srgbClr val="0033CC"/>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复合语句内定义的变量只能在复合语句内使用。</a:t>
            </a:r>
            <a:r>
              <a:rPr lang="zh-CN" altLang="en-US" dirty="0">
                <a:latin typeface="+mn-lt"/>
                <a:ea typeface="楷体" pitchFamily="49" charset="-122"/>
              </a:rPr>
              <a:t> </a:t>
            </a:r>
          </a:p>
        </p:txBody>
      </p:sp>
      <p:sp>
        <p:nvSpPr>
          <p:cNvPr id="831501" name="Rectangle 13" descr="信纸"/>
          <p:cNvSpPr>
            <a:spLocks noChangeArrowheads="1"/>
          </p:cNvSpPr>
          <p:nvPr/>
        </p:nvSpPr>
        <p:spPr bwMode="auto">
          <a:xfrm>
            <a:off x="2423592" y="3388123"/>
            <a:ext cx="5400675" cy="195580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anchor="ctr">
            <a:spAutoFit/>
          </a:bodyPr>
          <a:lstStyle/>
          <a:p>
            <a:pPr lvl="1"/>
            <a:r>
              <a:rPr lang="en-US" altLang="zh-CN" b="1" dirty="0">
                <a:effectLst>
                  <a:outerShdw blurRad="38100" dist="38100" dir="2700000" algn="tl">
                    <a:srgbClr val="FFFFFF"/>
                  </a:outerShdw>
                </a:effectLst>
              </a:rPr>
              <a:t> {</a:t>
            </a:r>
          </a:p>
          <a:p>
            <a:pPr lvl="1"/>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2, b = 3, c;</a:t>
            </a:r>
          </a:p>
          <a:p>
            <a:pPr lvl="1"/>
            <a:r>
              <a:rPr lang="en-US" altLang="zh-CN" b="1" dirty="0">
                <a:effectLst>
                  <a:outerShdw blurRad="38100" dist="38100" dir="2700000" algn="tl">
                    <a:srgbClr val="FFFFFF"/>
                  </a:outerShdw>
                </a:effectLst>
              </a:rPr>
              <a:t>    c = a + b;</a:t>
            </a:r>
          </a:p>
          <a:p>
            <a:pPr lvl="1"/>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("c = %d\n", c);</a:t>
            </a:r>
          </a:p>
          <a:p>
            <a:pPr lvl="1"/>
            <a:r>
              <a:rPr lang="en-US" altLang="zh-CN" b="1" dirty="0">
                <a:effectLst>
                  <a:outerShdw blurRad="38100" dist="38100" dir="2700000" algn="tl">
                    <a:srgbClr val="FFFFFF"/>
                  </a:outerShdw>
                </a:effectLst>
              </a:rPr>
              <a:t> }</a:t>
            </a:r>
          </a:p>
        </p:txBody>
      </p:sp>
      <p:sp>
        <p:nvSpPr>
          <p:cNvPr id="831505" name="Rectangle 17" descr="信纸"/>
          <p:cNvSpPr>
            <a:spLocks noChangeArrowheads="1"/>
          </p:cNvSpPr>
          <p:nvPr/>
        </p:nvSpPr>
        <p:spPr bwMode="auto">
          <a:xfrm>
            <a:off x="1775520" y="974333"/>
            <a:ext cx="8496944" cy="5262979"/>
          </a:xfrm>
          <a:prstGeom prst="rect">
            <a:avLst/>
          </a:prstGeom>
          <a:blipFill dpi="0" rotWithShape="1">
            <a:blip r:embed="rId6" cstate="print"/>
            <a:srcRect/>
            <a:tile tx="0" ty="0" sx="100000" sy="100000" flip="none" algn="tl"/>
          </a:blipFill>
          <a:ln w="38100">
            <a:solidFill>
              <a:srgbClr val="008000"/>
            </a:solidFill>
            <a:miter lim="800000"/>
            <a:headEnd/>
            <a:tailEnd/>
          </a:ln>
          <a:effectLst>
            <a:outerShdw blurRad="50800" dist="106680" dir="2700000" algn="ctr" rotWithShape="0">
              <a:schemeClr val="tx1">
                <a:alpha val="43000"/>
              </a:schemeClr>
            </a:outerShdw>
          </a:effectLst>
          <a:scene3d>
            <a:camera prst="orthographicFront"/>
            <a:lightRig rig="threePt" dir="t"/>
          </a:scene3d>
          <a:sp3d>
            <a:bevelT w="114300" prst="hardEdge"/>
          </a:sp3d>
        </p:spPr>
        <p:txBody>
          <a:bodyPr wrap="square" anchor="ctr">
            <a:spAutoFit/>
          </a:bodyPr>
          <a:lstStyle/>
          <a:p>
            <a:r>
              <a:rPr lang="en-US" altLang="zh-CN" b="1" dirty="0">
                <a:effectLst>
                  <a:outerShdw blurRad="38100" dist="38100" dir="2700000" algn="tl">
                    <a:srgbClr val="FFFFFF"/>
                  </a:outerShdw>
                </a:effectLst>
              </a:rPr>
              <a:t> #include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r>
              <a:rPr lang="en-US" altLang="zh-CN" b="1" dirty="0" err="1">
                <a:solidFill>
                  <a:srgbClr val="CC0000"/>
                </a:solidFill>
                <a:effectLst>
                  <a:outerShdw blurRad="38100" dist="38100" dir="2700000" algn="tl">
                    <a:srgbClr val="000000"/>
                  </a:outerShdw>
                </a:effectLst>
              </a:rPr>
              <a:t>int</a:t>
            </a:r>
            <a:r>
              <a:rPr lang="en-US" altLang="zh-CN" b="1" dirty="0">
                <a:solidFill>
                  <a:srgbClr val="CC0000"/>
                </a:solidFill>
                <a:effectLst>
                  <a:outerShdw blurRad="38100" dist="38100" dir="2700000" algn="tl">
                    <a:srgbClr val="000000"/>
                  </a:outerShdw>
                </a:effectLst>
              </a:rPr>
              <a:t> main ( )</a:t>
            </a:r>
          </a:p>
          <a:p>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x = 10, y = 20, z;</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z = x + y;</a:t>
            </a:r>
          </a:p>
          <a:p>
            <a:r>
              <a:rPr lang="en-US" altLang="zh-CN" b="1" dirty="0"/>
              <a:t>   </a:t>
            </a:r>
            <a:r>
              <a:rPr lang="en-US" altLang="zh-CN" b="1" dirty="0">
                <a:solidFill>
                  <a:srgbClr val="D60093"/>
                </a:solidFill>
                <a:effectLst>
                  <a:outerShdw blurRad="38100" dist="38100" dir="2700000" algn="tl">
                    <a:srgbClr val="000000">
                      <a:alpha val="43137"/>
                    </a:srgbClr>
                  </a:outerShdw>
                </a:effectLst>
              </a:rPr>
              <a:t>{</a:t>
            </a:r>
          </a:p>
          <a:p>
            <a:r>
              <a:rPr lang="en-US" altLang="zh-CN" b="1" dirty="0">
                <a:solidFill>
                  <a:srgbClr val="D60093"/>
                </a:solidFill>
                <a:effectLst>
                  <a:outerShdw blurRad="38100" dist="38100" dir="2700000" algn="tl">
                    <a:srgbClr val="000000">
                      <a:alpha val="43137"/>
                    </a:srgbClr>
                  </a:outerShdw>
                </a:effectLst>
              </a:rPr>
              <a:t>     </a:t>
            </a:r>
            <a:r>
              <a:rPr lang="en-US" altLang="zh-CN" b="1" dirty="0" err="1">
                <a:solidFill>
                  <a:srgbClr val="D60093"/>
                </a:solidFill>
                <a:effectLst>
                  <a:outerShdw blurRad="38100" dist="38100" dir="2700000" algn="tl">
                    <a:srgbClr val="000000">
                      <a:alpha val="43137"/>
                    </a:srgbClr>
                  </a:outerShdw>
                </a:effectLst>
              </a:rPr>
              <a:t>int</a:t>
            </a:r>
            <a:r>
              <a:rPr lang="en-US" altLang="zh-CN" b="1" dirty="0">
                <a:solidFill>
                  <a:srgbClr val="D60093"/>
                </a:solidFill>
                <a:effectLst>
                  <a:outerShdw blurRad="38100" dist="38100" dir="2700000" algn="tl">
                    <a:srgbClr val="000000">
                      <a:alpha val="43137"/>
                    </a:srgbClr>
                  </a:outerShdw>
                </a:effectLst>
              </a:rPr>
              <a:t> z;</a:t>
            </a:r>
          </a:p>
          <a:p>
            <a:r>
              <a:rPr lang="en-US" altLang="zh-CN" b="1" dirty="0">
                <a:solidFill>
                  <a:srgbClr val="D60093"/>
                </a:solidFill>
                <a:effectLst>
                  <a:outerShdw blurRad="38100" dist="38100" dir="2700000" algn="tl">
                    <a:srgbClr val="000000">
                      <a:alpha val="43137"/>
                    </a:srgbClr>
                  </a:outerShdw>
                </a:effectLst>
              </a:rPr>
              <a:t>     z = x * y;</a:t>
            </a:r>
          </a:p>
          <a:p>
            <a:r>
              <a:rPr lang="en-US" altLang="zh-CN" b="1" dirty="0">
                <a:solidFill>
                  <a:srgbClr val="D60093"/>
                </a:solidFill>
                <a:effectLst>
                  <a:outerShdw blurRad="38100" dist="38100" dir="2700000" algn="tl">
                    <a:srgbClr val="000000">
                      <a:alpha val="43137"/>
                    </a:srgbClr>
                  </a:outerShdw>
                </a:effectLst>
              </a:rPr>
              <a:t>     </a:t>
            </a:r>
            <a:r>
              <a:rPr lang="en-US" altLang="zh-CN" b="1" dirty="0" err="1">
                <a:solidFill>
                  <a:srgbClr val="D60093"/>
                </a:solidFill>
                <a:effectLst>
                  <a:outerShdw blurRad="38100" dist="38100" dir="2700000" algn="tl">
                    <a:srgbClr val="000000">
                      <a:alpha val="43137"/>
                    </a:srgbClr>
                  </a:outerShdw>
                </a:effectLst>
              </a:rPr>
              <a:t>printf</a:t>
            </a:r>
            <a:r>
              <a:rPr lang="en-US" altLang="zh-CN" b="1" dirty="0">
                <a:solidFill>
                  <a:srgbClr val="D60093"/>
                </a:solidFill>
                <a:effectLst>
                  <a:outerShdw blurRad="38100" dist="38100" dir="2700000" algn="tl">
                    <a:srgbClr val="000000">
                      <a:alpha val="43137"/>
                    </a:srgbClr>
                  </a:outerShdw>
                </a:effectLst>
              </a:rPr>
              <a:t> ("z = %d\n", z);    </a:t>
            </a:r>
            <a:r>
              <a:rPr lang="en-US" altLang="zh-CN" sz="1800" b="1" dirty="0">
                <a:solidFill>
                  <a:schemeClr val="accent2"/>
                </a:solidFill>
                <a:effectLst>
                  <a:outerShdw blurRad="38100" dist="38100" dir="2700000" algn="tl">
                    <a:srgbClr val="000000">
                      <a:alpha val="43137"/>
                    </a:srgbClr>
                  </a:outerShdw>
                </a:effectLst>
                <a:latin typeface="+mn-lt"/>
                <a:ea typeface="楷体" pitchFamily="49" charset="-122"/>
              </a:rPr>
              <a:t>//</a:t>
            </a:r>
            <a:r>
              <a:rPr lang="zh-CN" altLang="en-US" sz="1800" b="1" dirty="0">
                <a:solidFill>
                  <a:schemeClr val="accent2"/>
                </a:solidFill>
                <a:effectLst>
                  <a:outerShdw blurRad="38100" dist="38100" dir="2700000" algn="tl">
                    <a:srgbClr val="000000">
                      <a:alpha val="43137"/>
                    </a:srgbClr>
                  </a:outerShdw>
                </a:effectLst>
                <a:latin typeface="+mn-lt"/>
                <a:ea typeface="楷体" pitchFamily="49" charset="-122"/>
              </a:rPr>
              <a:t>输出复合语句中</a:t>
            </a:r>
            <a:r>
              <a:rPr lang="en-US" altLang="zh-CN" sz="1800" b="1" dirty="0">
                <a:solidFill>
                  <a:schemeClr val="accent2"/>
                </a:solidFill>
                <a:effectLst>
                  <a:outerShdw blurRad="38100" dist="38100" dir="2700000" algn="tl">
                    <a:srgbClr val="000000">
                      <a:alpha val="43137"/>
                    </a:srgbClr>
                  </a:outerShdw>
                </a:effectLst>
                <a:latin typeface="+mn-lt"/>
                <a:ea typeface="楷体" pitchFamily="49" charset="-122"/>
              </a:rPr>
              <a:t>z</a:t>
            </a:r>
            <a:r>
              <a:rPr lang="zh-CN" altLang="en-US" sz="1800" b="1" dirty="0">
                <a:solidFill>
                  <a:schemeClr val="accent2"/>
                </a:solidFill>
                <a:effectLst>
                  <a:outerShdw blurRad="38100" dist="38100" dir="2700000" algn="tl">
                    <a:srgbClr val="000000">
                      <a:alpha val="43137"/>
                    </a:srgbClr>
                  </a:outerShdw>
                </a:effectLst>
                <a:latin typeface="+mn-lt"/>
                <a:ea typeface="楷体" pitchFamily="49" charset="-122"/>
              </a:rPr>
              <a:t>的值</a:t>
            </a:r>
          </a:p>
          <a:p>
            <a:r>
              <a:rPr lang="zh-CN" altLang="en-US" b="1" dirty="0">
                <a:solidFill>
                  <a:srgbClr val="D60093"/>
                </a:solidFill>
                <a:effectLst>
                  <a:outerShdw blurRad="38100" dist="38100" dir="2700000" algn="tl">
                    <a:srgbClr val="000000">
                      <a:alpha val="43137"/>
                    </a:srgbClr>
                  </a:outerShdw>
                </a:effectLst>
              </a:rPr>
              <a:t>   </a:t>
            </a:r>
            <a:r>
              <a:rPr lang="en-US" altLang="zh-CN" b="1" dirty="0">
                <a:solidFill>
                  <a:srgbClr val="D60093"/>
                </a:solidFill>
                <a:effectLst>
                  <a:outerShdw blurRad="38100" dist="38100" dir="2700000" algn="tl">
                    <a:srgbClr val="000000">
                      <a:alpha val="43137"/>
                    </a:srgbClr>
                  </a:outerShdw>
                </a:effectLst>
              </a:rPr>
              <a:t>}</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("z = %d\n", z);      </a:t>
            </a:r>
            <a:r>
              <a:rPr lang="en-US" altLang="zh-CN" sz="1800" b="1" dirty="0">
                <a:solidFill>
                  <a:schemeClr val="accent2"/>
                </a:solidFill>
                <a:effectLst>
                  <a:outerShdw blurRad="38100" dist="38100" dir="2700000" algn="tl">
                    <a:srgbClr val="000000">
                      <a:alpha val="43137"/>
                    </a:srgbClr>
                  </a:outerShdw>
                </a:effectLst>
                <a:latin typeface="+mn-lt"/>
                <a:ea typeface="楷体" pitchFamily="49" charset="-122"/>
              </a:rPr>
              <a:t>//</a:t>
            </a:r>
            <a:r>
              <a:rPr lang="zh-CN" altLang="en-US" sz="1800" b="1" dirty="0">
                <a:solidFill>
                  <a:schemeClr val="accent2"/>
                </a:solidFill>
                <a:effectLst>
                  <a:outerShdw blurRad="38100" dist="38100" dir="2700000" algn="tl">
                    <a:srgbClr val="000000">
                      <a:alpha val="43137"/>
                    </a:srgbClr>
                  </a:outerShdw>
                </a:effectLst>
                <a:latin typeface="+mn-lt"/>
                <a:ea typeface="楷体" pitchFamily="49" charset="-122"/>
              </a:rPr>
              <a:t>输出复合语句外</a:t>
            </a:r>
            <a:r>
              <a:rPr lang="en-US" altLang="zh-CN" sz="1800" b="1" dirty="0">
                <a:solidFill>
                  <a:schemeClr val="accent2"/>
                </a:solidFill>
                <a:effectLst>
                  <a:outerShdw blurRad="38100" dist="38100" dir="2700000" algn="tl">
                    <a:srgbClr val="000000">
                      <a:alpha val="43137"/>
                    </a:srgbClr>
                  </a:outerShdw>
                </a:effectLst>
                <a:latin typeface="+mn-lt"/>
                <a:ea typeface="楷体" pitchFamily="49" charset="-122"/>
              </a:rPr>
              <a:t>z</a:t>
            </a:r>
            <a:r>
              <a:rPr lang="zh-CN" altLang="en-US" sz="1800" b="1" dirty="0">
                <a:solidFill>
                  <a:schemeClr val="accent2"/>
                </a:solidFill>
                <a:effectLst>
                  <a:outerShdw blurRad="38100" dist="38100" dir="2700000" algn="tl">
                    <a:srgbClr val="000000">
                      <a:alpha val="43137"/>
                    </a:srgbClr>
                  </a:outerShdw>
                </a:effectLst>
                <a:latin typeface="+mn-lt"/>
                <a:ea typeface="楷体" pitchFamily="49" charset="-122"/>
              </a:rPr>
              <a:t>的值</a:t>
            </a:r>
          </a:p>
          <a:p>
            <a:r>
              <a:rPr lang="en-US" altLang="zh-CN" b="1" dirty="0">
                <a:effectLst>
                  <a:outerShdw blurRad="38100" dist="38100" dir="2700000" algn="tl">
                    <a:srgbClr val="FFFFFF"/>
                  </a:outerShdw>
                </a:effectLst>
              </a:rPr>
              <a:t>   return 0;</a:t>
            </a:r>
          </a:p>
          <a:p>
            <a:r>
              <a:rPr lang="en-US" altLang="zh-CN" b="1" dirty="0">
                <a:effectLst>
                  <a:outerShdw blurRad="38100" dist="38100" dir="2700000" algn="tl">
                    <a:srgbClr val="FFFFFF"/>
                  </a:outerShdw>
                </a:effectLst>
              </a:rPr>
              <a:t>}</a:t>
            </a:r>
          </a:p>
        </p:txBody>
      </p:sp>
      <p:sp>
        <p:nvSpPr>
          <p:cNvPr id="831506" name="Rectangle 18"/>
          <p:cNvSpPr>
            <a:spLocks noChangeArrowheads="1"/>
          </p:cNvSpPr>
          <p:nvPr/>
        </p:nvSpPr>
        <p:spPr bwMode="auto">
          <a:xfrm>
            <a:off x="7391474" y="2793537"/>
            <a:ext cx="2520950" cy="1200329"/>
          </a:xfrm>
          <a:prstGeom prst="rect">
            <a:avLst/>
          </a:prstGeom>
          <a:solidFill>
            <a:srgbClr val="FFFFFF"/>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zh-CN" altLang="en-US" b="1" dirty="0">
                <a:solidFill>
                  <a:srgbClr val="FF33CC"/>
                </a:solidFill>
                <a:effectLst>
                  <a:outerShdw blurRad="38100" dist="38100" dir="2700000" algn="tl">
                    <a:srgbClr val="C0C0C0"/>
                  </a:outerShdw>
                </a:effectLst>
                <a:latin typeface="隶书" pitchFamily="49" charset="-122"/>
                <a:ea typeface="隶书" pitchFamily="49" charset="-122"/>
              </a:rPr>
              <a:t>输出结果：</a:t>
            </a:r>
            <a:endParaRPr lang="en-US" altLang="zh-CN" b="1" dirty="0">
              <a:solidFill>
                <a:srgbClr val="FF33CC"/>
              </a:solidFill>
              <a:effectLst>
                <a:outerShdw blurRad="38100" dist="38100" dir="2700000" algn="tl">
                  <a:srgbClr val="C0C0C0"/>
                </a:outerShdw>
              </a:effectLst>
              <a:latin typeface="隶书" pitchFamily="49" charset="-122"/>
              <a:ea typeface="隶书" pitchFamily="49" charset="-122"/>
            </a:endParaRPr>
          </a:p>
          <a:p>
            <a:r>
              <a:rPr lang="en-US" altLang="zh-CN" b="1" dirty="0">
                <a:effectLst>
                  <a:outerShdw blurRad="38100" dist="38100" dir="2700000" algn="tl">
                    <a:srgbClr val="C0C0C0"/>
                  </a:outerShdw>
                </a:effectLst>
                <a:latin typeface="+mn-lt"/>
                <a:ea typeface="楷体_GB2312" pitchFamily="49" charset="-122"/>
              </a:rPr>
              <a:t>  z = 200</a:t>
            </a:r>
          </a:p>
          <a:p>
            <a:r>
              <a:rPr lang="en-US" altLang="zh-CN" b="1" dirty="0">
                <a:effectLst>
                  <a:outerShdw blurRad="38100" dist="38100" dir="2700000" algn="tl">
                    <a:srgbClr val="C0C0C0"/>
                  </a:outerShdw>
                </a:effectLst>
                <a:latin typeface="+mn-lt"/>
                <a:ea typeface="楷体_GB2312" pitchFamily="49" charset="-122"/>
              </a:rPr>
              <a:t>  z = 30</a:t>
            </a:r>
          </a:p>
        </p:txBody>
      </p:sp>
      <p:grpSp>
        <p:nvGrpSpPr>
          <p:cNvPr id="15" name="组合 14"/>
          <p:cNvGrpSpPr/>
          <p:nvPr/>
        </p:nvGrpSpPr>
        <p:grpSpPr>
          <a:xfrm>
            <a:off x="1918495" y="1604292"/>
            <a:ext cx="5676757" cy="3517275"/>
            <a:chOff x="1403648" y="2036340"/>
            <a:chExt cx="5676757" cy="3517275"/>
          </a:xfrm>
        </p:grpSpPr>
        <p:sp>
          <p:nvSpPr>
            <p:cNvPr id="13" name="矩形 12"/>
            <p:cNvSpPr/>
            <p:nvPr/>
          </p:nvSpPr>
          <p:spPr bwMode="auto">
            <a:xfrm>
              <a:off x="1403648" y="3681407"/>
              <a:ext cx="3456384" cy="1872208"/>
            </a:xfrm>
            <a:prstGeom prst="rect">
              <a:avLst/>
            </a:prstGeom>
            <a:noFill/>
            <a:ln w="31750" cap="flat" cmpd="sng" algn="ctr">
              <a:solidFill>
                <a:srgbClr val="FF33CC"/>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4" name="线形标注 2 13"/>
            <p:cNvSpPr/>
            <p:nvPr/>
          </p:nvSpPr>
          <p:spPr bwMode="auto">
            <a:xfrm>
              <a:off x="5352213" y="2036340"/>
              <a:ext cx="1728192" cy="504056"/>
            </a:xfrm>
            <a:prstGeom prst="borderCallout2">
              <a:avLst>
                <a:gd name="adj1" fmla="val 18750"/>
                <a:gd name="adj2" fmla="val -8333"/>
                <a:gd name="adj3" fmla="val 18750"/>
                <a:gd name="adj4" fmla="val -16667"/>
                <a:gd name="adj5" fmla="val 322180"/>
                <a:gd name="adj6" fmla="val -100952"/>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w="31750" cap="flat" cmpd="sng" algn="ctr">
              <a:solidFill>
                <a:srgbClr val="FF33CC"/>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r>
                <a:rPr lang="zh-CN" altLang="en-US" b="1" dirty="0">
                  <a:solidFill>
                    <a:srgbClr val="FF33CC"/>
                  </a:solidFill>
                  <a:effectLst>
                    <a:outerShdw blurRad="38100" dist="38100" dir="2700000" algn="tl">
                      <a:srgbClr val="000000">
                        <a:alpha val="43137"/>
                      </a:srgbClr>
                    </a:outerShdw>
                  </a:effectLst>
                  <a:latin typeface="隶书" pitchFamily="49" charset="-122"/>
                  <a:ea typeface="隶书" pitchFamily="49" charset="-122"/>
                </a:rPr>
                <a:t>复合语句</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31495"/>
                                        </p:tgtEl>
                                        <p:attrNameLst>
                                          <p:attrName>style.visibility</p:attrName>
                                        </p:attrNameLst>
                                      </p:cBhvr>
                                      <p:to>
                                        <p:strVal val="visible"/>
                                      </p:to>
                                    </p:set>
                                    <p:animEffect transition="in" filter="box(in)">
                                      <p:cBhvr>
                                        <p:cTn id="7" dur="500"/>
                                        <p:tgtEl>
                                          <p:spTgt spid="83149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31502"/>
                                        </p:tgtEl>
                                        <p:attrNameLst>
                                          <p:attrName>style.visibility</p:attrName>
                                        </p:attrNameLst>
                                      </p:cBhvr>
                                      <p:to>
                                        <p:strVal val="visible"/>
                                      </p:to>
                                    </p:set>
                                    <p:animEffect transition="in" filter="box(out)">
                                      <p:cBhvr>
                                        <p:cTn id="12" dur="500"/>
                                        <p:tgtEl>
                                          <p:spTgt spid="83150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out)">
                                      <p:cBhvr>
                                        <p:cTn id="17" dur="500"/>
                                        <p:tgtEl>
                                          <p:spTgt spid="1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31501"/>
                                        </p:tgtEl>
                                        <p:attrNameLst>
                                          <p:attrName>style.visibility</p:attrName>
                                        </p:attrNameLst>
                                      </p:cBhvr>
                                      <p:to>
                                        <p:strVal val="visible"/>
                                      </p:to>
                                    </p:set>
                                    <p:animEffect transition="in" filter="box(out)">
                                      <p:cBhvr>
                                        <p:cTn id="22" dur="500"/>
                                        <p:tgtEl>
                                          <p:spTgt spid="831501"/>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et>
                                      <p:cBhvr override="childStyle">
                                        <p:cTn dur="1" fill="hold" display="0" masterRel="nextClick" afterEffect="1"/>
                                        <p:tgtEl>
                                          <p:spTgt spid="831501"/>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831503"/>
                                        </p:tgtEl>
                                        <p:attrNameLst>
                                          <p:attrName>style.visibility</p:attrName>
                                        </p:attrNameLst>
                                      </p:cBhvr>
                                      <p:to>
                                        <p:strVal val="visible"/>
                                      </p:to>
                                    </p:set>
                                    <p:animEffect transition="in" filter="box(out)">
                                      <p:cBhvr>
                                        <p:cTn id="27" dur="500"/>
                                        <p:tgtEl>
                                          <p:spTgt spid="831503"/>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ox(out)">
                                      <p:cBhvr>
                                        <p:cTn id="32" dur="500"/>
                                        <p:tgtEl>
                                          <p:spTgt spid="12"/>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831505"/>
                                        </p:tgtEl>
                                        <p:attrNameLst>
                                          <p:attrName>style.visibility</p:attrName>
                                        </p:attrNameLst>
                                      </p:cBhvr>
                                      <p:to>
                                        <p:strVal val="visible"/>
                                      </p:to>
                                    </p:set>
                                    <p:animEffect transition="in" filter="box(out)">
                                      <p:cBhvr>
                                        <p:cTn id="37" dur="500"/>
                                        <p:tgtEl>
                                          <p:spTgt spid="831505"/>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3"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strips(upRight)">
                                      <p:cBhvr>
                                        <p:cTn id="42" dur="500"/>
                                        <p:tgtEl>
                                          <p:spTgt spid="15"/>
                                        </p:tgtEl>
                                      </p:cBhvr>
                                    </p:animEffect>
                                  </p:childTnLst>
                                  <p:subTnLst>
                                    <p:audio>
                                      <p:cMediaNode>
                                        <p:cTn display="0" masterRel="sameClick">
                                          <p:stCondLst>
                                            <p:cond evt="begin" delay="0">
                                              <p:tn val="40"/>
                                            </p:cond>
                                          </p:stCondLst>
                                          <p:endCondLst>
                                            <p:cond evt="onStopAudio" delay="0">
                                              <p:tgtEl>
                                                <p:sldTgt/>
                                              </p:tgtEl>
                                            </p:cond>
                                          </p:endCondLst>
                                        </p:cTn>
                                        <p:tgtEl>
                                          <p:sndTgt r:embed="rId4" name="laser.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831506"/>
                                        </p:tgtEl>
                                        <p:attrNameLst>
                                          <p:attrName>style.visibility</p:attrName>
                                        </p:attrNameLst>
                                      </p:cBhvr>
                                      <p:to>
                                        <p:strVal val="visible"/>
                                      </p:to>
                                    </p:set>
                                    <p:animEffect transition="in" filter="box(in)">
                                      <p:cBhvr>
                                        <p:cTn id="47" dur="500"/>
                                        <p:tgtEl>
                                          <p:spTgt spid="831506"/>
                                        </p:tgtEl>
                                      </p:cBhvr>
                                    </p:animEffect>
                                  </p:childTnLst>
                                  <p:subTnLst>
                                    <p:audio>
                                      <p:cMediaNode>
                                        <p:cTn display="0" masterRel="sameClick">
                                          <p:stCondLst>
                                            <p:cond evt="begin" delay="0">
                                              <p:tn val="4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1503" grpId="0"/>
      <p:bldP spid="831495" grpId="0"/>
      <p:bldP spid="831502" grpId="0"/>
      <p:bldP spid="11" grpId="0" animBg="1"/>
      <p:bldP spid="12" grpId="0" animBg="1"/>
      <p:bldP spid="831501" grpId="0" animBg="1"/>
      <p:bldP spid="831505" grpId="0" animBg="1"/>
      <p:bldP spid="83150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3541" name="Rectangle 5"/>
          <p:cNvSpPr>
            <a:spLocks noChangeArrowheads="1"/>
          </p:cNvSpPr>
          <p:nvPr/>
        </p:nvSpPr>
        <p:spPr bwMode="auto">
          <a:xfrm>
            <a:off x="530434" y="171450"/>
            <a:ext cx="11182189" cy="1569660"/>
          </a:xfrm>
          <a:prstGeom prst="rect">
            <a:avLst/>
          </a:prstGeom>
          <a:noFill/>
          <a:ln w="9525">
            <a:noFill/>
            <a:miter lim="800000"/>
            <a:headEnd/>
            <a:tailEnd/>
          </a:ln>
          <a:effectLst/>
        </p:spPr>
        <p:txBody>
          <a:bodyPr wrap="square">
            <a:spAutoFit/>
          </a:bodyPr>
          <a:lstStyle/>
          <a:p>
            <a:pPr>
              <a:buFont typeface="Wingdings" pitchFamily="2" charset="2"/>
              <a:buChar char="Ø"/>
            </a:pPr>
            <a:r>
              <a:rPr lang="en-US" altLang="zh-CN"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FF33CC"/>
                </a:solidFill>
                <a:effectLst>
                  <a:outerShdw blurRad="38100" dist="38100" dir="2700000" algn="tl">
                    <a:srgbClr val="000000"/>
                  </a:outerShdw>
                </a:effectLst>
                <a:latin typeface="隶书" panose="02010509060101010101" pitchFamily="49" charset="-122"/>
                <a:ea typeface="隶书" panose="02010509060101010101" pitchFamily="49" charset="-122"/>
              </a:rPr>
              <a:t>控制语句</a:t>
            </a:r>
          </a:p>
          <a:p>
            <a:pPr marL="800100" lvl="1" indent="-342900">
              <a:buFont typeface="Wingdings" panose="05000000000000000000" pitchFamily="2" charset="2"/>
              <a:buChar char="l"/>
            </a:pPr>
            <a:r>
              <a:rPr lang="zh-CN" altLang="en-US" b="1" dirty="0">
                <a:solidFill>
                  <a:srgbClr val="0000FF"/>
                </a:solidFill>
                <a:effectLst>
                  <a:outerShdw blurRad="38100" dist="38100" dir="2700000" algn="tl">
                    <a:srgbClr val="FFFFFF"/>
                  </a:outerShdw>
                </a:effectLst>
                <a:latin typeface="+mn-lt"/>
                <a:ea typeface="楷体" pitchFamily="49" charset="-122"/>
              </a:rPr>
              <a:t>控制语句：</a:t>
            </a:r>
            <a:r>
              <a:rPr lang="zh-CN" altLang="en-US" b="1" dirty="0">
                <a:effectLst>
                  <a:outerShdw blurRad="38100" dist="38100" dir="2700000" algn="tl">
                    <a:srgbClr val="FFFFFF"/>
                  </a:outerShdw>
                </a:effectLst>
                <a:latin typeface="+mn-lt"/>
                <a:ea typeface="楷体" pitchFamily="49" charset="-122"/>
              </a:rPr>
              <a:t>实现一定的控制功能的语句。</a:t>
            </a:r>
            <a:endParaRPr lang="en-US" altLang="zh-CN" b="1" dirty="0">
              <a:effectLst>
                <a:outerShdw blurRad="38100" dist="38100" dir="2700000" algn="tl">
                  <a:srgbClr val="FFFFFF"/>
                </a:outerShdw>
              </a:effectLst>
              <a:latin typeface="+mn-lt"/>
              <a:ea typeface="楷体" pitchFamily="49" charset="-122"/>
            </a:endParaRPr>
          </a:p>
          <a:p>
            <a:pPr marL="800100" lvl="1" indent="-342900">
              <a:buFont typeface="Wingdings" panose="05000000000000000000" pitchFamily="2" charset="2"/>
              <a:buChar char="l"/>
            </a:pPr>
            <a:r>
              <a:rPr lang="zh-CN" altLang="en-US" b="1" dirty="0">
                <a:solidFill>
                  <a:srgbClr val="0000FF"/>
                </a:solidFill>
                <a:effectLst>
                  <a:outerShdw blurRad="38100" dist="38100" dir="2700000" algn="tl">
                    <a:srgbClr val="FFFFFF"/>
                  </a:outerShdw>
                </a:effectLst>
                <a:latin typeface="+mn-lt"/>
                <a:ea typeface="楷体" pitchFamily="49" charset="-122"/>
              </a:rPr>
              <a:t>控制语句结构：</a:t>
            </a:r>
            <a:r>
              <a:rPr lang="zh-CN" altLang="en-US" b="1" dirty="0">
                <a:effectLst>
                  <a:outerShdw blurRad="38100" dist="38100" dir="2700000" algn="tl">
                    <a:srgbClr val="FFFFFF"/>
                  </a:outerShdw>
                </a:effectLst>
                <a:latin typeface="+mn-lt"/>
                <a:ea typeface="楷体" pitchFamily="49" charset="-122"/>
              </a:rPr>
              <a:t>选择结构和循环结构。</a:t>
            </a:r>
            <a:endParaRPr lang="en-US" altLang="zh-CN" b="1" dirty="0">
              <a:effectLst>
                <a:outerShdw blurRad="38100" dist="38100" dir="2700000" algn="tl">
                  <a:srgbClr val="FFFFFF"/>
                </a:outerShdw>
              </a:effectLst>
              <a:latin typeface="+mn-lt"/>
              <a:ea typeface="楷体" pitchFamily="49" charset="-122"/>
            </a:endParaRPr>
          </a:p>
          <a:p>
            <a:pPr marL="800100" lvl="1" indent="-342900">
              <a:buFont typeface="Wingdings" panose="05000000000000000000" pitchFamily="2" charset="2"/>
              <a:buChar char="l"/>
            </a:pPr>
            <a:r>
              <a:rPr lang="zh-CN" altLang="en-US" b="1" dirty="0">
                <a:effectLst>
                  <a:outerShdw blurRad="38100" dist="38100" dir="2700000" algn="tl">
                    <a:srgbClr val="FFFFFF"/>
                  </a:outerShdw>
                </a:effectLst>
                <a:latin typeface="+mn-lt"/>
                <a:ea typeface="楷体" pitchFamily="49" charset="-122"/>
              </a:rPr>
              <a:t>九种控制语句，分成三类。 </a:t>
            </a:r>
          </a:p>
        </p:txBody>
      </p:sp>
      <p:grpSp>
        <p:nvGrpSpPr>
          <p:cNvPr id="833558" name="Group 22"/>
          <p:cNvGrpSpPr>
            <a:grpSpLocks/>
          </p:cNvGrpSpPr>
          <p:nvPr/>
        </p:nvGrpSpPr>
        <p:grpSpPr bwMode="auto">
          <a:xfrm>
            <a:off x="3105665" y="2013868"/>
            <a:ext cx="3552825" cy="3935412"/>
            <a:chOff x="1162" y="1207"/>
            <a:chExt cx="2238" cy="2479"/>
          </a:xfrm>
        </p:grpSpPr>
        <p:sp>
          <p:nvSpPr>
            <p:cNvPr id="833548" name="Text Box 12"/>
            <p:cNvSpPr txBox="1">
              <a:spLocks noChangeArrowheads="1"/>
            </p:cNvSpPr>
            <p:nvPr/>
          </p:nvSpPr>
          <p:spPr bwMode="auto">
            <a:xfrm>
              <a:off x="1927" y="1207"/>
              <a:ext cx="1473" cy="2479"/>
            </a:xfrm>
            <a:prstGeom prst="rect">
              <a:avLst/>
            </a:prstGeom>
            <a:noFill/>
            <a:ln w="12700" cap="sq">
              <a:noFill/>
              <a:miter lim="800000"/>
              <a:headEnd type="none" w="sm" len="sm"/>
              <a:tailEnd type="none" w="sm" len="sm"/>
            </a:ln>
            <a:effectLst/>
          </p:spPr>
          <p:txBody>
            <a:bodyPr wrap="none" anchor="ctr">
              <a:spAutoFit/>
            </a:bodyPr>
            <a:lstStyle/>
            <a:p>
              <a:pPr lvl="1" eaLnBrk="0" hangingPunct="0"/>
              <a:r>
                <a:rPr lang="en-US" altLang="zh-CN" sz="2800" b="1" dirty="0">
                  <a:effectLst>
                    <a:outerShdw blurRad="38100" dist="38100" dir="2700000" algn="tl">
                      <a:srgbClr val="FFFFFF"/>
                    </a:outerShdw>
                  </a:effectLst>
                </a:rPr>
                <a:t>if( )~else~ </a:t>
              </a:r>
            </a:p>
            <a:p>
              <a:pPr lvl="1" eaLnBrk="0" hangingPunct="0"/>
              <a:r>
                <a:rPr lang="en-US" altLang="zh-CN" sz="2800" b="1" dirty="0">
                  <a:effectLst>
                    <a:outerShdw blurRad="38100" dist="38100" dir="2700000" algn="tl">
                      <a:srgbClr val="FFFFFF"/>
                    </a:outerShdw>
                  </a:effectLst>
                </a:rPr>
                <a:t>switch</a:t>
              </a:r>
            </a:p>
            <a:p>
              <a:pPr lvl="1" eaLnBrk="0" hangingPunct="0"/>
              <a:r>
                <a:rPr lang="en-US" altLang="zh-CN" sz="2800" b="1" dirty="0">
                  <a:effectLst>
                    <a:outerShdw blurRad="38100" dist="38100" dir="2700000" algn="tl">
                      <a:srgbClr val="FFFFFF"/>
                    </a:outerShdw>
                  </a:effectLst>
                </a:rPr>
                <a:t>for( )~</a:t>
              </a:r>
            </a:p>
            <a:p>
              <a:pPr lvl="1" eaLnBrk="0" hangingPunct="0"/>
              <a:r>
                <a:rPr lang="en-US" altLang="zh-CN" sz="2800" b="1" dirty="0">
                  <a:effectLst>
                    <a:outerShdw blurRad="38100" dist="38100" dir="2700000" algn="tl">
                      <a:srgbClr val="FFFFFF"/>
                    </a:outerShdw>
                  </a:effectLst>
                </a:rPr>
                <a:t>while( )~</a:t>
              </a:r>
            </a:p>
            <a:p>
              <a:pPr lvl="1" eaLnBrk="0" hangingPunct="0"/>
              <a:r>
                <a:rPr lang="en-US" altLang="zh-CN" sz="2800" b="1" dirty="0" err="1">
                  <a:effectLst>
                    <a:outerShdw blurRad="38100" dist="38100" dir="2700000" algn="tl">
                      <a:srgbClr val="FFFFFF"/>
                    </a:outerShdw>
                  </a:effectLst>
                </a:rPr>
                <a:t>do~while</a:t>
              </a:r>
              <a:r>
                <a:rPr lang="en-US" altLang="zh-CN" sz="2800" b="1" dirty="0">
                  <a:effectLst>
                    <a:outerShdw blurRad="38100" dist="38100" dir="2700000" algn="tl">
                      <a:srgbClr val="FFFFFF"/>
                    </a:outerShdw>
                  </a:effectLst>
                </a:rPr>
                <a:t>( )</a:t>
              </a:r>
            </a:p>
            <a:p>
              <a:pPr lvl="1" eaLnBrk="0" hangingPunct="0"/>
              <a:r>
                <a:rPr lang="en-US" altLang="zh-CN" sz="2800" b="1" dirty="0">
                  <a:effectLst>
                    <a:outerShdw blurRad="38100" dist="38100" dir="2700000" algn="tl">
                      <a:srgbClr val="FFFFFF"/>
                    </a:outerShdw>
                  </a:effectLst>
                </a:rPr>
                <a:t>continue</a:t>
              </a:r>
            </a:p>
            <a:p>
              <a:pPr lvl="1" eaLnBrk="0" hangingPunct="0"/>
              <a:r>
                <a:rPr lang="en-US" altLang="zh-CN" sz="2800" b="1" dirty="0">
                  <a:effectLst>
                    <a:outerShdw blurRad="38100" dist="38100" dir="2700000" algn="tl">
                      <a:srgbClr val="FFFFFF"/>
                    </a:outerShdw>
                  </a:effectLst>
                </a:rPr>
                <a:t>break</a:t>
              </a:r>
            </a:p>
            <a:p>
              <a:pPr lvl="1" eaLnBrk="0" hangingPunct="0"/>
              <a:r>
                <a:rPr lang="en-US" altLang="zh-CN" sz="2800" b="1" dirty="0" err="1">
                  <a:effectLst>
                    <a:outerShdw blurRad="38100" dist="38100" dir="2700000" algn="tl">
                      <a:srgbClr val="FFFFFF"/>
                    </a:outerShdw>
                  </a:effectLst>
                </a:rPr>
                <a:t>goto</a:t>
              </a:r>
              <a:endParaRPr lang="en-US" altLang="zh-CN" sz="2800" b="1" dirty="0">
                <a:effectLst>
                  <a:outerShdw blurRad="38100" dist="38100" dir="2700000" algn="tl">
                    <a:srgbClr val="FFFFFF"/>
                  </a:outerShdw>
                </a:effectLst>
              </a:endParaRPr>
            </a:p>
            <a:p>
              <a:pPr lvl="1" eaLnBrk="0" hangingPunct="0"/>
              <a:r>
                <a:rPr lang="en-US" altLang="zh-CN" sz="2800" b="1" dirty="0">
                  <a:effectLst>
                    <a:outerShdw blurRad="38100" dist="38100" dir="2700000" algn="tl">
                      <a:srgbClr val="FFFFFF"/>
                    </a:outerShdw>
                  </a:effectLst>
                </a:rPr>
                <a:t>return</a:t>
              </a:r>
            </a:p>
          </p:txBody>
        </p:sp>
        <p:sp>
          <p:nvSpPr>
            <p:cNvPr id="833552" name="Text Box 16"/>
            <p:cNvSpPr txBox="1">
              <a:spLocks noChangeArrowheads="1"/>
            </p:cNvSpPr>
            <p:nvPr/>
          </p:nvSpPr>
          <p:spPr bwMode="auto">
            <a:xfrm>
              <a:off x="1499" y="1372"/>
              <a:ext cx="504" cy="292"/>
            </a:xfrm>
            <a:prstGeom prst="rect">
              <a:avLst/>
            </a:prstGeom>
            <a:noFill/>
            <a:ln w="38100">
              <a:noFill/>
              <a:miter lim="800000"/>
              <a:headEnd/>
              <a:tailEnd/>
            </a:ln>
            <a:effectLst/>
          </p:spPr>
          <p:txBody>
            <a:bodyPr wrap="none" lIns="90000" tIns="46800" rIns="90000" bIns="46800">
              <a:spAutoFit/>
            </a:bodyPr>
            <a:lstStyle/>
            <a:p>
              <a:r>
                <a:rPr lang="zh-CN" altLang="en-US" b="1">
                  <a:solidFill>
                    <a:srgbClr val="CC0000"/>
                  </a:solidFill>
                  <a:effectLst>
                    <a:outerShdw blurRad="38100" dist="38100" dir="2700000" algn="tl">
                      <a:srgbClr val="000000"/>
                    </a:outerShdw>
                  </a:effectLst>
                  <a:ea typeface="隶书" pitchFamily="49" charset="-122"/>
                </a:rPr>
                <a:t>分支</a:t>
              </a:r>
              <a:endParaRPr lang="zh-CN" altLang="en-US" sz="2000" b="1">
                <a:solidFill>
                  <a:srgbClr val="CC0000"/>
                </a:solidFill>
                <a:effectLst>
                  <a:outerShdw blurRad="38100" dist="38100" dir="2700000" algn="tl">
                    <a:srgbClr val="000000"/>
                  </a:outerShdw>
                </a:effectLst>
              </a:endParaRPr>
            </a:p>
          </p:txBody>
        </p:sp>
        <p:sp>
          <p:nvSpPr>
            <p:cNvPr id="833553" name="Text Box 17"/>
            <p:cNvSpPr txBox="1">
              <a:spLocks noChangeArrowheads="1"/>
            </p:cNvSpPr>
            <p:nvPr/>
          </p:nvSpPr>
          <p:spPr bwMode="auto">
            <a:xfrm>
              <a:off x="1475" y="2036"/>
              <a:ext cx="504" cy="292"/>
            </a:xfrm>
            <a:prstGeom prst="rect">
              <a:avLst/>
            </a:prstGeom>
            <a:noFill/>
            <a:ln w="38100">
              <a:noFill/>
              <a:miter lim="800000"/>
              <a:headEnd/>
              <a:tailEnd/>
            </a:ln>
            <a:effectLst/>
          </p:spPr>
          <p:txBody>
            <a:bodyPr wrap="none" lIns="90000" tIns="46800" rIns="90000" bIns="46800">
              <a:spAutoFit/>
            </a:bodyPr>
            <a:lstStyle/>
            <a:p>
              <a:r>
                <a:rPr lang="zh-CN" altLang="en-US" b="1">
                  <a:solidFill>
                    <a:srgbClr val="CC0000"/>
                  </a:solidFill>
                  <a:effectLst>
                    <a:outerShdw blurRad="38100" dist="38100" dir="2700000" algn="tl">
                      <a:srgbClr val="000000"/>
                    </a:outerShdw>
                  </a:effectLst>
                  <a:ea typeface="隶书" pitchFamily="49" charset="-122"/>
                </a:rPr>
                <a:t>循环</a:t>
              </a:r>
            </a:p>
          </p:txBody>
        </p:sp>
        <p:sp>
          <p:nvSpPr>
            <p:cNvPr id="833554" name="Text Box 18"/>
            <p:cNvSpPr txBox="1">
              <a:spLocks noChangeArrowheads="1"/>
            </p:cNvSpPr>
            <p:nvPr/>
          </p:nvSpPr>
          <p:spPr bwMode="auto">
            <a:xfrm>
              <a:off x="1162" y="2964"/>
              <a:ext cx="894" cy="292"/>
            </a:xfrm>
            <a:prstGeom prst="rect">
              <a:avLst/>
            </a:prstGeom>
            <a:noFill/>
            <a:ln w="38100">
              <a:noFill/>
              <a:miter lim="800000"/>
              <a:headEnd/>
              <a:tailEnd/>
            </a:ln>
            <a:effectLst/>
          </p:spPr>
          <p:txBody>
            <a:bodyPr wrap="none" lIns="90000" tIns="46800" rIns="90000" bIns="46800">
              <a:spAutoFit/>
            </a:bodyPr>
            <a:lstStyle/>
            <a:p>
              <a:r>
                <a:rPr lang="zh-CN" altLang="en-US" b="1" dirty="0">
                  <a:solidFill>
                    <a:srgbClr val="CC0000"/>
                  </a:solidFill>
                  <a:effectLst>
                    <a:outerShdw blurRad="38100" dist="38100" dir="2700000" algn="tl">
                      <a:srgbClr val="000000"/>
                    </a:outerShdw>
                  </a:effectLst>
                  <a:ea typeface="隶书" pitchFamily="49" charset="-122"/>
                </a:rPr>
                <a:t>辅助控制</a:t>
              </a:r>
            </a:p>
          </p:txBody>
        </p:sp>
        <p:sp>
          <p:nvSpPr>
            <p:cNvPr id="833555" name="AutoShape 19"/>
            <p:cNvSpPr>
              <a:spLocks/>
            </p:cNvSpPr>
            <p:nvPr/>
          </p:nvSpPr>
          <p:spPr bwMode="auto">
            <a:xfrm>
              <a:off x="2109" y="1344"/>
              <a:ext cx="91" cy="362"/>
            </a:xfrm>
            <a:prstGeom prst="leftBrace">
              <a:avLst>
                <a:gd name="adj1" fmla="val 33150"/>
                <a:gd name="adj2" fmla="val 50000"/>
              </a:avLst>
            </a:prstGeom>
            <a:noFill/>
            <a:ln w="38100">
              <a:solidFill>
                <a:schemeClr val="tx1"/>
              </a:solidFill>
              <a:round/>
              <a:headEnd/>
              <a:tailEnd/>
            </a:ln>
            <a:effectLst/>
          </p:spPr>
          <p:txBody>
            <a:bodyPr wrap="none" anchor="ctr"/>
            <a:lstStyle/>
            <a:p>
              <a:endParaRPr lang="zh-CN" altLang="en-US"/>
            </a:p>
          </p:txBody>
        </p:sp>
        <p:sp>
          <p:nvSpPr>
            <p:cNvPr id="833556" name="AutoShape 20"/>
            <p:cNvSpPr>
              <a:spLocks/>
            </p:cNvSpPr>
            <p:nvPr/>
          </p:nvSpPr>
          <p:spPr bwMode="auto">
            <a:xfrm>
              <a:off x="2093" y="1904"/>
              <a:ext cx="107" cy="619"/>
            </a:xfrm>
            <a:prstGeom prst="leftBrace">
              <a:avLst>
                <a:gd name="adj1" fmla="val 48209"/>
                <a:gd name="adj2" fmla="val 50000"/>
              </a:avLst>
            </a:prstGeom>
            <a:noFill/>
            <a:ln w="38100">
              <a:solidFill>
                <a:schemeClr val="tx1"/>
              </a:solidFill>
              <a:round/>
              <a:headEnd/>
              <a:tailEnd/>
            </a:ln>
            <a:effectLst/>
          </p:spPr>
          <p:txBody>
            <a:bodyPr wrap="none" anchor="ctr"/>
            <a:lstStyle/>
            <a:p>
              <a:endParaRPr lang="zh-CN" altLang="en-US"/>
            </a:p>
          </p:txBody>
        </p:sp>
        <p:sp>
          <p:nvSpPr>
            <p:cNvPr id="833557" name="AutoShape 21"/>
            <p:cNvSpPr>
              <a:spLocks/>
            </p:cNvSpPr>
            <p:nvPr/>
          </p:nvSpPr>
          <p:spPr bwMode="auto">
            <a:xfrm>
              <a:off x="2069" y="2712"/>
              <a:ext cx="125" cy="854"/>
            </a:xfrm>
            <a:prstGeom prst="leftBrace">
              <a:avLst>
                <a:gd name="adj1" fmla="val 56933"/>
                <a:gd name="adj2" fmla="val 49065"/>
              </a:avLst>
            </a:prstGeom>
            <a:noFill/>
            <a:ln w="38100">
              <a:solidFill>
                <a:schemeClr val="tx1"/>
              </a:solidFill>
              <a:round/>
              <a:headEnd/>
              <a:tailEnd/>
            </a:ln>
            <a:effectLst/>
          </p:spPr>
          <p:txBody>
            <a:bodyPr wrap="none" anchor="ctr"/>
            <a:lstStyle/>
            <a:p>
              <a:endParaRPr lang="zh-CN" altLang="en-US"/>
            </a:p>
          </p:txBody>
        </p:sp>
      </p:grpSp>
      <p:sp>
        <p:nvSpPr>
          <p:cNvPr id="833559" name="Oval 23"/>
          <p:cNvSpPr>
            <a:spLocks noChangeArrowheads="1"/>
          </p:cNvSpPr>
          <p:nvPr/>
        </p:nvSpPr>
        <p:spPr bwMode="auto">
          <a:xfrm>
            <a:off x="4610038" y="2041913"/>
            <a:ext cx="1873250" cy="889000"/>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833560" name="Oval 24"/>
          <p:cNvSpPr>
            <a:spLocks noChangeArrowheads="1"/>
          </p:cNvSpPr>
          <p:nvPr/>
        </p:nvSpPr>
        <p:spPr bwMode="auto">
          <a:xfrm>
            <a:off x="4731264" y="4616754"/>
            <a:ext cx="1223963" cy="504825"/>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833563" name="Group 27"/>
          <p:cNvGrpSpPr>
            <a:grpSpLocks/>
          </p:cNvGrpSpPr>
          <p:nvPr/>
        </p:nvGrpSpPr>
        <p:grpSpPr bwMode="auto">
          <a:xfrm>
            <a:off x="5950468" y="3369596"/>
            <a:ext cx="3817940" cy="1422401"/>
            <a:chOff x="3106" y="2005"/>
            <a:chExt cx="2405" cy="896"/>
          </a:xfrm>
        </p:grpSpPr>
        <p:sp>
          <p:nvSpPr>
            <p:cNvPr id="833561" name="AutoShape 25"/>
            <p:cNvSpPr>
              <a:spLocks/>
            </p:cNvSpPr>
            <p:nvPr/>
          </p:nvSpPr>
          <p:spPr bwMode="auto">
            <a:xfrm>
              <a:off x="4422" y="2005"/>
              <a:ext cx="1089" cy="384"/>
            </a:xfrm>
            <a:prstGeom prst="borderCallout2">
              <a:avLst>
                <a:gd name="adj1" fmla="val 18750"/>
                <a:gd name="adj2" fmla="val -4407"/>
                <a:gd name="adj3" fmla="val 18750"/>
                <a:gd name="adj4" fmla="val -48579"/>
                <a:gd name="adj5" fmla="val -116667"/>
                <a:gd name="adj6" fmla="val -94398"/>
              </a:avLst>
            </a:prstGeom>
            <a:gradFill flip="none" rotWithShape="1">
              <a:gsLst>
                <a:gs pos="0">
                  <a:srgbClr val="CCFFCC">
                    <a:shade val="30000"/>
                    <a:satMod val="115000"/>
                  </a:srgbClr>
                </a:gs>
                <a:gs pos="50000">
                  <a:srgbClr val="CCFFCC">
                    <a:shade val="67500"/>
                    <a:satMod val="115000"/>
                  </a:srgbClr>
                </a:gs>
                <a:gs pos="100000">
                  <a:srgbClr val="CCFFCC">
                    <a:shade val="100000"/>
                    <a:satMod val="115000"/>
                  </a:srgbClr>
                </a:gs>
              </a:gsLst>
              <a:lin ang="10800000" scaled="1"/>
              <a:tileRect/>
            </a:gradFill>
            <a:ln w="28575">
              <a:solidFill>
                <a:srgbClr val="CC0000"/>
              </a:solidFill>
              <a:miter lim="800000"/>
              <a:headEnd/>
              <a:tailEnd/>
            </a:ln>
            <a:effectLst>
              <a:outerShdw blurRad="50800" dist="106680" dir="2700000" algn="tl" rotWithShape="0">
                <a:prstClr val="black">
                  <a:alpha val="43000"/>
                </a:prstClr>
              </a:outerShdw>
            </a:effectLst>
          </p:spPr>
          <p:txBody>
            <a:bodyPr anchor="ctr" anchorCtr="0"/>
            <a:lstStyle/>
            <a:p>
              <a:pPr algn="ctr"/>
              <a:r>
                <a:rPr lang="zh-CN" altLang="en-US" b="1" dirty="0">
                  <a:solidFill>
                    <a:srgbClr val="CC0000"/>
                  </a:solidFill>
                  <a:effectLst>
                    <a:outerShdw blurRad="38100" dist="38100" dir="2700000" algn="tl">
                      <a:srgbClr val="000000"/>
                    </a:outerShdw>
                  </a:effectLst>
                  <a:latin typeface="楷体" pitchFamily="49" charset="-122"/>
                  <a:ea typeface="楷体" pitchFamily="49" charset="-122"/>
                </a:rPr>
                <a:t>本章讨论</a:t>
              </a:r>
            </a:p>
          </p:txBody>
        </p:sp>
        <p:sp>
          <p:nvSpPr>
            <p:cNvPr id="833562" name="Line 26"/>
            <p:cNvSpPr>
              <a:spLocks noChangeShapeType="1"/>
            </p:cNvSpPr>
            <p:nvPr/>
          </p:nvSpPr>
          <p:spPr bwMode="auto">
            <a:xfrm flipV="1">
              <a:off x="3106" y="2269"/>
              <a:ext cx="1271" cy="632"/>
            </a:xfrm>
            <a:prstGeom prst="line">
              <a:avLst/>
            </a:prstGeom>
            <a:noFill/>
            <a:ln w="28575">
              <a:solidFill>
                <a:srgbClr val="CC0000"/>
              </a:solidFill>
              <a:round/>
              <a:headEnd/>
              <a:tailEnd/>
            </a:ln>
            <a:effectLst>
              <a:outerShdw dist="107763" dir="2700000" algn="ctr" rotWithShape="0">
                <a:schemeClr val="bg2">
                  <a:alpha val="50000"/>
                </a:schemeClr>
              </a:outerShdw>
            </a:effectLst>
          </p:spPr>
          <p:txBody>
            <a:bodyPr/>
            <a:lstStyle/>
            <a:p>
              <a:endParaRPr lang="zh-CN" altLang="en-US"/>
            </a:p>
          </p:txBody>
        </p:sp>
      </p:grpSp>
      <p:grpSp>
        <p:nvGrpSpPr>
          <p:cNvPr id="833564" name="Group 28"/>
          <p:cNvGrpSpPr>
            <a:grpSpLocks/>
          </p:cNvGrpSpPr>
          <p:nvPr/>
        </p:nvGrpSpPr>
        <p:grpSpPr bwMode="auto">
          <a:xfrm>
            <a:off x="-9117" y="0"/>
            <a:ext cx="446088" cy="6858000"/>
            <a:chOff x="0" y="0"/>
            <a:chExt cx="281" cy="4320"/>
          </a:xfrm>
        </p:grpSpPr>
        <p:sp>
          <p:nvSpPr>
            <p:cNvPr id="833565" name="Text Box 2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33566" name="Text Box 3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3541">
                                            <p:txEl>
                                              <p:pRg st="1" end="1"/>
                                            </p:txEl>
                                          </p:spTgt>
                                        </p:tgtEl>
                                        <p:attrNameLst>
                                          <p:attrName>style.visibility</p:attrName>
                                        </p:attrNameLst>
                                      </p:cBhvr>
                                      <p:to>
                                        <p:strVal val="visible"/>
                                      </p:to>
                                    </p:set>
                                    <p:anim calcmode="lin" valueType="num">
                                      <p:cBhvr additive="base">
                                        <p:cTn id="7" dur="500" fill="hold"/>
                                        <p:tgtEl>
                                          <p:spTgt spid="83354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354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33541">
                                            <p:txEl>
                                              <p:pRg st="2" end="2"/>
                                            </p:txEl>
                                          </p:spTgt>
                                        </p:tgtEl>
                                        <p:attrNameLst>
                                          <p:attrName>style.visibility</p:attrName>
                                        </p:attrNameLst>
                                      </p:cBhvr>
                                      <p:to>
                                        <p:strVal val="visible"/>
                                      </p:to>
                                    </p:set>
                                    <p:anim calcmode="lin" valueType="num">
                                      <p:cBhvr additive="base">
                                        <p:cTn id="13" dur="500" fill="hold"/>
                                        <p:tgtEl>
                                          <p:spTgt spid="83354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3354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33541">
                                            <p:txEl>
                                              <p:pRg st="3" end="3"/>
                                            </p:txEl>
                                          </p:spTgt>
                                        </p:tgtEl>
                                        <p:attrNameLst>
                                          <p:attrName>style.visibility</p:attrName>
                                        </p:attrNameLst>
                                      </p:cBhvr>
                                      <p:to>
                                        <p:strVal val="visible"/>
                                      </p:to>
                                    </p:set>
                                    <p:anim calcmode="lin" valueType="num">
                                      <p:cBhvr additive="base">
                                        <p:cTn id="19" dur="500" fill="hold"/>
                                        <p:tgtEl>
                                          <p:spTgt spid="83354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3354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833558"/>
                                        </p:tgtEl>
                                        <p:attrNameLst>
                                          <p:attrName>style.visibility</p:attrName>
                                        </p:attrNameLst>
                                      </p:cBhvr>
                                      <p:to>
                                        <p:strVal val="visible"/>
                                      </p:to>
                                    </p:set>
                                    <p:animEffect transition="in" filter="box(out)">
                                      <p:cBhvr>
                                        <p:cTn id="25" dur="500"/>
                                        <p:tgtEl>
                                          <p:spTgt spid="833558"/>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18" presetClass="entr" presetSubtype="12" fill="hold" grpId="0" nodeType="clickEffect">
                                  <p:stCondLst>
                                    <p:cond delay="0"/>
                                  </p:stCondLst>
                                  <p:childTnLst>
                                    <p:set>
                                      <p:cBhvr>
                                        <p:cTn id="29" dur="1" fill="hold">
                                          <p:stCondLst>
                                            <p:cond delay="0"/>
                                          </p:stCondLst>
                                        </p:cTn>
                                        <p:tgtEl>
                                          <p:spTgt spid="833559"/>
                                        </p:tgtEl>
                                        <p:attrNameLst>
                                          <p:attrName>style.visibility</p:attrName>
                                        </p:attrNameLst>
                                      </p:cBhvr>
                                      <p:to>
                                        <p:strVal val="visible"/>
                                      </p:to>
                                    </p:set>
                                    <p:animEffect transition="in" filter="strips(downLeft)">
                                      <p:cBhvr>
                                        <p:cTn id="30" dur="500"/>
                                        <p:tgtEl>
                                          <p:spTgt spid="833559"/>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par>
                          <p:cTn id="31" fill="hold">
                            <p:stCondLst>
                              <p:cond delay="500"/>
                            </p:stCondLst>
                            <p:childTnLst>
                              <p:par>
                                <p:cTn id="32" presetID="18" presetClass="entr" presetSubtype="12" fill="hold" grpId="0" nodeType="afterEffect">
                                  <p:stCondLst>
                                    <p:cond delay="0"/>
                                  </p:stCondLst>
                                  <p:childTnLst>
                                    <p:set>
                                      <p:cBhvr>
                                        <p:cTn id="33" dur="1" fill="hold">
                                          <p:stCondLst>
                                            <p:cond delay="0"/>
                                          </p:stCondLst>
                                        </p:cTn>
                                        <p:tgtEl>
                                          <p:spTgt spid="833560"/>
                                        </p:tgtEl>
                                        <p:attrNameLst>
                                          <p:attrName>style.visibility</p:attrName>
                                        </p:attrNameLst>
                                      </p:cBhvr>
                                      <p:to>
                                        <p:strVal val="visible"/>
                                      </p:to>
                                    </p:set>
                                    <p:animEffect transition="in" filter="strips(downLeft)">
                                      <p:cBhvr>
                                        <p:cTn id="34" dur="500"/>
                                        <p:tgtEl>
                                          <p:spTgt spid="833560"/>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1000"/>
                            </p:stCondLst>
                            <p:childTnLst>
                              <p:par>
                                <p:cTn id="36" presetID="18" presetClass="entr" presetSubtype="6" fill="hold" nodeType="afterEffect">
                                  <p:stCondLst>
                                    <p:cond delay="0"/>
                                  </p:stCondLst>
                                  <p:childTnLst>
                                    <p:set>
                                      <p:cBhvr>
                                        <p:cTn id="37" dur="1" fill="hold">
                                          <p:stCondLst>
                                            <p:cond delay="0"/>
                                          </p:stCondLst>
                                        </p:cTn>
                                        <p:tgtEl>
                                          <p:spTgt spid="833563"/>
                                        </p:tgtEl>
                                        <p:attrNameLst>
                                          <p:attrName>style.visibility</p:attrName>
                                        </p:attrNameLst>
                                      </p:cBhvr>
                                      <p:to>
                                        <p:strVal val="visible"/>
                                      </p:to>
                                    </p:set>
                                    <p:animEffect transition="in" filter="strips(downRight)">
                                      <p:cBhvr>
                                        <p:cTn id="38" dur="500"/>
                                        <p:tgtEl>
                                          <p:spTgt spid="833563"/>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59" grpId="0" animBg="1"/>
      <p:bldP spid="833560"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5586" name="Rectangle 2"/>
          <p:cNvSpPr>
            <a:spLocks noGrp="1" noChangeArrowheads="1"/>
          </p:cNvSpPr>
          <p:nvPr>
            <p:ph type="body" idx="4294967295"/>
          </p:nvPr>
        </p:nvSpPr>
        <p:spPr>
          <a:xfrm>
            <a:off x="503647" y="247650"/>
            <a:ext cx="8307387" cy="647700"/>
          </a:xfrm>
        </p:spPr>
        <p:txBody>
          <a:bodyPr/>
          <a:lstStyle/>
          <a:p>
            <a:pPr algn="just">
              <a:buFontTx/>
              <a:buNone/>
            </a:pPr>
            <a:r>
              <a:rPr lang="en-US" altLang="zh-CN">
                <a:solidFill>
                  <a:srgbClr val="FF0000"/>
                </a:solidFill>
                <a:effectLst>
                  <a:outerShdw blurRad="38100" dist="38100" dir="2700000" algn="tl">
                    <a:srgbClr val="000000"/>
                  </a:outerShdw>
                </a:effectLst>
                <a:latin typeface="隶书" pitchFamily="49" charset="-122"/>
                <a:ea typeface="隶书" pitchFamily="49" charset="-122"/>
              </a:rPr>
              <a:t>5.2 </a:t>
            </a:r>
            <a:r>
              <a:rPr lang="zh-CN" altLang="en-US">
                <a:solidFill>
                  <a:srgbClr val="FF3300"/>
                </a:solidFill>
                <a:effectLst>
                  <a:outerShdw blurRad="38100" dist="38100" dir="2700000" algn="tl">
                    <a:srgbClr val="000000"/>
                  </a:outerShdw>
                </a:effectLst>
                <a:latin typeface="隶书" pitchFamily="49" charset="-122"/>
                <a:ea typeface="隶书" pitchFamily="49" charset="-122"/>
              </a:rPr>
              <a:t>关系运算符、逻辑运算符、条件运算符</a:t>
            </a:r>
          </a:p>
        </p:txBody>
      </p:sp>
      <p:sp>
        <p:nvSpPr>
          <p:cNvPr id="835597" name="Rectangle 13"/>
          <p:cNvSpPr>
            <a:spLocks noChangeArrowheads="1"/>
          </p:cNvSpPr>
          <p:nvPr/>
        </p:nvSpPr>
        <p:spPr bwMode="auto">
          <a:xfrm>
            <a:off x="817971" y="829886"/>
            <a:ext cx="4876656" cy="523220"/>
          </a:xfrm>
          <a:prstGeom prst="rect">
            <a:avLst/>
          </a:prstGeom>
          <a:noFill/>
          <a:ln w="9525">
            <a:noFill/>
            <a:miter lim="800000"/>
            <a:headEnd/>
            <a:tailEnd/>
          </a:ln>
          <a:effectLst/>
        </p:spPr>
        <p:txBody>
          <a:bodyPr wrap="none" anchor="ctr">
            <a:spAutoFit/>
          </a:bodyPr>
          <a:lstStyle/>
          <a:p>
            <a:r>
              <a:rPr lang="en-US" altLang="zh-CN" sz="2800" b="1" dirty="0">
                <a:solidFill>
                  <a:srgbClr val="D60093"/>
                </a:solidFill>
                <a:effectLst>
                  <a:outerShdw blurRad="50800" dist="38100" dir="10800000" algn="r" rotWithShape="0">
                    <a:prstClr val="black">
                      <a:alpha val="40000"/>
                    </a:prstClr>
                  </a:outerShdw>
                </a:effectLst>
                <a:latin typeface="隶书" panose="02010509060101010101" pitchFamily="49" charset="-122"/>
                <a:ea typeface="隶书" panose="02010509060101010101" pitchFamily="49" charset="-122"/>
              </a:rPr>
              <a:t>1. </a:t>
            </a:r>
            <a:r>
              <a:rPr lang="zh-CN" altLang="en-US" sz="2800" b="1" dirty="0">
                <a:solidFill>
                  <a:srgbClr val="D60093"/>
                </a:solidFill>
                <a:effectLst>
                  <a:outerShdw blurRad="50800" dist="38100" dir="10800000" algn="r" rotWithShape="0">
                    <a:prstClr val="black">
                      <a:alpha val="40000"/>
                    </a:prstClr>
                  </a:outerShdw>
                </a:effectLst>
                <a:latin typeface="隶书" panose="02010509060101010101" pitchFamily="49" charset="-122"/>
                <a:ea typeface="隶书" panose="02010509060101010101" pitchFamily="49" charset="-122"/>
              </a:rPr>
              <a:t>关系运算符和关系表达式</a:t>
            </a:r>
            <a:r>
              <a:rPr lang="zh-CN" altLang="en-US" sz="2800" b="1" dirty="0">
                <a:effectLst>
                  <a:outerShdw blurRad="50800" dist="38100" dir="10800000" algn="r" rotWithShape="0">
                    <a:prstClr val="black">
                      <a:alpha val="40000"/>
                    </a:prstClr>
                  </a:outerShdw>
                </a:effectLst>
                <a:latin typeface="隶书" panose="02010509060101010101" pitchFamily="49" charset="-122"/>
                <a:ea typeface="隶书" panose="02010509060101010101" pitchFamily="49" charset="-122"/>
              </a:rPr>
              <a:t> </a:t>
            </a:r>
          </a:p>
        </p:txBody>
      </p:sp>
      <p:graphicFrame>
        <p:nvGraphicFramePr>
          <p:cNvPr id="835749" name="Group 165"/>
          <p:cNvGraphicFramePr>
            <a:graphicFrameLocks noGrp="1"/>
          </p:cNvGraphicFramePr>
          <p:nvPr>
            <p:extLst>
              <p:ext uri="{D42A27DB-BD31-4B8C-83A1-F6EECF244321}">
                <p14:modId xmlns:p14="http://schemas.microsoft.com/office/powerpoint/2010/main" val="1626081826"/>
              </p:ext>
            </p:extLst>
          </p:nvPr>
        </p:nvGraphicFramePr>
        <p:xfrm>
          <a:off x="1559496" y="1912938"/>
          <a:ext cx="9577064" cy="2560320"/>
        </p:xfrm>
        <a:graphic>
          <a:graphicData uri="http://schemas.openxmlformats.org/drawingml/2006/table">
            <a:tbl>
              <a:tblPr>
                <a:effectLst>
                  <a:outerShdw blurRad="50800" dist="38100" dir="2700000" algn="tl" rotWithShape="0">
                    <a:prstClr val="black">
                      <a:alpha val="40000"/>
                    </a:prstClr>
                  </a:outerShdw>
                </a:effectLst>
              </a:tblPr>
              <a:tblGrid>
                <a:gridCol w="3654520">
                  <a:extLst>
                    <a:ext uri="{9D8B030D-6E8A-4147-A177-3AD203B41FA5}">
                      <a16:colId xmlns:a16="http://schemas.microsoft.com/office/drawing/2014/main" val="20000"/>
                    </a:ext>
                  </a:extLst>
                </a:gridCol>
                <a:gridCol w="1678163">
                  <a:extLst>
                    <a:ext uri="{9D8B030D-6E8A-4147-A177-3AD203B41FA5}">
                      <a16:colId xmlns:a16="http://schemas.microsoft.com/office/drawing/2014/main" val="20001"/>
                    </a:ext>
                  </a:extLst>
                </a:gridCol>
                <a:gridCol w="2801291">
                  <a:extLst>
                    <a:ext uri="{9D8B030D-6E8A-4147-A177-3AD203B41FA5}">
                      <a16:colId xmlns:a16="http://schemas.microsoft.com/office/drawing/2014/main" val="20002"/>
                    </a:ext>
                  </a:extLst>
                </a:gridCol>
                <a:gridCol w="1443090">
                  <a:extLst>
                    <a:ext uri="{9D8B030D-6E8A-4147-A177-3AD203B41FA5}">
                      <a16:colId xmlns:a16="http://schemas.microsoft.com/office/drawing/2014/main" val="20003"/>
                    </a:ext>
                  </a:extLst>
                </a:gridCol>
              </a:tblGrid>
              <a:tr h="2555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D60093"/>
                          </a:solidFill>
                          <a:effectLst>
                            <a:outerShdw blurRad="38100" dist="38100" dir="2700000" algn="tl">
                              <a:srgbClr val="000000"/>
                            </a:outerShdw>
                          </a:effectLst>
                          <a:latin typeface="+mn-lt"/>
                          <a:ea typeface="楷体" pitchFamily="49" charset="-122"/>
                        </a:rPr>
                        <a:t>关系运算符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D60093"/>
                          </a:solidFill>
                          <a:effectLst>
                            <a:outerShdw blurRad="38100" dist="38100" dir="2700000" algn="tl">
                              <a:srgbClr val="000000"/>
                            </a:outerShdw>
                          </a:effectLst>
                          <a:latin typeface="+mn-lt"/>
                          <a:ea typeface="楷体" pitchFamily="49" charset="-122"/>
                        </a:rPr>
                        <a:t>含  义</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D60093"/>
                          </a:solidFill>
                          <a:effectLst>
                            <a:outerShdw blurRad="38100" dist="38100" dir="2700000" algn="tl">
                              <a:srgbClr val="000000"/>
                            </a:outerShdw>
                          </a:effectLst>
                          <a:latin typeface="+mn-lt"/>
                          <a:ea typeface="楷体" pitchFamily="49" charset="-122"/>
                        </a:rPr>
                        <a:t>优 先 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D60093"/>
                          </a:solidFill>
                          <a:effectLst>
                            <a:outerShdw blurRad="38100" dist="38100" dir="2700000" algn="tl">
                              <a:srgbClr val="000000"/>
                            </a:outerShdw>
                          </a:effectLst>
                          <a:latin typeface="+mn-lt"/>
                          <a:ea typeface="楷体" pitchFamily="49" charset="-122"/>
                        </a:rPr>
                        <a:t>结 合 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extLst>
                  <a:ext uri="{0D108BD9-81ED-4DB2-BD59-A6C34878D82A}">
                    <a16:rowId xmlns:a16="http://schemas.microsoft.com/office/drawing/2014/main" val="10000"/>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大于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这些关系运算符等优先级，但比下面的优先级</a:t>
                      </a:r>
                      <a:r>
                        <a:rPr kumimoji="1" lang="zh-CN" altLang="en-US" sz="1800" b="1" i="0" u="none" strike="noStrike" cap="none" normalizeH="0" baseline="0" dirty="0">
                          <a:ln>
                            <a:noFill/>
                          </a:ln>
                          <a:solidFill>
                            <a:srgbClr val="FF3300"/>
                          </a:solidFill>
                          <a:effectLst>
                            <a:outerShdw blurRad="38100" dist="38100" dir="2700000" algn="tl">
                              <a:srgbClr val="000000"/>
                            </a:outerShdw>
                          </a:effectLst>
                          <a:latin typeface="+mn-lt"/>
                          <a:ea typeface="楷体" pitchFamily="49" charset="-122"/>
                        </a:rPr>
                        <a:t>高</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6">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rPr>
                        <a:t>   左结合性</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&gt;=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&gt;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和</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之间没有空格）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大于或等于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2587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小于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3"/>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&lt;= </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&lt;</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和</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之间没有空格）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小于或等于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4"/>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 </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（两个</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之间没有空格）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等于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这些关系运算符等优先级，但比上面的优先级</a:t>
                      </a:r>
                      <a:r>
                        <a:rPr kumimoji="1" lang="zh-CN" altLang="en-US" sz="1800" b="1" i="0" u="none" strike="noStrike" cap="none" normalizeH="0" baseline="0" dirty="0">
                          <a:ln>
                            <a:noFill/>
                          </a:ln>
                          <a:solidFill>
                            <a:srgbClr val="FF3300"/>
                          </a:solidFill>
                          <a:effectLst>
                            <a:outerShdw blurRad="38100" dist="38100" dir="2700000" algn="tl">
                              <a:srgbClr val="000000"/>
                            </a:outerShdw>
                          </a:effectLst>
                          <a:latin typeface="+mn-lt"/>
                          <a:ea typeface="楷体" pitchFamily="49" charset="-122"/>
                        </a:rPr>
                        <a:t>低</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extLst>
                  <a:ext uri="{0D108BD9-81ED-4DB2-BD59-A6C34878D82A}">
                    <a16:rowId xmlns:a16="http://schemas.microsoft.com/office/drawing/2014/main" val="10005"/>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和</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之间没有空格）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不等于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835750" name="Rectangle 166"/>
          <p:cNvSpPr>
            <a:spLocks noChangeArrowheads="1"/>
          </p:cNvSpPr>
          <p:nvPr/>
        </p:nvSpPr>
        <p:spPr bwMode="auto">
          <a:xfrm>
            <a:off x="1106897" y="1359844"/>
            <a:ext cx="2130711"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008000"/>
                </a:solidFill>
                <a:effectLst>
                  <a:outerShdw blurRad="38100" dist="38100" dir="2700000" algn="tl">
                    <a:srgbClr val="000000"/>
                  </a:outerShdw>
                </a:effectLst>
                <a:latin typeface="+mn-lt"/>
                <a:ea typeface="楷体" pitchFamily="49" charset="-122"/>
              </a:rPr>
              <a:t> </a:t>
            </a:r>
            <a:r>
              <a:rPr lang="zh-CN" altLang="en-US" b="1" dirty="0">
                <a:solidFill>
                  <a:srgbClr val="008000"/>
                </a:solidFill>
                <a:effectLst>
                  <a:outerShdw blurRad="38100" dist="38100" dir="2700000" algn="tl">
                    <a:srgbClr val="000000"/>
                  </a:outerShdw>
                </a:effectLst>
                <a:latin typeface="+mn-lt"/>
                <a:ea typeface="楷体" pitchFamily="49" charset="-122"/>
              </a:rPr>
              <a:t>关系运算符</a:t>
            </a:r>
            <a:r>
              <a:rPr lang="zh-CN" altLang="en-US" dirty="0">
                <a:latin typeface="+mn-lt"/>
                <a:ea typeface="楷体" pitchFamily="49" charset="-122"/>
              </a:rPr>
              <a:t> </a:t>
            </a:r>
          </a:p>
        </p:txBody>
      </p:sp>
      <p:sp>
        <p:nvSpPr>
          <p:cNvPr id="835751" name="Rectangle 167"/>
          <p:cNvSpPr>
            <a:spLocks noChangeArrowheads="1"/>
          </p:cNvSpPr>
          <p:nvPr/>
        </p:nvSpPr>
        <p:spPr bwMode="auto">
          <a:xfrm>
            <a:off x="1043397" y="4506269"/>
            <a:ext cx="2130711"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008000"/>
                </a:solidFill>
                <a:effectLst>
                  <a:outerShdw blurRad="38100" dist="38100" dir="2700000" algn="tl">
                    <a:srgbClr val="000000"/>
                  </a:outerShdw>
                </a:effectLst>
                <a:latin typeface="+mn-lt"/>
                <a:ea typeface="楷体" pitchFamily="49" charset="-122"/>
              </a:rPr>
              <a:t> </a:t>
            </a:r>
            <a:r>
              <a:rPr lang="zh-CN" altLang="en-US" b="1" dirty="0">
                <a:solidFill>
                  <a:srgbClr val="008000"/>
                </a:solidFill>
                <a:effectLst>
                  <a:outerShdw blurRad="38100" dist="38100" dir="2700000" algn="tl">
                    <a:srgbClr val="000000"/>
                  </a:outerShdw>
                </a:effectLst>
                <a:latin typeface="+mn-lt"/>
                <a:ea typeface="楷体" pitchFamily="49" charset="-122"/>
              </a:rPr>
              <a:t>关系表达式</a:t>
            </a:r>
            <a:r>
              <a:rPr lang="zh-CN" altLang="en-US" dirty="0">
                <a:latin typeface="+mn-lt"/>
                <a:ea typeface="楷体" pitchFamily="49" charset="-122"/>
              </a:rPr>
              <a:t> </a:t>
            </a:r>
          </a:p>
        </p:txBody>
      </p:sp>
      <p:sp>
        <p:nvSpPr>
          <p:cNvPr id="835752" name="Rectangle 168"/>
          <p:cNvSpPr>
            <a:spLocks noChangeArrowheads="1"/>
          </p:cNvSpPr>
          <p:nvPr/>
        </p:nvSpPr>
        <p:spPr bwMode="auto">
          <a:xfrm>
            <a:off x="1101948" y="4941889"/>
            <a:ext cx="7226300" cy="701675"/>
          </a:xfrm>
          <a:prstGeom prst="rect">
            <a:avLst/>
          </a:prstGeom>
          <a:noFill/>
          <a:ln w="9525">
            <a:noFill/>
            <a:miter lim="800000"/>
            <a:headEnd/>
            <a:tailEnd/>
          </a:ln>
          <a:effectLst/>
        </p:spPr>
        <p:txBody>
          <a:bodyPr anchor="ctr">
            <a:spAutoFit/>
          </a:bodyPr>
          <a:lstStyle/>
          <a:p>
            <a:pPr indent="266700"/>
            <a:r>
              <a:rPr lang="zh-CN" altLang="en-US" sz="2000" b="1" dirty="0">
                <a:effectLst>
                  <a:outerShdw blurRad="38100" dist="38100" dir="2700000" algn="tl">
                    <a:srgbClr val="FFFFFF"/>
                  </a:outerShdw>
                </a:effectLst>
                <a:latin typeface="+mn-lt"/>
                <a:ea typeface="楷体" pitchFamily="49" charset="-122"/>
              </a:rPr>
              <a:t>用关系运算符连接起来的式子称为</a:t>
            </a:r>
            <a:r>
              <a:rPr lang="zh-CN" altLang="en-US" sz="2000" b="1" dirty="0">
                <a:solidFill>
                  <a:srgbClr val="D60093"/>
                </a:solidFill>
                <a:effectLst>
                  <a:outerShdw blurRad="38100" dist="38100" dir="2700000" algn="tl">
                    <a:srgbClr val="000000"/>
                  </a:outerShdw>
                </a:effectLst>
                <a:latin typeface="+mn-lt"/>
                <a:ea typeface="楷体" pitchFamily="49" charset="-122"/>
              </a:rPr>
              <a:t>关系表达式</a:t>
            </a:r>
            <a:r>
              <a:rPr lang="zh-CN" altLang="en-US" sz="2000" b="1" dirty="0">
                <a:effectLst>
                  <a:outerShdw blurRad="38100" dist="38100" dir="2700000" algn="tl">
                    <a:srgbClr val="FFFFFF"/>
                  </a:outerShdw>
                </a:effectLst>
                <a:latin typeface="+mn-lt"/>
                <a:ea typeface="楷体" pitchFamily="49" charset="-122"/>
              </a:rPr>
              <a:t>。</a:t>
            </a:r>
          </a:p>
          <a:p>
            <a:pPr indent="266700"/>
            <a:r>
              <a:rPr lang="zh-CN" altLang="en-US" sz="2000" b="1" dirty="0">
                <a:effectLst>
                  <a:outerShdw blurRad="38100" dist="38100" dir="2700000" algn="tl">
                    <a:srgbClr val="FFFFFF"/>
                  </a:outerShdw>
                </a:effectLst>
                <a:latin typeface="+mn-lt"/>
                <a:ea typeface="楷体" pitchFamily="49" charset="-122"/>
              </a:rPr>
              <a:t>关系表达式的一般形式为：</a:t>
            </a:r>
            <a:r>
              <a:rPr lang="zh-CN" altLang="en-US" sz="2000" b="1" dirty="0">
                <a:solidFill>
                  <a:srgbClr val="CC0000"/>
                </a:solidFill>
                <a:effectLst>
                  <a:outerShdw blurRad="38100" dist="38100" dir="2700000" algn="tl">
                    <a:srgbClr val="000000"/>
                  </a:outerShdw>
                </a:effectLst>
                <a:latin typeface="+mn-lt"/>
                <a:ea typeface="楷体" pitchFamily="49" charset="-122"/>
              </a:rPr>
              <a:t>表达式 </a:t>
            </a:r>
            <a:r>
              <a:rPr lang="zh-CN" altLang="en-US" sz="2000" b="1" dirty="0">
                <a:solidFill>
                  <a:srgbClr val="008000"/>
                </a:solidFill>
                <a:effectLst>
                  <a:outerShdw blurRad="38100" dist="38100" dir="2700000" algn="tl">
                    <a:srgbClr val="000000"/>
                  </a:outerShdw>
                </a:effectLst>
                <a:latin typeface="+mn-lt"/>
                <a:ea typeface="楷体" pitchFamily="49" charset="-122"/>
              </a:rPr>
              <a:t>关系运算符</a:t>
            </a:r>
            <a:r>
              <a:rPr lang="zh-CN" altLang="en-US" sz="2000" b="1" dirty="0">
                <a:solidFill>
                  <a:srgbClr val="CC0000"/>
                </a:solidFill>
                <a:effectLst>
                  <a:outerShdw blurRad="38100" dist="38100" dir="2700000" algn="tl">
                    <a:srgbClr val="000000"/>
                  </a:outerShdw>
                </a:effectLst>
                <a:latin typeface="+mn-lt"/>
                <a:ea typeface="楷体" pitchFamily="49" charset="-122"/>
              </a:rPr>
              <a:t> 表达式</a:t>
            </a:r>
          </a:p>
        </p:txBody>
      </p:sp>
      <p:sp>
        <p:nvSpPr>
          <p:cNvPr id="835753" name="Rectangle 169"/>
          <p:cNvSpPr>
            <a:spLocks noChangeArrowheads="1"/>
          </p:cNvSpPr>
          <p:nvPr/>
        </p:nvSpPr>
        <p:spPr bwMode="auto">
          <a:xfrm>
            <a:off x="1559496" y="5803256"/>
            <a:ext cx="9577064" cy="461665"/>
          </a:xfrm>
          <a:prstGeom prst="rect">
            <a:avLst/>
          </a:prstGeom>
          <a:solidFill>
            <a:srgbClr val="FFFFFF"/>
          </a:soli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FF33CC"/>
                </a:solidFill>
                <a:effectLst>
                  <a:outerShdw blurRad="38100" dist="38100" dir="2700000" algn="tl">
                    <a:srgbClr val="C0C0C0"/>
                  </a:outerShdw>
                </a:effectLst>
                <a:ea typeface="隶书" pitchFamily="49" charset="-122"/>
              </a:rPr>
              <a:t>例：   </a:t>
            </a:r>
            <a:r>
              <a:rPr lang="en-US" altLang="zh-CN" sz="2000" b="1" dirty="0">
                <a:effectLst>
                  <a:outerShdw blurRad="38100" dist="38100" dir="2700000" algn="tl">
                    <a:srgbClr val="C0C0C0"/>
                  </a:outerShdw>
                </a:effectLst>
              </a:rPr>
              <a:t>a + b &gt; c – d              x &gt; 3 / 2               'a' + 1 &lt; c              </a:t>
            </a:r>
            <a:r>
              <a:rPr lang="en-US" altLang="zh-CN" b="1" dirty="0">
                <a:effectLst>
                  <a:outerShdw blurRad="38100" dist="38100" dir="2700000" algn="tl">
                    <a:srgbClr val="C0C0C0"/>
                  </a:outerShdw>
                </a:effectLst>
              </a:rPr>
              <a:t>–</a:t>
            </a:r>
            <a:r>
              <a:rPr lang="en-US" altLang="zh-CN" b="1" dirty="0"/>
              <a:t> </a:t>
            </a:r>
            <a:r>
              <a:rPr lang="en-US" altLang="zh-CN" sz="2000" b="1" dirty="0" err="1">
                <a:effectLst>
                  <a:outerShdw blurRad="38100" dist="38100" dir="2700000" algn="tl">
                    <a:srgbClr val="C0C0C0"/>
                  </a:outerShdw>
                </a:effectLst>
              </a:rPr>
              <a:t>i</a:t>
            </a:r>
            <a:r>
              <a:rPr lang="en-US" altLang="zh-CN" sz="2000" b="1" dirty="0">
                <a:effectLst>
                  <a:outerShdw blurRad="38100" dist="38100" dir="2700000" algn="tl">
                    <a:srgbClr val="C0C0C0"/>
                  </a:outerShdw>
                </a:effectLst>
              </a:rPr>
              <a:t> – 5 * j == k + 1</a:t>
            </a:r>
            <a:r>
              <a:rPr lang="en-US" altLang="zh-CN" b="1" dirty="0"/>
              <a:t> </a:t>
            </a:r>
          </a:p>
        </p:txBody>
      </p:sp>
      <p:grpSp>
        <p:nvGrpSpPr>
          <p:cNvPr id="835755" name="Group 171"/>
          <p:cNvGrpSpPr>
            <a:grpSpLocks/>
          </p:cNvGrpSpPr>
          <p:nvPr/>
        </p:nvGrpSpPr>
        <p:grpSpPr bwMode="auto">
          <a:xfrm>
            <a:off x="-9117" y="0"/>
            <a:ext cx="446088" cy="6858000"/>
            <a:chOff x="0" y="0"/>
            <a:chExt cx="281" cy="4320"/>
          </a:xfrm>
        </p:grpSpPr>
        <p:sp>
          <p:nvSpPr>
            <p:cNvPr id="835756" name="Text Box 17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35757" name="Text Box 17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835754" name="Text Box 170"/>
          <p:cNvSpPr txBox="1">
            <a:spLocks noChangeArrowheads="1"/>
          </p:cNvSpPr>
          <p:nvPr/>
        </p:nvSpPr>
        <p:spPr bwMode="auto">
          <a:xfrm>
            <a:off x="2163118" y="2636912"/>
            <a:ext cx="8397378" cy="1295400"/>
          </a:xfrm>
          <a:prstGeom prst="rect">
            <a:avLst/>
          </a:prstGeom>
          <a:gradFill rotWithShape="1">
            <a:gsLst>
              <a:gs pos="0">
                <a:srgbClr val="FFFF99"/>
              </a:gs>
              <a:gs pos="100000">
                <a:srgbClr val="FFFF99">
                  <a:gamma/>
                  <a:shade val="63529"/>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r>
              <a:rPr lang="zh-CN" altLang="en-US" b="1" dirty="0">
                <a:solidFill>
                  <a:srgbClr val="FF3300"/>
                </a:solidFill>
                <a:effectLst>
                  <a:outerShdw blurRad="38100" dist="38100" dir="2700000" algn="tl">
                    <a:srgbClr val="000000"/>
                  </a:outerShdw>
                </a:effectLst>
                <a:latin typeface="隶书" pitchFamily="49" charset="-122"/>
                <a:ea typeface="隶书" pitchFamily="49" charset="-122"/>
              </a:rPr>
              <a:t>注意：</a:t>
            </a:r>
          </a:p>
          <a:p>
            <a:pPr lvl="1">
              <a:buFont typeface="Wingdings" pitchFamily="2" charset="2"/>
              <a:buChar char="Ø"/>
            </a:pP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 </a:t>
            </a:r>
            <a:r>
              <a:rPr lang="en-US" altLang="zh-CN" b="1" dirty="0">
                <a:solidFill>
                  <a:srgbClr val="D60093"/>
                </a:solidFill>
                <a:effectLst>
                  <a:outerShdw blurRad="38100" dist="38100" dir="2700000" algn="tl">
                    <a:srgbClr val="000000"/>
                  </a:outerShdw>
                </a:effectLst>
                <a:latin typeface="隶书" pitchFamily="49" charset="-122"/>
                <a:ea typeface="隶书" pitchFamily="49" charset="-122"/>
              </a:rPr>
              <a:t>C</a:t>
            </a: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语言用</a:t>
            </a:r>
            <a:r>
              <a:rPr lang="en-US" altLang="zh-CN" b="1" dirty="0">
                <a:solidFill>
                  <a:srgbClr val="D60093"/>
                </a:solidFill>
                <a:effectLst>
                  <a:outerShdw blurRad="38100" dist="38100" dir="2700000" algn="tl">
                    <a:srgbClr val="000000"/>
                  </a:outerShdw>
                </a:effectLst>
                <a:latin typeface="隶书" pitchFamily="49" charset="-122"/>
                <a:ea typeface="隶书" pitchFamily="49" charset="-122"/>
              </a:rPr>
              <a:t>0</a:t>
            </a: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表示假，非</a:t>
            </a:r>
            <a:r>
              <a:rPr lang="en-US" altLang="zh-CN" b="1" dirty="0">
                <a:solidFill>
                  <a:srgbClr val="D60093"/>
                </a:solidFill>
                <a:effectLst>
                  <a:outerShdw blurRad="38100" dist="38100" dir="2700000" algn="tl">
                    <a:srgbClr val="000000"/>
                  </a:outerShdw>
                </a:effectLst>
                <a:latin typeface="隶书" pitchFamily="49" charset="-122"/>
                <a:ea typeface="隶书" pitchFamily="49" charset="-122"/>
              </a:rPr>
              <a:t>0</a:t>
            </a: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表示真。</a:t>
            </a:r>
          </a:p>
          <a:p>
            <a:pPr lvl="1">
              <a:buFont typeface="Wingdings" pitchFamily="2" charset="2"/>
              <a:buChar char="Ø"/>
            </a:pP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 关系表达式的值不是</a:t>
            </a:r>
            <a:r>
              <a:rPr lang="en-US" altLang="zh-CN" b="1" dirty="0">
                <a:solidFill>
                  <a:srgbClr val="D60093"/>
                </a:solidFill>
                <a:effectLst>
                  <a:outerShdw blurRad="38100" dist="38100" dir="2700000" algn="tl">
                    <a:srgbClr val="000000"/>
                  </a:outerShdw>
                </a:effectLst>
                <a:latin typeface="隶书" pitchFamily="49" charset="-122"/>
                <a:ea typeface="隶书" pitchFamily="49" charset="-122"/>
              </a:rPr>
              <a:t>0</a:t>
            </a: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就是</a:t>
            </a:r>
            <a:r>
              <a:rPr lang="en-US" altLang="zh-CN" b="1" dirty="0">
                <a:solidFill>
                  <a:srgbClr val="D60093"/>
                </a:solidFill>
                <a:effectLst>
                  <a:outerShdw blurRad="38100" dist="38100" dir="2700000" algn="tl">
                    <a:srgbClr val="000000"/>
                  </a:outerShdw>
                </a:effectLst>
                <a:latin typeface="隶书" pitchFamily="49" charset="-122"/>
                <a:ea typeface="隶书" pitchFamily="49" charset="-122"/>
              </a:rPr>
              <a:t>1</a:t>
            </a: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a:t>
            </a:r>
            <a:r>
              <a:rPr lang="en-US" altLang="zh-CN" b="1" dirty="0">
                <a:solidFill>
                  <a:srgbClr val="D60093"/>
                </a:solidFill>
                <a:effectLst>
                  <a:outerShdw blurRad="38100" dist="38100" dir="2700000" algn="tl">
                    <a:srgbClr val="000000"/>
                  </a:outerShdw>
                </a:effectLst>
                <a:latin typeface="隶书" pitchFamily="49" charset="-122"/>
                <a:ea typeface="隶书" pitchFamily="49" charset="-122"/>
              </a:rPr>
              <a:t>0</a:t>
            </a: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表示假，</a:t>
            </a:r>
            <a:r>
              <a:rPr lang="en-US" altLang="zh-CN" b="1" dirty="0">
                <a:solidFill>
                  <a:srgbClr val="D60093"/>
                </a:solidFill>
                <a:effectLst>
                  <a:outerShdw blurRad="38100" dist="38100" dir="2700000" algn="tl">
                    <a:srgbClr val="000000"/>
                  </a:outerShdw>
                </a:effectLst>
                <a:latin typeface="隶书" pitchFamily="49" charset="-122"/>
                <a:ea typeface="隶书" pitchFamily="49" charset="-122"/>
              </a:rPr>
              <a:t>1</a:t>
            </a:r>
            <a:r>
              <a:rPr lang="zh-CN" altLang="en-US" b="1" dirty="0">
                <a:solidFill>
                  <a:srgbClr val="D60093"/>
                </a:solidFill>
                <a:effectLst>
                  <a:outerShdw blurRad="38100" dist="38100" dir="2700000" algn="tl">
                    <a:srgbClr val="000000"/>
                  </a:outerShdw>
                </a:effectLst>
                <a:latin typeface="隶书" pitchFamily="49" charset="-122"/>
                <a:ea typeface="隶书" pitchFamily="49" charset="-122"/>
              </a:rPr>
              <a:t>表示真。</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35750"/>
                                        </p:tgtEl>
                                        <p:attrNameLst>
                                          <p:attrName>style.visibility</p:attrName>
                                        </p:attrNameLst>
                                      </p:cBhvr>
                                      <p:to>
                                        <p:strVal val="visible"/>
                                      </p:to>
                                    </p:set>
                                    <p:anim calcmode="lin" valueType="num">
                                      <p:cBhvr additive="base">
                                        <p:cTn id="7" dur="500" fill="hold"/>
                                        <p:tgtEl>
                                          <p:spTgt spid="835750"/>
                                        </p:tgtEl>
                                        <p:attrNameLst>
                                          <p:attrName>ppt_x</p:attrName>
                                        </p:attrNameLst>
                                      </p:cBhvr>
                                      <p:tavLst>
                                        <p:tav tm="0">
                                          <p:val>
                                            <p:strVal val="0-#ppt_w/2"/>
                                          </p:val>
                                        </p:tav>
                                        <p:tav tm="100000">
                                          <p:val>
                                            <p:strVal val="#ppt_x"/>
                                          </p:val>
                                        </p:tav>
                                      </p:tavLst>
                                    </p:anim>
                                    <p:anim calcmode="lin" valueType="num">
                                      <p:cBhvr additive="base">
                                        <p:cTn id="8" dur="500" fill="hold"/>
                                        <p:tgtEl>
                                          <p:spTgt spid="83575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35749"/>
                                        </p:tgtEl>
                                        <p:attrNameLst>
                                          <p:attrName>style.visibility</p:attrName>
                                        </p:attrNameLst>
                                      </p:cBhvr>
                                      <p:to>
                                        <p:strVal val="visible"/>
                                      </p:to>
                                    </p:set>
                                    <p:animEffect transition="in" filter="box(out)">
                                      <p:cBhvr>
                                        <p:cTn id="13" dur="500"/>
                                        <p:tgtEl>
                                          <p:spTgt spid="835749"/>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835751"/>
                                        </p:tgtEl>
                                        <p:attrNameLst>
                                          <p:attrName>style.visibility</p:attrName>
                                        </p:attrNameLst>
                                      </p:cBhvr>
                                      <p:to>
                                        <p:strVal val="visible"/>
                                      </p:to>
                                    </p:set>
                                    <p:anim calcmode="lin" valueType="num">
                                      <p:cBhvr additive="base">
                                        <p:cTn id="18" dur="500" fill="hold"/>
                                        <p:tgtEl>
                                          <p:spTgt spid="835751"/>
                                        </p:tgtEl>
                                        <p:attrNameLst>
                                          <p:attrName>ppt_x</p:attrName>
                                        </p:attrNameLst>
                                      </p:cBhvr>
                                      <p:tavLst>
                                        <p:tav tm="0">
                                          <p:val>
                                            <p:strVal val="0-#ppt_w/2"/>
                                          </p:val>
                                        </p:tav>
                                        <p:tav tm="100000">
                                          <p:val>
                                            <p:strVal val="#ppt_x"/>
                                          </p:val>
                                        </p:tav>
                                      </p:tavLst>
                                    </p:anim>
                                    <p:anim calcmode="lin" valueType="num">
                                      <p:cBhvr additive="base">
                                        <p:cTn id="19" dur="500" fill="hold"/>
                                        <p:tgtEl>
                                          <p:spTgt spid="8357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835752"/>
                                        </p:tgtEl>
                                        <p:attrNameLst>
                                          <p:attrName>style.visibility</p:attrName>
                                        </p:attrNameLst>
                                      </p:cBhvr>
                                      <p:to>
                                        <p:strVal val="visible"/>
                                      </p:to>
                                    </p:set>
                                    <p:animEffect transition="in" filter="box(out)">
                                      <p:cBhvr>
                                        <p:cTn id="24" dur="500"/>
                                        <p:tgtEl>
                                          <p:spTgt spid="835752"/>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835753"/>
                                        </p:tgtEl>
                                        <p:attrNameLst>
                                          <p:attrName>style.visibility</p:attrName>
                                        </p:attrNameLst>
                                      </p:cBhvr>
                                      <p:to>
                                        <p:strVal val="visible"/>
                                      </p:to>
                                    </p:set>
                                    <p:animEffect transition="in" filter="box(out)">
                                      <p:cBhvr>
                                        <p:cTn id="29" dur="500"/>
                                        <p:tgtEl>
                                          <p:spTgt spid="835753"/>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835754"/>
                                        </p:tgtEl>
                                        <p:attrNameLst>
                                          <p:attrName>style.visibility</p:attrName>
                                        </p:attrNameLst>
                                      </p:cBhvr>
                                      <p:to>
                                        <p:strVal val="visible"/>
                                      </p:to>
                                    </p:set>
                                    <p:animEffect transition="in" filter="box(out)">
                                      <p:cBhvr>
                                        <p:cTn id="34" dur="500"/>
                                        <p:tgtEl>
                                          <p:spTgt spid="835754"/>
                                        </p:tgtEl>
                                      </p:cBhvr>
                                    </p:animEffect>
                                  </p:childTnLst>
                                  <p:subTnLst>
                                    <p:audio>
                                      <p:cMediaNode>
                                        <p:cTn display="0" masterRel="sameClick">
                                          <p:stCondLst>
                                            <p:cond evt="begin" delay="0">
                                              <p:tn val="3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5750" grpId="0"/>
      <p:bldP spid="835751" grpId="0"/>
      <p:bldP spid="835752" grpId="0"/>
      <p:bldP spid="835753" grpId="0" animBg="1"/>
      <p:bldP spid="83575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7672" name="Rectangle 40"/>
          <p:cNvSpPr>
            <a:spLocks noChangeArrowheads="1"/>
          </p:cNvSpPr>
          <p:nvPr/>
        </p:nvSpPr>
        <p:spPr bwMode="auto">
          <a:xfrm>
            <a:off x="695400" y="186682"/>
            <a:ext cx="3523722"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008000"/>
                </a:solidFill>
                <a:effectLst>
                  <a:outerShdw blurRad="38100" dist="38100" dir="2700000" algn="tl">
                    <a:srgbClr val="000000"/>
                  </a:outerShdw>
                </a:effectLst>
                <a:latin typeface="楷体" pitchFamily="49" charset="-122"/>
                <a:ea typeface="楷体" pitchFamily="49" charset="-122"/>
              </a:rPr>
              <a:t> </a:t>
            </a:r>
            <a:r>
              <a:rPr lang="zh-CN" altLang="en-US" b="1" dirty="0">
                <a:solidFill>
                  <a:srgbClr val="008000"/>
                </a:solidFill>
                <a:effectLst>
                  <a:outerShdw blurRad="38100" dist="38100" dir="2700000" algn="tl">
                    <a:srgbClr val="000000"/>
                  </a:outerShdw>
                </a:effectLst>
                <a:latin typeface="楷体" pitchFamily="49" charset="-122"/>
                <a:ea typeface="楷体" pitchFamily="49" charset="-122"/>
              </a:rPr>
              <a:t>关系运算符的优先级</a:t>
            </a:r>
            <a:r>
              <a:rPr lang="zh-CN" altLang="en-US" dirty="0">
                <a:latin typeface="楷体" pitchFamily="49" charset="-122"/>
                <a:ea typeface="楷体" pitchFamily="49" charset="-122"/>
              </a:rPr>
              <a:t> </a:t>
            </a:r>
          </a:p>
        </p:txBody>
      </p:sp>
      <p:grpSp>
        <p:nvGrpSpPr>
          <p:cNvPr id="837682" name="Group 50"/>
          <p:cNvGrpSpPr>
            <a:grpSpLocks/>
          </p:cNvGrpSpPr>
          <p:nvPr/>
        </p:nvGrpSpPr>
        <p:grpSpPr bwMode="auto">
          <a:xfrm>
            <a:off x="1236985" y="836613"/>
            <a:ext cx="2909887" cy="1782763"/>
            <a:chOff x="1385" y="572"/>
            <a:chExt cx="1833" cy="1123"/>
          </a:xfrm>
        </p:grpSpPr>
        <p:sp>
          <p:nvSpPr>
            <p:cNvPr id="837678" name="Text Box 46" descr="信纸"/>
            <p:cNvSpPr txBox="1">
              <a:spLocks noChangeArrowheads="1"/>
            </p:cNvSpPr>
            <p:nvPr/>
          </p:nvSpPr>
          <p:spPr bwMode="auto">
            <a:xfrm>
              <a:off x="1385" y="572"/>
              <a:ext cx="1833" cy="1123"/>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lnSpc>
                  <a:spcPts val="2600"/>
                </a:lnSpc>
              </a:pPr>
              <a:r>
                <a:rPr lang="zh-CN" altLang="en-US" sz="2000" b="1" dirty="0">
                  <a:effectLst>
                    <a:outerShdw blurRad="38100" dist="38100" dir="2700000" algn="tl">
                      <a:srgbClr val="FFFFFF"/>
                    </a:outerShdw>
                  </a:effectLst>
                  <a:latin typeface="+mn-lt"/>
                  <a:ea typeface="楷体" pitchFamily="49" charset="-122"/>
                </a:rPr>
                <a:t>算术运算符           高</a:t>
              </a:r>
            </a:p>
            <a:p>
              <a:pPr algn="just">
                <a:lnSpc>
                  <a:spcPts val="2600"/>
                </a:lnSpc>
              </a:pPr>
              <a:r>
                <a:rPr lang="zh-CN" altLang="en-US" sz="2000" b="1" dirty="0">
                  <a:effectLst>
                    <a:outerShdw blurRad="38100" dist="38100" dir="2700000" algn="tl">
                      <a:srgbClr val="FFFFFF"/>
                    </a:outerShdw>
                  </a:effectLst>
                  <a:latin typeface="+mn-lt"/>
                  <a:ea typeface="楷体" pitchFamily="49" charset="-122"/>
                </a:rPr>
                <a:t>移位运算符</a:t>
              </a:r>
            </a:p>
            <a:p>
              <a:pPr algn="just">
                <a:lnSpc>
                  <a:spcPts val="2600"/>
                </a:lnSpc>
              </a:pPr>
              <a:r>
                <a:rPr lang="zh-CN" altLang="en-US" sz="2000" b="1" u="sng" dirty="0">
                  <a:solidFill>
                    <a:srgbClr val="D60093"/>
                  </a:solidFill>
                  <a:effectLst>
                    <a:outerShdw blurRad="38100" dist="38100" dir="2700000" algn="tl">
                      <a:srgbClr val="000000"/>
                    </a:outerShdw>
                  </a:effectLst>
                  <a:latin typeface="+mn-lt"/>
                  <a:ea typeface="楷体" pitchFamily="49" charset="-122"/>
                </a:rPr>
                <a:t>关系运算符</a:t>
              </a:r>
            </a:p>
            <a:p>
              <a:pPr algn="just">
                <a:lnSpc>
                  <a:spcPts val="2600"/>
                </a:lnSpc>
              </a:pPr>
              <a:r>
                <a:rPr lang="en-US" altLang="zh-CN" sz="2000" b="1" dirty="0">
                  <a:effectLst>
                    <a:outerShdw blurRad="38100" dist="38100" dir="2700000" algn="tl">
                      <a:srgbClr val="FFFFFF"/>
                    </a:outerShdw>
                  </a:effectLst>
                  <a:latin typeface="+mn-lt"/>
                  <a:ea typeface="楷体" pitchFamily="49" charset="-122"/>
                </a:rPr>
                <a:t>&amp;</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t>
              </a:r>
            </a:p>
            <a:p>
              <a:pPr algn="just">
                <a:lnSpc>
                  <a:spcPts val="2600"/>
                </a:lnSpc>
              </a:pPr>
              <a:r>
                <a:rPr lang="zh-CN" altLang="en-US" sz="2000" b="1" dirty="0">
                  <a:effectLst>
                    <a:outerShdw blurRad="38100" dist="38100" dir="2700000" algn="tl">
                      <a:srgbClr val="FFFFFF"/>
                    </a:outerShdw>
                  </a:effectLst>
                  <a:latin typeface="+mn-lt"/>
                  <a:ea typeface="楷体" pitchFamily="49" charset="-122"/>
                </a:rPr>
                <a:t>赋值运算符           低</a:t>
              </a:r>
            </a:p>
          </p:txBody>
        </p:sp>
        <p:sp>
          <p:nvSpPr>
            <p:cNvPr id="837681" name="Line 49"/>
            <p:cNvSpPr>
              <a:spLocks noChangeShapeType="1"/>
            </p:cNvSpPr>
            <p:nvPr/>
          </p:nvSpPr>
          <p:spPr bwMode="auto">
            <a:xfrm flipV="1">
              <a:off x="2640" y="631"/>
              <a:ext cx="0" cy="962"/>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a:scene3d>
              <a:camera prst="orthographicFront"/>
              <a:lightRig rig="threePt" dir="t"/>
            </a:scene3d>
            <a:sp3d>
              <a:bevelT w="114300" prst="hardEdge"/>
            </a:sp3d>
          </p:spPr>
          <p:txBody>
            <a:bodyPr/>
            <a:lstStyle/>
            <a:p>
              <a:endParaRPr lang="zh-CN" altLang="en-US">
                <a:latin typeface="+mn-lt"/>
                <a:ea typeface="楷体" pitchFamily="49" charset="-122"/>
              </a:endParaRPr>
            </a:p>
          </p:txBody>
        </p:sp>
      </p:grpSp>
      <p:sp>
        <p:nvSpPr>
          <p:cNvPr id="837683" name="Rectangle 51"/>
          <p:cNvSpPr>
            <a:spLocks noChangeArrowheads="1"/>
          </p:cNvSpPr>
          <p:nvPr/>
        </p:nvSpPr>
        <p:spPr bwMode="auto">
          <a:xfrm>
            <a:off x="1236985" y="2871240"/>
            <a:ext cx="5794085" cy="2263775"/>
          </a:xfrm>
          <a:prstGeom prst="rect">
            <a:avLst/>
          </a:prstGeom>
          <a:solidFill>
            <a:srgbClr val="FFFFFF"/>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例如：</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c &gt; a + b              </a:t>
            </a:r>
            <a:r>
              <a:rPr lang="zh-CN" altLang="en-US" sz="2000" b="1" dirty="0">
                <a:effectLst>
                  <a:outerShdw blurRad="38100" dist="38100" dir="2700000" algn="tl">
                    <a:srgbClr val="C0C0C0"/>
                  </a:outerShdw>
                </a:effectLst>
                <a:latin typeface="+mn-lt"/>
                <a:ea typeface="楷体" pitchFamily="49" charset="-122"/>
              </a:rPr>
              <a:t>等价于： </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&gt; b != c             </a:t>
            </a:r>
            <a:r>
              <a:rPr lang="zh-CN" altLang="en-US" sz="2000" b="1" dirty="0">
                <a:effectLst>
                  <a:outerShdw blurRad="38100" dist="38100" dir="2700000" algn="tl">
                    <a:srgbClr val="C0C0C0"/>
                  </a:outerShdw>
                </a:effectLst>
                <a:latin typeface="+mn-lt"/>
                <a:ea typeface="楷体" pitchFamily="49" charset="-122"/>
              </a:rPr>
              <a:t>等价于： </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 b &lt; c            </a:t>
            </a:r>
            <a:r>
              <a:rPr lang="zh-CN" altLang="en-US" sz="2000" b="1" dirty="0">
                <a:effectLst>
                  <a:outerShdw blurRad="38100" dist="38100" dir="2700000" algn="tl">
                    <a:srgbClr val="C0C0C0"/>
                  </a:outerShdw>
                </a:effectLst>
                <a:latin typeface="+mn-lt"/>
                <a:ea typeface="楷体" pitchFamily="49" charset="-122"/>
              </a:rPr>
              <a:t>等价于： </a:t>
            </a:r>
            <a:r>
              <a:rPr lang="zh-CN" altLang="en-US" sz="2000" dirty="0">
                <a:latin typeface="+mn-lt"/>
                <a:ea typeface="楷体" pitchFamily="49" charset="-122"/>
              </a:rPr>
              <a:t> </a:t>
            </a:r>
            <a:endParaRPr lang="zh-CN" altLang="en-US" sz="2000" b="1" dirty="0">
              <a:effectLst>
                <a:outerShdw blurRad="38100" dist="38100" dir="2700000" algn="tl">
                  <a:srgbClr val="C0C0C0"/>
                </a:outerShdw>
              </a:effectLst>
              <a:latin typeface="+mn-lt"/>
              <a:ea typeface="楷体" pitchFamily="49" charset="-122"/>
            </a:endParaRP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 b &gt; c              </a:t>
            </a:r>
            <a:r>
              <a:rPr lang="zh-CN" altLang="en-US" sz="2000" b="1" dirty="0">
                <a:effectLst>
                  <a:outerShdw blurRad="38100" dist="38100" dir="2700000" algn="tl">
                    <a:srgbClr val="C0C0C0"/>
                  </a:outerShdw>
                </a:effectLst>
                <a:latin typeface="+mn-lt"/>
                <a:ea typeface="楷体" pitchFamily="49" charset="-122"/>
              </a:rPr>
              <a:t>等价于：</a:t>
            </a:r>
            <a:r>
              <a:rPr lang="zh-CN" altLang="en-US" sz="2000" dirty="0">
                <a:latin typeface="+mn-lt"/>
                <a:ea typeface="楷体" pitchFamily="49" charset="-122"/>
              </a:rPr>
              <a:t>  </a:t>
            </a:r>
            <a:endParaRPr lang="zh-CN" altLang="en-US" sz="2000" b="1" dirty="0">
              <a:effectLst>
                <a:outerShdw blurRad="38100" dist="38100" dir="2700000" algn="tl">
                  <a:srgbClr val="C0C0C0"/>
                </a:outerShdw>
              </a:effectLst>
              <a:latin typeface="+mn-lt"/>
              <a:ea typeface="楷体" pitchFamily="49" charset="-122"/>
            </a:endParaRP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&gt;&gt; 2 &lt; c + d      </a:t>
            </a:r>
            <a:r>
              <a:rPr lang="zh-CN" altLang="en-US" sz="2000" b="1" dirty="0">
                <a:effectLst>
                  <a:outerShdw blurRad="38100" dist="38100" dir="2700000" algn="tl">
                    <a:srgbClr val="C0C0C0"/>
                  </a:outerShdw>
                </a:effectLst>
                <a:latin typeface="+mn-lt"/>
                <a:ea typeface="楷体" pitchFamily="49" charset="-122"/>
              </a:rPr>
              <a:t>等价于： </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&amp; 4 &gt; b | c        </a:t>
            </a:r>
            <a:r>
              <a:rPr lang="zh-CN" altLang="en-US" sz="2000" b="1" dirty="0">
                <a:effectLst>
                  <a:outerShdw blurRad="38100" dist="38100" dir="2700000" algn="tl">
                    <a:srgbClr val="C0C0C0"/>
                  </a:outerShdw>
                </a:effectLst>
                <a:latin typeface="+mn-lt"/>
                <a:ea typeface="楷体" pitchFamily="49" charset="-122"/>
              </a:rPr>
              <a:t>等价于： </a:t>
            </a:r>
          </a:p>
        </p:txBody>
      </p:sp>
      <p:sp>
        <p:nvSpPr>
          <p:cNvPr id="837684" name="Rectangle 52"/>
          <p:cNvSpPr>
            <a:spLocks noChangeArrowheads="1"/>
          </p:cNvSpPr>
          <p:nvPr/>
        </p:nvSpPr>
        <p:spPr bwMode="auto">
          <a:xfrm>
            <a:off x="4947030" y="3270572"/>
            <a:ext cx="1276350" cy="396875"/>
          </a:xfrm>
          <a:prstGeom prst="rect">
            <a:avLst/>
          </a:prstGeom>
          <a:noFill/>
          <a:ln w="9525">
            <a:noFill/>
            <a:miter lim="800000"/>
            <a:headEnd/>
            <a:tailEnd/>
          </a:ln>
          <a:effectLst/>
        </p:spPr>
        <p:txBody>
          <a:bodyPr wrap="none">
            <a:spAutoFit/>
          </a:bodyPr>
          <a:lstStyle/>
          <a:p>
            <a:r>
              <a:rPr lang="en-US" altLang="zh-CN" sz="2000" b="1" dirty="0">
                <a:solidFill>
                  <a:srgbClr val="0033CC"/>
                </a:solidFill>
                <a:effectLst>
                  <a:outerShdw blurRad="38100" dist="38100" dir="2700000" algn="tl">
                    <a:srgbClr val="000000"/>
                  </a:outerShdw>
                </a:effectLst>
              </a:rPr>
              <a:t>c &gt; (a + b)</a:t>
            </a:r>
          </a:p>
        </p:txBody>
      </p:sp>
      <p:sp>
        <p:nvSpPr>
          <p:cNvPr id="837685" name="Rectangle 53"/>
          <p:cNvSpPr>
            <a:spLocks noChangeArrowheads="1"/>
          </p:cNvSpPr>
          <p:nvPr/>
        </p:nvSpPr>
        <p:spPr bwMode="auto">
          <a:xfrm>
            <a:off x="4913692" y="3592835"/>
            <a:ext cx="1360488"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(a &gt; b) != c</a:t>
            </a:r>
          </a:p>
        </p:txBody>
      </p:sp>
      <p:sp>
        <p:nvSpPr>
          <p:cNvPr id="837686" name="Rectangle 54"/>
          <p:cNvSpPr>
            <a:spLocks noChangeArrowheads="1"/>
          </p:cNvSpPr>
          <p:nvPr/>
        </p:nvSpPr>
        <p:spPr bwMode="auto">
          <a:xfrm>
            <a:off x="4921630" y="3875410"/>
            <a:ext cx="1420812"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a == (b &lt; c)</a:t>
            </a:r>
          </a:p>
        </p:txBody>
      </p:sp>
      <p:sp>
        <p:nvSpPr>
          <p:cNvPr id="837687" name="Rectangle 55"/>
          <p:cNvSpPr>
            <a:spLocks noChangeArrowheads="1"/>
          </p:cNvSpPr>
          <p:nvPr/>
        </p:nvSpPr>
        <p:spPr bwMode="auto">
          <a:xfrm>
            <a:off x="4913692" y="4169097"/>
            <a:ext cx="1276350"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a = (b &gt; c)</a:t>
            </a:r>
          </a:p>
        </p:txBody>
      </p:sp>
      <p:sp>
        <p:nvSpPr>
          <p:cNvPr id="837688" name="Rectangle 56"/>
          <p:cNvSpPr>
            <a:spLocks noChangeArrowheads="1"/>
          </p:cNvSpPr>
          <p:nvPr/>
        </p:nvSpPr>
        <p:spPr bwMode="auto">
          <a:xfrm>
            <a:off x="4870830" y="4486597"/>
            <a:ext cx="1987550"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(a &gt;&gt; 2) &lt; (c + d)</a:t>
            </a:r>
          </a:p>
        </p:txBody>
      </p:sp>
      <p:sp>
        <p:nvSpPr>
          <p:cNvPr id="837689" name="Rectangle 57"/>
          <p:cNvSpPr>
            <a:spLocks noChangeArrowheads="1"/>
          </p:cNvSpPr>
          <p:nvPr/>
        </p:nvSpPr>
        <p:spPr bwMode="auto">
          <a:xfrm>
            <a:off x="4883530" y="4791397"/>
            <a:ext cx="1820862"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(a &amp; (4 &gt; b)) | c</a:t>
            </a:r>
          </a:p>
        </p:txBody>
      </p:sp>
      <p:sp>
        <p:nvSpPr>
          <p:cNvPr id="837690" name="Rectangle 58"/>
          <p:cNvSpPr>
            <a:spLocks noChangeArrowheads="1"/>
          </p:cNvSpPr>
          <p:nvPr/>
        </p:nvSpPr>
        <p:spPr bwMode="auto">
          <a:xfrm>
            <a:off x="1236984" y="5413349"/>
            <a:ext cx="10549765" cy="1225550"/>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path path="circle">
              <a:fillToRect l="100000" t="100000"/>
            </a:path>
            <a:tileRect r="-100000" b="-100000"/>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a:solidFill>
                  <a:schemeClr val="accent2"/>
                </a:solidFill>
                <a:effectLst>
                  <a:outerShdw blurRad="38100" dist="38100" dir="2700000" algn="tl">
                    <a:srgbClr val="000000"/>
                  </a:outerShdw>
                </a:effectLst>
                <a:latin typeface="+mn-lt"/>
                <a:ea typeface="楷体" pitchFamily="49" charset="-122"/>
              </a:rPr>
              <a:t>已知：</a:t>
            </a:r>
            <a:r>
              <a:rPr lang="en-US" altLang="zh-CN" b="1">
                <a:effectLst>
                  <a:outerShdw blurRad="38100" dist="38100" dir="2700000" algn="tl">
                    <a:srgbClr val="FFFFFF"/>
                  </a:outerShdw>
                </a:effectLst>
                <a:latin typeface="+mn-lt"/>
                <a:ea typeface="楷体" pitchFamily="49" charset="-122"/>
              </a:rPr>
              <a:t>a = 1; b = 2; c = 3;</a:t>
            </a:r>
          </a:p>
          <a:p>
            <a:pPr indent="266700"/>
            <a:r>
              <a:rPr lang="en-US" altLang="zh-CN" b="1">
                <a:effectLst>
                  <a:outerShdw blurRad="38100" dist="38100" dir="2700000" algn="tl">
                    <a:srgbClr val="FFFFFF"/>
                  </a:outerShdw>
                </a:effectLst>
                <a:latin typeface="+mn-lt"/>
                <a:ea typeface="楷体" pitchFamily="49" charset="-122"/>
              </a:rPr>
              <a:t>    </a:t>
            </a:r>
            <a:r>
              <a:rPr lang="zh-CN" altLang="en-US" b="1">
                <a:solidFill>
                  <a:schemeClr val="accent2"/>
                </a:solidFill>
                <a:effectLst>
                  <a:outerShdw blurRad="38100" dist="38100" dir="2700000" algn="tl">
                    <a:srgbClr val="000000"/>
                  </a:outerShdw>
                </a:effectLst>
                <a:latin typeface="+mn-lt"/>
                <a:ea typeface="楷体" pitchFamily="49" charset="-122"/>
              </a:rPr>
              <a:t>问：</a:t>
            </a:r>
            <a:r>
              <a:rPr lang="en-US" altLang="zh-CN" b="1">
                <a:effectLst>
                  <a:outerShdw blurRad="38100" dist="38100" dir="2700000" algn="tl">
                    <a:srgbClr val="FFFFFF"/>
                  </a:outerShdw>
                </a:effectLst>
                <a:latin typeface="+mn-lt"/>
                <a:ea typeface="楷体" pitchFamily="49" charset="-122"/>
              </a:rPr>
              <a:t>d = a != c == a &lt; b &lt; c;</a:t>
            </a:r>
            <a:r>
              <a:rPr lang="zh-CN" altLang="en-US" b="1">
                <a:effectLst>
                  <a:outerShdw blurRad="38100" dist="38100" dir="2700000" algn="tl">
                    <a:srgbClr val="FFFFFF"/>
                  </a:outerShdw>
                </a:effectLst>
                <a:latin typeface="+mn-lt"/>
                <a:ea typeface="楷体" pitchFamily="49" charset="-122"/>
              </a:rPr>
              <a:t>的值？</a:t>
            </a:r>
          </a:p>
          <a:p>
            <a:pPr indent="266700"/>
            <a:r>
              <a:rPr lang="zh-CN" altLang="en-US" b="1">
                <a:effectLst>
                  <a:outerShdw blurRad="38100" dist="38100" dir="2700000" algn="tl">
                    <a:srgbClr val="FFFFFF"/>
                  </a:outerShdw>
                </a:effectLst>
                <a:latin typeface="+mn-lt"/>
                <a:ea typeface="楷体" pitchFamily="49" charset="-122"/>
              </a:rPr>
              <a:t>                    </a:t>
            </a:r>
            <a:endParaRPr lang="zh-CN" altLang="en-US">
              <a:latin typeface="+mn-lt"/>
              <a:ea typeface="楷体" pitchFamily="49" charset="-122"/>
            </a:endParaRPr>
          </a:p>
        </p:txBody>
      </p:sp>
      <p:sp>
        <p:nvSpPr>
          <p:cNvPr id="837691" name="Rectangle 59"/>
          <p:cNvSpPr>
            <a:spLocks noChangeArrowheads="1"/>
          </p:cNvSpPr>
          <p:nvPr/>
        </p:nvSpPr>
        <p:spPr bwMode="auto">
          <a:xfrm>
            <a:off x="1472627" y="6148010"/>
            <a:ext cx="7524817" cy="461665"/>
          </a:xfrm>
          <a:prstGeom prst="rect">
            <a:avLst/>
          </a:prstGeom>
          <a:noFill/>
          <a:ln w="9525">
            <a:noFill/>
            <a:miter lim="800000"/>
            <a:headEnd/>
            <a:tailEnd/>
          </a:ln>
          <a:effectLst/>
        </p:spPr>
        <p:txBody>
          <a:bodyPr wrap="none">
            <a:spAutoFit/>
          </a:bodyPr>
          <a:lstStyle/>
          <a:p>
            <a:r>
              <a:rPr lang="zh-CN" altLang="en-US" b="1" dirty="0">
                <a:solidFill>
                  <a:srgbClr val="FF3300"/>
                </a:solidFill>
                <a:effectLst>
                  <a:outerShdw blurRad="38100" dist="38100" dir="2700000" algn="tl">
                    <a:srgbClr val="000000"/>
                  </a:outerShdw>
                </a:effectLst>
                <a:latin typeface="+mn-lt"/>
                <a:ea typeface="楷体" pitchFamily="49" charset="-122"/>
              </a:rPr>
              <a:t>答：</a:t>
            </a:r>
            <a:r>
              <a:rPr lang="en-US" altLang="zh-CN" b="1" dirty="0">
                <a:solidFill>
                  <a:srgbClr val="FF3300"/>
                </a:solidFill>
                <a:effectLst>
                  <a:outerShdw blurRad="38100" dist="38100" dir="2700000" algn="tl">
                    <a:srgbClr val="000000"/>
                  </a:outerShdw>
                </a:effectLst>
                <a:latin typeface="+mn-lt"/>
                <a:ea typeface="楷体" pitchFamily="49" charset="-122"/>
              </a:rPr>
              <a:t>d </a:t>
            </a:r>
            <a:r>
              <a:rPr lang="zh-CN" altLang="en-US" b="1" dirty="0">
                <a:solidFill>
                  <a:srgbClr val="FF3300"/>
                </a:solidFill>
                <a:effectLst>
                  <a:outerShdw blurRad="38100" dist="38100" dir="2700000" algn="tl">
                    <a:srgbClr val="000000"/>
                  </a:outerShdw>
                </a:effectLst>
                <a:latin typeface="+mn-lt"/>
                <a:ea typeface="楷体" pitchFamily="49" charset="-122"/>
              </a:rPr>
              <a:t>的值为</a:t>
            </a:r>
            <a:r>
              <a:rPr lang="en-US" altLang="zh-CN" b="1" dirty="0">
                <a:solidFill>
                  <a:srgbClr val="FF3300"/>
                </a:solidFill>
                <a:effectLst>
                  <a:outerShdw blurRad="38100" dist="38100" dir="2700000" algn="tl">
                    <a:srgbClr val="000000"/>
                  </a:outerShdw>
                </a:effectLst>
                <a:latin typeface="+mn-lt"/>
                <a:ea typeface="楷体" pitchFamily="49" charset="-122"/>
              </a:rPr>
              <a:t>1</a:t>
            </a:r>
            <a:r>
              <a:rPr lang="zh-CN" altLang="en-US" b="1" dirty="0">
                <a:solidFill>
                  <a:srgbClr val="FF3300"/>
                </a:solidFill>
                <a:effectLst>
                  <a:outerShdw blurRad="38100" dist="38100" dir="2700000" algn="tl">
                    <a:srgbClr val="000000"/>
                  </a:outerShdw>
                </a:effectLst>
                <a:latin typeface="+mn-lt"/>
                <a:ea typeface="楷体" pitchFamily="49" charset="-122"/>
              </a:rPr>
              <a:t>。 等价于：</a:t>
            </a:r>
            <a:r>
              <a:rPr lang="en-US" altLang="zh-CN" b="1" dirty="0">
                <a:solidFill>
                  <a:srgbClr val="FF3300"/>
                </a:solidFill>
                <a:effectLst>
                  <a:outerShdw blurRad="38100" dist="38100" dir="2700000" algn="tl">
                    <a:srgbClr val="000000"/>
                  </a:outerShdw>
                </a:effectLst>
                <a:latin typeface="+mn-lt"/>
                <a:ea typeface="楷体" pitchFamily="49" charset="-122"/>
              </a:rPr>
              <a:t>d = ((a != c) == ((a &lt; b) &lt; c));</a:t>
            </a:r>
          </a:p>
        </p:txBody>
      </p:sp>
      <p:sp>
        <p:nvSpPr>
          <p:cNvPr id="837692" name="Rectangle 60"/>
          <p:cNvSpPr>
            <a:spLocks noChangeArrowheads="1"/>
          </p:cNvSpPr>
          <p:nvPr/>
        </p:nvSpPr>
        <p:spPr bwMode="auto">
          <a:xfrm>
            <a:off x="7179825" y="2337616"/>
            <a:ext cx="4606925" cy="2808287"/>
          </a:xfrm>
          <a:prstGeom prst="rect">
            <a:avLst/>
          </a:prstGeom>
          <a:gradFill flip="none" rotWithShape="1">
            <a:gsLst>
              <a:gs pos="0">
                <a:srgbClr val="CCFFFF">
                  <a:shade val="30000"/>
                  <a:satMod val="115000"/>
                </a:srgbClr>
              </a:gs>
              <a:gs pos="50000">
                <a:srgbClr val="CCFFFF">
                  <a:shade val="67500"/>
                  <a:satMod val="115000"/>
                </a:srgbClr>
              </a:gs>
              <a:gs pos="100000">
                <a:srgbClr val="CCFFFF">
                  <a:shade val="100000"/>
                  <a:satMod val="115000"/>
                </a:srgbClr>
              </a:gs>
            </a:gsLst>
            <a:path path="circle">
              <a:fillToRect l="100000" t="100000"/>
            </a:path>
            <a:tileRect r="-100000" b="-100000"/>
          </a:gradFill>
          <a:ln w="38100" cap="flat" cmpd="sng">
            <a:solidFill>
              <a:srgbClr val="FF0000"/>
            </a:solidFill>
            <a:prstDash val="solid"/>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pPr marL="342900" indent="-342900">
              <a:spcBef>
                <a:spcPct val="20000"/>
              </a:spcBef>
            </a:pPr>
            <a:r>
              <a:rPr lang="zh-CN" altLang="en-US" b="1" dirty="0">
                <a:solidFill>
                  <a:srgbClr val="FF33CC"/>
                </a:solidFill>
                <a:effectLst>
                  <a:outerShdw blurRad="38100" dist="38100" dir="2700000" algn="tl">
                    <a:srgbClr val="000000"/>
                  </a:outerShdw>
                </a:effectLst>
                <a:ea typeface="隶书" pitchFamily="49" charset="-122"/>
              </a:rPr>
              <a:t>例：</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3, b = 2, c = 1, d, f;</a:t>
            </a:r>
          </a:p>
          <a:p>
            <a:pPr marL="342900" indent="-342900">
              <a:spcBef>
                <a:spcPct val="20000"/>
              </a:spcBef>
            </a:pPr>
            <a:r>
              <a:rPr lang="en-US" altLang="zh-CN" b="1" dirty="0">
                <a:effectLst>
                  <a:outerShdw blurRad="38100" dist="38100" dir="2700000" algn="tl">
                    <a:srgbClr val="FFFFFF"/>
                  </a:outerShdw>
                </a:effectLst>
              </a:rPr>
              <a:t>        a &gt; b </a:t>
            </a:r>
          </a:p>
          <a:p>
            <a:pPr marL="342900" indent="-342900">
              <a:spcBef>
                <a:spcPct val="20000"/>
              </a:spcBef>
            </a:pPr>
            <a:r>
              <a:rPr lang="en-US" altLang="zh-CN" b="1" dirty="0">
                <a:effectLst>
                  <a:outerShdw blurRad="38100" dist="38100" dir="2700000" algn="tl">
                    <a:srgbClr val="FFFFFF"/>
                  </a:outerShdw>
                </a:effectLst>
              </a:rPr>
              <a:t>       (a &gt; b) == c</a:t>
            </a:r>
          </a:p>
          <a:p>
            <a:pPr marL="342900" indent="-342900">
              <a:spcBef>
                <a:spcPct val="20000"/>
              </a:spcBef>
            </a:pPr>
            <a:r>
              <a:rPr lang="en-US" altLang="zh-CN" b="1" dirty="0">
                <a:effectLst>
                  <a:outerShdw blurRad="38100" dist="38100" dir="2700000" algn="tl">
                    <a:srgbClr val="FFFFFF"/>
                  </a:outerShdw>
                </a:effectLst>
              </a:rPr>
              <a:t>       b + c &lt; a</a:t>
            </a:r>
          </a:p>
          <a:p>
            <a:pPr marL="342900" indent="-342900">
              <a:spcBef>
                <a:spcPct val="20000"/>
              </a:spcBef>
            </a:pPr>
            <a:r>
              <a:rPr lang="en-US" altLang="zh-CN" b="1" dirty="0">
                <a:effectLst>
                  <a:outerShdw blurRad="38100" dist="38100" dir="2700000" algn="tl">
                    <a:srgbClr val="FFFFFF"/>
                  </a:outerShdw>
                </a:effectLst>
              </a:rPr>
              <a:t>       d = a &gt; b</a:t>
            </a:r>
          </a:p>
          <a:p>
            <a:pPr marL="342900" indent="-342900">
              <a:spcBef>
                <a:spcPct val="20000"/>
              </a:spcBef>
            </a:pPr>
            <a:r>
              <a:rPr lang="en-US" altLang="zh-CN" b="1" dirty="0">
                <a:effectLst>
                  <a:outerShdw blurRad="38100" dist="38100" dir="2700000" algn="tl">
                    <a:srgbClr val="FFFFFF"/>
                  </a:outerShdw>
                </a:effectLst>
              </a:rPr>
              <a:t>       f = a &gt; b &gt; c</a:t>
            </a:r>
          </a:p>
        </p:txBody>
      </p:sp>
      <p:sp>
        <p:nvSpPr>
          <p:cNvPr id="837693" name="Text Box 61"/>
          <p:cNvSpPr txBox="1">
            <a:spLocks noChangeArrowheads="1"/>
          </p:cNvSpPr>
          <p:nvPr/>
        </p:nvSpPr>
        <p:spPr bwMode="auto">
          <a:xfrm>
            <a:off x="9870413" y="2824532"/>
            <a:ext cx="148339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0000FF"/>
                </a:solidFill>
                <a:effectLst>
                  <a:outerShdw blurRad="38100" dist="38100" dir="2700000" algn="tl">
                    <a:srgbClr val="000000"/>
                  </a:outerShdw>
                </a:effectLst>
                <a:latin typeface="+mn-lt"/>
                <a:ea typeface="楷体" pitchFamily="49" charset="-122"/>
              </a:rPr>
              <a:t>//</a:t>
            </a:r>
            <a:r>
              <a:rPr lang="zh-CN" altLang="zh-CN" sz="2000" b="1" dirty="0">
                <a:solidFill>
                  <a:srgbClr val="0000FF"/>
                </a:solidFill>
                <a:effectLst>
                  <a:outerShdw blurRad="38100" dist="38100" dir="2700000" algn="tl">
                    <a:srgbClr val="000000"/>
                  </a:outerShdw>
                </a:effectLst>
                <a:latin typeface="+mn-lt"/>
                <a:ea typeface="楷体" pitchFamily="49" charset="-122"/>
              </a:rPr>
              <a:t>表达式值1</a:t>
            </a:r>
            <a:endParaRPr lang="en-US" altLang="zh-CN" sz="2000" b="1" dirty="0">
              <a:solidFill>
                <a:srgbClr val="0000FF"/>
              </a:solidFill>
              <a:effectLst>
                <a:outerShdw blurRad="38100" dist="38100" dir="2700000" algn="tl">
                  <a:srgbClr val="000000"/>
                </a:outerShdw>
              </a:effectLst>
              <a:latin typeface="+mn-lt"/>
              <a:ea typeface="楷体" pitchFamily="49" charset="-122"/>
            </a:endParaRPr>
          </a:p>
        </p:txBody>
      </p:sp>
      <p:sp>
        <p:nvSpPr>
          <p:cNvPr id="837694" name="Text Box 62"/>
          <p:cNvSpPr txBox="1">
            <a:spLocks noChangeArrowheads="1"/>
          </p:cNvSpPr>
          <p:nvPr/>
        </p:nvSpPr>
        <p:spPr bwMode="auto">
          <a:xfrm>
            <a:off x="9862476" y="3243632"/>
            <a:ext cx="148339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00FF"/>
                </a:solidFill>
                <a:effectLst>
                  <a:outerShdw blurRad="38100" dist="38100" dir="2700000" algn="tl">
                    <a:srgbClr val="000000"/>
                  </a:outerShdw>
                </a:effectLst>
                <a:latin typeface="+mn-lt"/>
                <a:ea typeface="楷体" pitchFamily="49" charset="-122"/>
              </a:rPr>
              <a:t>//</a:t>
            </a:r>
            <a:r>
              <a:rPr lang="zh-CN" altLang="zh-CN" sz="2000" b="1">
                <a:solidFill>
                  <a:srgbClr val="0000FF"/>
                </a:solidFill>
                <a:effectLst>
                  <a:outerShdw blurRad="38100" dist="38100" dir="2700000" algn="tl">
                    <a:srgbClr val="000000"/>
                  </a:outerShdw>
                </a:effectLst>
                <a:latin typeface="+mn-lt"/>
                <a:ea typeface="楷体" pitchFamily="49" charset="-122"/>
              </a:rPr>
              <a:t>表达式值1</a:t>
            </a:r>
            <a:endParaRPr lang="en-US" altLang="zh-CN" sz="2000" b="1">
              <a:solidFill>
                <a:srgbClr val="0000FF"/>
              </a:solidFill>
              <a:effectLst>
                <a:outerShdw blurRad="38100" dist="38100" dir="2700000" algn="tl">
                  <a:srgbClr val="000000"/>
                </a:outerShdw>
              </a:effectLst>
              <a:latin typeface="+mn-lt"/>
              <a:ea typeface="楷体" pitchFamily="49" charset="-122"/>
            </a:endParaRPr>
          </a:p>
        </p:txBody>
      </p:sp>
      <p:sp>
        <p:nvSpPr>
          <p:cNvPr id="837695" name="Text Box 63"/>
          <p:cNvSpPr txBox="1">
            <a:spLocks noChangeArrowheads="1"/>
          </p:cNvSpPr>
          <p:nvPr/>
        </p:nvSpPr>
        <p:spPr bwMode="auto">
          <a:xfrm>
            <a:off x="9857713" y="3688132"/>
            <a:ext cx="148339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00FF"/>
                </a:solidFill>
                <a:effectLst>
                  <a:outerShdw blurRad="38100" dist="38100" dir="2700000" algn="tl">
                    <a:srgbClr val="000000"/>
                  </a:outerShdw>
                </a:effectLst>
                <a:latin typeface="+mn-lt"/>
                <a:ea typeface="楷体" pitchFamily="49" charset="-122"/>
              </a:rPr>
              <a:t>//</a:t>
            </a:r>
            <a:r>
              <a:rPr lang="zh-CN" altLang="zh-CN" sz="2000" b="1">
                <a:solidFill>
                  <a:srgbClr val="0000FF"/>
                </a:solidFill>
                <a:effectLst>
                  <a:outerShdw blurRad="38100" dist="38100" dir="2700000" algn="tl">
                    <a:srgbClr val="000000"/>
                  </a:outerShdw>
                </a:effectLst>
                <a:latin typeface="+mn-lt"/>
                <a:ea typeface="楷体" pitchFamily="49" charset="-122"/>
              </a:rPr>
              <a:t>表达式值0</a:t>
            </a:r>
            <a:endParaRPr lang="en-US" altLang="zh-CN" sz="2000" b="1">
              <a:solidFill>
                <a:srgbClr val="0000FF"/>
              </a:solidFill>
              <a:effectLst>
                <a:outerShdw blurRad="38100" dist="38100" dir="2700000" algn="tl">
                  <a:srgbClr val="000000"/>
                </a:outerShdw>
              </a:effectLst>
              <a:latin typeface="+mn-lt"/>
              <a:ea typeface="楷体" pitchFamily="49" charset="-122"/>
            </a:endParaRPr>
          </a:p>
        </p:txBody>
      </p:sp>
      <p:sp>
        <p:nvSpPr>
          <p:cNvPr id="837696" name="Text Box 64"/>
          <p:cNvSpPr txBox="1">
            <a:spLocks noChangeArrowheads="1"/>
          </p:cNvSpPr>
          <p:nvPr/>
        </p:nvSpPr>
        <p:spPr bwMode="auto">
          <a:xfrm>
            <a:off x="9845014" y="4119932"/>
            <a:ext cx="867843"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00FF"/>
                </a:solidFill>
                <a:effectLst>
                  <a:outerShdw blurRad="38100" dist="38100" dir="2700000" algn="tl">
                    <a:srgbClr val="000000"/>
                  </a:outerShdw>
                </a:effectLst>
                <a:latin typeface="+mn-lt"/>
                <a:ea typeface="楷体" pitchFamily="49" charset="-122"/>
              </a:rPr>
              <a:t>//d = 1</a:t>
            </a:r>
          </a:p>
        </p:txBody>
      </p:sp>
      <p:sp>
        <p:nvSpPr>
          <p:cNvPr id="837697" name="Text Box 65"/>
          <p:cNvSpPr txBox="1">
            <a:spLocks noChangeArrowheads="1"/>
          </p:cNvSpPr>
          <p:nvPr/>
        </p:nvSpPr>
        <p:spPr bwMode="auto">
          <a:xfrm>
            <a:off x="9845014" y="4551732"/>
            <a:ext cx="810135"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00FF"/>
                </a:solidFill>
                <a:effectLst>
                  <a:outerShdw blurRad="38100" dist="38100" dir="2700000" algn="tl">
                    <a:srgbClr val="000000"/>
                  </a:outerShdw>
                </a:effectLst>
                <a:latin typeface="+mn-lt"/>
                <a:ea typeface="楷体" pitchFamily="49" charset="-122"/>
              </a:rPr>
              <a:t>//f = 0</a:t>
            </a:r>
          </a:p>
        </p:txBody>
      </p:sp>
      <p:grpSp>
        <p:nvGrpSpPr>
          <p:cNvPr id="837698" name="Group 66"/>
          <p:cNvGrpSpPr>
            <a:grpSpLocks/>
          </p:cNvGrpSpPr>
          <p:nvPr/>
        </p:nvGrpSpPr>
        <p:grpSpPr bwMode="auto">
          <a:xfrm>
            <a:off x="-9117" y="0"/>
            <a:ext cx="446088" cy="6858000"/>
            <a:chOff x="0" y="0"/>
            <a:chExt cx="281" cy="4320"/>
          </a:xfrm>
        </p:grpSpPr>
        <p:sp>
          <p:nvSpPr>
            <p:cNvPr id="837699" name="Text Box 6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37700" name="Text Box 6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37682"/>
                                        </p:tgtEl>
                                        <p:attrNameLst>
                                          <p:attrName>style.visibility</p:attrName>
                                        </p:attrNameLst>
                                      </p:cBhvr>
                                      <p:to>
                                        <p:strVal val="visible"/>
                                      </p:to>
                                    </p:set>
                                    <p:animEffect transition="in" filter="box(out)">
                                      <p:cBhvr>
                                        <p:cTn id="7" dur="500"/>
                                        <p:tgtEl>
                                          <p:spTgt spid="83768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37683"/>
                                        </p:tgtEl>
                                        <p:attrNameLst>
                                          <p:attrName>style.visibility</p:attrName>
                                        </p:attrNameLst>
                                      </p:cBhvr>
                                      <p:to>
                                        <p:strVal val="visible"/>
                                      </p:to>
                                    </p:set>
                                    <p:animEffect transition="in" filter="box(out)">
                                      <p:cBhvr>
                                        <p:cTn id="12" dur="500"/>
                                        <p:tgtEl>
                                          <p:spTgt spid="837683"/>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37684"/>
                                        </p:tgtEl>
                                        <p:attrNameLst>
                                          <p:attrName>style.visibility</p:attrName>
                                        </p:attrNameLst>
                                      </p:cBhvr>
                                      <p:to>
                                        <p:strVal val="visible"/>
                                      </p:to>
                                    </p:set>
                                    <p:anim calcmode="lin" valueType="num">
                                      <p:cBhvr additive="base">
                                        <p:cTn id="17" dur="500" fill="hold"/>
                                        <p:tgtEl>
                                          <p:spTgt spid="837684"/>
                                        </p:tgtEl>
                                        <p:attrNameLst>
                                          <p:attrName>ppt_x</p:attrName>
                                        </p:attrNameLst>
                                      </p:cBhvr>
                                      <p:tavLst>
                                        <p:tav tm="0">
                                          <p:val>
                                            <p:strVal val="#ppt_x"/>
                                          </p:val>
                                        </p:tav>
                                        <p:tav tm="100000">
                                          <p:val>
                                            <p:strVal val="#ppt_x"/>
                                          </p:val>
                                        </p:tav>
                                      </p:tavLst>
                                    </p:anim>
                                    <p:anim calcmode="lin" valueType="num">
                                      <p:cBhvr additive="base">
                                        <p:cTn id="18" dur="500" fill="hold"/>
                                        <p:tgtEl>
                                          <p:spTgt spid="83768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37685"/>
                                        </p:tgtEl>
                                        <p:attrNameLst>
                                          <p:attrName>style.visibility</p:attrName>
                                        </p:attrNameLst>
                                      </p:cBhvr>
                                      <p:to>
                                        <p:strVal val="visible"/>
                                      </p:to>
                                    </p:set>
                                    <p:anim calcmode="lin" valueType="num">
                                      <p:cBhvr additive="base">
                                        <p:cTn id="23" dur="500" fill="hold"/>
                                        <p:tgtEl>
                                          <p:spTgt spid="837685"/>
                                        </p:tgtEl>
                                        <p:attrNameLst>
                                          <p:attrName>ppt_x</p:attrName>
                                        </p:attrNameLst>
                                      </p:cBhvr>
                                      <p:tavLst>
                                        <p:tav tm="0">
                                          <p:val>
                                            <p:strVal val="#ppt_x"/>
                                          </p:val>
                                        </p:tav>
                                        <p:tav tm="100000">
                                          <p:val>
                                            <p:strVal val="#ppt_x"/>
                                          </p:val>
                                        </p:tav>
                                      </p:tavLst>
                                    </p:anim>
                                    <p:anim calcmode="lin" valueType="num">
                                      <p:cBhvr additive="base">
                                        <p:cTn id="24" dur="500" fill="hold"/>
                                        <p:tgtEl>
                                          <p:spTgt spid="83768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37686"/>
                                        </p:tgtEl>
                                        <p:attrNameLst>
                                          <p:attrName>style.visibility</p:attrName>
                                        </p:attrNameLst>
                                      </p:cBhvr>
                                      <p:to>
                                        <p:strVal val="visible"/>
                                      </p:to>
                                    </p:set>
                                    <p:anim calcmode="lin" valueType="num">
                                      <p:cBhvr additive="base">
                                        <p:cTn id="29" dur="500" fill="hold"/>
                                        <p:tgtEl>
                                          <p:spTgt spid="837686"/>
                                        </p:tgtEl>
                                        <p:attrNameLst>
                                          <p:attrName>ppt_x</p:attrName>
                                        </p:attrNameLst>
                                      </p:cBhvr>
                                      <p:tavLst>
                                        <p:tav tm="0">
                                          <p:val>
                                            <p:strVal val="#ppt_x"/>
                                          </p:val>
                                        </p:tav>
                                        <p:tav tm="100000">
                                          <p:val>
                                            <p:strVal val="#ppt_x"/>
                                          </p:val>
                                        </p:tav>
                                      </p:tavLst>
                                    </p:anim>
                                    <p:anim calcmode="lin" valueType="num">
                                      <p:cBhvr additive="base">
                                        <p:cTn id="30" dur="500" fill="hold"/>
                                        <p:tgtEl>
                                          <p:spTgt spid="83768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837687"/>
                                        </p:tgtEl>
                                        <p:attrNameLst>
                                          <p:attrName>style.visibility</p:attrName>
                                        </p:attrNameLst>
                                      </p:cBhvr>
                                      <p:to>
                                        <p:strVal val="visible"/>
                                      </p:to>
                                    </p:set>
                                    <p:anim calcmode="lin" valueType="num">
                                      <p:cBhvr additive="base">
                                        <p:cTn id="35" dur="500" fill="hold"/>
                                        <p:tgtEl>
                                          <p:spTgt spid="837687"/>
                                        </p:tgtEl>
                                        <p:attrNameLst>
                                          <p:attrName>ppt_x</p:attrName>
                                        </p:attrNameLst>
                                      </p:cBhvr>
                                      <p:tavLst>
                                        <p:tav tm="0">
                                          <p:val>
                                            <p:strVal val="#ppt_x"/>
                                          </p:val>
                                        </p:tav>
                                        <p:tav tm="100000">
                                          <p:val>
                                            <p:strVal val="#ppt_x"/>
                                          </p:val>
                                        </p:tav>
                                      </p:tavLst>
                                    </p:anim>
                                    <p:anim calcmode="lin" valueType="num">
                                      <p:cBhvr additive="base">
                                        <p:cTn id="36" dur="500" fill="hold"/>
                                        <p:tgtEl>
                                          <p:spTgt spid="83768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37688"/>
                                        </p:tgtEl>
                                        <p:attrNameLst>
                                          <p:attrName>style.visibility</p:attrName>
                                        </p:attrNameLst>
                                      </p:cBhvr>
                                      <p:to>
                                        <p:strVal val="visible"/>
                                      </p:to>
                                    </p:set>
                                    <p:anim calcmode="lin" valueType="num">
                                      <p:cBhvr additive="base">
                                        <p:cTn id="41" dur="500" fill="hold"/>
                                        <p:tgtEl>
                                          <p:spTgt spid="837688"/>
                                        </p:tgtEl>
                                        <p:attrNameLst>
                                          <p:attrName>ppt_x</p:attrName>
                                        </p:attrNameLst>
                                      </p:cBhvr>
                                      <p:tavLst>
                                        <p:tav tm="0">
                                          <p:val>
                                            <p:strVal val="#ppt_x"/>
                                          </p:val>
                                        </p:tav>
                                        <p:tav tm="100000">
                                          <p:val>
                                            <p:strVal val="#ppt_x"/>
                                          </p:val>
                                        </p:tav>
                                      </p:tavLst>
                                    </p:anim>
                                    <p:anim calcmode="lin" valueType="num">
                                      <p:cBhvr additive="base">
                                        <p:cTn id="42" dur="500" fill="hold"/>
                                        <p:tgtEl>
                                          <p:spTgt spid="83768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837689"/>
                                        </p:tgtEl>
                                        <p:attrNameLst>
                                          <p:attrName>style.visibility</p:attrName>
                                        </p:attrNameLst>
                                      </p:cBhvr>
                                      <p:to>
                                        <p:strVal val="visible"/>
                                      </p:to>
                                    </p:set>
                                    <p:anim calcmode="lin" valueType="num">
                                      <p:cBhvr additive="base">
                                        <p:cTn id="47" dur="500" fill="hold"/>
                                        <p:tgtEl>
                                          <p:spTgt spid="837689"/>
                                        </p:tgtEl>
                                        <p:attrNameLst>
                                          <p:attrName>ppt_x</p:attrName>
                                        </p:attrNameLst>
                                      </p:cBhvr>
                                      <p:tavLst>
                                        <p:tav tm="0">
                                          <p:val>
                                            <p:strVal val="#ppt_x"/>
                                          </p:val>
                                        </p:tav>
                                        <p:tav tm="100000">
                                          <p:val>
                                            <p:strVal val="#ppt_x"/>
                                          </p:val>
                                        </p:tav>
                                      </p:tavLst>
                                    </p:anim>
                                    <p:anim calcmode="lin" valueType="num">
                                      <p:cBhvr additive="base">
                                        <p:cTn id="48" dur="500" fill="hold"/>
                                        <p:tgtEl>
                                          <p:spTgt spid="83768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837690"/>
                                        </p:tgtEl>
                                        <p:attrNameLst>
                                          <p:attrName>style.visibility</p:attrName>
                                        </p:attrNameLst>
                                      </p:cBhvr>
                                      <p:to>
                                        <p:strVal val="visible"/>
                                      </p:to>
                                    </p:set>
                                    <p:animEffect transition="in" filter="box(out)">
                                      <p:cBhvr>
                                        <p:cTn id="53" dur="500"/>
                                        <p:tgtEl>
                                          <p:spTgt spid="837690"/>
                                        </p:tgtEl>
                                      </p:cBhvr>
                                    </p:animEffect>
                                  </p:childTnLst>
                                  <p:subTnLst>
                                    <p:audio>
                                      <p:cMediaNode>
                                        <p:cTn display="0" masterRel="sameClick">
                                          <p:stCondLst>
                                            <p:cond evt="begin" delay="0">
                                              <p:tn val="51"/>
                                            </p:cond>
                                          </p:stCondLst>
                                          <p:endCondLst>
                                            <p:cond evt="onStopAudio" delay="0">
                                              <p:tgtEl>
                                                <p:sldTgt/>
                                              </p:tgtEl>
                                            </p:cond>
                                          </p:endCondLst>
                                        </p:cTn>
                                        <p:tgtEl>
                                          <p:sndTgt r:embed="rId4" name="chimes.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837691"/>
                                        </p:tgtEl>
                                        <p:attrNameLst>
                                          <p:attrName>style.visibility</p:attrName>
                                        </p:attrNameLst>
                                      </p:cBhvr>
                                      <p:to>
                                        <p:strVal val="visible"/>
                                      </p:to>
                                    </p:set>
                                    <p:animEffect transition="in" filter="box(in)">
                                      <p:cBhvr>
                                        <p:cTn id="58" dur="500"/>
                                        <p:tgtEl>
                                          <p:spTgt spid="837691"/>
                                        </p:tgtEl>
                                      </p:cBhvr>
                                    </p:animEffect>
                                  </p:childTnLst>
                                  <p:subTnLst>
                                    <p:audio>
                                      <p:cMediaNode>
                                        <p:cTn display="0" masterRel="sameClick">
                                          <p:stCondLst>
                                            <p:cond evt="begin" delay="0">
                                              <p:tn val="56"/>
                                            </p:cond>
                                          </p:stCondLst>
                                          <p:endCondLst>
                                            <p:cond evt="onStopAudio" delay="0">
                                              <p:tgtEl>
                                                <p:sldTgt/>
                                              </p:tgtEl>
                                            </p:cond>
                                          </p:endCondLst>
                                        </p:cTn>
                                        <p:tgtEl>
                                          <p:sndTgt r:embed="rId4" name="chimes.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837692"/>
                                        </p:tgtEl>
                                        <p:attrNameLst>
                                          <p:attrName>style.visibility</p:attrName>
                                        </p:attrNameLst>
                                      </p:cBhvr>
                                      <p:to>
                                        <p:strVal val="visible"/>
                                      </p:to>
                                    </p:set>
                                    <p:animEffect transition="in" filter="box(out)">
                                      <p:cBhvr>
                                        <p:cTn id="63" dur="500"/>
                                        <p:tgtEl>
                                          <p:spTgt spid="837692"/>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837693">
                                            <p:txEl>
                                              <p:pRg st="0" end="0"/>
                                            </p:txEl>
                                          </p:spTgt>
                                        </p:tgtEl>
                                        <p:attrNameLst>
                                          <p:attrName>style.visibility</p:attrName>
                                        </p:attrNameLst>
                                      </p:cBhvr>
                                      <p:to>
                                        <p:strVal val="visible"/>
                                      </p:to>
                                    </p:set>
                                    <p:animEffect transition="in" filter="box(out)">
                                      <p:cBhvr>
                                        <p:cTn id="68" dur="500"/>
                                        <p:tgtEl>
                                          <p:spTgt spid="837693">
                                            <p:txEl>
                                              <p:pRg st="0" end="0"/>
                                            </p:txEl>
                                          </p:spTgt>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837694">
                                            <p:txEl>
                                              <p:pRg st="0" end="0"/>
                                            </p:txEl>
                                          </p:spTgt>
                                        </p:tgtEl>
                                        <p:attrNameLst>
                                          <p:attrName>style.visibility</p:attrName>
                                        </p:attrNameLst>
                                      </p:cBhvr>
                                      <p:to>
                                        <p:strVal val="visible"/>
                                      </p:to>
                                    </p:set>
                                    <p:animEffect transition="in" filter="box(out)">
                                      <p:cBhvr>
                                        <p:cTn id="73" dur="500"/>
                                        <p:tgtEl>
                                          <p:spTgt spid="837694">
                                            <p:txEl>
                                              <p:pRg st="0" end="0"/>
                                            </p:txEl>
                                          </p:spTgt>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837695">
                                            <p:txEl>
                                              <p:pRg st="0" end="0"/>
                                            </p:txEl>
                                          </p:spTgt>
                                        </p:tgtEl>
                                        <p:attrNameLst>
                                          <p:attrName>style.visibility</p:attrName>
                                        </p:attrNameLst>
                                      </p:cBhvr>
                                      <p:to>
                                        <p:strVal val="visible"/>
                                      </p:to>
                                    </p:set>
                                    <p:animEffect transition="in" filter="box(out)">
                                      <p:cBhvr>
                                        <p:cTn id="78" dur="500"/>
                                        <p:tgtEl>
                                          <p:spTgt spid="837695">
                                            <p:txEl>
                                              <p:pRg st="0" end="0"/>
                                            </p:txEl>
                                          </p:spTgt>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childTnLst>
                    </p:cTn>
                  </p:par>
                  <p:par>
                    <p:cTn id="79" fill="hold">
                      <p:stCondLst>
                        <p:cond delay="indefinite"/>
                      </p:stCondLst>
                      <p:childTnLst>
                        <p:par>
                          <p:cTn id="80" fill="hold">
                            <p:stCondLst>
                              <p:cond delay="0"/>
                            </p:stCondLst>
                            <p:childTnLst>
                              <p:par>
                                <p:cTn id="81" presetID="4" presetClass="entr" presetSubtype="32" fill="hold" grpId="0" nodeType="clickEffect">
                                  <p:stCondLst>
                                    <p:cond delay="0"/>
                                  </p:stCondLst>
                                  <p:childTnLst>
                                    <p:set>
                                      <p:cBhvr>
                                        <p:cTn id="82" dur="1" fill="hold">
                                          <p:stCondLst>
                                            <p:cond delay="0"/>
                                          </p:stCondLst>
                                        </p:cTn>
                                        <p:tgtEl>
                                          <p:spTgt spid="837696">
                                            <p:txEl>
                                              <p:pRg st="0" end="0"/>
                                            </p:txEl>
                                          </p:spTgt>
                                        </p:tgtEl>
                                        <p:attrNameLst>
                                          <p:attrName>style.visibility</p:attrName>
                                        </p:attrNameLst>
                                      </p:cBhvr>
                                      <p:to>
                                        <p:strVal val="visible"/>
                                      </p:to>
                                    </p:set>
                                    <p:animEffect transition="in" filter="box(out)">
                                      <p:cBhvr>
                                        <p:cTn id="83" dur="500"/>
                                        <p:tgtEl>
                                          <p:spTgt spid="837696">
                                            <p:txEl>
                                              <p:pRg st="0" end="0"/>
                                            </p:txEl>
                                          </p:spTgt>
                                        </p:tgtEl>
                                      </p:cBhvr>
                                    </p:animEffec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childTnLst>
                    </p:cTn>
                  </p:par>
                  <p:par>
                    <p:cTn id="84" fill="hold">
                      <p:stCondLst>
                        <p:cond delay="indefinite"/>
                      </p:stCondLst>
                      <p:childTnLst>
                        <p:par>
                          <p:cTn id="85" fill="hold">
                            <p:stCondLst>
                              <p:cond delay="0"/>
                            </p:stCondLst>
                            <p:childTnLst>
                              <p:par>
                                <p:cTn id="86" presetID="4" presetClass="entr" presetSubtype="32" fill="hold" grpId="0" nodeType="clickEffect">
                                  <p:stCondLst>
                                    <p:cond delay="0"/>
                                  </p:stCondLst>
                                  <p:childTnLst>
                                    <p:set>
                                      <p:cBhvr>
                                        <p:cTn id="87" dur="1" fill="hold">
                                          <p:stCondLst>
                                            <p:cond delay="0"/>
                                          </p:stCondLst>
                                        </p:cTn>
                                        <p:tgtEl>
                                          <p:spTgt spid="837697">
                                            <p:txEl>
                                              <p:pRg st="0" end="0"/>
                                            </p:txEl>
                                          </p:spTgt>
                                        </p:tgtEl>
                                        <p:attrNameLst>
                                          <p:attrName>style.visibility</p:attrName>
                                        </p:attrNameLst>
                                      </p:cBhvr>
                                      <p:to>
                                        <p:strVal val="visible"/>
                                      </p:to>
                                    </p:set>
                                    <p:animEffect transition="in" filter="box(out)">
                                      <p:cBhvr>
                                        <p:cTn id="88" dur="500"/>
                                        <p:tgtEl>
                                          <p:spTgt spid="837697">
                                            <p:txEl>
                                              <p:pRg st="0" end="0"/>
                                            </p:txEl>
                                          </p:spTgt>
                                        </p:tgtEl>
                                      </p:cBhvr>
                                    </p:animEffect>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7683" grpId="0" animBg="1"/>
      <p:bldP spid="837684" grpId="0"/>
      <p:bldP spid="837685" grpId="0"/>
      <p:bldP spid="837686" grpId="0"/>
      <p:bldP spid="837687" grpId="0"/>
      <p:bldP spid="837688" grpId="0"/>
      <p:bldP spid="837689" grpId="0"/>
      <p:bldP spid="837690" grpId="0" animBg="1"/>
      <p:bldP spid="837691" grpId="0"/>
      <p:bldP spid="837692" grpId="0" animBg="1" autoUpdateAnimBg="0"/>
      <p:bldP spid="837693" grpId="0" build="p" autoUpdateAnimBg="0"/>
      <p:bldP spid="837694" grpId="0" build="p" autoUpdateAnimBg="0"/>
      <p:bldP spid="837695" grpId="0" build="p" autoUpdateAnimBg="0"/>
      <p:bldP spid="837696" grpId="0" build="p" autoUpdateAnimBg="0"/>
      <p:bldP spid="837697"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682" name="Rectangle 2"/>
          <p:cNvSpPr>
            <a:spLocks noGrp="1" noChangeArrowheads="1"/>
          </p:cNvSpPr>
          <p:nvPr>
            <p:ph type="body" idx="1"/>
          </p:nvPr>
        </p:nvSpPr>
        <p:spPr>
          <a:xfrm>
            <a:off x="652871" y="188913"/>
            <a:ext cx="4500562" cy="400050"/>
          </a:xfrm>
        </p:spPr>
        <p:txBody>
          <a:bodyPr/>
          <a:lstStyle/>
          <a:p>
            <a:pPr>
              <a:buFont typeface="Wingdings" pitchFamily="2" charset="2"/>
              <a:buChar char="Ø"/>
            </a:pPr>
            <a:r>
              <a:rPr lang="zh-CN" altLang="en-US" sz="2400" dirty="0">
                <a:solidFill>
                  <a:srgbClr val="008000"/>
                </a:solidFill>
                <a:effectLst>
                  <a:outerShdw blurRad="38100" dist="38100" dir="2700000" algn="tl">
                    <a:srgbClr val="000000"/>
                  </a:outerShdw>
                </a:effectLst>
                <a:latin typeface="楷体" pitchFamily="49" charset="-122"/>
                <a:ea typeface="楷体" pitchFamily="49" charset="-122"/>
              </a:rPr>
              <a:t>关系运算注意</a:t>
            </a:r>
            <a:endParaRPr lang="zh-CN" altLang="en-US" sz="2400" dirty="0">
              <a:solidFill>
                <a:srgbClr val="008000"/>
              </a:solidFill>
              <a:effectLst>
                <a:outerShdw blurRad="38100" dist="38100" dir="2700000" algn="tl">
                  <a:srgbClr val="000000"/>
                </a:outerShdw>
              </a:effectLst>
              <a:latin typeface="楷体" pitchFamily="49" charset="-122"/>
              <a:ea typeface="楷体" pitchFamily="49" charset="-122"/>
              <a:sym typeface="Symbol" pitchFamily="18" charset="2"/>
            </a:endParaRPr>
          </a:p>
        </p:txBody>
      </p:sp>
      <p:sp>
        <p:nvSpPr>
          <p:cNvPr id="839685" name="Rectangle 5"/>
          <p:cNvSpPr>
            <a:spLocks noChangeArrowheads="1"/>
          </p:cNvSpPr>
          <p:nvPr/>
        </p:nvSpPr>
        <p:spPr bwMode="auto">
          <a:xfrm>
            <a:off x="1107287" y="867630"/>
            <a:ext cx="4867275" cy="833178"/>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b="1" dirty="0">
                <a:solidFill>
                  <a:srgbClr val="FF33CC"/>
                </a:solidFill>
                <a:effectLst>
                  <a:outerShdw blurRad="38100" dist="38100" dir="2700000" algn="tl">
                    <a:srgbClr val="C0C0C0"/>
                  </a:outerShdw>
                </a:effectLst>
                <a:latin typeface="隶书" pitchFamily="49" charset="-122"/>
                <a:ea typeface="隶书" pitchFamily="49" charset="-122"/>
                <a:sym typeface="Symbol" pitchFamily="18" charset="2"/>
              </a:rPr>
              <a:t>例</a:t>
            </a:r>
            <a:r>
              <a:rPr lang="zh-CN" altLang="zh-CN" b="1" dirty="0">
                <a:solidFill>
                  <a:srgbClr val="FF3300"/>
                </a:solidFill>
                <a:effectLst>
                  <a:outerShdw blurRad="38100" dist="38100" dir="2700000" algn="tl">
                    <a:srgbClr val="C0C0C0"/>
                  </a:outerShdw>
                </a:effectLst>
                <a:latin typeface="+mn-lt"/>
                <a:ea typeface="楷体" pitchFamily="49" charset="-122"/>
                <a:sym typeface="Symbol" pitchFamily="18" charset="2"/>
              </a:rPr>
              <a:t> </a:t>
            </a:r>
            <a:r>
              <a:rPr lang="zh-CN" altLang="zh-CN" b="1" dirty="0">
                <a:effectLst>
                  <a:outerShdw blurRad="38100" dist="38100" dir="2700000" algn="tl">
                    <a:srgbClr val="C0C0C0"/>
                  </a:outerShdw>
                </a:effectLst>
                <a:latin typeface="+mn-lt"/>
                <a:ea typeface="楷体" pitchFamily="49" charset="-122"/>
                <a:sym typeface="Symbol" pitchFamily="18" charset="2"/>
              </a:rPr>
              <a:t>  若</a:t>
            </a:r>
            <a:r>
              <a:rPr lang="en-US" altLang="zh-CN" b="1" dirty="0">
                <a:effectLst>
                  <a:outerShdw blurRad="38100" dist="38100" dir="2700000" algn="tl">
                    <a:srgbClr val="C0C0C0"/>
                  </a:outerShdw>
                </a:effectLst>
                <a:latin typeface="+mn-lt"/>
                <a:ea typeface="楷体" pitchFamily="49" charset="-122"/>
                <a:sym typeface="Symbol" pitchFamily="18" charset="2"/>
              </a:rPr>
              <a:t>a = 0; b = 0.5; x = 0.3;</a:t>
            </a:r>
          </a:p>
          <a:p>
            <a:pPr eaLnBrk="0" hangingPunct="0"/>
            <a:r>
              <a:rPr lang="en-US" altLang="zh-CN" b="1" dirty="0">
                <a:effectLst>
                  <a:outerShdw blurRad="38100" dist="38100" dir="2700000" algn="tl">
                    <a:srgbClr val="C0C0C0"/>
                  </a:outerShdw>
                </a:effectLst>
                <a:latin typeface="+mn-lt"/>
                <a:ea typeface="楷体" pitchFamily="49" charset="-122"/>
                <a:sym typeface="Symbol" pitchFamily="18" charset="2"/>
              </a:rPr>
              <a:t>       </a:t>
            </a:r>
            <a:r>
              <a:rPr lang="zh-CN" altLang="zh-CN" b="1" dirty="0">
                <a:effectLst>
                  <a:outerShdw blurRad="38100" dist="38100" dir="2700000" algn="tl">
                    <a:srgbClr val="C0C0C0"/>
                  </a:outerShdw>
                </a:effectLst>
                <a:latin typeface="+mn-lt"/>
                <a:ea typeface="楷体" pitchFamily="49" charset="-122"/>
                <a:sym typeface="Symbol" pitchFamily="18" charset="2"/>
              </a:rPr>
              <a:t>则 </a:t>
            </a:r>
            <a:r>
              <a:rPr lang="en-US" altLang="zh-CN" b="1" dirty="0">
                <a:effectLst>
                  <a:outerShdw blurRad="38100" dist="38100" dir="2700000" algn="tl">
                    <a:srgbClr val="C0C0C0"/>
                  </a:outerShdw>
                </a:effectLst>
                <a:latin typeface="+mn-lt"/>
                <a:ea typeface="楷体" pitchFamily="49" charset="-122"/>
              </a:rPr>
              <a:t>a </a:t>
            </a:r>
            <a:r>
              <a:rPr lang="en-US" altLang="zh-CN" b="1" dirty="0">
                <a:effectLst>
                  <a:outerShdw blurRad="38100" dist="38100" dir="2700000" algn="tl">
                    <a:srgbClr val="C0C0C0"/>
                  </a:outerShdw>
                </a:effectLst>
                <a:latin typeface="+mn-lt"/>
                <a:ea typeface="楷体" pitchFamily="49" charset="-122"/>
                <a:sym typeface="Symbol" pitchFamily="18" charset="2"/>
              </a:rPr>
              <a:t>&lt;= x &lt;= b</a:t>
            </a:r>
            <a:r>
              <a:rPr lang="zh-CN" altLang="zh-CN" b="1" dirty="0">
                <a:effectLst>
                  <a:outerShdw blurRad="38100" dist="38100" dir="2700000" algn="tl">
                    <a:srgbClr val="C0C0C0"/>
                  </a:outerShdw>
                </a:effectLst>
                <a:latin typeface="+mn-lt"/>
                <a:ea typeface="楷体" pitchFamily="49" charset="-122"/>
                <a:sym typeface="Symbol" pitchFamily="18" charset="2"/>
              </a:rPr>
              <a:t>的值为</a:t>
            </a:r>
            <a:r>
              <a:rPr lang="zh-CN" altLang="zh-CN" dirty="0">
                <a:effectLst>
                  <a:outerShdw blurRad="38100" dist="38100" dir="2700000" algn="tl">
                    <a:srgbClr val="C0C0C0"/>
                  </a:outerShdw>
                </a:effectLst>
                <a:latin typeface="+mn-lt"/>
                <a:ea typeface="楷体" pitchFamily="49" charset="-122"/>
                <a:sym typeface="Symbol" pitchFamily="18" charset="2"/>
              </a:rPr>
              <a:t>    </a:t>
            </a:r>
            <a:endParaRPr lang="zh-CN" altLang="en-US" dirty="0">
              <a:effectLst>
                <a:outerShdw blurRad="38100" dist="38100" dir="2700000" algn="tl">
                  <a:srgbClr val="C0C0C0"/>
                </a:outerShdw>
              </a:effectLst>
              <a:latin typeface="+mn-lt"/>
              <a:ea typeface="楷体" pitchFamily="49" charset="-122"/>
              <a:sym typeface="Symbol" pitchFamily="18" charset="2"/>
            </a:endParaRPr>
          </a:p>
        </p:txBody>
      </p:sp>
      <p:sp>
        <p:nvSpPr>
          <p:cNvPr id="839686" name="Text Box 6"/>
          <p:cNvSpPr txBox="1">
            <a:spLocks noChangeArrowheads="1"/>
          </p:cNvSpPr>
          <p:nvPr/>
        </p:nvSpPr>
        <p:spPr bwMode="auto">
          <a:xfrm>
            <a:off x="4528224" y="1288982"/>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FF0000"/>
                </a:solidFill>
                <a:effectLst>
                  <a:outerShdw blurRad="38100" dist="38100" dir="2700000" algn="tl">
                    <a:srgbClr val="000000"/>
                  </a:outerShdw>
                </a:effectLst>
                <a:latin typeface="Arial" pitchFamily="34" charset="0"/>
                <a:ea typeface="隶书" pitchFamily="49" charset="-122"/>
              </a:rPr>
              <a:t>0</a:t>
            </a:r>
          </a:p>
        </p:txBody>
      </p:sp>
      <p:sp>
        <p:nvSpPr>
          <p:cNvPr id="839687" name="Rectangle 7"/>
          <p:cNvSpPr>
            <a:spLocks noChangeArrowheads="1"/>
          </p:cNvSpPr>
          <p:nvPr/>
        </p:nvSpPr>
        <p:spPr bwMode="auto">
          <a:xfrm>
            <a:off x="6507099" y="850128"/>
            <a:ext cx="3693357" cy="833178"/>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b="1" dirty="0">
                <a:solidFill>
                  <a:srgbClr val="FF33CC"/>
                </a:solidFill>
                <a:effectLst>
                  <a:outerShdw blurRad="38100" dist="38100" dir="2700000" algn="tl">
                    <a:srgbClr val="C0C0C0"/>
                  </a:outerShdw>
                </a:effectLst>
                <a:latin typeface="隶书" pitchFamily="49" charset="-122"/>
                <a:ea typeface="隶书" pitchFamily="49" charset="-122"/>
                <a:sym typeface="Symbol" pitchFamily="18" charset="2"/>
              </a:rPr>
              <a:t>例</a:t>
            </a:r>
            <a:r>
              <a:rPr lang="zh-CN" altLang="zh-CN" b="1" dirty="0">
                <a:effectLst>
                  <a:outerShdw blurRad="38100" dist="38100" dir="2700000" algn="tl">
                    <a:srgbClr val="C0C0C0"/>
                  </a:outerShdw>
                </a:effectLst>
                <a:latin typeface="+mn-lt"/>
                <a:ea typeface="楷体" pitchFamily="49" charset="-122"/>
                <a:sym typeface="Symbol" pitchFamily="18" charset="2"/>
              </a:rPr>
              <a:t>   </a:t>
            </a:r>
            <a:r>
              <a:rPr lang="en-US" altLang="zh-CN" b="1" dirty="0">
                <a:solidFill>
                  <a:srgbClr val="0000FF"/>
                </a:solidFill>
                <a:effectLst>
                  <a:outerShdw blurRad="38100" dist="38100" dir="2700000" algn="tl">
                    <a:srgbClr val="C0C0C0"/>
                  </a:outerShdw>
                </a:effectLst>
                <a:latin typeface="+mn-lt"/>
                <a:ea typeface="楷体" pitchFamily="49" charset="-122"/>
                <a:sym typeface="Symbol" pitchFamily="18" charset="2"/>
              </a:rPr>
              <a:t>5 &gt; 2 &gt; 7 &gt; 8</a:t>
            </a:r>
            <a:r>
              <a:rPr lang="zh-CN" altLang="zh-CN" b="1" dirty="0">
                <a:effectLst>
                  <a:outerShdw blurRad="38100" dist="38100" dir="2700000" algn="tl">
                    <a:srgbClr val="C0C0C0"/>
                  </a:outerShdw>
                </a:effectLst>
                <a:latin typeface="+mn-lt"/>
                <a:ea typeface="楷体" pitchFamily="49" charset="-122"/>
                <a:sym typeface="Symbol" pitchFamily="18" charset="2"/>
              </a:rPr>
              <a:t>在</a:t>
            </a:r>
            <a:r>
              <a:rPr lang="en-US" altLang="zh-CN" b="1" dirty="0">
                <a:effectLst>
                  <a:outerShdw blurRad="38100" dist="38100" dir="2700000" algn="tl">
                    <a:srgbClr val="C0C0C0"/>
                  </a:outerShdw>
                </a:effectLst>
                <a:latin typeface="+mn-lt"/>
                <a:ea typeface="楷体" pitchFamily="49" charset="-122"/>
                <a:sym typeface="Symbol" pitchFamily="18" charset="2"/>
              </a:rPr>
              <a:t>C</a:t>
            </a:r>
            <a:r>
              <a:rPr lang="zh-CN" altLang="zh-CN" b="1" dirty="0">
                <a:effectLst>
                  <a:outerShdw blurRad="38100" dist="38100" dir="2700000" algn="tl">
                    <a:srgbClr val="C0C0C0"/>
                  </a:outerShdw>
                </a:effectLst>
                <a:latin typeface="+mn-lt"/>
                <a:ea typeface="楷体" pitchFamily="49" charset="-122"/>
                <a:sym typeface="Symbol" pitchFamily="18" charset="2"/>
              </a:rPr>
              <a:t>中是</a:t>
            </a:r>
            <a:endParaRPr lang="zh-CN" altLang="en-US" b="1" dirty="0">
              <a:effectLst>
                <a:outerShdw blurRad="38100" dist="38100" dir="2700000" algn="tl">
                  <a:srgbClr val="C0C0C0"/>
                </a:outerShdw>
              </a:effectLst>
              <a:latin typeface="+mn-lt"/>
              <a:ea typeface="楷体" pitchFamily="49" charset="-122"/>
              <a:sym typeface="Symbol" pitchFamily="18" charset="2"/>
            </a:endParaRPr>
          </a:p>
          <a:p>
            <a:pPr eaLnBrk="0" hangingPunct="0"/>
            <a:r>
              <a:rPr lang="zh-CN" altLang="zh-CN" b="1" dirty="0">
                <a:effectLst>
                  <a:outerShdw blurRad="38100" dist="38100" dir="2700000" algn="tl">
                    <a:srgbClr val="C0C0C0"/>
                  </a:outerShdw>
                </a:effectLst>
                <a:latin typeface="+mn-lt"/>
                <a:ea typeface="楷体" pitchFamily="49" charset="-122"/>
                <a:sym typeface="Symbol" pitchFamily="18" charset="2"/>
              </a:rPr>
              <a:t>允许的，值为</a:t>
            </a:r>
            <a:endParaRPr lang="zh-CN" altLang="en-US" b="1" dirty="0">
              <a:effectLst>
                <a:outerShdw blurRad="38100" dist="38100" dir="2700000" algn="tl">
                  <a:srgbClr val="C0C0C0"/>
                </a:outerShdw>
              </a:effectLst>
              <a:latin typeface="+mn-lt"/>
              <a:ea typeface="楷体" pitchFamily="49" charset="-122"/>
              <a:sym typeface="Symbol" pitchFamily="18" charset="2"/>
            </a:endParaRPr>
          </a:p>
        </p:txBody>
      </p:sp>
      <p:sp>
        <p:nvSpPr>
          <p:cNvPr id="839688" name="Text Box 8"/>
          <p:cNvSpPr txBox="1">
            <a:spLocks noChangeArrowheads="1"/>
          </p:cNvSpPr>
          <p:nvPr/>
        </p:nvSpPr>
        <p:spPr bwMode="auto">
          <a:xfrm>
            <a:off x="8402573" y="1248828"/>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FF0000"/>
                </a:solidFill>
                <a:effectLst>
                  <a:outerShdw blurRad="38100" dist="38100" dir="2700000" algn="tl">
                    <a:srgbClr val="000000"/>
                  </a:outerShdw>
                </a:effectLst>
                <a:latin typeface="Arial" pitchFamily="34" charset="0"/>
                <a:ea typeface="隶书" pitchFamily="49" charset="-122"/>
              </a:rPr>
              <a:t>0</a:t>
            </a:r>
          </a:p>
        </p:txBody>
      </p:sp>
      <p:sp>
        <p:nvSpPr>
          <p:cNvPr id="839689" name="Rectangle 9"/>
          <p:cNvSpPr>
            <a:spLocks noChangeArrowheads="1"/>
          </p:cNvSpPr>
          <p:nvPr/>
        </p:nvSpPr>
        <p:spPr bwMode="auto">
          <a:xfrm>
            <a:off x="1114376" y="2082474"/>
            <a:ext cx="4860186" cy="120251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b="1" dirty="0">
                <a:solidFill>
                  <a:srgbClr val="FF33CC"/>
                </a:solidFill>
                <a:effectLst>
                  <a:outerShdw blurRad="38100" dist="38100" dir="2700000" algn="tl">
                    <a:srgbClr val="C0C0C0"/>
                  </a:outerShdw>
                </a:effectLst>
                <a:latin typeface="隶书" pitchFamily="49" charset="-122"/>
                <a:ea typeface="隶书" pitchFamily="49" charset="-122"/>
                <a:sym typeface="Symbol" pitchFamily="18" charset="2"/>
              </a:rPr>
              <a:t>例</a:t>
            </a:r>
            <a:r>
              <a:rPr lang="zh-CN" altLang="zh-CN" b="1" dirty="0">
                <a:effectLst>
                  <a:outerShdw blurRad="38100" dist="38100" dir="2700000" algn="tl">
                    <a:srgbClr val="C0C0C0"/>
                  </a:outerShdw>
                </a:effectLst>
                <a:latin typeface="+mn-lt"/>
                <a:ea typeface="楷体" pitchFamily="49" charset="-122"/>
                <a:sym typeface="Symbol" pitchFamily="18" charset="2"/>
              </a:rPr>
              <a:t>     </a:t>
            </a:r>
            <a:r>
              <a:rPr lang="en-US" altLang="zh-CN" b="1" dirty="0" err="1">
                <a:effectLst>
                  <a:outerShdw blurRad="38100" dist="38100" dir="2700000" algn="tl">
                    <a:srgbClr val="C0C0C0"/>
                  </a:outerShdw>
                </a:effectLst>
                <a:latin typeface="+mn-lt"/>
                <a:ea typeface="楷体" pitchFamily="49" charset="-122"/>
                <a:sym typeface="Symbol" pitchFamily="18" charset="2"/>
              </a:rPr>
              <a:t>int</a:t>
            </a:r>
            <a:r>
              <a:rPr lang="en-US" altLang="zh-CN" b="1" dirty="0">
                <a:effectLst>
                  <a:outerShdw blurRad="38100" dist="38100" dir="2700000" algn="tl">
                    <a:srgbClr val="C0C0C0"/>
                  </a:outerShdw>
                </a:effectLst>
                <a:latin typeface="+mn-lt"/>
                <a:ea typeface="楷体" pitchFamily="49" charset="-122"/>
                <a:sym typeface="Symbol" pitchFamily="18" charset="2"/>
              </a:rPr>
              <a:t>  </a:t>
            </a:r>
            <a:r>
              <a:rPr lang="en-US" altLang="zh-CN" b="1" dirty="0" err="1">
                <a:effectLst>
                  <a:outerShdw blurRad="38100" dist="38100" dir="2700000" algn="tl">
                    <a:srgbClr val="C0C0C0"/>
                  </a:outerShdw>
                </a:effectLst>
                <a:latin typeface="+mn-lt"/>
                <a:ea typeface="楷体" pitchFamily="49" charset="-122"/>
                <a:sym typeface="Symbol" pitchFamily="18" charset="2"/>
              </a:rPr>
              <a:t>i</a:t>
            </a:r>
            <a:r>
              <a:rPr lang="en-US" altLang="zh-CN" b="1" dirty="0">
                <a:effectLst>
                  <a:outerShdw blurRad="38100" dist="38100" dir="2700000" algn="tl">
                    <a:srgbClr val="C0C0C0"/>
                  </a:outerShdw>
                </a:effectLst>
                <a:latin typeface="+mn-lt"/>
                <a:ea typeface="楷体" pitchFamily="49" charset="-122"/>
                <a:sym typeface="Symbol" pitchFamily="18" charset="2"/>
              </a:rPr>
              <a:t> = 1,  j = 7, a;  </a:t>
            </a:r>
          </a:p>
          <a:p>
            <a:pPr eaLnBrk="0" hangingPunct="0"/>
            <a:r>
              <a:rPr lang="en-US" altLang="zh-CN" b="1" dirty="0">
                <a:effectLst>
                  <a:outerShdw blurRad="38100" dist="38100" dir="2700000" algn="tl">
                    <a:srgbClr val="C0C0C0"/>
                  </a:outerShdw>
                </a:effectLst>
                <a:latin typeface="+mn-lt"/>
                <a:ea typeface="楷体" pitchFamily="49" charset="-122"/>
                <a:sym typeface="Symbol" pitchFamily="18" charset="2"/>
              </a:rPr>
              <a:t>         a = </a:t>
            </a:r>
            <a:r>
              <a:rPr lang="en-US" altLang="zh-CN" b="1" dirty="0" err="1">
                <a:effectLst>
                  <a:outerShdw blurRad="38100" dist="38100" dir="2700000" algn="tl">
                    <a:srgbClr val="C0C0C0"/>
                  </a:outerShdw>
                </a:effectLst>
                <a:latin typeface="+mn-lt"/>
                <a:ea typeface="楷体" pitchFamily="49" charset="-122"/>
                <a:sym typeface="Symbol" pitchFamily="18" charset="2"/>
              </a:rPr>
              <a:t>i</a:t>
            </a:r>
            <a:r>
              <a:rPr lang="en-US" altLang="zh-CN" b="1" dirty="0">
                <a:effectLst>
                  <a:outerShdw blurRad="38100" dist="38100" dir="2700000" algn="tl">
                    <a:srgbClr val="C0C0C0"/>
                  </a:outerShdw>
                </a:effectLst>
                <a:latin typeface="+mn-lt"/>
                <a:ea typeface="楷体" pitchFamily="49" charset="-122"/>
                <a:sym typeface="Symbol" pitchFamily="18" charset="2"/>
              </a:rPr>
              <a:t> + (j % 4 != 0);   </a:t>
            </a:r>
          </a:p>
          <a:p>
            <a:pPr eaLnBrk="0" hangingPunct="0"/>
            <a:r>
              <a:rPr lang="en-US" altLang="zh-CN" b="1" dirty="0">
                <a:effectLst>
                  <a:outerShdw blurRad="38100" dist="38100" dir="2700000" algn="tl">
                    <a:srgbClr val="C0C0C0"/>
                  </a:outerShdw>
                </a:effectLst>
                <a:latin typeface="+mn-lt"/>
                <a:ea typeface="楷体" pitchFamily="49" charset="-122"/>
                <a:sym typeface="Symbol" pitchFamily="18" charset="2"/>
              </a:rPr>
              <a:t>         </a:t>
            </a:r>
            <a:r>
              <a:rPr lang="zh-CN" altLang="zh-CN" b="1" dirty="0">
                <a:effectLst>
                  <a:outerShdw blurRad="38100" dist="38100" dir="2700000" algn="tl">
                    <a:srgbClr val="C0C0C0"/>
                  </a:outerShdw>
                </a:effectLst>
                <a:latin typeface="+mn-lt"/>
                <a:ea typeface="楷体" pitchFamily="49" charset="-122"/>
                <a:sym typeface="Symbol" pitchFamily="18" charset="2"/>
              </a:rPr>
              <a:t>则</a:t>
            </a:r>
            <a:r>
              <a:rPr lang="en-US" altLang="zh-CN" b="1" dirty="0">
                <a:effectLst>
                  <a:outerShdw blurRad="38100" dist="38100" dir="2700000" algn="tl">
                    <a:srgbClr val="C0C0C0"/>
                  </a:outerShdw>
                </a:effectLst>
                <a:latin typeface="+mn-lt"/>
                <a:ea typeface="楷体" pitchFamily="49" charset="-122"/>
                <a:sym typeface="Symbol" pitchFamily="18" charset="2"/>
              </a:rPr>
              <a:t>a =</a:t>
            </a:r>
          </a:p>
        </p:txBody>
      </p:sp>
      <p:sp>
        <p:nvSpPr>
          <p:cNvPr id="839690" name="Text Box 10"/>
          <p:cNvSpPr txBox="1">
            <a:spLocks noChangeArrowheads="1"/>
          </p:cNvSpPr>
          <p:nvPr/>
        </p:nvSpPr>
        <p:spPr bwMode="auto">
          <a:xfrm>
            <a:off x="2583576" y="2841062"/>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FF0000"/>
                </a:solidFill>
                <a:effectLst>
                  <a:outerShdw blurRad="38100" dist="38100" dir="2700000" algn="tl">
                    <a:srgbClr val="000000"/>
                  </a:outerShdw>
                </a:effectLst>
                <a:latin typeface="Arial" pitchFamily="34" charset="0"/>
                <a:ea typeface="隶书" pitchFamily="49" charset="-122"/>
              </a:rPr>
              <a:t>2</a:t>
            </a:r>
          </a:p>
        </p:txBody>
      </p:sp>
      <p:sp>
        <p:nvSpPr>
          <p:cNvPr id="839691" name="Text Box 11"/>
          <p:cNvSpPr txBox="1">
            <a:spLocks noChangeArrowheads="1"/>
          </p:cNvSpPr>
          <p:nvPr/>
        </p:nvSpPr>
        <p:spPr bwMode="auto">
          <a:xfrm>
            <a:off x="6501289" y="2161108"/>
            <a:ext cx="3693357" cy="8604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en-US" b="1" dirty="0">
                <a:solidFill>
                  <a:srgbClr val="FF33CC"/>
                </a:solidFill>
                <a:effectLst>
                  <a:outerShdw blurRad="38100" dist="38100" dir="2700000" algn="tl">
                    <a:srgbClr val="C0C0C0"/>
                  </a:outerShdw>
                </a:effectLst>
                <a:latin typeface="隶书" pitchFamily="49" charset="-122"/>
                <a:ea typeface="隶书" pitchFamily="49" charset="-122"/>
                <a:sym typeface="Symbol" pitchFamily="18" charset="2"/>
              </a:rPr>
              <a:t>例</a:t>
            </a:r>
            <a:r>
              <a:rPr lang="zh-CN" altLang="en-US" b="1" dirty="0">
                <a:effectLst>
                  <a:outerShdw blurRad="38100" dist="38100" dir="2700000" algn="tl">
                    <a:srgbClr val="C0C0C0"/>
                  </a:outerShdw>
                </a:effectLst>
                <a:latin typeface="+mn-lt"/>
                <a:ea typeface="楷体" pitchFamily="49" charset="-122"/>
                <a:sym typeface="Symbol" pitchFamily="18" charset="2"/>
              </a:rPr>
              <a:t>   </a:t>
            </a:r>
            <a:r>
              <a:rPr lang="en-US" altLang="zh-CN" b="1" dirty="0">
                <a:ea typeface="楷体_GB2312" pitchFamily="49" charset="-122"/>
              </a:rPr>
              <a:t>'</a:t>
            </a:r>
            <a:r>
              <a:rPr lang="en-US" altLang="zh-CN" b="1" dirty="0">
                <a:latin typeface="+mn-lt"/>
                <a:ea typeface="楷体" pitchFamily="49" charset="-122"/>
                <a:sym typeface="Symbol" pitchFamily="18" charset="2"/>
              </a:rPr>
              <a:t>a</a:t>
            </a:r>
            <a:r>
              <a:rPr lang="en-US" altLang="zh-CN" b="1" dirty="0">
                <a:ea typeface="楷体_GB2312" pitchFamily="49" charset="-122"/>
              </a:rPr>
              <a:t>'</a:t>
            </a:r>
            <a:r>
              <a:rPr lang="en-US" altLang="zh-CN" b="1" dirty="0">
                <a:effectLst>
                  <a:outerShdw blurRad="38100" dist="38100" dir="2700000" algn="tl">
                    <a:srgbClr val="C0C0C0"/>
                  </a:outerShdw>
                </a:effectLst>
                <a:latin typeface="+mn-lt"/>
                <a:ea typeface="楷体" pitchFamily="49" charset="-122"/>
                <a:sym typeface="Symbol" pitchFamily="18" charset="2"/>
              </a:rPr>
              <a:t>&gt;0        </a:t>
            </a:r>
            <a:r>
              <a:rPr lang="zh-CN" altLang="zh-CN" b="1" dirty="0">
                <a:effectLst>
                  <a:outerShdw blurRad="38100" dist="38100" dir="2700000" algn="tl">
                    <a:srgbClr val="C0C0C0"/>
                  </a:outerShdw>
                </a:effectLst>
                <a:latin typeface="+mn-lt"/>
                <a:ea typeface="楷体" pitchFamily="49" charset="-122"/>
                <a:sym typeface="Symbol" pitchFamily="18" charset="2"/>
              </a:rPr>
              <a:t>结果为</a:t>
            </a:r>
          </a:p>
          <a:p>
            <a:pPr eaLnBrk="0" hangingPunct="0"/>
            <a:r>
              <a:rPr lang="zh-CN" altLang="zh-CN" b="1" dirty="0">
                <a:effectLst>
                  <a:outerShdw blurRad="38100" dist="38100" dir="2700000" algn="tl">
                    <a:srgbClr val="C0C0C0"/>
                  </a:outerShdw>
                </a:effectLst>
                <a:latin typeface="+mn-lt"/>
                <a:ea typeface="楷体" pitchFamily="49" charset="-122"/>
                <a:sym typeface="Symbol" pitchFamily="18" charset="2"/>
              </a:rPr>
              <a:t>      </a:t>
            </a:r>
            <a:r>
              <a:rPr lang="en-US" altLang="zh-CN" b="1" dirty="0">
                <a:ea typeface="楷体_GB2312" pitchFamily="49" charset="-122"/>
              </a:rPr>
              <a:t>'</a:t>
            </a:r>
            <a:r>
              <a:rPr lang="en-US" altLang="zh-CN" b="1" dirty="0">
                <a:latin typeface="+mn-lt"/>
                <a:ea typeface="楷体" pitchFamily="49" charset="-122"/>
                <a:sym typeface="Symbol" pitchFamily="18" charset="2"/>
              </a:rPr>
              <a:t>A</a:t>
            </a:r>
            <a:r>
              <a:rPr lang="en-US" altLang="zh-CN" b="1" dirty="0">
                <a:ea typeface="楷体_GB2312" pitchFamily="49" charset="-122"/>
              </a:rPr>
              <a:t>'</a:t>
            </a:r>
            <a:r>
              <a:rPr lang="en-US" altLang="zh-CN" b="1" dirty="0">
                <a:effectLst>
                  <a:outerShdw blurRad="38100" dist="38100" dir="2700000" algn="tl">
                    <a:srgbClr val="C0C0C0"/>
                  </a:outerShdw>
                </a:effectLst>
                <a:latin typeface="+mn-lt"/>
                <a:ea typeface="楷体" pitchFamily="49" charset="-122"/>
                <a:sym typeface="Symbol" pitchFamily="18" charset="2"/>
              </a:rPr>
              <a:t>&gt;100    </a:t>
            </a:r>
            <a:r>
              <a:rPr lang="zh-CN" altLang="zh-CN" b="1" dirty="0">
                <a:effectLst>
                  <a:outerShdw blurRad="38100" dist="38100" dir="2700000" algn="tl">
                    <a:srgbClr val="C0C0C0"/>
                  </a:outerShdw>
                </a:effectLst>
                <a:latin typeface="+mn-lt"/>
                <a:ea typeface="楷体" pitchFamily="49" charset="-122"/>
                <a:sym typeface="Symbol" pitchFamily="18" charset="2"/>
              </a:rPr>
              <a:t>结果为</a:t>
            </a:r>
            <a:endParaRPr lang="zh-CN" altLang="en-US" b="1" dirty="0">
              <a:effectLst>
                <a:outerShdw blurRad="38100" dist="38100" dir="2700000" algn="tl">
                  <a:srgbClr val="C0C0C0"/>
                </a:outerShdw>
              </a:effectLst>
              <a:latin typeface="+mn-lt"/>
              <a:ea typeface="楷体" pitchFamily="49" charset="-122"/>
              <a:sym typeface="Symbol" pitchFamily="18" charset="2"/>
            </a:endParaRPr>
          </a:p>
        </p:txBody>
      </p:sp>
      <p:sp>
        <p:nvSpPr>
          <p:cNvPr id="839692" name="Text Box 12"/>
          <p:cNvSpPr txBox="1">
            <a:spLocks noChangeArrowheads="1"/>
          </p:cNvSpPr>
          <p:nvPr/>
        </p:nvSpPr>
        <p:spPr bwMode="auto">
          <a:xfrm>
            <a:off x="9622685" y="2199208"/>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FF0000"/>
                </a:solidFill>
                <a:effectLst>
                  <a:outerShdw blurRad="38100" dist="38100" dir="2700000" algn="tl">
                    <a:srgbClr val="000000"/>
                  </a:outerShdw>
                </a:effectLst>
                <a:latin typeface="Arial" pitchFamily="34" charset="0"/>
                <a:ea typeface="隶书" pitchFamily="49" charset="-122"/>
              </a:rPr>
              <a:t>1</a:t>
            </a:r>
          </a:p>
        </p:txBody>
      </p:sp>
      <p:sp>
        <p:nvSpPr>
          <p:cNvPr id="839693" name="Text Box 13"/>
          <p:cNvSpPr txBox="1">
            <a:spLocks noChangeArrowheads="1"/>
          </p:cNvSpPr>
          <p:nvPr/>
        </p:nvSpPr>
        <p:spPr bwMode="auto">
          <a:xfrm>
            <a:off x="9646435" y="2599258"/>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FF0000"/>
                </a:solidFill>
                <a:effectLst>
                  <a:outerShdw blurRad="38100" dist="38100" dir="2700000" algn="tl">
                    <a:srgbClr val="000000"/>
                  </a:outerShdw>
                </a:effectLst>
                <a:latin typeface="Arial" pitchFamily="34" charset="0"/>
                <a:ea typeface="隶书" pitchFamily="49" charset="-122"/>
              </a:rPr>
              <a:t>0</a:t>
            </a:r>
          </a:p>
        </p:txBody>
      </p:sp>
      <p:sp>
        <p:nvSpPr>
          <p:cNvPr id="839700" name="Rectangle 20"/>
          <p:cNvSpPr>
            <a:spLocks noChangeArrowheads="1"/>
          </p:cNvSpPr>
          <p:nvPr/>
        </p:nvSpPr>
        <p:spPr bwMode="auto">
          <a:xfrm>
            <a:off x="1107287" y="3666650"/>
            <a:ext cx="9087359" cy="1202510"/>
          </a:xfrm>
          <a:prstGeom prst="rect">
            <a:avLst/>
          </a:prstGeom>
          <a:solidFill>
            <a:schemeClr val="bg1"/>
          </a:soli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b="1" dirty="0">
                <a:solidFill>
                  <a:srgbClr val="FF33CC"/>
                </a:solidFill>
                <a:effectLst>
                  <a:outerShdw blurRad="38100" dist="38100" dir="2700000" algn="tl">
                    <a:srgbClr val="C0C0C0"/>
                  </a:outerShdw>
                </a:effectLst>
                <a:latin typeface="隶书" pitchFamily="49" charset="-122"/>
                <a:ea typeface="隶书" pitchFamily="49" charset="-122"/>
                <a:sym typeface="Symbol" pitchFamily="18" charset="2"/>
              </a:rPr>
              <a:t>例   </a:t>
            </a:r>
            <a:r>
              <a:rPr lang="zh-CN" altLang="en-US" b="1" dirty="0">
                <a:effectLst>
                  <a:outerShdw blurRad="38100" dist="38100" dir="2700000" algn="tl">
                    <a:srgbClr val="FFFFFF"/>
                  </a:outerShdw>
                </a:effectLst>
                <a:latin typeface="+mn-lt"/>
                <a:ea typeface="楷体" pitchFamily="49" charset="-122"/>
                <a:sym typeface="Symbol" pitchFamily="18" charset="2"/>
              </a:rPr>
              <a:t>应避免对</a:t>
            </a:r>
            <a:r>
              <a:rPr lang="zh-CN" altLang="en-US" b="1" dirty="0">
                <a:solidFill>
                  <a:srgbClr val="FF0000"/>
                </a:solidFill>
                <a:effectLst>
                  <a:outerShdw blurRad="38100" dist="38100" dir="2700000" algn="tl">
                    <a:srgbClr val="000000"/>
                  </a:outerShdw>
                </a:effectLst>
                <a:latin typeface="+mn-lt"/>
                <a:ea typeface="楷体" pitchFamily="49" charset="-122"/>
                <a:sym typeface="Symbol" pitchFamily="18" charset="2"/>
              </a:rPr>
              <a:t>实数</a:t>
            </a:r>
            <a:r>
              <a:rPr lang="zh-CN" altLang="en-US" b="1" dirty="0">
                <a:effectLst>
                  <a:outerShdw blurRad="38100" dist="38100" dir="2700000" algn="tl">
                    <a:srgbClr val="FFFFFF"/>
                  </a:outerShdw>
                </a:effectLst>
                <a:latin typeface="+mn-lt"/>
                <a:ea typeface="楷体" pitchFamily="49" charset="-122"/>
                <a:sym typeface="Symbol" pitchFamily="18" charset="2"/>
              </a:rPr>
              <a:t>作相等或不等的判断</a:t>
            </a:r>
          </a:p>
          <a:p>
            <a:pPr eaLnBrk="0" hangingPunct="0"/>
            <a:r>
              <a:rPr lang="zh-CN" altLang="en-US" b="1" dirty="0">
                <a:effectLst>
                  <a:outerShdw blurRad="38100" dist="38100" dir="2700000" algn="tl">
                    <a:srgbClr val="FFFFFF"/>
                  </a:outerShdw>
                </a:effectLst>
                <a:latin typeface="+mn-lt"/>
                <a:ea typeface="楷体" pitchFamily="49" charset="-122"/>
                <a:sym typeface="Symbol" pitchFamily="18" charset="2"/>
              </a:rPr>
              <a:t>       如   </a:t>
            </a:r>
            <a:r>
              <a:rPr lang="en-US" altLang="zh-CN" b="1" dirty="0">
                <a:effectLst>
                  <a:outerShdw blurRad="38100" dist="38100" dir="2700000" algn="tl">
                    <a:srgbClr val="FFFFFF"/>
                  </a:outerShdw>
                </a:effectLst>
                <a:latin typeface="+mn-lt"/>
                <a:ea typeface="楷体" pitchFamily="49" charset="-122"/>
                <a:sym typeface="Symbol" pitchFamily="18" charset="2"/>
              </a:rPr>
              <a:t>1.0/3.0*3.0==1.0    </a:t>
            </a:r>
            <a:r>
              <a:rPr lang="zh-CN" altLang="en-US" b="1" dirty="0">
                <a:effectLst>
                  <a:outerShdw blurRad="38100" dist="38100" dir="2700000" algn="tl">
                    <a:srgbClr val="FFFFFF"/>
                  </a:outerShdw>
                </a:effectLst>
                <a:latin typeface="+mn-lt"/>
                <a:ea typeface="楷体" pitchFamily="49" charset="-122"/>
                <a:sym typeface="Symbol" pitchFamily="18" charset="2"/>
              </a:rPr>
              <a:t>结果为</a:t>
            </a:r>
          </a:p>
          <a:p>
            <a:pPr eaLnBrk="0" hangingPunct="0"/>
            <a:r>
              <a:rPr lang="zh-CN" altLang="en-US" b="1" dirty="0">
                <a:effectLst>
                  <a:outerShdw blurRad="38100" dist="38100" dir="2700000" algn="tl">
                    <a:srgbClr val="FFFFFF"/>
                  </a:outerShdw>
                </a:effectLst>
                <a:latin typeface="+mn-lt"/>
                <a:ea typeface="楷体" pitchFamily="49" charset="-122"/>
                <a:sym typeface="Symbol" pitchFamily="18" charset="2"/>
              </a:rPr>
              <a:t>       可改写为：</a:t>
            </a:r>
            <a:r>
              <a:rPr lang="en-US" altLang="zh-CN" b="1" dirty="0" err="1">
                <a:solidFill>
                  <a:srgbClr val="0033CC"/>
                </a:solidFill>
                <a:effectLst>
                  <a:outerShdw blurRad="38100" dist="38100" dir="2700000" algn="tl">
                    <a:srgbClr val="FFFFFF"/>
                  </a:outerShdw>
                </a:effectLst>
                <a:latin typeface="+mn-lt"/>
                <a:ea typeface="楷体" pitchFamily="49" charset="-122"/>
                <a:sym typeface="Symbol" pitchFamily="18" charset="2"/>
              </a:rPr>
              <a:t>fabs</a:t>
            </a:r>
            <a:r>
              <a:rPr lang="en-US" altLang="zh-CN" b="1" dirty="0">
                <a:solidFill>
                  <a:srgbClr val="0033CC"/>
                </a:solidFill>
                <a:effectLst>
                  <a:outerShdw blurRad="38100" dist="38100" dir="2700000" algn="tl">
                    <a:srgbClr val="FFFFFF"/>
                  </a:outerShdw>
                </a:effectLst>
                <a:latin typeface="+mn-lt"/>
                <a:ea typeface="楷体" pitchFamily="49" charset="-122"/>
                <a:sym typeface="Symbol" pitchFamily="18" charset="2"/>
              </a:rPr>
              <a:t>(1.0/3.0*3.0-1.0)&lt;1e-6</a:t>
            </a:r>
          </a:p>
        </p:txBody>
      </p:sp>
      <p:sp>
        <p:nvSpPr>
          <p:cNvPr id="839701" name="Text Box 21"/>
          <p:cNvSpPr txBox="1">
            <a:spLocks noChangeArrowheads="1"/>
          </p:cNvSpPr>
          <p:nvPr/>
        </p:nvSpPr>
        <p:spPr bwMode="auto">
          <a:xfrm>
            <a:off x="5643890" y="4077073"/>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FF0000"/>
                </a:solidFill>
                <a:effectLst>
                  <a:outerShdw blurRad="38100" dist="38100" dir="2700000" algn="tl">
                    <a:srgbClr val="000000"/>
                  </a:outerShdw>
                </a:effectLst>
                <a:latin typeface="Arial" pitchFamily="34" charset="0"/>
                <a:ea typeface="隶书" pitchFamily="49" charset="-122"/>
              </a:rPr>
              <a:t>0</a:t>
            </a:r>
          </a:p>
        </p:txBody>
      </p:sp>
      <p:grpSp>
        <p:nvGrpSpPr>
          <p:cNvPr id="839702" name="Group 22"/>
          <p:cNvGrpSpPr>
            <a:grpSpLocks/>
          </p:cNvGrpSpPr>
          <p:nvPr/>
        </p:nvGrpSpPr>
        <p:grpSpPr bwMode="auto">
          <a:xfrm>
            <a:off x="-9117" y="0"/>
            <a:ext cx="446088" cy="6858000"/>
            <a:chOff x="0" y="0"/>
            <a:chExt cx="281" cy="4320"/>
          </a:xfrm>
        </p:grpSpPr>
        <p:sp>
          <p:nvSpPr>
            <p:cNvPr id="839703" name="Text Box 2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39704" name="Text Box 2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39682">
                                            <p:txEl>
                                              <p:pRg st="0" end="0"/>
                                            </p:txEl>
                                          </p:spTgt>
                                        </p:tgtEl>
                                        <p:attrNameLst>
                                          <p:attrName>style.visibility</p:attrName>
                                        </p:attrNameLst>
                                      </p:cBhvr>
                                      <p:to>
                                        <p:strVal val="visible"/>
                                      </p:to>
                                    </p:set>
                                    <p:animEffect transition="in" filter="box(out)">
                                      <p:cBhvr>
                                        <p:cTn id="7" dur="500"/>
                                        <p:tgtEl>
                                          <p:spTgt spid="83968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39685"/>
                                        </p:tgtEl>
                                        <p:attrNameLst>
                                          <p:attrName>style.visibility</p:attrName>
                                        </p:attrNameLst>
                                      </p:cBhvr>
                                      <p:to>
                                        <p:strVal val="visible"/>
                                      </p:to>
                                    </p:set>
                                    <p:animEffect transition="in" filter="box(out)">
                                      <p:cBhvr>
                                        <p:cTn id="12" dur="500"/>
                                        <p:tgtEl>
                                          <p:spTgt spid="839685"/>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39686">
                                            <p:txEl>
                                              <p:pRg st="0" end="0"/>
                                            </p:txEl>
                                          </p:spTgt>
                                        </p:tgtEl>
                                        <p:attrNameLst>
                                          <p:attrName>style.visibility</p:attrName>
                                        </p:attrNameLst>
                                      </p:cBhvr>
                                      <p:to>
                                        <p:strVal val="visible"/>
                                      </p:to>
                                    </p:set>
                                    <p:animEffect transition="in" filter="box(out)">
                                      <p:cBhvr>
                                        <p:cTn id="17" dur="500"/>
                                        <p:tgtEl>
                                          <p:spTgt spid="839686">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39687"/>
                                        </p:tgtEl>
                                        <p:attrNameLst>
                                          <p:attrName>style.visibility</p:attrName>
                                        </p:attrNameLst>
                                      </p:cBhvr>
                                      <p:to>
                                        <p:strVal val="visible"/>
                                      </p:to>
                                    </p:set>
                                    <p:animEffect transition="in" filter="box(out)">
                                      <p:cBhvr>
                                        <p:cTn id="22" dur="500"/>
                                        <p:tgtEl>
                                          <p:spTgt spid="839687"/>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839688">
                                            <p:txEl>
                                              <p:pRg st="0" end="0"/>
                                            </p:txEl>
                                          </p:spTgt>
                                        </p:tgtEl>
                                        <p:attrNameLst>
                                          <p:attrName>style.visibility</p:attrName>
                                        </p:attrNameLst>
                                      </p:cBhvr>
                                      <p:to>
                                        <p:strVal val="visible"/>
                                      </p:to>
                                    </p:set>
                                    <p:animEffect transition="in" filter="box(out)">
                                      <p:cBhvr>
                                        <p:cTn id="27" dur="500"/>
                                        <p:tgtEl>
                                          <p:spTgt spid="839688">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839689"/>
                                        </p:tgtEl>
                                        <p:attrNameLst>
                                          <p:attrName>style.visibility</p:attrName>
                                        </p:attrNameLst>
                                      </p:cBhvr>
                                      <p:to>
                                        <p:strVal val="visible"/>
                                      </p:to>
                                    </p:set>
                                    <p:animEffect transition="in" filter="box(out)">
                                      <p:cBhvr>
                                        <p:cTn id="32" dur="500"/>
                                        <p:tgtEl>
                                          <p:spTgt spid="839689"/>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839690">
                                            <p:txEl>
                                              <p:pRg st="0" end="0"/>
                                            </p:txEl>
                                          </p:spTgt>
                                        </p:tgtEl>
                                        <p:attrNameLst>
                                          <p:attrName>style.visibility</p:attrName>
                                        </p:attrNameLst>
                                      </p:cBhvr>
                                      <p:to>
                                        <p:strVal val="visible"/>
                                      </p:to>
                                    </p:set>
                                    <p:animEffect transition="in" filter="box(out)">
                                      <p:cBhvr>
                                        <p:cTn id="37" dur="500"/>
                                        <p:tgtEl>
                                          <p:spTgt spid="839690">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839691"/>
                                        </p:tgtEl>
                                        <p:attrNameLst>
                                          <p:attrName>style.visibility</p:attrName>
                                        </p:attrNameLst>
                                      </p:cBhvr>
                                      <p:to>
                                        <p:strVal val="visible"/>
                                      </p:to>
                                    </p:set>
                                    <p:animEffect transition="in" filter="box(out)">
                                      <p:cBhvr>
                                        <p:cTn id="42" dur="500"/>
                                        <p:tgtEl>
                                          <p:spTgt spid="839691"/>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839692">
                                            <p:txEl>
                                              <p:pRg st="0" end="0"/>
                                            </p:txEl>
                                          </p:spTgt>
                                        </p:tgtEl>
                                        <p:attrNameLst>
                                          <p:attrName>style.visibility</p:attrName>
                                        </p:attrNameLst>
                                      </p:cBhvr>
                                      <p:to>
                                        <p:strVal val="visible"/>
                                      </p:to>
                                    </p:set>
                                    <p:animEffect transition="in" filter="box(out)">
                                      <p:cBhvr>
                                        <p:cTn id="47" dur="500"/>
                                        <p:tgtEl>
                                          <p:spTgt spid="839692">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39693"/>
                                        </p:tgtEl>
                                        <p:attrNameLst>
                                          <p:attrName>style.visibility</p:attrName>
                                        </p:attrNameLst>
                                      </p:cBhvr>
                                      <p:to>
                                        <p:strVal val="visible"/>
                                      </p:to>
                                    </p:set>
                                    <p:animEffect transition="in" filter="blinds(horizontal)">
                                      <p:cBhvr>
                                        <p:cTn id="52" dur="500"/>
                                        <p:tgtEl>
                                          <p:spTgt spid="839693"/>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839700">
                                            <p:bg/>
                                          </p:spTgt>
                                        </p:tgtEl>
                                        <p:attrNameLst>
                                          <p:attrName>style.visibility</p:attrName>
                                        </p:attrNameLst>
                                      </p:cBhvr>
                                      <p:to>
                                        <p:strVal val="visible"/>
                                      </p:to>
                                    </p:set>
                                    <p:animEffect transition="in" filter="box(out)">
                                      <p:cBhvr>
                                        <p:cTn id="57" dur="500"/>
                                        <p:tgtEl>
                                          <p:spTgt spid="839700">
                                            <p:bg/>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839700">
                                            <p:txEl>
                                              <p:pRg st="0" end="0"/>
                                            </p:txEl>
                                          </p:spTgt>
                                        </p:tgtEl>
                                        <p:attrNameLst>
                                          <p:attrName>style.visibility</p:attrName>
                                        </p:attrNameLst>
                                      </p:cBhvr>
                                      <p:to>
                                        <p:strVal val="visible"/>
                                      </p:to>
                                    </p:set>
                                    <p:animEffect transition="in" filter="box(out)">
                                      <p:cBhvr>
                                        <p:cTn id="62" dur="500"/>
                                        <p:tgtEl>
                                          <p:spTgt spid="839700">
                                            <p:txEl>
                                              <p:pRg st="0" end="0"/>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839700">
                                            <p:txEl>
                                              <p:pRg st="1" end="1"/>
                                            </p:txEl>
                                          </p:spTgt>
                                        </p:tgtEl>
                                        <p:attrNameLst>
                                          <p:attrName>style.visibility</p:attrName>
                                        </p:attrNameLst>
                                      </p:cBhvr>
                                      <p:to>
                                        <p:strVal val="visible"/>
                                      </p:to>
                                    </p:set>
                                    <p:animEffect transition="in" filter="box(out)">
                                      <p:cBhvr>
                                        <p:cTn id="67" dur="500"/>
                                        <p:tgtEl>
                                          <p:spTgt spid="839700">
                                            <p:txEl>
                                              <p:pRg st="1" end="1"/>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839701"/>
                                        </p:tgtEl>
                                        <p:attrNameLst>
                                          <p:attrName>style.visibility</p:attrName>
                                        </p:attrNameLst>
                                      </p:cBhvr>
                                      <p:to>
                                        <p:strVal val="visible"/>
                                      </p:to>
                                    </p:set>
                                    <p:animEffect transition="in" filter="blinds(horizontal)">
                                      <p:cBhvr>
                                        <p:cTn id="72" dur="500"/>
                                        <p:tgtEl>
                                          <p:spTgt spid="839701"/>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839700">
                                            <p:txEl>
                                              <p:pRg st="2" end="2"/>
                                            </p:txEl>
                                          </p:spTgt>
                                        </p:tgtEl>
                                        <p:attrNameLst>
                                          <p:attrName>style.visibility</p:attrName>
                                        </p:attrNameLst>
                                      </p:cBhvr>
                                      <p:to>
                                        <p:strVal val="visible"/>
                                      </p:to>
                                    </p:set>
                                    <p:animEffect transition="in" filter="box(out)">
                                      <p:cBhvr>
                                        <p:cTn id="77" dur="500"/>
                                        <p:tgtEl>
                                          <p:spTgt spid="839700">
                                            <p:txEl>
                                              <p:pRg st="2" end="2"/>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682" grpId="0" build="p" bldLvl="5" autoUpdateAnimBg="0"/>
      <p:bldP spid="839685" grpId="0" animBg="1" autoUpdateAnimBg="0"/>
      <p:bldP spid="839686" grpId="0" build="p" autoUpdateAnimBg="0"/>
      <p:bldP spid="839687" grpId="0" animBg="1" autoUpdateAnimBg="0"/>
      <p:bldP spid="839688" grpId="0" build="p" autoUpdateAnimBg="0"/>
      <p:bldP spid="839689" grpId="0" animBg="1" autoUpdateAnimBg="0"/>
      <p:bldP spid="839690" grpId="0" build="p" autoUpdateAnimBg="0"/>
      <p:bldP spid="839691" grpId="0" animBg="1" autoUpdateAnimBg="0"/>
      <p:bldP spid="839692" grpId="0" build="p" autoUpdateAnimBg="0"/>
      <p:bldP spid="839693" grpId="0"/>
      <p:bldP spid="839700" grpId="0" uiExpand="1" build="p" animBg="1" autoUpdateAnimBg="0"/>
      <p:bldP spid="839701"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0710" name="Rectangle 6"/>
          <p:cNvSpPr>
            <a:spLocks noChangeArrowheads="1"/>
          </p:cNvSpPr>
          <p:nvPr/>
        </p:nvSpPr>
        <p:spPr bwMode="auto">
          <a:xfrm>
            <a:off x="817972" y="176542"/>
            <a:ext cx="5206020" cy="523220"/>
          </a:xfrm>
          <a:prstGeom prst="rect">
            <a:avLst/>
          </a:prstGeom>
          <a:noFill/>
          <a:ln w="9525">
            <a:noFill/>
            <a:miter lim="800000"/>
            <a:headEnd/>
            <a:tailEnd/>
          </a:ln>
          <a:effectLst/>
        </p:spPr>
        <p:txBody>
          <a:bodyPr wrap="square" anchor="ctr">
            <a:spAutoFit/>
          </a:bodyPr>
          <a:lstStyle/>
          <a:p>
            <a:r>
              <a:rPr lang="en-US" altLang="zh-CN" sz="2800" b="1" dirty="0">
                <a:solidFill>
                  <a:srgbClr val="D60093"/>
                </a:solidFill>
                <a:effectLst>
                  <a:outerShdw blurRad="50800" dist="38100" dir="10800000" algn="r" rotWithShape="0">
                    <a:prstClr val="black">
                      <a:alpha val="40000"/>
                    </a:prstClr>
                  </a:outerShdw>
                </a:effectLst>
                <a:latin typeface="隶书" panose="02010509060101010101" pitchFamily="49" charset="-122"/>
                <a:ea typeface="隶书" panose="02010509060101010101" pitchFamily="49" charset="-122"/>
              </a:rPr>
              <a:t>2</a:t>
            </a:r>
            <a:r>
              <a:rPr lang="en-US" altLang="zh-CN" sz="2800" b="1" dirty="0">
                <a:solidFill>
                  <a:srgbClr val="D60093"/>
                </a:solidFill>
                <a:effectLst>
                  <a:outerShdw blurRad="38100" dist="38100" dir="2700000" algn="tl">
                    <a:srgbClr val="000000"/>
                  </a:outerShdw>
                </a:effectLst>
                <a:latin typeface="隶书" panose="02010509060101010101" pitchFamily="49" charset="-122"/>
                <a:ea typeface="隶书" panose="02010509060101010101" pitchFamily="49" charset="-122"/>
              </a:rPr>
              <a:t>. </a:t>
            </a:r>
            <a:r>
              <a:rPr lang="zh-CN" altLang="en-US" sz="2800" b="1" dirty="0">
                <a:solidFill>
                  <a:srgbClr val="D60093"/>
                </a:solidFill>
                <a:effectLst>
                  <a:outerShdw blurRad="38100" dist="38100" dir="2700000" algn="tl">
                    <a:srgbClr val="000000"/>
                  </a:outerShdw>
                </a:effectLst>
                <a:latin typeface="隶书" panose="02010509060101010101" pitchFamily="49" charset="-122"/>
                <a:ea typeface="隶书" panose="02010509060101010101" pitchFamily="49" charset="-122"/>
              </a:rPr>
              <a:t>逻辑运算符和逻辑表达式</a:t>
            </a:r>
            <a:r>
              <a:rPr lang="zh-CN" altLang="en-US" sz="2800" dirty="0">
                <a:latin typeface="隶书" panose="02010509060101010101" pitchFamily="49" charset="-122"/>
                <a:ea typeface="隶书" panose="02010509060101010101" pitchFamily="49" charset="-122"/>
              </a:rPr>
              <a:t> </a:t>
            </a:r>
          </a:p>
        </p:txBody>
      </p:sp>
      <p:sp>
        <p:nvSpPr>
          <p:cNvPr id="840744" name="Rectangle 40"/>
          <p:cNvSpPr>
            <a:spLocks noChangeArrowheads="1"/>
          </p:cNvSpPr>
          <p:nvPr/>
        </p:nvSpPr>
        <p:spPr bwMode="auto">
          <a:xfrm>
            <a:off x="1106897" y="712144"/>
            <a:ext cx="2286203"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a:solidFill>
                  <a:srgbClr val="008000"/>
                </a:solidFill>
                <a:effectLst>
                  <a:outerShdw blurRad="38100" dist="38100" dir="2700000" algn="tl">
                    <a:srgbClr val="000000"/>
                  </a:outerShdw>
                </a:effectLst>
                <a:latin typeface="楷体" pitchFamily="49" charset="-122"/>
                <a:ea typeface="楷体" pitchFamily="49" charset="-122"/>
              </a:rPr>
              <a:t> </a:t>
            </a:r>
            <a:r>
              <a:rPr lang="zh-CN" altLang="en-US" b="1">
                <a:solidFill>
                  <a:srgbClr val="008000"/>
                </a:solidFill>
                <a:effectLst>
                  <a:outerShdw blurRad="38100" dist="38100" dir="2700000" algn="tl">
                    <a:srgbClr val="000000"/>
                  </a:outerShdw>
                </a:effectLst>
                <a:latin typeface="楷体" pitchFamily="49" charset="-122"/>
                <a:ea typeface="楷体" pitchFamily="49" charset="-122"/>
              </a:rPr>
              <a:t>逻辑运算符</a:t>
            </a:r>
            <a:r>
              <a:rPr lang="zh-CN" altLang="en-US">
                <a:latin typeface="楷体" pitchFamily="49" charset="-122"/>
                <a:ea typeface="楷体" pitchFamily="49" charset="-122"/>
              </a:rPr>
              <a:t> </a:t>
            </a:r>
          </a:p>
        </p:txBody>
      </p:sp>
      <p:graphicFrame>
        <p:nvGraphicFramePr>
          <p:cNvPr id="840854" name="Group 150"/>
          <p:cNvGraphicFramePr>
            <a:graphicFrameLocks noGrp="1"/>
          </p:cNvGraphicFramePr>
          <p:nvPr>
            <p:extLst>
              <p:ext uri="{D42A27DB-BD31-4B8C-83A1-F6EECF244321}">
                <p14:modId xmlns:p14="http://schemas.microsoft.com/office/powerpoint/2010/main" val="2484415933"/>
              </p:ext>
            </p:extLst>
          </p:nvPr>
        </p:nvGraphicFramePr>
        <p:xfrm>
          <a:off x="1631851" y="1277938"/>
          <a:ext cx="9504709" cy="2316480"/>
        </p:xfrm>
        <a:graphic>
          <a:graphicData uri="http://schemas.openxmlformats.org/drawingml/2006/table">
            <a:tbl>
              <a:tblPr>
                <a:effectLst>
                  <a:outerShdw blurRad="50800" dist="38100" dir="2700000" algn="tl" rotWithShape="0">
                    <a:prstClr val="black">
                      <a:alpha val="40000"/>
                    </a:prstClr>
                  </a:outerShdw>
                </a:effectLst>
              </a:tblPr>
              <a:tblGrid>
                <a:gridCol w="2447925">
                  <a:extLst>
                    <a:ext uri="{9D8B030D-6E8A-4147-A177-3AD203B41FA5}">
                      <a16:colId xmlns:a16="http://schemas.microsoft.com/office/drawing/2014/main" val="20000"/>
                    </a:ext>
                  </a:extLst>
                </a:gridCol>
                <a:gridCol w="3960440">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gridCol w="1584176">
                  <a:extLst>
                    <a:ext uri="{9D8B030D-6E8A-4147-A177-3AD203B41FA5}">
                      <a16:colId xmlns:a16="http://schemas.microsoft.com/office/drawing/2014/main" val="20003"/>
                    </a:ext>
                  </a:extLst>
                </a:gridCol>
              </a:tblGrid>
              <a:tr h="2873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D60093"/>
                          </a:solidFill>
                          <a:effectLst>
                            <a:outerShdw blurRad="38100" dist="38100" dir="2700000" algn="tl">
                              <a:srgbClr val="000000"/>
                            </a:outerShdw>
                          </a:effectLst>
                          <a:latin typeface="+mn-lt"/>
                          <a:ea typeface="楷体" pitchFamily="49" charset="-122"/>
                        </a:rPr>
                        <a:t>逻辑运算符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D60093"/>
                          </a:solidFill>
                          <a:effectLst>
                            <a:outerShdw blurRad="38100" dist="38100" dir="2700000" algn="tl">
                              <a:srgbClr val="000000"/>
                            </a:outerShdw>
                          </a:effectLst>
                          <a:latin typeface="+mn-lt"/>
                          <a:ea typeface="楷体" pitchFamily="49" charset="-122"/>
                        </a:rPr>
                        <a:t>含  义</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D60093"/>
                          </a:solidFill>
                          <a:effectLst>
                            <a:outerShdw blurRad="38100" dist="38100" dir="2700000" algn="tl">
                              <a:srgbClr val="000000"/>
                            </a:outerShdw>
                          </a:effectLst>
                          <a:latin typeface="+mn-lt"/>
                          <a:ea typeface="楷体" pitchFamily="49" charset="-122"/>
                        </a:rPr>
                        <a:t>结 合 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D60093"/>
                          </a:solidFill>
                          <a:effectLst>
                            <a:outerShdw blurRad="38100" dist="38100" dir="2700000" algn="tl">
                              <a:srgbClr val="000000"/>
                            </a:outerShdw>
                          </a:effectLst>
                          <a:latin typeface="+mn-lt"/>
                          <a:ea typeface="楷体" pitchFamily="49" charset="-122"/>
                        </a:rPr>
                        <a:t>优先级关系</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extLst>
                  <a:ext uri="{0D108BD9-81ED-4DB2-BD59-A6C34878D82A}">
                    <a16:rowId xmlns:a16="http://schemas.microsoft.com/office/drawing/2014/main" val="10000"/>
                  </a:ext>
                </a:extLst>
              </a:tr>
              <a:tr h="4683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FF"/>
                          </a:solidFill>
                          <a:effectLst>
                            <a:outerShdw blurRad="38100" dist="38100" dir="2700000" algn="tl">
                              <a:srgbClr val="FFFFFF"/>
                            </a:outerShdw>
                          </a:effectLst>
                          <a:latin typeface="+mn-lt"/>
                          <a:ea typeface="楷体" pitchFamily="49" charset="-122"/>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单目运算符，逻辑非，表示相反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右结合性</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a:t>
                      </a:r>
                      <a:r>
                        <a:rPr kumimoji="1" lang="zh-CN" altLang="en-US" sz="2000" b="1" i="0" u="none" strike="noStrike" cap="none" normalizeH="0" baseline="0" dirty="0">
                          <a:ln>
                            <a:noFill/>
                          </a:ln>
                          <a:solidFill>
                            <a:srgbClr val="FF3300"/>
                          </a:solidFill>
                          <a:effectLst>
                            <a:outerShdw blurRad="38100" dist="38100" dir="2700000" algn="tl">
                              <a:srgbClr val="000000"/>
                            </a:outerShdw>
                          </a:effectLst>
                          <a:latin typeface="+mn-lt"/>
                          <a:ea typeface="楷体" pitchFamily="49" charset="-122"/>
                        </a:rPr>
                        <a:t>高</a:t>
                      </a:r>
                    </a:p>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2000" b="1" i="0" u="none" strike="noStrike" cap="none" normalizeH="0" baseline="0" dirty="0">
                        <a:ln>
                          <a:noFill/>
                        </a:ln>
                        <a:solidFill>
                          <a:srgbClr val="FF3300"/>
                        </a:solidFill>
                        <a:effectLst>
                          <a:outerShdw blurRad="38100" dist="38100" dir="2700000" algn="tl">
                            <a:srgbClr val="000000"/>
                          </a:outerShdw>
                        </a:effectLst>
                        <a:latin typeface="+mn-lt"/>
                        <a:ea typeface="楷体" pitchFamily="49"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2000" b="1" i="0" u="none" strike="noStrike" cap="none" normalizeH="0" baseline="0" dirty="0">
                        <a:ln>
                          <a:noFill/>
                        </a:ln>
                        <a:solidFill>
                          <a:srgbClr val="FF3300"/>
                        </a:solidFill>
                        <a:effectLst>
                          <a:outerShdw blurRad="38100" dist="38100" dir="2700000" algn="tl">
                            <a:srgbClr val="000000"/>
                          </a:outerShdw>
                        </a:effectLst>
                        <a:latin typeface="+mn-lt"/>
                        <a:ea typeface="楷体" pitchFamily="49"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2000" b="1" i="0" u="none" strike="noStrike" cap="none" normalizeH="0" baseline="0" dirty="0">
                        <a:ln>
                          <a:noFill/>
                        </a:ln>
                        <a:solidFill>
                          <a:srgbClr val="FF3300"/>
                        </a:solidFill>
                        <a:effectLst>
                          <a:outerShdw blurRad="38100" dist="38100" dir="2700000" algn="tl">
                            <a:srgbClr val="000000"/>
                          </a:outerShdw>
                        </a:effectLst>
                        <a:latin typeface="+mn-lt"/>
                        <a:ea typeface="楷体" pitchFamily="49"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2000" b="1" i="0" u="none" strike="noStrike" cap="none" normalizeH="0" baseline="0" dirty="0">
                        <a:ln>
                          <a:noFill/>
                        </a:ln>
                        <a:solidFill>
                          <a:srgbClr val="FF3300"/>
                        </a:solidFill>
                        <a:effectLst>
                          <a:outerShdw blurRad="38100" dist="38100" dir="2700000" algn="tl">
                            <a:srgbClr val="000000"/>
                          </a:outerShdw>
                        </a:effectLst>
                        <a:latin typeface="+mn-lt"/>
                        <a:ea typeface="楷体"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FF3300"/>
                          </a:solidFill>
                          <a:effectLst>
                            <a:outerShdw blurRad="38100" dist="38100" dir="2700000" algn="tl">
                              <a:srgbClr val="000000"/>
                            </a:outerShdw>
                          </a:effectLst>
                          <a:latin typeface="+mn-lt"/>
                          <a:ea typeface="楷体" pitchFamily="49" charset="-122"/>
                        </a:rPr>
                        <a:t>        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67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FF"/>
                          </a:solidFill>
                          <a:effectLst>
                            <a:outerShdw blurRad="38100" dist="38100" dir="2700000" algn="tl">
                              <a:srgbClr val="FFFFFF"/>
                            </a:outerShdw>
                          </a:effectLst>
                          <a:latin typeface="+mn-lt"/>
                          <a:ea typeface="楷体" pitchFamily="49" charset="-122"/>
                        </a:rPr>
                        <a:t>&amp;&amp;</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（两个</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&amp;</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之间没有空格）</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双目运算符，逻辑与，表示并且</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左结合性</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extLst>
                  <a:ext uri="{0D108BD9-81ED-4DB2-BD59-A6C34878D82A}">
                    <a16:rowId xmlns:a16="http://schemas.microsoft.com/office/drawing/2014/main" val="10002"/>
                  </a:ext>
                </a:extLst>
              </a:tr>
              <a:tr h="4683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FF"/>
                          </a:solidFill>
                          <a:effectLst>
                            <a:outerShdw blurRad="38100" dist="38100" dir="2700000" algn="tl">
                              <a:srgbClr val="FFFFFF"/>
                            </a:outerShdw>
                          </a:effectLst>
                          <a:latin typeface="+mn-lt"/>
                          <a:ea typeface="楷体" pitchFamily="49" charset="-122"/>
                        </a:rPr>
                        <a:t>|| </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（两个</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之间没有空格）</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双目运算符，逻辑或，表示或者</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3"/>
                  </a:ext>
                </a:extLst>
              </a:tr>
            </a:tbl>
          </a:graphicData>
        </a:graphic>
      </p:graphicFrame>
      <p:graphicFrame>
        <p:nvGraphicFramePr>
          <p:cNvPr id="841048" name="Group 344"/>
          <p:cNvGraphicFramePr>
            <a:graphicFrameLocks noGrp="1"/>
          </p:cNvGraphicFramePr>
          <p:nvPr>
            <p:extLst>
              <p:ext uri="{D42A27DB-BD31-4B8C-83A1-F6EECF244321}">
                <p14:modId xmlns:p14="http://schemas.microsoft.com/office/powerpoint/2010/main" val="673680488"/>
              </p:ext>
            </p:extLst>
          </p:nvPr>
        </p:nvGraphicFramePr>
        <p:xfrm>
          <a:off x="1631851" y="4386409"/>
          <a:ext cx="9504708" cy="1893253"/>
        </p:xfrm>
        <a:graphic>
          <a:graphicData uri="http://schemas.openxmlformats.org/drawingml/2006/table">
            <a:tbl>
              <a:tblPr>
                <a:effectLst>
                  <a:outerShdw blurRad="50800" dist="38100" dir="2700000" algn="tl" rotWithShape="0">
                    <a:prstClr val="black">
                      <a:alpha val="40000"/>
                    </a:prstClr>
                  </a:outerShdw>
                </a:effectLst>
              </a:tblPr>
              <a:tblGrid>
                <a:gridCol w="1584474">
                  <a:extLst>
                    <a:ext uri="{9D8B030D-6E8A-4147-A177-3AD203B41FA5}">
                      <a16:colId xmlns:a16="http://schemas.microsoft.com/office/drawing/2014/main" val="20000"/>
                    </a:ext>
                  </a:extLst>
                </a:gridCol>
                <a:gridCol w="1584475">
                  <a:extLst>
                    <a:ext uri="{9D8B030D-6E8A-4147-A177-3AD203B41FA5}">
                      <a16:colId xmlns:a16="http://schemas.microsoft.com/office/drawing/2014/main" val="20001"/>
                    </a:ext>
                  </a:extLst>
                </a:gridCol>
                <a:gridCol w="1584474">
                  <a:extLst>
                    <a:ext uri="{9D8B030D-6E8A-4147-A177-3AD203B41FA5}">
                      <a16:colId xmlns:a16="http://schemas.microsoft.com/office/drawing/2014/main" val="20002"/>
                    </a:ext>
                  </a:extLst>
                </a:gridCol>
                <a:gridCol w="1582336">
                  <a:extLst>
                    <a:ext uri="{9D8B030D-6E8A-4147-A177-3AD203B41FA5}">
                      <a16:colId xmlns:a16="http://schemas.microsoft.com/office/drawing/2014/main" val="20003"/>
                    </a:ext>
                  </a:extLst>
                </a:gridCol>
                <a:gridCol w="1584475">
                  <a:extLst>
                    <a:ext uri="{9D8B030D-6E8A-4147-A177-3AD203B41FA5}">
                      <a16:colId xmlns:a16="http://schemas.microsoft.com/office/drawing/2014/main" val="20004"/>
                    </a:ext>
                  </a:extLst>
                </a:gridCol>
                <a:gridCol w="1584474">
                  <a:extLst>
                    <a:ext uri="{9D8B030D-6E8A-4147-A177-3AD203B41FA5}">
                      <a16:colId xmlns:a16="http://schemas.microsoft.com/office/drawing/2014/main" val="20005"/>
                    </a:ext>
                  </a:extLst>
                </a:gridCol>
              </a:tblGrid>
              <a:tr h="374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D60093"/>
                          </a:solidFill>
                          <a:effectLst>
                            <a:outerShdw blurRad="38100" dist="38100" dir="2700000" algn="tl">
                              <a:srgbClr val="000000"/>
                            </a:outerShdw>
                          </a:effectLst>
                          <a:latin typeface="Times New Roman" pitchFamily="18" charset="0"/>
                          <a:ea typeface="楷体_GB2312" pitchFamily="49"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D60093"/>
                          </a:solidFill>
                          <a:effectLst>
                            <a:outerShdw blurRad="38100" dist="38100" dir="2700000" algn="tl">
                              <a:srgbClr val="000000"/>
                            </a:outerShdw>
                          </a:effectLst>
                          <a:latin typeface="Times New Roman" pitchFamily="18" charset="0"/>
                          <a:ea typeface="楷体_GB2312" pitchFamily="49"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D60093"/>
                          </a:solidFill>
                          <a:effectLst>
                            <a:outerShdw blurRad="38100" dist="38100" dir="2700000" algn="tl">
                              <a:srgbClr val="000000"/>
                            </a:outerShdw>
                          </a:effectLst>
                          <a:latin typeface="Times New Roman" pitchFamily="18" charset="0"/>
                          <a:ea typeface="楷体_GB2312" pitchFamily="49"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D60093"/>
                          </a:solidFill>
                          <a:effectLst>
                            <a:outerShdw blurRad="38100" dist="38100" dir="2700000" algn="tl">
                              <a:srgbClr val="000000"/>
                            </a:outerShdw>
                          </a:effectLst>
                          <a:latin typeface="Times New Roman" pitchFamily="18" charset="0"/>
                          <a:ea typeface="楷体_GB2312" pitchFamily="49"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D60093"/>
                          </a:solidFill>
                          <a:effectLst>
                            <a:outerShdw blurRad="38100" dist="38100" dir="2700000" algn="tl">
                              <a:srgbClr val="000000"/>
                            </a:outerShdw>
                          </a:effectLst>
                          <a:latin typeface="Times New Roman" pitchFamily="18" charset="0"/>
                          <a:ea typeface="楷体_GB2312" pitchFamily="49" charset="-122"/>
                        </a:rPr>
                        <a:t>A &amp;&amp; 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D60093"/>
                          </a:solidFill>
                          <a:effectLst>
                            <a:outerShdw blurRad="38100" dist="38100" dir="2700000" algn="tl">
                              <a:srgbClr val="000000"/>
                            </a:outerShdw>
                          </a:effectLst>
                          <a:latin typeface="Times New Roman" pitchFamily="18" charset="0"/>
                          <a:ea typeface="楷体_GB2312" pitchFamily="49" charset="-122"/>
                        </a:rPr>
                        <a:t>A || 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tcPr>
                </a:tc>
                <a:extLst>
                  <a:ext uri="{0D108BD9-81ED-4DB2-BD59-A6C34878D82A}">
                    <a16:rowId xmlns:a16="http://schemas.microsoft.com/office/drawing/2014/main" val="10000"/>
                  </a:ext>
                </a:extLst>
              </a:tr>
              <a:tr h="374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008000"/>
                          </a:solidFill>
                          <a:effectLst>
                            <a:outerShdw blurRad="38100" dist="38100" dir="2700000" algn="tl">
                              <a:srgbClr val="000000"/>
                            </a:outerShdw>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008000"/>
                          </a:solidFill>
                          <a:effectLst>
                            <a:outerShdw blurRad="38100" dist="38100" dir="2700000" algn="tl">
                              <a:srgbClr val="000000"/>
                            </a:outerShdw>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00"/>
                          </a:solidFill>
                          <a:effectLst>
                            <a:outerShdw blurRad="38100" dist="38100" dir="2700000" algn="tl">
                              <a:srgbClr val="000000"/>
                            </a:outerShdw>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730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008000"/>
                          </a:solidFill>
                          <a:effectLst>
                            <a:outerShdw blurRad="38100" dist="38100" dir="2700000" algn="tl">
                              <a:srgbClr val="000000"/>
                            </a:outerShdw>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008000"/>
                          </a:solidFill>
                          <a:effectLst>
                            <a:outerShdw blurRad="38100" dist="38100" dir="2700000" algn="tl">
                              <a:srgbClr val="000000"/>
                            </a:outerShdw>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FF3300"/>
                          </a:solidFill>
                          <a:effectLst>
                            <a:outerShdw blurRad="38100" dist="38100" dir="2700000" algn="tl">
                              <a:srgbClr val="000000"/>
                            </a:outerShdw>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4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008000"/>
                          </a:solidFill>
                          <a:effectLst>
                            <a:outerShdw blurRad="38100" dist="38100" dir="2700000" algn="tl">
                              <a:srgbClr val="000000"/>
                            </a:outerShdw>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008000"/>
                          </a:solidFill>
                          <a:effectLst>
                            <a:outerShdw blurRad="38100" dist="38100" dir="2700000" algn="tl">
                              <a:srgbClr val="000000"/>
                            </a:outerShdw>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FF3300"/>
                          </a:solidFill>
                          <a:effectLst>
                            <a:outerShdw blurRad="38100" dist="38100" dir="2700000" algn="tl">
                              <a:srgbClr val="000000"/>
                            </a:outerShdw>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4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008000"/>
                          </a:solidFill>
                          <a:effectLst>
                            <a:outerShdw blurRad="38100" dist="38100" dir="2700000" algn="tl">
                              <a:srgbClr val="000000"/>
                            </a:outerShdw>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008000"/>
                          </a:solidFill>
                          <a:effectLst>
                            <a:outerShdw blurRad="38100" dist="38100" dir="2700000" algn="tl">
                              <a:srgbClr val="000000"/>
                            </a:outerShdw>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FF3300"/>
                          </a:solidFill>
                          <a:effectLst>
                            <a:outerShdw blurRad="38100" dist="38100" dir="2700000" algn="tl">
                              <a:srgbClr val="000000"/>
                            </a:outerShdw>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841049" name="Rectangle 345"/>
          <p:cNvSpPr>
            <a:spLocks noChangeArrowheads="1"/>
          </p:cNvSpPr>
          <p:nvPr/>
        </p:nvSpPr>
        <p:spPr bwMode="auto">
          <a:xfrm>
            <a:off x="1106896" y="3789040"/>
            <a:ext cx="2904962"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008000"/>
                </a:solidFill>
                <a:effectLst>
                  <a:outerShdw blurRad="38100" dist="38100" dir="2700000" algn="tl">
                    <a:srgbClr val="000000"/>
                  </a:outerShdw>
                </a:effectLst>
                <a:latin typeface="楷体" pitchFamily="49" charset="-122"/>
                <a:ea typeface="楷体" pitchFamily="49" charset="-122"/>
              </a:rPr>
              <a:t> </a:t>
            </a:r>
            <a:r>
              <a:rPr lang="zh-CN" altLang="en-US" b="1" dirty="0">
                <a:solidFill>
                  <a:srgbClr val="008000"/>
                </a:solidFill>
                <a:effectLst>
                  <a:outerShdw blurRad="38100" dist="38100" dir="2700000" algn="tl">
                    <a:srgbClr val="000000"/>
                  </a:outerShdw>
                </a:effectLst>
                <a:latin typeface="楷体" pitchFamily="49" charset="-122"/>
                <a:ea typeface="楷体" pitchFamily="49" charset="-122"/>
              </a:rPr>
              <a:t>逻辑运算真值表</a:t>
            </a:r>
            <a:r>
              <a:rPr lang="zh-CN" altLang="en-US" dirty="0">
                <a:latin typeface="楷体" pitchFamily="49" charset="-122"/>
                <a:ea typeface="楷体" pitchFamily="49" charset="-122"/>
              </a:rPr>
              <a:t> </a:t>
            </a:r>
          </a:p>
        </p:txBody>
      </p:sp>
      <p:grpSp>
        <p:nvGrpSpPr>
          <p:cNvPr id="841050" name="Group 346"/>
          <p:cNvGrpSpPr>
            <a:grpSpLocks/>
          </p:cNvGrpSpPr>
          <p:nvPr/>
        </p:nvGrpSpPr>
        <p:grpSpPr bwMode="auto">
          <a:xfrm>
            <a:off x="-9117" y="0"/>
            <a:ext cx="446088" cy="6858000"/>
            <a:chOff x="0" y="0"/>
            <a:chExt cx="281" cy="4320"/>
          </a:xfrm>
        </p:grpSpPr>
        <p:sp>
          <p:nvSpPr>
            <p:cNvPr id="841051" name="Text Box 34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41052" name="Text Box 34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0744"/>
                                        </p:tgtEl>
                                        <p:attrNameLst>
                                          <p:attrName>style.visibility</p:attrName>
                                        </p:attrNameLst>
                                      </p:cBhvr>
                                      <p:to>
                                        <p:strVal val="visible"/>
                                      </p:to>
                                    </p:set>
                                    <p:anim calcmode="lin" valueType="num">
                                      <p:cBhvr additive="base">
                                        <p:cTn id="7" dur="500" fill="hold"/>
                                        <p:tgtEl>
                                          <p:spTgt spid="840744"/>
                                        </p:tgtEl>
                                        <p:attrNameLst>
                                          <p:attrName>ppt_x</p:attrName>
                                        </p:attrNameLst>
                                      </p:cBhvr>
                                      <p:tavLst>
                                        <p:tav tm="0">
                                          <p:val>
                                            <p:strVal val="0-#ppt_w/2"/>
                                          </p:val>
                                        </p:tav>
                                        <p:tav tm="100000">
                                          <p:val>
                                            <p:strVal val="#ppt_x"/>
                                          </p:val>
                                        </p:tav>
                                      </p:tavLst>
                                    </p:anim>
                                    <p:anim calcmode="lin" valueType="num">
                                      <p:cBhvr additive="base">
                                        <p:cTn id="8" dur="500" fill="hold"/>
                                        <p:tgtEl>
                                          <p:spTgt spid="84074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40854"/>
                                        </p:tgtEl>
                                        <p:attrNameLst>
                                          <p:attrName>style.visibility</p:attrName>
                                        </p:attrNameLst>
                                      </p:cBhvr>
                                      <p:to>
                                        <p:strVal val="visible"/>
                                      </p:to>
                                    </p:set>
                                    <p:animEffect transition="in" filter="box(out)">
                                      <p:cBhvr>
                                        <p:cTn id="13" dur="500"/>
                                        <p:tgtEl>
                                          <p:spTgt spid="840854"/>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841049"/>
                                        </p:tgtEl>
                                        <p:attrNameLst>
                                          <p:attrName>style.visibility</p:attrName>
                                        </p:attrNameLst>
                                      </p:cBhvr>
                                      <p:to>
                                        <p:strVal val="visible"/>
                                      </p:to>
                                    </p:set>
                                    <p:anim calcmode="lin" valueType="num">
                                      <p:cBhvr additive="base">
                                        <p:cTn id="18" dur="500" fill="hold"/>
                                        <p:tgtEl>
                                          <p:spTgt spid="841049"/>
                                        </p:tgtEl>
                                        <p:attrNameLst>
                                          <p:attrName>ppt_x</p:attrName>
                                        </p:attrNameLst>
                                      </p:cBhvr>
                                      <p:tavLst>
                                        <p:tav tm="0">
                                          <p:val>
                                            <p:strVal val="0-#ppt_w/2"/>
                                          </p:val>
                                        </p:tav>
                                        <p:tav tm="100000">
                                          <p:val>
                                            <p:strVal val="#ppt_x"/>
                                          </p:val>
                                        </p:tav>
                                      </p:tavLst>
                                    </p:anim>
                                    <p:anim calcmode="lin" valueType="num">
                                      <p:cBhvr additive="base">
                                        <p:cTn id="19" dur="500" fill="hold"/>
                                        <p:tgtEl>
                                          <p:spTgt spid="84104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841048"/>
                                        </p:tgtEl>
                                        <p:attrNameLst>
                                          <p:attrName>style.visibility</p:attrName>
                                        </p:attrNameLst>
                                      </p:cBhvr>
                                      <p:to>
                                        <p:strVal val="visible"/>
                                      </p:to>
                                    </p:set>
                                    <p:animEffect transition="in" filter="box(out)">
                                      <p:cBhvr>
                                        <p:cTn id="24" dur="500"/>
                                        <p:tgtEl>
                                          <p:spTgt spid="841048"/>
                                        </p:tgtEl>
                                      </p:cBhvr>
                                    </p:animEffect>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744" grpId="0"/>
      <p:bldP spid="841049"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42790" name="Group 38"/>
          <p:cNvGrpSpPr>
            <a:grpSpLocks/>
          </p:cNvGrpSpPr>
          <p:nvPr/>
        </p:nvGrpSpPr>
        <p:grpSpPr bwMode="auto">
          <a:xfrm>
            <a:off x="1510264" y="3121379"/>
            <a:ext cx="3732213" cy="2303463"/>
            <a:chOff x="1020" y="2024"/>
            <a:chExt cx="2351" cy="1451"/>
          </a:xfrm>
          <a:effectLst>
            <a:outerShdw blurRad="50800" dist="106680" dir="2700000" algn="tl" rotWithShape="0">
              <a:prstClr val="black">
                <a:alpha val="43000"/>
              </a:prstClr>
            </a:outerShdw>
          </a:effectLst>
        </p:grpSpPr>
        <p:sp>
          <p:nvSpPr>
            <p:cNvPr id="842788" name="Text Box 36" descr="信纸"/>
            <p:cNvSpPr txBox="1">
              <a:spLocks noChangeArrowheads="1"/>
            </p:cNvSpPr>
            <p:nvPr/>
          </p:nvSpPr>
          <p:spPr bwMode="auto">
            <a:xfrm>
              <a:off x="1020" y="2024"/>
              <a:ext cx="2351" cy="1451"/>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dist="107763" dir="2700000" algn="ctr" rotWithShape="0">
                <a:srgbClr val="808080">
                  <a:alpha val="50000"/>
                </a:srgbClr>
              </a:outerShdw>
            </a:effectLst>
            <a:scene3d>
              <a:camera prst="orthographicFront"/>
              <a:lightRig rig="threePt" dir="t"/>
            </a:scene3d>
            <a:sp3d>
              <a:bevelT w="114300" prst="hardEdge"/>
            </a:sp3d>
          </p:spPr>
          <p:txBody>
            <a:bodyPr/>
            <a:lstStyle/>
            <a:p>
              <a:r>
                <a:rPr lang="en-US" altLang="zh-CN" sz="2000" b="1">
                  <a:solidFill>
                    <a:srgbClr val="CC0000"/>
                  </a:solidFill>
                  <a:effectLst>
                    <a:outerShdw blurRad="38100" dist="38100" dir="2700000" algn="tl">
                      <a:srgbClr val="000000"/>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a:t>
              </a:r>
              <a:r>
                <a:rPr lang="en-US" altLang="zh-CN" sz="2000" b="1">
                  <a:effectLst>
                    <a:outerShdw blurRad="38100" dist="38100" dir="2700000" algn="tl">
                      <a:srgbClr val="FFFFFF"/>
                    </a:outerShdw>
                  </a:effectLst>
                  <a:latin typeface="+mn-lt"/>
                  <a:ea typeface="楷体" pitchFamily="49" charset="-122"/>
                </a:rPr>
                <a:t>sizeof      </a:t>
              </a:r>
              <a:r>
                <a:rPr lang="zh-CN" altLang="en-US" sz="2000" b="1">
                  <a:effectLst>
                    <a:outerShdw blurRad="38100" dist="38100" dir="2700000" algn="tl">
                      <a:srgbClr val="FFFFFF"/>
                    </a:outerShdw>
                  </a:effectLst>
                  <a:latin typeface="+mn-lt"/>
                  <a:ea typeface="楷体" pitchFamily="49" charset="-122"/>
                </a:rPr>
                <a:t>高</a:t>
              </a:r>
            </a:p>
            <a:p>
              <a:r>
                <a:rPr lang="zh-CN" altLang="en-US" sz="2000" b="1">
                  <a:effectLst>
                    <a:outerShdw blurRad="38100" dist="38100" dir="2700000" algn="tl">
                      <a:srgbClr val="FFFFFF"/>
                    </a:outerShdw>
                  </a:effectLst>
                  <a:latin typeface="+mn-lt"/>
                  <a:ea typeface="楷体" pitchFamily="49" charset="-122"/>
                </a:rPr>
                <a:t>算术运算符</a:t>
              </a:r>
            </a:p>
            <a:p>
              <a:r>
                <a:rPr lang="zh-CN" altLang="en-US" sz="2000" b="1">
                  <a:effectLst>
                    <a:outerShdw blurRad="38100" dist="38100" dir="2700000" algn="tl">
                      <a:srgbClr val="FFFFFF"/>
                    </a:outerShdw>
                  </a:effectLst>
                  <a:latin typeface="+mn-lt"/>
                  <a:ea typeface="楷体" pitchFamily="49" charset="-122"/>
                </a:rPr>
                <a:t>移位运算符</a:t>
              </a:r>
            </a:p>
            <a:p>
              <a:r>
                <a:rPr lang="zh-CN" altLang="en-US" sz="2000" b="1">
                  <a:effectLst>
                    <a:outerShdw blurRad="38100" dist="38100" dir="2700000" algn="tl">
                      <a:srgbClr val="FFFFFF"/>
                    </a:outerShdw>
                  </a:effectLst>
                  <a:latin typeface="+mn-lt"/>
                  <a:ea typeface="楷体" pitchFamily="49" charset="-122"/>
                </a:rPr>
                <a:t>关系运算符</a:t>
              </a:r>
            </a:p>
            <a:p>
              <a:r>
                <a:rPr lang="en-US" altLang="zh-CN" sz="2000" b="1">
                  <a:effectLst>
                    <a:outerShdw blurRad="38100" dist="38100" dir="2700000" algn="tl">
                      <a:srgbClr val="FFFFFF"/>
                    </a:outerShdw>
                  </a:effectLst>
                  <a:latin typeface="+mn-lt"/>
                  <a:ea typeface="楷体" pitchFamily="49" charset="-122"/>
                </a:rPr>
                <a:t>&amp;</a:t>
              </a:r>
              <a:r>
                <a:rPr lang="zh-CN" altLang="en-US" sz="2000" b="1">
                  <a:effectLst>
                    <a:outerShdw blurRad="38100" dist="38100" dir="2700000" algn="tl">
                      <a:srgbClr val="FFFFFF"/>
                    </a:outerShdw>
                  </a:effectLst>
                  <a:latin typeface="+mn-lt"/>
                  <a:ea typeface="楷体" pitchFamily="49" charset="-122"/>
                </a:rPr>
                <a:t>、</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a:t>
              </a:r>
              <a:r>
                <a:rPr lang="en-US" altLang="zh-CN" sz="2000" b="1">
                  <a:effectLst>
                    <a:outerShdw blurRad="38100" dist="38100" dir="2700000" algn="tl">
                      <a:srgbClr val="FFFFFF"/>
                    </a:outerShdw>
                  </a:effectLst>
                  <a:latin typeface="+mn-lt"/>
                  <a:ea typeface="楷体" pitchFamily="49" charset="-122"/>
                </a:rPr>
                <a:t>^</a:t>
              </a:r>
            </a:p>
            <a:p>
              <a:r>
                <a:rPr lang="en-US" altLang="zh-CN" sz="2000" b="1">
                  <a:solidFill>
                    <a:srgbClr val="CC0000"/>
                  </a:solidFill>
                  <a:effectLst>
                    <a:outerShdw blurRad="38100" dist="38100" dir="2700000" algn="tl">
                      <a:srgbClr val="000000"/>
                    </a:outerShdw>
                  </a:effectLst>
                  <a:latin typeface="+mn-lt"/>
                  <a:ea typeface="楷体" pitchFamily="49" charset="-122"/>
                </a:rPr>
                <a:t>&amp;&amp;</a:t>
              </a:r>
              <a:r>
                <a:rPr lang="zh-CN" altLang="en-US" sz="2000" b="1">
                  <a:solidFill>
                    <a:srgbClr val="CC0000"/>
                  </a:solidFill>
                  <a:effectLst>
                    <a:outerShdw blurRad="38100" dist="38100" dir="2700000" algn="tl">
                      <a:srgbClr val="000000"/>
                    </a:outerShdw>
                  </a:effectLst>
                  <a:latin typeface="+mn-lt"/>
                  <a:ea typeface="楷体" pitchFamily="49" charset="-122"/>
                </a:rPr>
                <a:t>、</a:t>
              </a:r>
              <a:r>
                <a:rPr lang="en-US" altLang="zh-CN" sz="2000" b="1">
                  <a:solidFill>
                    <a:srgbClr val="CC0000"/>
                  </a:solidFill>
                  <a:effectLst>
                    <a:outerShdw blurRad="38100" dist="38100" dir="2700000" algn="tl">
                      <a:srgbClr val="000000"/>
                    </a:outerShdw>
                  </a:effectLst>
                  <a:latin typeface="+mn-lt"/>
                  <a:ea typeface="楷体" pitchFamily="49" charset="-122"/>
                </a:rPr>
                <a:t>||</a:t>
              </a:r>
            </a:p>
            <a:p>
              <a:r>
                <a:rPr lang="zh-CN" altLang="en-US" sz="2000" b="1">
                  <a:effectLst>
                    <a:outerShdw blurRad="38100" dist="38100" dir="2700000" algn="tl">
                      <a:srgbClr val="FFFFFF"/>
                    </a:outerShdw>
                  </a:effectLst>
                  <a:latin typeface="+mn-lt"/>
                  <a:ea typeface="楷体" pitchFamily="49" charset="-122"/>
                </a:rPr>
                <a:t>赋值运算符                      低</a:t>
              </a:r>
            </a:p>
          </p:txBody>
        </p:sp>
        <p:sp>
          <p:nvSpPr>
            <p:cNvPr id="842789" name="Line 37"/>
            <p:cNvSpPr>
              <a:spLocks noChangeShapeType="1"/>
            </p:cNvSpPr>
            <p:nvPr/>
          </p:nvSpPr>
          <p:spPr bwMode="auto">
            <a:xfrm flipV="1">
              <a:off x="3011" y="2112"/>
              <a:ext cx="0" cy="124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a:scene3d>
              <a:camera prst="orthographicFront"/>
              <a:lightRig rig="threePt" dir="t"/>
            </a:scene3d>
            <a:sp3d>
              <a:bevelT w="114300" prst="hardEdge"/>
            </a:sp3d>
          </p:spPr>
          <p:txBody>
            <a:bodyPr/>
            <a:lstStyle/>
            <a:p>
              <a:endParaRPr lang="zh-CN" altLang="en-US">
                <a:latin typeface="+mn-lt"/>
                <a:ea typeface="楷体" pitchFamily="49" charset="-122"/>
              </a:endParaRPr>
            </a:p>
          </p:txBody>
        </p:sp>
      </p:grpSp>
      <p:sp>
        <p:nvSpPr>
          <p:cNvPr id="842791" name="Rectangle 39"/>
          <p:cNvSpPr>
            <a:spLocks noChangeArrowheads="1"/>
          </p:cNvSpPr>
          <p:nvPr/>
        </p:nvSpPr>
        <p:spPr bwMode="auto">
          <a:xfrm>
            <a:off x="5414061" y="2553615"/>
            <a:ext cx="6010531" cy="2873375"/>
          </a:xfrm>
          <a:prstGeom prst="rect">
            <a:avLst/>
          </a:prstGeom>
          <a:solidFill>
            <a:srgbClr val="FFFFFF"/>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例如：</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&lt;= x &amp;&amp; x &lt;= b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&gt; b &amp;&amp; x &gt; y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 b || x == y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 a &gt; b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&gt; b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c = a || b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 7 &amp;&amp; b &amp; 8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&gt;&gt; 2 &amp;&amp; b &lt;&lt; 1  </a:t>
            </a:r>
            <a:r>
              <a:rPr lang="zh-CN" altLang="en-US" sz="2000" b="1" dirty="0">
                <a:effectLst>
                  <a:outerShdw blurRad="38100" dist="38100" dir="2700000" algn="tl">
                    <a:srgbClr val="C0C0C0"/>
                  </a:outerShdw>
                </a:effectLst>
                <a:latin typeface="+mn-lt"/>
                <a:ea typeface="楷体" pitchFamily="49" charset="-122"/>
              </a:rPr>
              <a:t>等价于：</a:t>
            </a:r>
          </a:p>
        </p:txBody>
      </p:sp>
      <p:sp>
        <p:nvSpPr>
          <p:cNvPr id="842757" name="Rectangle 5"/>
          <p:cNvSpPr>
            <a:spLocks noChangeArrowheads="1"/>
          </p:cNvSpPr>
          <p:nvPr/>
        </p:nvSpPr>
        <p:spPr bwMode="auto">
          <a:xfrm>
            <a:off x="817972" y="176542"/>
            <a:ext cx="4875053" cy="523220"/>
          </a:xfrm>
          <a:prstGeom prst="rect">
            <a:avLst/>
          </a:prstGeom>
          <a:noFill/>
          <a:ln w="9525">
            <a:noFill/>
            <a:miter lim="800000"/>
            <a:headEnd/>
            <a:tailEnd/>
          </a:ln>
          <a:effectLst/>
        </p:spPr>
        <p:txBody>
          <a:bodyPr wrap="none" anchor="ctr">
            <a:spAutoFit/>
          </a:bodyPr>
          <a:lstStyle/>
          <a:p>
            <a:r>
              <a:rPr lang="en-US" altLang="zh-CN" sz="2800" b="1" dirty="0">
                <a:solidFill>
                  <a:srgbClr val="D60093"/>
                </a:solidFill>
                <a:effectLst>
                  <a:outerShdw blurRad="38100" dist="38100" dir="2700000" algn="tl">
                    <a:srgbClr val="000000"/>
                  </a:outerShdw>
                </a:effectLst>
                <a:latin typeface="隶书" panose="02010509060101010101" pitchFamily="49" charset="-122"/>
                <a:ea typeface="隶书" panose="02010509060101010101" pitchFamily="49" charset="-122"/>
              </a:rPr>
              <a:t>2. </a:t>
            </a:r>
            <a:r>
              <a:rPr lang="zh-CN" altLang="en-US" sz="2800" b="1" dirty="0">
                <a:solidFill>
                  <a:srgbClr val="D60093"/>
                </a:solidFill>
                <a:effectLst>
                  <a:outerShdw blurRad="38100" dist="38100" dir="2700000" algn="tl">
                    <a:srgbClr val="000000"/>
                  </a:outerShdw>
                </a:effectLst>
                <a:latin typeface="隶书" panose="02010509060101010101" pitchFamily="49" charset="-122"/>
                <a:ea typeface="隶书" panose="02010509060101010101" pitchFamily="49" charset="-122"/>
              </a:rPr>
              <a:t>逻辑运算符和逻辑表达式</a:t>
            </a:r>
            <a:r>
              <a:rPr lang="zh-CN" altLang="en-US" sz="2800" dirty="0">
                <a:latin typeface="隶书" panose="02010509060101010101" pitchFamily="49" charset="-122"/>
                <a:ea typeface="隶书" panose="02010509060101010101" pitchFamily="49" charset="-122"/>
              </a:rPr>
              <a:t> </a:t>
            </a:r>
          </a:p>
        </p:txBody>
      </p:sp>
      <p:sp>
        <p:nvSpPr>
          <p:cNvPr id="842759" name="Rectangle 7"/>
          <p:cNvSpPr>
            <a:spLocks noChangeArrowheads="1"/>
          </p:cNvSpPr>
          <p:nvPr/>
        </p:nvSpPr>
        <p:spPr bwMode="auto">
          <a:xfrm>
            <a:off x="1043397" y="645469"/>
            <a:ext cx="2286203"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a:solidFill>
                  <a:srgbClr val="008000"/>
                </a:solidFill>
                <a:effectLst>
                  <a:outerShdw blurRad="38100" dist="38100" dir="2700000" algn="tl">
                    <a:srgbClr val="000000"/>
                  </a:outerShdw>
                </a:effectLst>
                <a:latin typeface="楷体" pitchFamily="49" charset="-122"/>
                <a:ea typeface="楷体" pitchFamily="49" charset="-122"/>
              </a:rPr>
              <a:t> </a:t>
            </a:r>
            <a:r>
              <a:rPr lang="zh-CN" altLang="en-US" b="1">
                <a:solidFill>
                  <a:srgbClr val="008000"/>
                </a:solidFill>
                <a:effectLst>
                  <a:outerShdw blurRad="38100" dist="38100" dir="2700000" algn="tl">
                    <a:srgbClr val="000000"/>
                  </a:outerShdw>
                </a:effectLst>
                <a:latin typeface="楷体" pitchFamily="49" charset="-122"/>
                <a:ea typeface="楷体" pitchFamily="49" charset="-122"/>
              </a:rPr>
              <a:t>逻辑表达式</a:t>
            </a:r>
            <a:r>
              <a:rPr lang="zh-CN" altLang="en-US">
                <a:latin typeface="楷体" pitchFamily="49" charset="-122"/>
                <a:ea typeface="楷体" pitchFamily="49" charset="-122"/>
              </a:rPr>
              <a:t> </a:t>
            </a:r>
          </a:p>
        </p:txBody>
      </p:sp>
      <p:sp>
        <p:nvSpPr>
          <p:cNvPr id="842760" name="Rectangle 8"/>
          <p:cNvSpPr>
            <a:spLocks noChangeArrowheads="1"/>
          </p:cNvSpPr>
          <p:nvPr/>
        </p:nvSpPr>
        <p:spPr bwMode="auto">
          <a:xfrm>
            <a:off x="1127448" y="1063257"/>
            <a:ext cx="9407687" cy="830997"/>
          </a:xfrm>
          <a:prstGeom prst="rect">
            <a:avLst/>
          </a:prstGeom>
          <a:noFill/>
          <a:ln w="9525">
            <a:noFill/>
            <a:miter lim="800000"/>
            <a:headEnd/>
            <a:tailEnd/>
          </a:ln>
          <a:effectLst/>
        </p:spPr>
        <p:txBody>
          <a:bodyPr wrap="square" anchor="ctr">
            <a:spAutoFit/>
          </a:bodyPr>
          <a:lstStyle/>
          <a:p>
            <a:pPr indent="266700"/>
            <a:r>
              <a:rPr lang="zh-CN" altLang="en-US" b="1" dirty="0">
                <a:effectLst>
                  <a:outerShdw blurRad="38100" dist="38100" dir="2700000" algn="tl">
                    <a:srgbClr val="FFFFFF"/>
                  </a:outerShdw>
                </a:effectLst>
                <a:latin typeface="楷体" pitchFamily="49" charset="-122"/>
                <a:ea typeface="楷体" pitchFamily="49" charset="-122"/>
              </a:rPr>
              <a:t>用逻辑运算符连接起来的式子称为</a:t>
            </a:r>
            <a:r>
              <a:rPr lang="zh-CN" altLang="en-US" b="1" dirty="0">
                <a:solidFill>
                  <a:srgbClr val="D60093"/>
                </a:solidFill>
                <a:effectLst>
                  <a:outerShdw blurRad="38100" dist="38100" dir="2700000" algn="tl">
                    <a:srgbClr val="000000"/>
                  </a:outerShdw>
                </a:effectLst>
                <a:latin typeface="楷体" pitchFamily="49" charset="-122"/>
                <a:ea typeface="楷体" pitchFamily="49" charset="-122"/>
              </a:rPr>
              <a:t>逻辑表达式</a:t>
            </a:r>
            <a:r>
              <a:rPr lang="zh-CN" altLang="en-US" b="1" dirty="0">
                <a:effectLst>
                  <a:outerShdw blurRad="38100" dist="38100" dir="2700000" algn="tl">
                    <a:srgbClr val="FFFFFF"/>
                  </a:outerShdw>
                </a:effectLst>
                <a:latin typeface="楷体" pitchFamily="49" charset="-122"/>
                <a:ea typeface="楷体" pitchFamily="49" charset="-122"/>
              </a:rPr>
              <a:t>。</a:t>
            </a:r>
          </a:p>
          <a:p>
            <a:pPr indent="266700"/>
            <a:r>
              <a:rPr lang="zh-CN" altLang="en-US" b="1" dirty="0">
                <a:effectLst>
                  <a:outerShdw blurRad="38100" dist="38100" dir="2700000" algn="tl">
                    <a:srgbClr val="FFFFFF"/>
                  </a:outerShdw>
                </a:effectLst>
                <a:latin typeface="楷体" pitchFamily="49" charset="-122"/>
                <a:ea typeface="楷体" pitchFamily="49" charset="-122"/>
              </a:rPr>
              <a:t>逻辑表达式的一般形式为：</a:t>
            </a:r>
            <a:r>
              <a:rPr lang="zh-CN" altLang="en-US" b="1" dirty="0">
                <a:solidFill>
                  <a:srgbClr val="CC0000"/>
                </a:solidFill>
                <a:effectLst>
                  <a:outerShdw blurRad="38100" dist="38100" dir="2700000" algn="tl">
                    <a:srgbClr val="000000"/>
                  </a:outerShdw>
                </a:effectLst>
                <a:latin typeface="楷体" pitchFamily="49" charset="-122"/>
                <a:ea typeface="楷体" pitchFamily="49" charset="-122"/>
              </a:rPr>
              <a:t>表达式 </a:t>
            </a:r>
            <a:r>
              <a:rPr lang="zh-CN" altLang="en-US" b="1" dirty="0">
                <a:solidFill>
                  <a:srgbClr val="008000"/>
                </a:solidFill>
                <a:effectLst>
                  <a:outerShdw blurRad="38100" dist="38100" dir="2700000" algn="tl">
                    <a:srgbClr val="000000"/>
                  </a:outerShdw>
                </a:effectLst>
                <a:latin typeface="楷体" pitchFamily="49" charset="-122"/>
                <a:ea typeface="楷体" pitchFamily="49" charset="-122"/>
              </a:rPr>
              <a:t>逻辑运算符</a:t>
            </a:r>
            <a:r>
              <a:rPr lang="zh-CN" altLang="en-US" b="1" dirty="0">
                <a:solidFill>
                  <a:srgbClr val="CC0000"/>
                </a:solidFill>
                <a:effectLst>
                  <a:outerShdw blurRad="38100" dist="38100" dir="2700000" algn="tl">
                    <a:srgbClr val="000000"/>
                  </a:outerShdw>
                </a:effectLst>
                <a:latin typeface="楷体" pitchFamily="49" charset="-122"/>
                <a:ea typeface="楷体" pitchFamily="49" charset="-122"/>
              </a:rPr>
              <a:t> 表达式</a:t>
            </a:r>
          </a:p>
        </p:txBody>
      </p:sp>
      <p:sp>
        <p:nvSpPr>
          <p:cNvPr id="842761" name="Rectangle 9"/>
          <p:cNvSpPr>
            <a:spLocks noChangeArrowheads="1"/>
          </p:cNvSpPr>
          <p:nvPr/>
        </p:nvSpPr>
        <p:spPr bwMode="auto">
          <a:xfrm>
            <a:off x="1534442" y="1959223"/>
            <a:ext cx="9890150" cy="461665"/>
          </a:xfrm>
          <a:prstGeom prst="rect">
            <a:avLst/>
          </a:prstGeom>
          <a:solidFill>
            <a:srgbClr val="FFFFFF"/>
          </a:soli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FF33CC"/>
                </a:solidFill>
                <a:effectLst>
                  <a:outerShdw blurRad="38100" dist="38100" dir="2700000" algn="tl">
                    <a:srgbClr val="C0C0C0"/>
                  </a:outerShdw>
                </a:effectLst>
                <a:ea typeface="隶书" pitchFamily="49" charset="-122"/>
              </a:rPr>
              <a:t>例：</a:t>
            </a:r>
            <a:r>
              <a:rPr lang="en-US" altLang="zh-CN" dirty="0"/>
              <a:t>a &lt; b &amp;&amp; b &lt; c</a:t>
            </a:r>
            <a:r>
              <a:rPr lang="zh-CN" altLang="en-US" dirty="0"/>
              <a:t>、             </a:t>
            </a:r>
            <a:r>
              <a:rPr lang="en-US" altLang="zh-CN" dirty="0"/>
              <a:t>x &gt; 10 || x &lt; -10</a:t>
            </a:r>
            <a:r>
              <a:rPr lang="zh-CN" altLang="en-US" dirty="0"/>
              <a:t>、               </a:t>
            </a:r>
            <a:r>
              <a:rPr lang="en-US" altLang="zh-CN" dirty="0"/>
              <a:t>!x &amp;&amp; !y </a:t>
            </a:r>
          </a:p>
        </p:txBody>
      </p:sp>
      <p:sp>
        <p:nvSpPr>
          <p:cNvPr id="842786" name="Rectangle 34"/>
          <p:cNvSpPr>
            <a:spLocks noChangeArrowheads="1"/>
          </p:cNvSpPr>
          <p:nvPr/>
        </p:nvSpPr>
        <p:spPr bwMode="auto">
          <a:xfrm>
            <a:off x="1064033" y="2533007"/>
            <a:ext cx="3523722"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a:solidFill>
                  <a:srgbClr val="008000"/>
                </a:solidFill>
                <a:effectLst>
                  <a:outerShdw blurRad="38100" dist="38100" dir="2700000" algn="tl">
                    <a:srgbClr val="000000"/>
                  </a:outerShdw>
                </a:effectLst>
                <a:latin typeface="楷体" pitchFamily="49" charset="-122"/>
                <a:ea typeface="楷体" pitchFamily="49" charset="-122"/>
              </a:rPr>
              <a:t> </a:t>
            </a:r>
            <a:r>
              <a:rPr lang="zh-CN" altLang="en-US" b="1">
                <a:solidFill>
                  <a:srgbClr val="008000"/>
                </a:solidFill>
                <a:effectLst>
                  <a:outerShdw blurRad="38100" dist="38100" dir="2700000" algn="tl">
                    <a:srgbClr val="000000"/>
                  </a:outerShdw>
                </a:effectLst>
                <a:latin typeface="楷体" pitchFamily="49" charset="-122"/>
                <a:ea typeface="楷体" pitchFamily="49" charset="-122"/>
              </a:rPr>
              <a:t>逻辑运算符的优先级</a:t>
            </a:r>
            <a:r>
              <a:rPr lang="zh-CN" altLang="en-US">
                <a:latin typeface="楷体" pitchFamily="49" charset="-122"/>
                <a:ea typeface="楷体" pitchFamily="49" charset="-122"/>
              </a:rPr>
              <a:t> </a:t>
            </a:r>
          </a:p>
        </p:txBody>
      </p:sp>
      <p:sp>
        <p:nvSpPr>
          <p:cNvPr id="842792" name="Rectangle 40"/>
          <p:cNvSpPr>
            <a:spLocks noChangeArrowheads="1"/>
          </p:cNvSpPr>
          <p:nvPr/>
        </p:nvSpPr>
        <p:spPr bwMode="auto">
          <a:xfrm>
            <a:off x="8971648" y="2874290"/>
            <a:ext cx="2424112"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(a &lt;= x) &amp;&amp; (x &lt;= b)</a:t>
            </a:r>
          </a:p>
        </p:txBody>
      </p:sp>
      <p:sp>
        <p:nvSpPr>
          <p:cNvPr id="842793" name="Rectangle 41"/>
          <p:cNvSpPr>
            <a:spLocks noChangeArrowheads="1"/>
          </p:cNvSpPr>
          <p:nvPr/>
        </p:nvSpPr>
        <p:spPr bwMode="auto">
          <a:xfrm>
            <a:off x="8943074" y="3171153"/>
            <a:ext cx="2135187"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(a &gt; b) &amp;&amp; (x &gt; y)</a:t>
            </a:r>
          </a:p>
        </p:txBody>
      </p:sp>
      <p:sp>
        <p:nvSpPr>
          <p:cNvPr id="842794" name="Rectangle 42"/>
          <p:cNvSpPr>
            <a:spLocks noChangeArrowheads="1"/>
          </p:cNvSpPr>
          <p:nvPr/>
        </p:nvSpPr>
        <p:spPr bwMode="auto">
          <a:xfrm>
            <a:off x="8943073" y="3471190"/>
            <a:ext cx="2112962"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(a == b) || (x == y)</a:t>
            </a:r>
          </a:p>
        </p:txBody>
      </p:sp>
      <p:sp>
        <p:nvSpPr>
          <p:cNvPr id="842795" name="Rectangle 43"/>
          <p:cNvSpPr>
            <a:spLocks noChangeArrowheads="1"/>
          </p:cNvSpPr>
          <p:nvPr/>
        </p:nvSpPr>
        <p:spPr bwMode="auto">
          <a:xfrm>
            <a:off x="8904973" y="3772815"/>
            <a:ext cx="1509712"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(!a) || (a &gt; b)</a:t>
            </a:r>
          </a:p>
        </p:txBody>
      </p:sp>
      <p:sp>
        <p:nvSpPr>
          <p:cNvPr id="842796" name="Rectangle 44"/>
          <p:cNvSpPr>
            <a:spLocks noChangeArrowheads="1"/>
          </p:cNvSpPr>
          <p:nvPr/>
        </p:nvSpPr>
        <p:spPr bwMode="auto">
          <a:xfrm>
            <a:off x="8933548" y="4072853"/>
            <a:ext cx="976312"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(!a) &gt; b</a:t>
            </a:r>
          </a:p>
        </p:txBody>
      </p:sp>
      <p:sp>
        <p:nvSpPr>
          <p:cNvPr id="842797" name="Rectangle 45"/>
          <p:cNvSpPr>
            <a:spLocks noChangeArrowheads="1"/>
          </p:cNvSpPr>
          <p:nvPr/>
        </p:nvSpPr>
        <p:spPr bwMode="auto">
          <a:xfrm>
            <a:off x="8943073" y="4395115"/>
            <a:ext cx="1243012"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c = (a || b)</a:t>
            </a:r>
          </a:p>
        </p:txBody>
      </p:sp>
      <p:sp>
        <p:nvSpPr>
          <p:cNvPr id="842798" name="Rectangle 46"/>
          <p:cNvSpPr>
            <a:spLocks noChangeArrowheads="1"/>
          </p:cNvSpPr>
          <p:nvPr/>
        </p:nvSpPr>
        <p:spPr bwMode="auto">
          <a:xfrm>
            <a:off x="8938311" y="4684040"/>
            <a:ext cx="2112963" cy="396875"/>
          </a:xfrm>
          <a:prstGeom prst="rect">
            <a:avLst/>
          </a:prstGeom>
          <a:noFill/>
          <a:ln w="9525">
            <a:noFill/>
            <a:miter lim="800000"/>
            <a:headEnd/>
            <a:tailEnd/>
          </a:ln>
          <a:effectLst/>
        </p:spPr>
        <p:txBody>
          <a:bodyPr wrap="none">
            <a:spAutoFit/>
          </a:bodyPr>
          <a:lstStyle/>
          <a:p>
            <a:r>
              <a:rPr lang="en-US" altLang="zh-CN" sz="2000" b="1">
                <a:solidFill>
                  <a:srgbClr val="0033CC"/>
                </a:solidFill>
                <a:effectLst>
                  <a:outerShdw blurRad="38100" dist="38100" dir="2700000" algn="tl">
                    <a:srgbClr val="000000"/>
                  </a:outerShdw>
                </a:effectLst>
              </a:rPr>
              <a:t>(a | 7) &amp;&amp; (b &amp; 8)</a:t>
            </a:r>
          </a:p>
        </p:txBody>
      </p:sp>
      <p:sp>
        <p:nvSpPr>
          <p:cNvPr id="842799" name="Rectangle 47"/>
          <p:cNvSpPr>
            <a:spLocks noChangeArrowheads="1"/>
          </p:cNvSpPr>
          <p:nvPr/>
        </p:nvSpPr>
        <p:spPr bwMode="auto">
          <a:xfrm>
            <a:off x="8925611" y="4996778"/>
            <a:ext cx="2424113" cy="396875"/>
          </a:xfrm>
          <a:prstGeom prst="rect">
            <a:avLst/>
          </a:prstGeom>
          <a:noFill/>
          <a:ln w="9525">
            <a:noFill/>
            <a:miter lim="800000"/>
            <a:headEnd/>
            <a:tailEnd/>
          </a:ln>
          <a:effectLst/>
        </p:spPr>
        <p:txBody>
          <a:bodyPr wrap="none">
            <a:spAutoFit/>
          </a:bodyPr>
          <a:lstStyle/>
          <a:p>
            <a:r>
              <a:rPr lang="en-US" altLang="zh-CN" sz="2000" b="1" dirty="0">
                <a:solidFill>
                  <a:srgbClr val="0033CC"/>
                </a:solidFill>
                <a:effectLst>
                  <a:outerShdw blurRad="38100" dist="38100" dir="2700000" algn="tl">
                    <a:srgbClr val="000000"/>
                  </a:outerShdw>
                </a:effectLst>
              </a:rPr>
              <a:t>(a &gt;&gt; 2) &amp;&amp; (b &lt;&lt; 1)</a:t>
            </a:r>
          </a:p>
        </p:txBody>
      </p:sp>
      <p:sp>
        <p:nvSpPr>
          <p:cNvPr id="842800" name="Rectangle 48"/>
          <p:cNvSpPr>
            <a:spLocks noChangeArrowheads="1"/>
          </p:cNvSpPr>
          <p:nvPr/>
        </p:nvSpPr>
        <p:spPr bwMode="auto">
          <a:xfrm>
            <a:off x="1510263" y="5520775"/>
            <a:ext cx="9914329" cy="1225550"/>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6200000" scaled="1"/>
            <a:tileRect/>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chemeClr val="accent2"/>
                </a:solidFill>
                <a:effectLst>
                  <a:outerShdw blurRad="38100" dist="38100" dir="2700000" algn="tl">
                    <a:srgbClr val="000000"/>
                  </a:outerShdw>
                </a:effectLst>
                <a:latin typeface="+mn-lt"/>
                <a:ea typeface="楷体" pitchFamily="49" charset="-122"/>
              </a:rPr>
              <a:t>已知：</a:t>
            </a:r>
            <a:r>
              <a:rPr lang="en-US" altLang="zh-CN" b="1" dirty="0">
                <a:effectLst>
                  <a:outerShdw blurRad="38100" dist="38100" dir="2700000" algn="tl">
                    <a:srgbClr val="FFFFFF"/>
                  </a:outerShdw>
                </a:effectLst>
                <a:latin typeface="+mn-lt"/>
                <a:ea typeface="楷体" pitchFamily="49" charset="-122"/>
              </a:rPr>
              <a:t>a = 4; b = 5;</a:t>
            </a:r>
          </a:p>
          <a:p>
            <a:pPr indent="266700"/>
            <a:r>
              <a:rPr lang="en-US" altLang="zh-CN" b="1" dirty="0">
                <a:effectLst>
                  <a:outerShdw blurRad="38100" dist="38100" dir="2700000" algn="tl">
                    <a:srgbClr val="FFFFFF"/>
                  </a:outerShdw>
                </a:effectLst>
                <a:latin typeface="+mn-lt"/>
                <a:ea typeface="楷体" pitchFamily="49" charset="-122"/>
              </a:rPr>
              <a:t> </a:t>
            </a:r>
            <a:r>
              <a:rPr lang="zh-CN" altLang="en-US" b="1" dirty="0">
                <a:solidFill>
                  <a:schemeClr val="accent2"/>
                </a:solidFill>
                <a:effectLst>
                  <a:outerShdw blurRad="38100" dist="38100" dir="2700000" algn="tl">
                    <a:srgbClr val="000000"/>
                  </a:outerShdw>
                </a:effectLst>
                <a:latin typeface="+mn-lt"/>
                <a:ea typeface="楷体" pitchFamily="49" charset="-122"/>
              </a:rPr>
              <a:t>问：</a:t>
            </a:r>
            <a:r>
              <a:rPr lang="en-US" altLang="zh-CN" b="1" dirty="0">
                <a:effectLst>
                  <a:outerShdw blurRad="38100" dist="38100" dir="2700000" algn="tl">
                    <a:srgbClr val="FFFFFF"/>
                  </a:outerShdw>
                </a:effectLst>
                <a:latin typeface="+mn-lt"/>
                <a:ea typeface="楷体" pitchFamily="49" charset="-122"/>
              </a:rPr>
              <a:t>c = b &gt; 3 &amp;&amp; 2 || 8 &lt; b - !a;</a:t>
            </a:r>
            <a:r>
              <a:rPr lang="zh-CN" altLang="en-US" b="1" dirty="0">
                <a:effectLst>
                  <a:outerShdw blurRad="38100" dist="38100" dir="2700000" algn="tl">
                    <a:srgbClr val="FFFFFF"/>
                  </a:outerShdw>
                </a:effectLst>
                <a:latin typeface="+mn-lt"/>
                <a:ea typeface="楷体" pitchFamily="49" charset="-122"/>
              </a:rPr>
              <a:t>的值？</a:t>
            </a:r>
          </a:p>
          <a:p>
            <a:pPr indent="266700"/>
            <a:r>
              <a:rPr lang="zh-CN" altLang="en-US" b="1" dirty="0">
                <a:effectLst>
                  <a:outerShdw blurRad="38100" dist="38100" dir="2700000" algn="tl">
                    <a:srgbClr val="FFFFFF"/>
                  </a:outerShdw>
                </a:effectLst>
                <a:latin typeface="+mn-lt"/>
                <a:ea typeface="楷体" pitchFamily="49" charset="-122"/>
              </a:rPr>
              <a:t>                    </a:t>
            </a:r>
          </a:p>
        </p:txBody>
      </p:sp>
      <p:sp>
        <p:nvSpPr>
          <p:cNvPr id="842801" name="Rectangle 49"/>
          <p:cNvSpPr>
            <a:spLocks noChangeArrowheads="1"/>
          </p:cNvSpPr>
          <p:nvPr/>
        </p:nvSpPr>
        <p:spPr bwMode="auto">
          <a:xfrm>
            <a:off x="1810303" y="6227214"/>
            <a:ext cx="7762061" cy="461665"/>
          </a:xfrm>
          <a:prstGeom prst="rect">
            <a:avLst/>
          </a:prstGeom>
          <a:noFill/>
          <a:ln w="9525">
            <a:noFill/>
            <a:miter lim="800000"/>
            <a:headEnd/>
            <a:tailEnd/>
          </a:ln>
          <a:effectLst/>
        </p:spPr>
        <p:txBody>
          <a:bodyPr wrap="none">
            <a:spAutoFit/>
          </a:bodyPr>
          <a:lstStyle/>
          <a:p>
            <a:r>
              <a:rPr lang="zh-CN" altLang="en-US" b="1" dirty="0">
                <a:solidFill>
                  <a:srgbClr val="FF3300"/>
                </a:solidFill>
                <a:effectLst>
                  <a:outerShdw blurRad="38100" dist="38100" dir="2700000" algn="tl">
                    <a:srgbClr val="000000"/>
                  </a:outerShdw>
                </a:effectLst>
                <a:latin typeface="+mn-lt"/>
                <a:ea typeface="楷体" pitchFamily="49" charset="-122"/>
              </a:rPr>
              <a:t>答：</a:t>
            </a:r>
            <a:r>
              <a:rPr lang="en-US" altLang="zh-CN" b="1" dirty="0">
                <a:solidFill>
                  <a:srgbClr val="FF3300"/>
                </a:solidFill>
                <a:effectLst>
                  <a:outerShdw blurRad="38100" dist="38100" dir="2700000" algn="tl">
                    <a:srgbClr val="000000"/>
                  </a:outerShdw>
                </a:effectLst>
                <a:latin typeface="+mn-lt"/>
                <a:ea typeface="楷体" pitchFamily="49" charset="-122"/>
              </a:rPr>
              <a:t>c </a:t>
            </a:r>
            <a:r>
              <a:rPr lang="zh-CN" altLang="en-US" b="1" dirty="0">
                <a:solidFill>
                  <a:srgbClr val="FF3300"/>
                </a:solidFill>
                <a:effectLst>
                  <a:outerShdw blurRad="38100" dist="38100" dir="2700000" algn="tl">
                    <a:srgbClr val="000000"/>
                  </a:outerShdw>
                </a:effectLst>
                <a:latin typeface="+mn-lt"/>
                <a:ea typeface="楷体" pitchFamily="49" charset="-122"/>
              </a:rPr>
              <a:t>的值为</a:t>
            </a:r>
            <a:r>
              <a:rPr lang="en-US" altLang="zh-CN" b="1" dirty="0">
                <a:solidFill>
                  <a:srgbClr val="FF3300"/>
                </a:solidFill>
                <a:effectLst>
                  <a:outerShdw blurRad="38100" dist="38100" dir="2700000" algn="tl">
                    <a:srgbClr val="000000"/>
                  </a:outerShdw>
                </a:effectLst>
                <a:latin typeface="+mn-lt"/>
                <a:ea typeface="楷体" pitchFamily="49" charset="-122"/>
              </a:rPr>
              <a:t>1</a:t>
            </a:r>
            <a:r>
              <a:rPr lang="zh-CN" altLang="en-US" b="1" dirty="0">
                <a:solidFill>
                  <a:srgbClr val="FF3300"/>
                </a:solidFill>
                <a:effectLst>
                  <a:outerShdw blurRad="38100" dist="38100" dir="2700000" algn="tl">
                    <a:srgbClr val="000000"/>
                  </a:outerShdw>
                </a:effectLst>
                <a:latin typeface="+mn-lt"/>
                <a:ea typeface="楷体" pitchFamily="49" charset="-122"/>
              </a:rPr>
              <a:t>。 等价于：</a:t>
            </a:r>
            <a:r>
              <a:rPr lang="en-US" altLang="zh-CN" sz="2000" b="1" dirty="0">
                <a:solidFill>
                  <a:srgbClr val="FF3300"/>
                </a:solidFill>
                <a:effectLst>
                  <a:outerShdw blurRad="38100" dist="38100" dir="2700000" algn="tl">
                    <a:srgbClr val="000000"/>
                  </a:outerShdw>
                </a:effectLst>
                <a:latin typeface="+mn-lt"/>
                <a:ea typeface="楷体" pitchFamily="49" charset="-122"/>
              </a:rPr>
              <a:t>c = (((b &gt; 3) &amp;&amp; 2) || (8 &lt; (b – (!a))));</a:t>
            </a:r>
            <a:r>
              <a:rPr lang="en-US" altLang="zh-CN" sz="2000" dirty="0">
                <a:latin typeface="+mn-lt"/>
                <a:ea typeface="楷体" pitchFamily="49" charset="-122"/>
              </a:rPr>
              <a:t> </a:t>
            </a:r>
          </a:p>
        </p:txBody>
      </p:sp>
      <p:sp>
        <p:nvSpPr>
          <p:cNvPr id="842802" name="Rectangle 50"/>
          <p:cNvSpPr>
            <a:spLocks noChangeArrowheads="1"/>
          </p:cNvSpPr>
          <p:nvPr/>
        </p:nvSpPr>
        <p:spPr bwMode="auto">
          <a:xfrm>
            <a:off x="3432571" y="1628800"/>
            <a:ext cx="6119813" cy="42481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cap="flat" cmpd="sng">
            <a:solidFill>
              <a:srgbClr val="006600"/>
            </a:solidFill>
            <a:prstDash val="solid"/>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pPr marL="342900" indent="-342900">
              <a:spcBef>
                <a:spcPct val="20000"/>
              </a:spcBef>
            </a:pPr>
            <a:r>
              <a:rPr lang="zh-CN" altLang="en-US" b="1" dirty="0">
                <a:solidFill>
                  <a:srgbClr val="FF33CC"/>
                </a:solidFill>
                <a:effectLst>
                  <a:outerShdw blurRad="38100" dist="38100" dir="2700000" algn="tl">
                    <a:srgbClr val="000000"/>
                  </a:outerShdw>
                </a:effectLst>
                <a:ea typeface="隶书" pitchFamily="49" charset="-122"/>
              </a:rPr>
              <a:t>例：</a:t>
            </a:r>
          </a:p>
          <a:p>
            <a:pPr marL="342900" indent="-342900">
              <a:spcBef>
                <a:spcPct val="20000"/>
              </a:spcBef>
            </a:pPr>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a = 4; b = 5;</a:t>
            </a:r>
          </a:p>
          <a:p>
            <a:pPr marL="342900" indent="-342900">
              <a:spcBef>
                <a:spcPct val="20000"/>
              </a:spcBef>
            </a:pPr>
            <a:r>
              <a:rPr lang="en-US" altLang="zh-CN" b="1" dirty="0">
                <a:effectLst>
                  <a:outerShdw blurRad="38100" dist="38100" dir="2700000" algn="tl">
                    <a:srgbClr val="FFFFFF"/>
                  </a:outerShdw>
                </a:effectLst>
              </a:rPr>
              <a:t>     !a</a:t>
            </a:r>
          </a:p>
          <a:p>
            <a:pPr marL="342900" indent="-342900">
              <a:spcBef>
                <a:spcPct val="20000"/>
              </a:spcBef>
            </a:pPr>
            <a:r>
              <a:rPr lang="en-US" altLang="zh-CN" b="1" dirty="0">
                <a:effectLst>
                  <a:outerShdw blurRad="38100" dist="38100" dir="2700000" algn="tl">
                    <a:srgbClr val="FFFFFF"/>
                  </a:outerShdw>
                </a:effectLst>
              </a:rPr>
              <a:t>     a &amp;&amp; b</a:t>
            </a:r>
          </a:p>
          <a:p>
            <a:pPr marL="342900" indent="-342900">
              <a:spcBef>
                <a:spcPct val="20000"/>
              </a:spcBef>
            </a:pPr>
            <a:r>
              <a:rPr lang="en-US" altLang="zh-CN" b="1" dirty="0">
                <a:effectLst>
                  <a:outerShdw blurRad="38100" dist="38100" dir="2700000" algn="tl">
                    <a:srgbClr val="FFFFFF"/>
                  </a:outerShdw>
                </a:effectLst>
              </a:rPr>
              <a:t>     a || b</a:t>
            </a:r>
            <a:endParaRPr lang="en-US" altLang="zh-CN" b="1" dirty="0">
              <a:solidFill>
                <a:srgbClr val="0000FF"/>
              </a:solidFill>
              <a:effectLst>
                <a:outerShdw blurRad="38100" dist="38100" dir="2700000" algn="tl">
                  <a:srgbClr val="000000"/>
                </a:outerShdw>
              </a:effectLst>
            </a:endParaRPr>
          </a:p>
          <a:p>
            <a:pPr marL="342900" indent="-342900">
              <a:spcBef>
                <a:spcPct val="20000"/>
              </a:spcBef>
            </a:pPr>
            <a:r>
              <a:rPr lang="en-US" altLang="zh-CN" b="1" dirty="0">
                <a:effectLst>
                  <a:outerShdw blurRad="38100" dist="38100" dir="2700000" algn="tl">
                    <a:srgbClr val="FFFFFF"/>
                  </a:outerShdw>
                </a:effectLst>
              </a:rPr>
              <a:t>     !a || b</a:t>
            </a:r>
            <a:endParaRPr lang="en-US" altLang="zh-CN" b="1" dirty="0">
              <a:solidFill>
                <a:srgbClr val="0000FF"/>
              </a:solidFill>
              <a:effectLst>
                <a:outerShdw blurRad="38100" dist="38100" dir="2700000" algn="tl">
                  <a:srgbClr val="000000"/>
                </a:outerShdw>
              </a:effectLst>
            </a:endParaRPr>
          </a:p>
          <a:p>
            <a:pPr marL="342900" indent="-342900">
              <a:spcBef>
                <a:spcPct val="20000"/>
              </a:spcBef>
            </a:pPr>
            <a:r>
              <a:rPr lang="en-US" altLang="zh-CN" b="1" dirty="0">
                <a:effectLst>
                  <a:outerShdw blurRad="38100" dist="38100" dir="2700000" algn="tl">
                    <a:srgbClr val="FFFFFF"/>
                  </a:outerShdw>
                </a:effectLst>
              </a:rPr>
              <a:t>     4 &amp;&amp; 0 || 2</a:t>
            </a:r>
            <a:endParaRPr lang="en-US" altLang="zh-CN" b="1" dirty="0">
              <a:solidFill>
                <a:srgbClr val="0000FF"/>
              </a:solidFill>
              <a:effectLst>
                <a:outerShdw blurRad="38100" dist="38100" dir="2700000" algn="tl">
                  <a:srgbClr val="000000"/>
                </a:outerShdw>
              </a:effectLst>
            </a:endParaRPr>
          </a:p>
          <a:p>
            <a:pPr marL="342900" indent="-342900">
              <a:spcBef>
                <a:spcPct val="20000"/>
              </a:spcBef>
            </a:pPr>
            <a:r>
              <a:rPr lang="en-US" altLang="zh-CN" b="1" dirty="0">
                <a:effectLst>
                  <a:outerShdw blurRad="38100" dist="38100" dir="2700000" algn="tl">
                    <a:srgbClr val="FFFFFF"/>
                  </a:outerShdw>
                </a:effectLst>
              </a:rPr>
              <a:t>     5 &gt; 3 &amp;&amp; 2 || 8 &lt; 4 - !0</a:t>
            </a:r>
            <a:endParaRPr lang="en-US" altLang="zh-CN" b="1" dirty="0">
              <a:solidFill>
                <a:srgbClr val="0000FF"/>
              </a:solidFill>
              <a:effectLst>
                <a:outerShdw blurRad="38100" dist="38100" dir="2700000" algn="tl">
                  <a:srgbClr val="000000"/>
                </a:outerShdw>
              </a:effectLst>
            </a:endParaRPr>
          </a:p>
          <a:p>
            <a:pPr marL="342900" indent="-342900">
              <a:spcBef>
                <a:spcPct val="20000"/>
              </a:spcBef>
            </a:pPr>
            <a:r>
              <a:rPr lang="en-US" altLang="zh-CN" b="1" dirty="0">
                <a:effectLst>
                  <a:outerShdw blurRad="38100" dist="38100" dir="2700000" algn="tl">
                    <a:srgbClr val="FFFFFF"/>
                  </a:outerShdw>
                </a:effectLst>
              </a:rPr>
              <a:t>     </a:t>
            </a:r>
            <a:r>
              <a:rPr lang="en-US" altLang="zh-CN" b="1" dirty="0">
                <a:ea typeface="楷体_GB2312" pitchFamily="49" charset="-122"/>
              </a:rPr>
              <a:t>'</a:t>
            </a:r>
            <a:r>
              <a:rPr lang="en-US" altLang="zh-CN" b="1" dirty="0">
                <a:effectLst>
                  <a:outerShdw blurRad="38100" dist="38100" dir="2700000" algn="tl">
                    <a:srgbClr val="FFFFFF"/>
                  </a:outerShdw>
                </a:effectLst>
              </a:rPr>
              <a:t>c</a:t>
            </a:r>
            <a:r>
              <a:rPr lang="en-US" altLang="zh-CN" b="1" dirty="0">
                <a:ea typeface="楷体_GB2312" pitchFamily="49" charset="-122"/>
              </a:rPr>
              <a:t>'</a:t>
            </a:r>
            <a:r>
              <a:rPr lang="en-US" altLang="zh-CN" b="1" dirty="0">
                <a:effectLst>
                  <a:outerShdw blurRad="38100" dist="38100" dir="2700000" algn="tl">
                    <a:srgbClr val="FFFFFF"/>
                  </a:outerShdw>
                </a:effectLst>
              </a:rPr>
              <a:t> &amp;&amp; </a:t>
            </a:r>
            <a:r>
              <a:rPr lang="en-US" altLang="zh-CN" b="1" dirty="0">
                <a:ea typeface="楷体_GB2312" pitchFamily="49" charset="-122"/>
              </a:rPr>
              <a:t>'</a:t>
            </a:r>
            <a:r>
              <a:rPr lang="en-US" altLang="zh-CN" b="1" dirty="0">
                <a:effectLst>
                  <a:outerShdw blurRad="38100" dist="38100" dir="2700000" algn="tl">
                    <a:srgbClr val="FFFFFF"/>
                  </a:outerShdw>
                </a:effectLst>
              </a:rPr>
              <a:t>d</a:t>
            </a:r>
            <a:r>
              <a:rPr lang="en-US" altLang="zh-CN" b="1" dirty="0">
                <a:ea typeface="楷体_GB2312" pitchFamily="49" charset="-122"/>
              </a:rPr>
              <a:t>'</a:t>
            </a:r>
            <a:endParaRPr lang="en-US" altLang="zh-CN" b="1" dirty="0">
              <a:effectLst>
                <a:outerShdw blurRad="38100" dist="38100" dir="2700000" algn="tl">
                  <a:srgbClr val="FFFFFF"/>
                </a:outerShdw>
              </a:effectLst>
            </a:endParaRPr>
          </a:p>
        </p:txBody>
      </p:sp>
      <p:sp>
        <p:nvSpPr>
          <p:cNvPr id="842803" name="Text Box 51"/>
          <p:cNvSpPr txBox="1">
            <a:spLocks noChangeArrowheads="1"/>
          </p:cNvSpPr>
          <p:nvPr/>
        </p:nvSpPr>
        <p:spPr bwMode="auto">
          <a:xfrm>
            <a:off x="7463234" y="2555901"/>
            <a:ext cx="967229"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0000FF"/>
                </a:solidFill>
                <a:effectLst>
                  <a:outerShdw blurRad="38100" dist="38100" dir="2700000" algn="tl">
                    <a:srgbClr val="000000"/>
                  </a:outerShdw>
                </a:effectLst>
                <a:latin typeface="+mn-lt"/>
                <a:ea typeface="楷体" pitchFamily="49" charset="-122"/>
              </a:rPr>
              <a:t>//</a:t>
            </a:r>
            <a:r>
              <a:rPr lang="zh-CN" altLang="zh-CN" sz="2000" b="1" dirty="0">
                <a:solidFill>
                  <a:srgbClr val="0000FF"/>
                </a:solidFill>
                <a:effectLst>
                  <a:outerShdw blurRad="38100" dist="38100" dir="2700000" algn="tl">
                    <a:srgbClr val="000000"/>
                  </a:outerShdw>
                </a:effectLst>
                <a:latin typeface="+mn-lt"/>
                <a:ea typeface="楷体" pitchFamily="49" charset="-122"/>
              </a:rPr>
              <a:t>值为0</a:t>
            </a:r>
            <a:endParaRPr lang="en-US" altLang="zh-CN" sz="2000" b="1" dirty="0">
              <a:solidFill>
                <a:srgbClr val="0000FF"/>
              </a:solidFill>
              <a:effectLst>
                <a:outerShdw blurRad="38100" dist="38100" dir="2700000" algn="tl">
                  <a:srgbClr val="000000"/>
                </a:outerShdw>
              </a:effectLst>
              <a:latin typeface="+mn-lt"/>
              <a:ea typeface="楷体" pitchFamily="49" charset="-122"/>
            </a:endParaRPr>
          </a:p>
        </p:txBody>
      </p:sp>
      <p:sp>
        <p:nvSpPr>
          <p:cNvPr id="842806" name="Text Box 54"/>
          <p:cNvSpPr txBox="1">
            <a:spLocks noChangeArrowheads="1"/>
          </p:cNvSpPr>
          <p:nvPr/>
        </p:nvSpPr>
        <p:spPr bwMode="auto">
          <a:xfrm>
            <a:off x="7437834" y="2987701"/>
            <a:ext cx="967229"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00FF"/>
                </a:solidFill>
                <a:effectLst>
                  <a:outerShdw blurRad="38100" dist="38100" dir="2700000" algn="tl">
                    <a:srgbClr val="000000"/>
                  </a:outerShdw>
                </a:effectLst>
                <a:latin typeface="+mn-lt"/>
                <a:ea typeface="楷体" pitchFamily="49" charset="-122"/>
              </a:rPr>
              <a:t>//</a:t>
            </a:r>
            <a:r>
              <a:rPr lang="zh-CN" altLang="zh-CN" sz="2000" b="1">
                <a:solidFill>
                  <a:srgbClr val="0000FF"/>
                </a:solidFill>
                <a:effectLst>
                  <a:outerShdw blurRad="38100" dist="38100" dir="2700000" algn="tl">
                    <a:srgbClr val="000000"/>
                  </a:outerShdw>
                </a:effectLst>
                <a:latin typeface="+mn-lt"/>
                <a:ea typeface="楷体" pitchFamily="49" charset="-122"/>
              </a:rPr>
              <a:t>值为1</a:t>
            </a:r>
            <a:endParaRPr lang="en-US" altLang="zh-CN" sz="2000" b="1">
              <a:solidFill>
                <a:srgbClr val="0000FF"/>
              </a:solidFill>
              <a:effectLst>
                <a:outerShdw blurRad="38100" dist="38100" dir="2700000" algn="tl">
                  <a:srgbClr val="000000"/>
                </a:outerShdw>
              </a:effectLst>
              <a:latin typeface="+mn-lt"/>
              <a:ea typeface="楷体" pitchFamily="49" charset="-122"/>
            </a:endParaRPr>
          </a:p>
        </p:txBody>
      </p:sp>
      <p:sp>
        <p:nvSpPr>
          <p:cNvPr id="842807" name="Text Box 55"/>
          <p:cNvSpPr txBox="1">
            <a:spLocks noChangeArrowheads="1"/>
          </p:cNvSpPr>
          <p:nvPr/>
        </p:nvSpPr>
        <p:spPr bwMode="auto">
          <a:xfrm>
            <a:off x="7450534" y="3444901"/>
            <a:ext cx="967229"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00FF"/>
                </a:solidFill>
                <a:effectLst>
                  <a:outerShdw blurRad="38100" dist="38100" dir="2700000" algn="tl">
                    <a:srgbClr val="000000"/>
                  </a:outerShdw>
                </a:effectLst>
                <a:latin typeface="+mn-lt"/>
                <a:ea typeface="楷体" pitchFamily="49" charset="-122"/>
              </a:rPr>
              <a:t>//</a:t>
            </a:r>
            <a:r>
              <a:rPr lang="zh-CN" altLang="zh-CN" sz="2000" b="1">
                <a:solidFill>
                  <a:srgbClr val="0000FF"/>
                </a:solidFill>
                <a:effectLst>
                  <a:outerShdw blurRad="38100" dist="38100" dir="2700000" algn="tl">
                    <a:srgbClr val="000000"/>
                  </a:outerShdw>
                </a:effectLst>
                <a:latin typeface="+mn-lt"/>
                <a:ea typeface="楷体" pitchFamily="49" charset="-122"/>
              </a:rPr>
              <a:t>值为1</a:t>
            </a:r>
            <a:endParaRPr lang="en-US" altLang="zh-CN" sz="2000" b="1">
              <a:solidFill>
                <a:srgbClr val="0000FF"/>
              </a:solidFill>
              <a:effectLst>
                <a:outerShdw blurRad="38100" dist="38100" dir="2700000" algn="tl">
                  <a:srgbClr val="000000"/>
                </a:outerShdw>
              </a:effectLst>
              <a:latin typeface="+mn-lt"/>
              <a:ea typeface="楷体" pitchFamily="49" charset="-122"/>
            </a:endParaRPr>
          </a:p>
        </p:txBody>
      </p:sp>
      <p:sp>
        <p:nvSpPr>
          <p:cNvPr id="842808" name="Text Box 56"/>
          <p:cNvSpPr txBox="1">
            <a:spLocks noChangeArrowheads="1"/>
          </p:cNvSpPr>
          <p:nvPr/>
        </p:nvSpPr>
        <p:spPr bwMode="auto">
          <a:xfrm>
            <a:off x="7425134" y="3902101"/>
            <a:ext cx="967229"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00FF"/>
                </a:solidFill>
                <a:effectLst>
                  <a:outerShdw blurRad="38100" dist="38100" dir="2700000" algn="tl">
                    <a:srgbClr val="000000"/>
                  </a:outerShdw>
                </a:effectLst>
                <a:latin typeface="+mn-lt"/>
                <a:ea typeface="楷体" pitchFamily="49" charset="-122"/>
              </a:rPr>
              <a:t>//</a:t>
            </a:r>
            <a:r>
              <a:rPr lang="zh-CN" altLang="zh-CN" sz="2000" b="1">
                <a:solidFill>
                  <a:srgbClr val="0000FF"/>
                </a:solidFill>
                <a:effectLst>
                  <a:outerShdw blurRad="38100" dist="38100" dir="2700000" algn="tl">
                    <a:srgbClr val="000000"/>
                  </a:outerShdw>
                </a:effectLst>
                <a:latin typeface="+mn-lt"/>
                <a:ea typeface="楷体" pitchFamily="49" charset="-122"/>
              </a:rPr>
              <a:t>值为1</a:t>
            </a:r>
            <a:endParaRPr lang="en-US" altLang="zh-CN" sz="2000" b="1">
              <a:solidFill>
                <a:srgbClr val="0000FF"/>
              </a:solidFill>
              <a:effectLst>
                <a:outerShdw blurRad="38100" dist="38100" dir="2700000" algn="tl">
                  <a:srgbClr val="000000"/>
                </a:outerShdw>
              </a:effectLst>
              <a:latin typeface="+mn-lt"/>
              <a:ea typeface="楷体" pitchFamily="49" charset="-122"/>
            </a:endParaRPr>
          </a:p>
        </p:txBody>
      </p:sp>
      <p:sp>
        <p:nvSpPr>
          <p:cNvPr id="842809" name="Text Box 57"/>
          <p:cNvSpPr txBox="1">
            <a:spLocks noChangeArrowheads="1"/>
          </p:cNvSpPr>
          <p:nvPr/>
        </p:nvSpPr>
        <p:spPr bwMode="auto">
          <a:xfrm>
            <a:off x="7399734" y="4321201"/>
            <a:ext cx="967229"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00FF"/>
                </a:solidFill>
                <a:effectLst>
                  <a:outerShdw blurRad="38100" dist="38100" dir="2700000" algn="tl">
                    <a:srgbClr val="000000"/>
                  </a:outerShdw>
                </a:effectLst>
                <a:latin typeface="+mn-lt"/>
                <a:ea typeface="楷体" pitchFamily="49" charset="-122"/>
              </a:rPr>
              <a:t>//</a:t>
            </a:r>
            <a:r>
              <a:rPr lang="zh-CN" altLang="zh-CN" sz="2000" b="1">
                <a:solidFill>
                  <a:srgbClr val="0000FF"/>
                </a:solidFill>
                <a:effectLst>
                  <a:outerShdw blurRad="38100" dist="38100" dir="2700000" algn="tl">
                    <a:srgbClr val="000000"/>
                  </a:outerShdw>
                </a:effectLst>
                <a:latin typeface="+mn-lt"/>
                <a:ea typeface="楷体" pitchFamily="49" charset="-122"/>
              </a:rPr>
              <a:t>值为1</a:t>
            </a:r>
            <a:endParaRPr lang="en-US" altLang="zh-CN" sz="2000" b="1">
              <a:solidFill>
                <a:srgbClr val="0000FF"/>
              </a:solidFill>
              <a:effectLst>
                <a:outerShdw blurRad="38100" dist="38100" dir="2700000" algn="tl">
                  <a:srgbClr val="000000"/>
                </a:outerShdw>
              </a:effectLst>
              <a:latin typeface="+mn-lt"/>
              <a:ea typeface="楷体" pitchFamily="49" charset="-122"/>
            </a:endParaRPr>
          </a:p>
        </p:txBody>
      </p:sp>
      <p:sp>
        <p:nvSpPr>
          <p:cNvPr id="842810" name="Text Box 58"/>
          <p:cNvSpPr txBox="1">
            <a:spLocks noChangeArrowheads="1"/>
          </p:cNvSpPr>
          <p:nvPr/>
        </p:nvSpPr>
        <p:spPr bwMode="auto">
          <a:xfrm>
            <a:off x="7387034" y="4765701"/>
            <a:ext cx="967229"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00FF"/>
                </a:solidFill>
                <a:effectLst>
                  <a:outerShdw blurRad="38100" dist="38100" dir="2700000" algn="tl">
                    <a:srgbClr val="000000"/>
                  </a:outerShdw>
                </a:effectLst>
                <a:latin typeface="+mn-lt"/>
                <a:ea typeface="楷体" pitchFamily="49" charset="-122"/>
              </a:rPr>
              <a:t>//</a:t>
            </a:r>
            <a:r>
              <a:rPr lang="zh-CN" altLang="zh-CN" sz="2000" b="1">
                <a:solidFill>
                  <a:srgbClr val="0000FF"/>
                </a:solidFill>
                <a:effectLst>
                  <a:outerShdw blurRad="38100" dist="38100" dir="2700000" algn="tl">
                    <a:srgbClr val="000000"/>
                  </a:outerShdw>
                </a:effectLst>
                <a:latin typeface="+mn-lt"/>
                <a:ea typeface="楷体" pitchFamily="49" charset="-122"/>
              </a:rPr>
              <a:t>值为1</a:t>
            </a:r>
            <a:endParaRPr lang="en-US" altLang="zh-CN" sz="2000" b="1">
              <a:solidFill>
                <a:srgbClr val="0000FF"/>
              </a:solidFill>
              <a:effectLst>
                <a:outerShdw blurRad="38100" dist="38100" dir="2700000" algn="tl">
                  <a:srgbClr val="000000"/>
                </a:outerShdw>
              </a:effectLst>
              <a:latin typeface="+mn-lt"/>
              <a:ea typeface="楷体" pitchFamily="49" charset="-122"/>
            </a:endParaRPr>
          </a:p>
        </p:txBody>
      </p:sp>
      <p:sp>
        <p:nvSpPr>
          <p:cNvPr id="842811" name="Text Box 59"/>
          <p:cNvSpPr txBox="1">
            <a:spLocks noChangeArrowheads="1"/>
          </p:cNvSpPr>
          <p:nvPr/>
        </p:nvSpPr>
        <p:spPr bwMode="auto">
          <a:xfrm>
            <a:off x="7406084" y="5165751"/>
            <a:ext cx="967229"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00FF"/>
                </a:solidFill>
                <a:effectLst>
                  <a:outerShdw blurRad="38100" dist="38100" dir="2700000" algn="tl">
                    <a:srgbClr val="000000"/>
                  </a:outerShdw>
                </a:effectLst>
                <a:latin typeface="+mn-lt"/>
                <a:ea typeface="楷体" pitchFamily="49" charset="-122"/>
              </a:rPr>
              <a:t>//</a:t>
            </a:r>
            <a:r>
              <a:rPr lang="zh-CN" altLang="zh-CN" sz="2000" b="1">
                <a:solidFill>
                  <a:srgbClr val="0000FF"/>
                </a:solidFill>
                <a:effectLst>
                  <a:outerShdw blurRad="38100" dist="38100" dir="2700000" algn="tl">
                    <a:srgbClr val="000000"/>
                  </a:outerShdw>
                </a:effectLst>
                <a:latin typeface="+mn-lt"/>
                <a:ea typeface="楷体" pitchFamily="49" charset="-122"/>
              </a:rPr>
              <a:t>值为1</a:t>
            </a:r>
            <a:endParaRPr lang="en-US" altLang="zh-CN" sz="2000" b="1">
              <a:solidFill>
                <a:srgbClr val="0000FF"/>
              </a:solidFill>
              <a:effectLst>
                <a:outerShdw blurRad="38100" dist="38100" dir="2700000" algn="tl">
                  <a:srgbClr val="000000"/>
                </a:outerShdw>
              </a:effectLst>
              <a:latin typeface="+mn-lt"/>
              <a:ea typeface="楷体" pitchFamily="49" charset="-122"/>
            </a:endParaRPr>
          </a:p>
        </p:txBody>
      </p:sp>
      <p:grpSp>
        <p:nvGrpSpPr>
          <p:cNvPr id="842812" name="Group 60"/>
          <p:cNvGrpSpPr>
            <a:grpSpLocks/>
          </p:cNvGrpSpPr>
          <p:nvPr/>
        </p:nvGrpSpPr>
        <p:grpSpPr bwMode="auto">
          <a:xfrm>
            <a:off x="-9117" y="0"/>
            <a:ext cx="446088" cy="6858000"/>
            <a:chOff x="0" y="0"/>
            <a:chExt cx="281" cy="4320"/>
          </a:xfrm>
        </p:grpSpPr>
        <p:sp>
          <p:nvSpPr>
            <p:cNvPr id="842813" name="Text Box 6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42814" name="Text Box 6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2759"/>
                                        </p:tgtEl>
                                        <p:attrNameLst>
                                          <p:attrName>style.visibility</p:attrName>
                                        </p:attrNameLst>
                                      </p:cBhvr>
                                      <p:to>
                                        <p:strVal val="visible"/>
                                      </p:to>
                                    </p:set>
                                    <p:anim calcmode="lin" valueType="num">
                                      <p:cBhvr additive="base">
                                        <p:cTn id="7" dur="500" fill="hold"/>
                                        <p:tgtEl>
                                          <p:spTgt spid="842759"/>
                                        </p:tgtEl>
                                        <p:attrNameLst>
                                          <p:attrName>ppt_x</p:attrName>
                                        </p:attrNameLst>
                                      </p:cBhvr>
                                      <p:tavLst>
                                        <p:tav tm="0">
                                          <p:val>
                                            <p:strVal val="0-#ppt_w/2"/>
                                          </p:val>
                                        </p:tav>
                                        <p:tav tm="100000">
                                          <p:val>
                                            <p:strVal val="#ppt_x"/>
                                          </p:val>
                                        </p:tav>
                                      </p:tavLst>
                                    </p:anim>
                                    <p:anim calcmode="lin" valueType="num">
                                      <p:cBhvr additive="base">
                                        <p:cTn id="8" dur="500" fill="hold"/>
                                        <p:tgtEl>
                                          <p:spTgt spid="8427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42760"/>
                                        </p:tgtEl>
                                        <p:attrNameLst>
                                          <p:attrName>style.visibility</p:attrName>
                                        </p:attrNameLst>
                                      </p:cBhvr>
                                      <p:to>
                                        <p:strVal val="visible"/>
                                      </p:to>
                                    </p:set>
                                    <p:animEffect transition="in" filter="box(out)">
                                      <p:cBhvr>
                                        <p:cTn id="13" dur="500"/>
                                        <p:tgtEl>
                                          <p:spTgt spid="842760"/>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42761"/>
                                        </p:tgtEl>
                                        <p:attrNameLst>
                                          <p:attrName>style.visibility</p:attrName>
                                        </p:attrNameLst>
                                      </p:cBhvr>
                                      <p:to>
                                        <p:strVal val="visible"/>
                                      </p:to>
                                    </p:set>
                                    <p:animEffect transition="in" filter="box(out)">
                                      <p:cBhvr>
                                        <p:cTn id="18" dur="500"/>
                                        <p:tgtEl>
                                          <p:spTgt spid="842761"/>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842786"/>
                                        </p:tgtEl>
                                        <p:attrNameLst>
                                          <p:attrName>style.visibility</p:attrName>
                                        </p:attrNameLst>
                                      </p:cBhvr>
                                      <p:to>
                                        <p:strVal val="visible"/>
                                      </p:to>
                                    </p:set>
                                    <p:anim calcmode="lin" valueType="num">
                                      <p:cBhvr additive="base">
                                        <p:cTn id="23" dur="500" fill="hold"/>
                                        <p:tgtEl>
                                          <p:spTgt spid="842786"/>
                                        </p:tgtEl>
                                        <p:attrNameLst>
                                          <p:attrName>ppt_x</p:attrName>
                                        </p:attrNameLst>
                                      </p:cBhvr>
                                      <p:tavLst>
                                        <p:tav tm="0">
                                          <p:val>
                                            <p:strVal val="0-#ppt_w/2"/>
                                          </p:val>
                                        </p:tav>
                                        <p:tav tm="100000">
                                          <p:val>
                                            <p:strVal val="#ppt_x"/>
                                          </p:val>
                                        </p:tav>
                                      </p:tavLst>
                                    </p:anim>
                                    <p:anim calcmode="lin" valueType="num">
                                      <p:cBhvr additive="base">
                                        <p:cTn id="24" dur="500" fill="hold"/>
                                        <p:tgtEl>
                                          <p:spTgt spid="84278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842790"/>
                                        </p:tgtEl>
                                        <p:attrNameLst>
                                          <p:attrName>style.visibility</p:attrName>
                                        </p:attrNameLst>
                                      </p:cBhvr>
                                      <p:to>
                                        <p:strVal val="visible"/>
                                      </p:to>
                                    </p:set>
                                    <p:animEffect transition="in" filter="box(out)">
                                      <p:cBhvr>
                                        <p:cTn id="29" dur="500"/>
                                        <p:tgtEl>
                                          <p:spTgt spid="842790"/>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842791"/>
                                        </p:tgtEl>
                                        <p:attrNameLst>
                                          <p:attrName>style.visibility</p:attrName>
                                        </p:attrNameLst>
                                      </p:cBhvr>
                                      <p:to>
                                        <p:strVal val="visible"/>
                                      </p:to>
                                    </p:set>
                                    <p:animEffect transition="in" filter="box(out)">
                                      <p:cBhvr>
                                        <p:cTn id="34" dur="500"/>
                                        <p:tgtEl>
                                          <p:spTgt spid="842791"/>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842792"/>
                                        </p:tgtEl>
                                        <p:attrNameLst>
                                          <p:attrName>style.visibility</p:attrName>
                                        </p:attrNameLst>
                                      </p:cBhvr>
                                      <p:to>
                                        <p:strVal val="visible"/>
                                      </p:to>
                                    </p:set>
                                    <p:anim calcmode="lin" valueType="num">
                                      <p:cBhvr additive="base">
                                        <p:cTn id="39" dur="500" fill="hold"/>
                                        <p:tgtEl>
                                          <p:spTgt spid="842792"/>
                                        </p:tgtEl>
                                        <p:attrNameLst>
                                          <p:attrName>ppt_x</p:attrName>
                                        </p:attrNameLst>
                                      </p:cBhvr>
                                      <p:tavLst>
                                        <p:tav tm="0">
                                          <p:val>
                                            <p:strVal val="#ppt_x"/>
                                          </p:val>
                                        </p:tav>
                                        <p:tav tm="100000">
                                          <p:val>
                                            <p:strVal val="#ppt_x"/>
                                          </p:val>
                                        </p:tav>
                                      </p:tavLst>
                                    </p:anim>
                                    <p:anim calcmode="lin" valueType="num">
                                      <p:cBhvr additive="base">
                                        <p:cTn id="40" dur="500" fill="hold"/>
                                        <p:tgtEl>
                                          <p:spTgt spid="84279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842793"/>
                                        </p:tgtEl>
                                        <p:attrNameLst>
                                          <p:attrName>style.visibility</p:attrName>
                                        </p:attrNameLst>
                                      </p:cBhvr>
                                      <p:to>
                                        <p:strVal val="visible"/>
                                      </p:to>
                                    </p:set>
                                    <p:anim calcmode="lin" valueType="num">
                                      <p:cBhvr additive="base">
                                        <p:cTn id="45" dur="500" fill="hold"/>
                                        <p:tgtEl>
                                          <p:spTgt spid="842793"/>
                                        </p:tgtEl>
                                        <p:attrNameLst>
                                          <p:attrName>ppt_x</p:attrName>
                                        </p:attrNameLst>
                                      </p:cBhvr>
                                      <p:tavLst>
                                        <p:tav tm="0">
                                          <p:val>
                                            <p:strVal val="#ppt_x"/>
                                          </p:val>
                                        </p:tav>
                                        <p:tav tm="100000">
                                          <p:val>
                                            <p:strVal val="#ppt_x"/>
                                          </p:val>
                                        </p:tav>
                                      </p:tavLst>
                                    </p:anim>
                                    <p:anim calcmode="lin" valueType="num">
                                      <p:cBhvr additive="base">
                                        <p:cTn id="46" dur="500" fill="hold"/>
                                        <p:tgtEl>
                                          <p:spTgt spid="84279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842794"/>
                                        </p:tgtEl>
                                        <p:attrNameLst>
                                          <p:attrName>style.visibility</p:attrName>
                                        </p:attrNameLst>
                                      </p:cBhvr>
                                      <p:to>
                                        <p:strVal val="visible"/>
                                      </p:to>
                                    </p:set>
                                    <p:anim calcmode="lin" valueType="num">
                                      <p:cBhvr additive="base">
                                        <p:cTn id="51" dur="500" fill="hold"/>
                                        <p:tgtEl>
                                          <p:spTgt spid="842794"/>
                                        </p:tgtEl>
                                        <p:attrNameLst>
                                          <p:attrName>ppt_x</p:attrName>
                                        </p:attrNameLst>
                                      </p:cBhvr>
                                      <p:tavLst>
                                        <p:tav tm="0">
                                          <p:val>
                                            <p:strVal val="#ppt_x"/>
                                          </p:val>
                                        </p:tav>
                                        <p:tav tm="100000">
                                          <p:val>
                                            <p:strVal val="#ppt_x"/>
                                          </p:val>
                                        </p:tav>
                                      </p:tavLst>
                                    </p:anim>
                                    <p:anim calcmode="lin" valueType="num">
                                      <p:cBhvr additive="base">
                                        <p:cTn id="52" dur="500" fill="hold"/>
                                        <p:tgtEl>
                                          <p:spTgt spid="84279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842795"/>
                                        </p:tgtEl>
                                        <p:attrNameLst>
                                          <p:attrName>style.visibility</p:attrName>
                                        </p:attrNameLst>
                                      </p:cBhvr>
                                      <p:to>
                                        <p:strVal val="visible"/>
                                      </p:to>
                                    </p:set>
                                    <p:anim calcmode="lin" valueType="num">
                                      <p:cBhvr additive="base">
                                        <p:cTn id="57" dur="500" fill="hold"/>
                                        <p:tgtEl>
                                          <p:spTgt spid="842795"/>
                                        </p:tgtEl>
                                        <p:attrNameLst>
                                          <p:attrName>ppt_x</p:attrName>
                                        </p:attrNameLst>
                                      </p:cBhvr>
                                      <p:tavLst>
                                        <p:tav tm="0">
                                          <p:val>
                                            <p:strVal val="#ppt_x"/>
                                          </p:val>
                                        </p:tav>
                                        <p:tav tm="100000">
                                          <p:val>
                                            <p:strVal val="#ppt_x"/>
                                          </p:val>
                                        </p:tav>
                                      </p:tavLst>
                                    </p:anim>
                                    <p:anim calcmode="lin" valueType="num">
                                      <p:cBhvr additive="base">
                                        <p:cTn id="58" dur="500" fill="hold"/>
                                        <p:tgtEl>
                                          <p:spTgt spid="84279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842796"/>
                                        </p:tgtEl>
                                        <p:attrNameLst>
                                          <p:attrName>style.visibility</p:attrName>
                                        </p:attrNameLst>
                                      </p:cBhvr>
                                      <p:to>
                                        <p:strVal val="visible"/>
                                      </p:to>
                                    </p:set>
                                    <p:anim calcmode="lin" valueType="num">
                                      <p:cBhvr additive="base">
                                        <p:cTn id="63" dur="500" fill="hold"/>
                                        <p:tgtEl>
                                          <p:spTgt spid="842796"/>
                                        </p:tgtEl>
                                        <p:attrNameLst>
                                          <p:attrName>ppt_x</p:attrName>
                                        </p:attrNameLst>
                                      </p:cBhvr>
                                      <p:tavLst>
                                        <p:tav tm="0">
                                          <p:val>
                                            <p:strVal val="#ppt_x"/>
                                          </p:val>
                                        </p:tav>
                                        <p:tav tm="100000">
                                          <p:val>
                                            <p:strVal val="#ppt_x"/>
                                          </p:val>
                                        </p:tav>
                                      </p:tavLst>
                                    </p:anim>
                                    <p:anim calcmode="lin" valueType="num">
                                      <p:cBhvr additive="base">
                                        <p:cTn id="64" dur="500" fill="hold"/>
                                        <p:tgtEl>
                                          <p:spTgt spid="84279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842797"/>
                                        </p:tgtEl>
                                        <p:attrNameLst>
                                          <p:attrName>style.visibility</p:attrName>
                                        </p:attrNameLst>
                                      </p:cBhvr>
                                      <p:to>
                                        <p:strVal val="visible"/>
                                      </p:to>
                                    </p:set>
                                    <p:anim calcmode="lin" valueType="num">
                                      <p:cBhvr additive="base">
                                        <p:cTn id="69" dur="500" fill="hold"/>
                                        <p:tgtEl>
                                          <p:spTgt spid="842797"/>
                                        </p:tgtEl>
                                        <p:attrNameLst>
                                          <p:attrName>ppt_x</p:attrName>
                                        </p:attrNameLst>
                                      </p:cBhvr>
                                      <p:tavLst>
                                        <p:tav tm="0">
                                          <p:val>
                                            <p:strVal val="#ppt_x"/>
                                          </p:val>
                                        </p:tav>
                                        <p:tav tm="100000">
                                          <p:val>
                                            <p:strVal val="#ppt_x"/>
                                          </p:val>
                                        </p:tav>
                                      </p:tavLst>
                                    </p:anim>
                                    <p:anim calcmode="lin" valueType="num">
                                      <p:cBhvr additive="base">
                                        <p:cTn id="70" dur="500" fill="hold"/>
                                        <p:tgtEl>
                                          <p:spTgt spid="84279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842798"/>
                                        </p:tgtEl>
                                        <p:attrNameLst>
                                          <p:attrName>style.visibility</p:attrName>
                                        </p:attrNameLst>
                                      </p:cBhvr>
                                      <p:to>
                                        <p:strVal val="visible"/>
                                      </p:to>
                                    </p:set>
                                    <p:anim calcmode="lin" valueType="num">
                                      <p:cBhvr additive="base">
                                        <p:cTn id="75" dur="500" fill="hold"/>
                                        <p:tgtEl>
                                          <p:spTgt spid="842798"/>
                                        </p:tgtEl>
                                        <p:attrNameLst>
                                          <p:attrName>ppt_x</p:attrName>
                                        </p:attrNameLst>
                                      </p:cBhvr>
                                      <p:tavLst>
                                        <p:tav tm="0">
                                          <p:val>
                                            <p:strVal val="#ppt_x"/>
                                          </p:val>
                                        </p:tav>
                                        <p:tav tm="100000">
                                          <p:val>
                                            <p:strVal val="#ppt_x"/>
                                          </p:val>
                                        </p:tav>
                                      </p:tavLst>
                                    </p:anim>
                                    <p:anim calcmode="lin" valueType="num">
                                      <p:cBhvr additive="base">
                                        <p:cTn id="76" dur="500" fill="hold"/>
                                        <p:tgtEl>
                                          <p:spTgt spid="84279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842799"/>
                                        </p:tgtEl>
                                        <p:attrNameLst>
                                          <p:attrName>style.visibility</p:attrName>
                                        </p:attrNameLst>
                                      </p:cBhvr>
                                      <p:to>
                                        <p:strVal val="visible"/>
                                      </p:to>
                                    </p:set>
                                    <p:anim calcmode="lin" valueType="num">
                                      <p:cBhvr additive="base">
                                        <p:cTn id="81" dur="500" fill="hold"/>
                                        <p:tgtEl>
                                          <p:spTgt spid="842799"/>
                                        </p:tgtEl>
                                        <p:attrNameLst>
                                          <p:attrName>ppt_x</p:attrName>
                                        </p:attrNameLst>
                                      </p:cBhvr>
                                      <p:tavLst>
                                        <p:tav tm="0">
                                          <p:val>
                                            <p:strVal val="#ppt_x"/>
                                          </p:val>
                                        </p:tav>
                                        <p:tav tm="100000">
                                          <p:val>
                                            <p:strVal val="#ppt_x"/>
                                          </p:val>
                                        </p:tav>
                                      </p:tavLst>
                                    </p:anim>
                                    <p:anim calcmode="lin" valueType="num">
                                      <p:cBhvr additive="base">
                                        <p:cTn id="82" dur="500" fill="hold"/>
                                        <p:tgtEl>
                                          <p:spTgt spid="84279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childTnLst>
                          </p:cTn>
                        </p:par>
                      </p:childTnLst>
                    </p:cTn>
                  </p:par>
                  <p:par>
                    <p:cTn id="83" fill="hold">
                      <p:stCondLst>
                        <p:cond delay="indefinite"/>
                      </p:stCondLst>
                      <p:childTnLst>
                        <p:par>
                          <p:cTn id="84" fill="hold">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842800"/>
                                        </p:tgtEl>
                                        <p:attrNameLst>
                                          <p:attrName>style.visibility</p:attrName>
                                        </p:attrNameLst>
                                      </p:cBhvr>
                                      <p:to>
                                        <p:strVal val="visible"/>
                                      </p:to>
                                    </p:set>
                                    <p:animEffect transition="in" filter="box(out)">
                                      <p:cBhvr>
                                        <p:cTn id="87" dur="500"/>
                                        <p:tgtEl>
                                          <p:spTgt spid="842800"/>
                                        </p:tgtEl>
                                      </p:cBhvr>
                                    </p:animEffect>
                                  </p:childTnLst>
                                  <p:subTnLst>
                                    <p:audio>
                                      <p:cMediaNode>
                                        <p:cTn display="0" masterRel="sameClick">
                                          <p:stCondLst>
                                            <p:cond evt="begin" delay="0">
                                              <p:tn val="85"/>
                                            </p:cond>
                                          </p:stCondLst>
                                          <p:endCondLst>
                                            <p:cond evt="onStopAudio" delay="0">
                                              <p:tgtEl>
                                                <p:sldTgt/>
                                              </p:tgtEl>
                                            </p:cond>
                                          </p:endCondLst>
                                        </p:cTn>
                                        <p:tgtEl>
                                          <p:sndTgt r:embed="rId4" name="chimes.wav"/>
                                        </p:tgtEl>
                                      </p:cMediaNode>
                                    </p:audio>
                                  </p:subTnLst>
                                </p:cTn>
                              </p:par>
                            </p:childTnLst>
                          </p:cTn>
                        </p:par>
                      </p:childTnLst>
                    </p:cTn>
                  </p:par>
                  <p:par>
                    <p:cTn id="88" fill="hold">
                      <p:stCondLst>
                        <p:cond delay="indefinite"/>
                      </p:stCondLst>
                      <p:childTnLst>
                        <p:par>
                          <p:cTn id="89" fill="hold">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842801"/>
                                        </p:tgtEl>
                                        <p:attrNameLst>
                                          <p:attrName>style.visibility</p:attrName>
                                        </p:attrNameLst>
                                      </p:cBhvr>
                                      <p:to>
                                        <p:strVal val="visible"/>
                                      </p:to>
                                    </p:set>
                                    <p:animEffect transition="in" filter="box(in)">
                                      <p:cBhvr>
                                        <p:cTn id="92" dur="500"/>
                                        <p:tgtEl>
                                          <p:spTgt spid="842801"/>
                                        </p:tgtEl>
                                      </p:cBhvr>
                                    </p:animEffect>
                                  </p:childTnLst>
                                  <p:subTnLst>
                                    <p:audio>
                                      <p:cMediaNode>
                                        <p:cTn display="0" masterRel="sameClick">
                                          <p:stCondLst>
                                            <p:cond evt="begin" delay="0">
                                              <p:tn val="90"/>
                                            </p:cond>
                                          </p:stCondLst>
                                          <p:endCondLst>
                                            <p:cond evt="onStopAudio" delay="0">
                                              <p:tgtEl>
                                                <p:sldTgt/>
                                              </p:tgtEl>
                                            </p:cond>
                                          </p:endCondLst>
                                        </p:cTn>
                                        <p:tgtEl>
                                          <p:sndTgt r:embed="rId4" name="chimes.wav"/>
                                        </p:tgtEl>
                                      </p:cMediaNode>
                                    </p:audio>
                                  </p:subTnLst>
                                </p:cTn>
                              </p:par>
                            </p:childTnLst>
                          </p:cTn>
                        </p:par>
                      </p:childTnLst>
                    </p:cTn>
                  </p:par>
                  <p:par>
                    <p:cTn id="93" fill="hold">
                      <p:stCondLst>
                        <p:cond delay="indefinite"/>
                      </p:stCondLst>
                      <p:childTnLst>
                        <p:par>
                          <p:cTn id="94" fill="hold">
                            <p:stCondLst>
                              <p:cond delay="0"/>
                            </p:stCondLst>
                            <p:childTnLst>
                              <p:par>
                                <p:cTn id="95" presetID="4" presetClass="entr" presetSubtype="32" fill="hold" grpId="0" nodeType="clickEffect">
                                  <p:stCondLst>
                                    <p:cond delay="0"/>
                                  </p:stCondLst>
                                  <p:childTnLst>
                                    <p:set>
                                      <p:cBhvr>
                                        <p:cTn id="96" dur="1" fill="hold">
                                          <p:stCondLst>
                                            <p:cond delay="0"/>
                                          </p:stCondLst>
                                        </p:cTn>
                                        <p:tgtEl>
                                          <p:spTgt spid="842802"/>
                                        </p:tgtEl>
                                        <p:attrNameLst>
                                          <p:attrName>style.visibility</p:attrName>
                                        </p:attrNameLst>
                                      </p:cBhvr>
                                      <p:to>
                                        <p:strVal val="visible"/>
                                      </p:to>
                                    </p:set>
                                    <p:animEffect transition="in" filter="box(out)">
                                      <p:cBhvr>
                                        <p:cTn id="97" dur="500"/>
                                        <p:tgtEl>
                                          <p:spTgt spid="842802"/>
                                        </p:tgtEl>
                                      </p:cBhvr>
                                    </p:animEffec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842803">
                                            <p:txEl>
                                              <p:pRg st="0" end="0"/>
                                            </p:txEl>
                                          </p:spTgt>
                                        </p:tgtEl>
                                        <p:attrNameLst>
                                          <p:attrName>style.visibility</p:attrName>
                                        </p:attrNameLst>
                                      </p:cBhvr>
                                      <p:to>
                                        <p:strVal val="visible"/>
                                      </p:to>
                                    </p:set>
                                    <p:animEffect transition="in" filter="box(out)">
                                      <p:cBhvr>
                                        <p:cTn id="102" dur="500"/>
                                        <p:tgtEl>
                                          <p:spTgt spid="842803">
                                            <p:txEl>
                                              <p:pRg st="0" end="0"/>
                                            </p:txEl>
                                          </p:spTgt>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grpId="0" nodeType="clickEffect">
                                  <p:stCondLst>
                                    <p:cond delay="0"/>
                                  </p:stCondLst>
                                  <p:childTnLst>
                                    <p:set>
                                      <p:cBhvr>
                                        <p:cTn id="106" dur="1" fill="hold">
                                          <p:stCondLst>
                                            <p:cond delay="0"/>
                                          </p:stCondLst>
                                        </p:cTn>
                                        <p:tgtEl>
                                          <p:spTgt spid="842806">
                                            <p:txEl>
                                              <p:pRg st="0" end="0"/>
                                            </p:txEl>
                                          </p:spTgt>
                                        </p:tgtEl>
                                        <p:attrNameLst>
                                          <p:attrName>style.visibility</p:attrName>
                                        </p:attrNameLst>
                                      </p:cBhvr>
                                      <p:to>
                                        <p:strVal val="visible"/>
                                      </p:to>
                                    </p:set>
                                    <p:animEffect transition="in" filter="box(out)">
                                      <p:cBhvr>
                                        <p:cTn id="107" dur="500"/>
                                        <p:tgtEl>
                                          <p:spTgt spid="842806">
                                            <p:txEl>
                                              <p:pRg st="0" end="0"/>
                                            </p:txEl>
                                          </p:spTgt>
                                        </p:tgtEl>
                                      </p:cBhvr>
                                    </p:animEffect>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4" presetClass="entr" presetSubtype="32" fill="hold" grpId="0" nodeType="clickEffect">
                                  <p:stCondLst>
                                    <p:cond delay="0"/>
                                  </p:stCondLst>
                                  <p:childTnLst>
                                    <p:set>
                                      <p:cBhvr>
                                        <p:cTn id="111" dur="1" fill="hold">
                                          <p:stCondLst>
                                            <p:cond delay="0"/>
                                          </p:stCondLst>
                                        </p:cTn>
                                        <p:tgtEl>
                                          <p:spTgt spid="842807">
                                            <p:txEl>
                                              <p:pRg st="0" end="0"/>
                                            </p:txEl>
                                          </p:spTgt>
                                        </p:tgtEl>
                                        <p:attrNameLst>
                                          <p:attrName>style.visibility</p:attrName>
                                        </p:attrNameLst>
                                      </p:cBhvr>
                                      <p:to>
                                        <p:strVal val="visible"/>
                                      </p:to>
                                    </p:set>
                                    <p:animEffect transition="in" filter="box(out)">
                                      <p:cBhvr>
                                        <p:cTn id="112" dur="500"/>
                                        <p:tgtEl>
                                          <p:spTgt spid="842807">
                                            <p:txEl>
                                              <p:pRg st="0" end="0"/>
                                            </p:txEl>
                                          </p:spTgt>
                                        </p:tgtEl>
                                      </p:cBhvr>
                                    </p:animEffect>
                                  </p:childTnLst>
                                  <p:subTnLst>
                                    <p:audio>
                                      <p:cMediaNode>
                                        <p:cTn display="0" masterRel="sameClick">
                                          <p:stCondLst>
                                            <p:cond evt="begin" delay="0">
                                              <p:tn val="110"/>
                                            </p:cond>
                                          </p:stCondLst>
                                          <p:endCondLst>
                                            <p:cond evt="onStopAudio" delay="0">
                                              <p:tgtEl>
                                                <p:sldTgt/>
                                              </p:tgtEl>
                                            </p:cond>
                                          </p:endCondLst>
                                        </p:cTn>
                                        <p:tgtEl>
                                          <p:sndTgt r:embed="rId3"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4" presetClass="entr" presetSubtype="32" fill="hold" grpId="0" nodeType="clickEffect">
                                  <p:stCondLst>
                                    <p:cond delay="0"/>
                                  </p:stCondLst>
                                  <p:childTnLst>
                                    <p:set>
                                      <p:cBhvr>
                                        <p:cTn id="116" dur="1" fill="hold">
                                          <p:stCondLst>
                                            <p:cond delay="0"/>
                                          </p:stCondLst>
                                        </p:cTn>
                                        <p:tgtEl>
                                          <p:spTgt spid="842808">
                                            <p:txEl>
                                              <p:pRg st="0" end="0"/>
                                            </p:txEl>
                                          </p:spTgt>
                                        </p:tgtEl>
                                        <p:attrNameLst>
                                          <p:attrName>style.visibility</p:attrName>
                                        </p:attrNameLst>
                                      </p:cBhvr>
                                      <p:to>
                                        <p:strVal val="visible"/>
                                      </p:to>
                                    </p:set>
                                    <p:animEffect transition="in" filter="box(out)">
                                      <p:cBhvr>
                                        <p:cTn id="117" dur="500"/>
                                        <p:tgtEl>
                                          <p:spTgt spid="842808">
                                            <p:txEl>
                                              <p:pRg st="0" end="0"/>
                                            </p:txEl>
                                          </p:spTgt>
                                        </p:tgtEl>
                                      </p:cBhvr>
                                    </p:animEffect>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childTnLst>
                    </p:cTn>
                  </p:par>
                  <p:par>
                    <p:cTn id="118" fill="hold">
                      <p:stCondLst>
                        <p:cond delay="indefinite"/>
                      </p:stCondLst>
                      <p:childTnLst>
                        <p:par>
                          <p:cTn id="119" fill="hold">
                            <p:stCondLst>
                              <p:cond delay="0"/>
                            </p:stCondLst>
                            <p:childTnLst>
                              <p:par>
                                <p:cTn id="120" presetID="4" presetClass="entr" presetSubtype="32" fill="hold" grpId="0" nodeType="clickEffect">
                                  <p:stCondLst>
                                    <p:cond delay="0"/>
                                  </p:stCondLst>
                                  <p:childTnLst>
                                    <p:set>
                                      <p:cBhvr>
                                        <p:cTn id="121" dur="1" fill="hold">
                                          <p:stCondLst>
                                            <p:cond delay="0"/>
                                          </p:stCondLst>
                                        </p:cTn>
                                        <p:tgtEl>
                                          <p:spTgt spid="842809">
                                            <p:txEl>
                                              <p:pRg st="0" end="0"/>
                                            </p:txEl>
                                          </p:spTgt>
                                        </p:tgtEl>
                                        <p:attrNameLst>
                                          <p:attrName>style.visibility</p:attrName>
                                        </p:attrNameLst>
                                      </p:cBhvr>
                                      <p:to>
                                        <p:strVal val="visible"/>
                                      </p:to>
                                    </p:set>
                                    <p:animEffect transition="in" filter="box(out)">
                                      <p:cBhvr>
                                        <p:cTn id="122" dur="500"/>
                                        <p:tgtEl>
                                          <p:spTgt spid="842809">
                                            <p:txEl>
                                              <p:pRg st="0" end="0"/>
                                            </p:txEl>
                                          </p:spTgt>
                                        </p:tgtEl>
                                      </p:cBhvr>
                                    </p:animEffect>
                                  </p:childTnLst>
                                  <p:subTnLst>
                                    <p:audio>
                                      <p:cMediaNode>
                                        <p:cTn display="0" masterRel="sameClick">
                                          <p:stCondLst>
                                            <p:cond evt="begin" delay="0">
                                              <p:tn val="120"/>
                                            </p:cond>
                                          </p:stCondLst>
                                          <p:endCondLst>
                                            <p:cond evt="onStopAudio" delay="0">
                                              <p:tgtEl>
                                                <p:sldTgt/>
                                              </p:tgtEl>
                                            </p:cond>
                                          </p:endCondLst>
                                        </p:cTn>
                                        <p:tgtEl>
                                          <p:sndTgt r:embed="rId3" name="CAMERA.WAV"/>
                                        </p:tgtEl>
                                      </p:cMediaNode>
                                    </p:audio>
                                  </p:subTnLst>
                                </p:cTn>
                              </p:par>
                            </p:childTnLst>
                          </p:cTn>
                        </p:par>
                      </p:childTnLst>
                    </p:cTn>
                  </p:par>
                  <p:par>
                    <p:cTn id="123" fill="hold">
                      <p:stCondLst>
                        <p:cond delay="indefinite"/>
                      </p:stCondLst>
                      <p:childTnLst>
                        <p:par>
                          <p:cTn id="124" fill="hold">
                            <p:stCondLst>
                              <p:cond delay="0"/>
                            </p:stCondLst>
                            <p:childTnLst>
                              <p:par>
                                <p:cTn id="125" presetID="4" presetClass="entr" presetSubtype="32" fill="hold" grpId="0" nodeType="clickEffect">
                                  <p:stCondLst>
                                    <p:cond delay="0"/>
                                  </p:stCondLst>
                                  <p:childTnLst>
                                    <p:set>
                                      <p:cBhvr>
                                        <p:cTn id="126" dur="1" fill="hold">
                                          <p:stCondLst>
                                            <p:cond delay="0"/>
                                          </p:stCondLst>
                                        </p:cTn>
                                        <p:tgtEl>
                                          <p:spTgt spid="842810">
                                            <p:txEl>
                                              <p:pRg st="0" end="0"/>
                                            </p:txEl>
                                          </p:spTgt>
                                        </p:tgtEl>
                                        <p:attrNameLst>
                                          <p:attrName>style.visibility</p:attrName>
                                        </p:attrNameLst>
                                      </p:cBhvr>
                                      <p:to>
                                        <p:strVal val="visible"/>
                                      </p:to>
                                    </p:set>
                                    <p:animEffect transition="in" filter="box(out)">
                                      <p:cBhvr>
                                        <p:cTn id="127" dur="500"/>
                                        <p:tgtEl>
                                          <p:spTgt spid="842810">
                                            <p:txEl>
                                              <p:pRg st="0" end="0"/>
                                            </p:txEl>
                                          </p:spTgt>
                                        </p:tgtEl>
                                      </p:cBhvr>
                                    </p:animEffect>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childTnLst>
                          </p:cTn>
                        </p:par>
                      </p:childTnLst>
                    </p:cTn>
                  </p:par>
                  <p:par>
                    <p:cTn id="128" fill="hold">
                      <p:stCondLst>
                        <p:cond delay="indefinite"/>
                      </p:stCondLst>
                      <p:childTnLst>
                        <p:par>
                          <p:cTn id="129" fill="hold">
                            <p:stCondLst>
                              <p:cond delay="0"/>
                            </p:stCondLst>
                            <p:childTnLst>
                              <p:par>
                                <p:cTn id="130" presetID="4" presetClass="entr" presetSubtype="32" fill="hold" grpId="0" nodeType="clickEffect">
                                  <p:stCondLst>
                                    <p:cond delay="0"/>
                                  </p:stCondLst>
                                  <p:childTnLst>
                                    <p:set>
                                      <p:cBhvr>
                                        <p:cTn id="131" dur="1" fill="hold">
                                          <p:stCondLst>
                                            <p:cond delay="0"/>
                                          </p:stCondLst>
                                        </p:cTn>
                                        <p:tgtEl>
                                          <p:spTgt spid="842811">
                                            <p:txEl>
                                              <p:pRg st="0" end="0"/>
                                            </p:txEl>
                                          </p:spTgt>
                                        </p:tgtEl>
                                        <p:attrNameLst>
                                          <p:attrName>style.visibility</p:attrName>
                                        </p:attrNameLst>
                                      </p:cBhvr>
                                      <p:to>
                                        <p:strVal val="visible"/>
                                      </p:to>
                                    </p:set>
                                    <p:animEffect transition="in" filter="box(out)">
                                      <p:cBhvr>
                                        <p:cTn id="132" dur="500"/>
                                        <p:tgtEl>
                                          <p:spTgt spid="842811">
                                            <p:txEl>
                                              <p:pRg st="0" end="0"/>
                                            </p:txEl>
                                          </p:spTgt>
                                        </p:tgtEl>
                                      </p:cBhvr>
                                    </p:animEffect>
                                  </p:childTnLst>
                                  <p:subTnLst>
                                    <p:audio>
                                      <p:cMediaNode>
                                        <p:cTn display="0" masterRel="sameClick">
                                          <p:stCondLst>
                                            <p:cond evt="begin" delay="0">
                                              <p:tn val="13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2791" grpId="0" animBg="1"/>
      <p:bldP spid="842759" grpId="0"/>
      <p:bldP spid="842760" grpId="0"/>
      <p:bldP spid="842761" grpId="0" animBg="1"/>
      <p:bldP spid="842786" grpId="0"/>
      <p:bldP spid="842792" grpId="0"/>
      <p:bldP spid="842793" grpId="0"/>
      <p:bldP spid="842794" grpId="0"/>
      <p:bldP spid="842795" grpId="0"/>
      <p:bldP spid="842796" grpId="0"/>
      <p:bldP spid="842797" grpId="0"/>
      <p:bldP spid="842798" grpId="0"/>
      <p:bldP spid="842799" grpId="0"/>
      <p:bldP spid="842800" grpId="0" animBg="1"/>
      <p:bldP spid="842801" grpId="0"/>
      <p:bldP spid="842802" grpId="0" animBg="1" autoUpdateAnimBg="0"/>
      <p:bldP spid="842803" grpId="0" build="p" autoUpdateAnimBg="0"/>
      <p:bldP spid="842806" grpId="0" build="p" autoUpdateAnimBg="0"/>
      <p:bldP spid="842807" grpId="0" build="p" autoUpdateAnimBg="0"/>
      <p:bldP spid="842808" grpId="0" build="p" autoUpdateAnimBg="0"/>
      <p:bldP spid="842809" grpId="0" build="p" autoUpdateAnimBg="0"/>
      <p:bldP spid="842810" grpId="0" build="p" autoUpdateAnimBg="0"/>
      <p:bldP spid="842811"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4802" name="Rectangle 2"/>
          <p:cNvSpPr>
            <a:spLocks noGrp="1" noChangeArrowheads="1"/>
          </p:cNvSpPr>
          <p:nvPr>
            <p:ph type="body" idx="1"/>
          </p:nvPr>
        </p:nvSpPr>
        <p:spPr>
          <a:xfrm>
            <a:off x="652871" y="188913"/>
            <a:ext cx="4500562" cy="400050"/>
          </a:xfrm>
        </p:spPr>
        <p:txBody>
          <a:bodyPr/>
          <a:lstStyle/>
          <a:p>
            <a:pPr>
              <a:buFont typeface="Wingdings" pitchFamily="2" charset="2"/>
              <a:buChar char="Ø"/>
            </a:pPr>
            <a:r>
              <a:rPr lang="zh-CN" altLang="en-US" sz="2400" dirty="0">
                <a:solidFill>
                  <a:srgbClr val="008000"/>
                </a:solidFill>
                <a:effectLst>
                  <a:outerShdw blurRad="38100" dist="38100" dir="2700000" algn="tl">
                    <a:srgbClr val="000000"/>
                  </a:outerShdw>
                </a:effectLst>
                <a:ea typeface="楷体" pitchFamily="49" charset="-122"/>
              </a:rPr>
              <a:t>逻辑运算注意</a:t>
            </a:r>
            <a:endParaRPr lang="zh-CN" altLang="en-US" sz="2400" dirty="0">
              <a:solidFill>
                <a:srgbClr val="008000"/>
              </a:solidFill>
              <a:effectLst>
                <a:outerShdw blurRad="38100" dist="38100" dir="2700000" algn="tl">
                  <a:srgbClr val="000000"/>
                </a:outerShdw>
              </a:effectLst>
              <a:ea typeface="楷体" pitchFamily="49" charset="-122"/>
              <a:sym typeface="Symbol" pitchFamily="18" charset="2"/>
            </a:endParaRPr>
          </a:p>
        </p:txBody>
      </p:sp>
      <p:sp>
        <p:nvSpPr>
          <p:cNvPr id="844819" name="Rectangle 19"/>
          <p:cNvSpPr>
            <a:spLocks noChangeArrowheads="1"/>
          </p:cNvSpPr>
          <p:nvPr/>
        </p:nvSpPr>
        <p:spPr bwMode="auto">
          <a:xfrm>
            <a:off x="695400" y="663576"/>
            <a:ext cx="10627258" cy="830997"/>
          </a:xfrm>
          <a:prstGeom prst="rect">
            <a:avLst/>
          </a:prstGeom>
          <a:noFill/>
          <a:ln w="9525">
            <a:noFill/>
            <a:miter lim="800000"/>
            <a:headEnd/>
            <a:tailEnd/>
          </a:ln>
          <a:effectLst/>
        </p:spPr>
        <p:txBody>
          <a:bodyPr wrap="square">
            <a:spAutoFit/>
          </a:bodyPr>
          <a:lstStyle/>
          <a:p>
            <a:pPr>
              <a:spcBef>
                <a:spcPct val="20000"/>
              </a:spcBef>
              <a:buClr>
                <a:srgbClr val="FF9900"/>
              </a:buClr>
              <a:buFont typeface="Wingdings" pitchFamily="2" charset="2"/>
              <a:buNone/>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逻辑表达式求解时，并非所有的逻辑运算符都被执行，只是在必须执行下一个逻辑运算符才能求出表达式的解时，才执行该运算符。</a:t>
            </a:r>
          </a:p>
        </p:txBody>
      </p:sp>
      <p:sp>
        <p:nvSpPr>
          <p:cNvPr id="844821" name="Rectangle 21"/>
          <p:cNvSpPr>
            <a:spLocks noChangeArrowheads="1"/>
          </p:cNvSpPr>
          <p:nvPr/>
        </p:nvSpPr>
        <p:spPr bwMode="auto">
          <a:xfrm>
            <a:off x="1343472" y="1628800"/>
            <a:ext cx="9865096" cy="2677656"/>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FF33CC"/>
                </a:solidFill>
                <a:effectLst>
                  <a:outerShdw blurRad="38100" dist="38100" dir="2700000" algn="tl">
                    <a:srgbClr val="C0C0C0"/>
                  </a:outerShdw>
                </a:effectLst>
                <a:latin typeface="隶书" pitchFamily="49" charset="-122"/>
                <a:ea typeface="隶书" pitchFamily="49" charset="-122"/>
              </a:rPr>
              <a:t>例：</a:t>
            </a:r>
            <a:r>
              <a:rPr lang="en-US" altLang="zh-CN" b="1" dirty="0">
                <a:effectLst>
                  <a:outerShdw blurRad="38100" dist="38100" dir="2700000" algn="tl">
                    <a:srgbClr val="C0C0C0"/>
                  </a:outerShdw>
                </a:effectLst>
                <a:latin typeface="+mn-lt"/>
                <a:ea typeface="楷体" pitchFamily="49" charset="-122"/>
              </a:rPr>
              <a:t>a &amp;&amp; b &amp;&amp; c       </a:t>
            </a:r>
          </a:p>
          <a:p>
            <a:r>
              <a:rPr lang="en-US" altLang="zh-CN" b="1" dirty="0">
                <a:solidFill>
                  <a:srgbClr val="0000FF"/>
                </a:solidFill>
                <a:effectLst>
                  <a:outerShdw blurRad="38100" dist="38100" dir="2700000" algn="tl">
                    <a:srgbClr val="C0C0C0"/>
                  </a:outerShdw>
                </a:effectLst>
                <a:latin typeface="+mn-lt"/>
                <a:ea typeface="楷体" pitchFamily="49" charset="-122"/>
              </a:rPr>
              <a:t>      </a:t>
            </a:r>
            <a:r>
              <a:rPr lang="zh-CN" altLang="zh-CN" b="1" dirty="0">
                <a:solidFill>
                  <a:srgbClr val="0000FF"/>
                </a:solidFill>
                <a:effectLst>
                  <a:outerShdw blurRad="38100" dist="38100" dir="2700000" algn="tl">
                    <a:srgbClr val="C0C0C0"/>
                  </a:outerShdw>
                </a:effectLst>
                <a:latin typeface="+mn-lt"/>
                <a:ea typeface="楷体" pitchFamily="49" charset="-122"/>
              </a:rPr>
              <a:t>只在</a:t>
            </a:r>
            <a:r>
              <a:rPr lang="en-US" altLang="zh-CN" b="1" dirty="0">
                <a:solidFill>
                  <a:srgbClr val="0000FF"/>
                </a:solidFill>
                <a:effectLst>
                  <a:outerShdw blurRad="38100" dist="38100" dir="2700000" algn="tl">
                    <a:srgbClr val="C0C0C0"/>
                  </a:outerShdw>
                </a:effectLst>
                <a:latin typeface="+mn-lt"/>
                <a:ea typeface="楷体" pitchFamily="49" charset="-122"/>
              </a:rPr>
              <a:t>a</a:t>
            </a:r>
            <a:r>
              <a:rPr lang="zh-CN" altLang="zh-CN" b="1" dirty="0">
                <a:solidFill>
                  <a:srgbClr val="0000FF"/>
                </a:solidFill>
                <a:effectLst>
                  <a:outerShdw blurRad="38100" dist="38100" dir="2700000" algn="tl">
                    <a:srgbClr val="C0C0C0"/>
                  </a:outerShdw>
                </a:effectLst>
                <a:latin typeface="+mn-lt"/>
                <a:ea typeface="楷体" pitchFamily="49" charset="-122"/>
              </a:rPr>
              <a:t>为真时，才判别</a:t>
            </a:r>
            <a:r>
              <a:rPr lang="en-US" altLang="zh-CN" b="1" dirty="0">
                <a:solidFill>
                  <a:srgbClr val="0000FF"/>
                </a:solidFill>
                <a:effectLst>
                  <a:outerShdw blurRad="38100" dist="38100" dir="2700000" algn="tl">
                    <a:srgbClr val="C0C0C0"/>
                  </a:outerShdw>
                </a:effectLst>
                <a:latin typeface="+mn-lt"/>
                <a:ea typeface="楷体" pitchFamily="49" charset="-122"/>
              </a:rPr>
              <a:t>b</a:t>
            </a:r>
            <a:r>
              <a:rPr lang="zh-CN" altLang="zh-CN" b="1" dirty="0">
                <a:solidFill>
                  <a:srgbClr val="0000FF"/>
                </a:solidFill>
                <a:effectLst>
                  <a:outerShdw blurRad="38100" dist="38100" dir="2700000" algn="tl">
                    <a:srgbClr val="C0C0C0"/>
                  </a:outerShdw>
                </a:effectLst>
                <a:latin typeface="+mn-lt"/>
                <a:ea typeface="楷体" pitchFamily="49" charset="-122"/>
              </a:rPr>
              <a:t>的值；只在</a:t>
            </a:r>
            <a:r>
              <a:rPr lang="en-US" altLang="zh-CN" b="1" dirty="0">
                <a:solidFill>
                  <a:srgbClr val="0000FF"/>
                </a:solidFill>
                <a:effectLst>
                  <a:outerShdw blurRad="38100" dist="38100" dir="2700000" algn="tl">
                    <a:srgbClr val="C0C0C0"/>
                  </a:outerShdw>
                </a:effectLst>
                <a:latin typeface="+mn-lt"/>
                <a:ea typeface="楷体" pitchFamily="49" charset="-122"/>
              </a:rPr>
              <a:t>a</a:t>
            </a:r>
            <a:r>
              <a:rPr lang="zh-CN" altLang="en-US" b="1" dirty="0">
                <a:solidFill>
                  <a:srgbClr val="0000FF"/>
                </a:solidFill>
                <a:effectLst>
                  <a:outerShdw blurRad="38100" dist="38100" dir="2700000" algn="tl">
                    <a:srgbClr val="C0C0C0"/>
                  </a:outerShdw>
                </a:effectLst>
                <a:latin typeface="+mn-lt"/>
                <a:ea typeface="楷体" pitchFamily="49" charset="-122"/>
              </a:rPr>
              <a:t>、</a:t>
            </a:r>
            <a:r>
              <a:rPr lang="en-US" altLang="zh-CN" b="1" dirty="0">
                <a:solidFill>
                  <a:srgbClr val="0000FF"/>
                </a:solidFill>
                <a:effectLst>
                  <a:outerShdw blurRad="38100" dist="38100" dir="2700000" algn="tl">
                    <a:srgbClr val="C0C0C0"/>
                  </a:outerShdw>
                </a:effectLst>
                <a:latin typeface="+mn-lt"/>
                <a:ea typeface="楷体" pitchFamily="49" charset="-122"/>
              </a:rPr>
              <a:t>b</a:t>
            </a:r>
            <a:r>
              <a:rPr lang="zh-CN" altLang="zh-CN" b="1" dirty="0">
                <a:solidFill>
                  <a:srgbClr val="0000FF"/>
                </a:solidFill>
                <a:effectLst>
                  <a:outerShdw blurRad="38100" dist="38100" dir="2700000" algn="tl">
                    <a:srgbClr val="C0C0C0"/>
                  </a:outerShdw>
                </a:effectLst>
                <a:latin typeface="+mn-lt"/>
                <a:ea typeface="楷体" pitchFamily="49" charset="-122"/>
              </a:rPr>
              <a:t>都为真时，才判别 </a:t>
            </a:r>
            <a:r>
              <a:rPr lang="en-US" altLang="zh-CN" b="1" dirty="0">
                <a:solidFill>
                  <a:srgbClr val="0000FF"/>
                </a:solidFill>
                <a:effectLst>
                  <a:outerShdw blurRad="38100" dist="38100" dir="2700000" algn="tl">
                    <a:srgbClr val="C0C0C0"/>
                  </a:outerShdw>
                </a:effectLst>
                <a:latin typeface="+mn-lt"/>
                <a:ea typeface="楷体" pitchFamily="49" charset="-122"/>
              </a:rPr>
              <a:t>c</a:t>
            </a:r>
            <a:r>
              <a:rPr lang="zh-CN" altLang="zh-CN" b="1" dirty="0">
                <a:solidFill>
                  <a:srgbClr val="0000FF"/>
                </a:solidFill>
                <a:effectLst>
                  <a:outerShdw blurRad="38100" dist="38100" dir="2700000" algn="tl">
                    <a:srgbClr val="C0C0C0"/>
                  </a:outerShdw>
                </a:effectLst>
                <a:latin typeface="+mn-lt"/>
                <a:ea typeface="楷体" pitchFamily="49" charset="-122"/>
              </a:rPr>
              <a:t>的值</a:t>
            </a:r>
            <a:endParaRPr lang="zh-CN" altLang="zh-CN" b="1" dirty="0">
              <a:effectLst>
                <a:outerShdw blurRad="38100" dist="38100" dir="2700000" algn="tl">
                  <a:srgbClr val="C0C0C0"/>
                </a:outerShdw>
              </a:effectLst>
              <a:latin typeface="+mn-lt"/>
              <a:ea typeface="楷体" pitchFamily="49" charset="-122"/>
            </a:endParaRPr>
          </a:p>
          <a:p>
            <a:r>
              <a:rPr lang="zh-CN" altLang="zh-CN" b="1" dirty="0">
                <a:solidFill>
                  <a:srgbClr val="FF33CC"/>
                </a:solidFill>
                <a:effectLst>
                  <a:outerShdw blurRad="38100" dist="38100" dir="2700000" algn="tl">
                    <a:srgbClr val="C0C0C0"/>
                  </a:outerShdw>
                </a:effectLst>
                <a:latin typeface="隶书" pitchFamily="49" charset="-122"/>
                <a:ea typeface="隶书" pitchFamily="49" charset="-122"/>
              </a:rPr>
              <a:t>例</a:t>
            </a:r>
            <a:r>
              <a:rPr lang="zh-CN" altLang="en-US" b="1" dirty="0">
                <a:solidFill>
                  <a:srgbClr val="FF33CC"/>
                </a:solidFill>
                <a:effectLst>
                  <a:outerShdw blurRad="38100" dist="38100" dir="2700000" algn="tl">
                    <a:srgbClr val="C0C0C0"/>
                  </a:outerShdw>
                </a:effectLst>
                <a:latin typeface="隶书" pitchFamily="49" charset="-122"/>
                <a:ea typeface="隶书" pitchFamily="49" charset="-122"/>
              </a:rPr>
              <a:t>：</a:t>
            </a:r>
            <a:r>
              <a:rPr lang="en-US" altLang="zh-CN" b="1" dirty="0">
                <a:effectLst>
                  <a:outerShdw blurRad="38100" dist="38100" dir="2700000" algn="tl">
                    <a:srgbClr val="C0C0C0"/>
                  </a:outerShdw>
                </a:effectLst>
                <a:latin typeface="+mn-lt"/>
                <a:ea typeface="楷体" pitchFamily="49" charset="-122"/>
              </a:rPr>
              <a:t>a || b || c              </a:t>
            </a:r>
          </a:p>
          <a:p>
            <a:r>
              <a:rPr lang="en-US" altLang="zh-CN" b="1" dirty="0">
                <a:solidFill>
                  <a:srgbClr val="0000FF"/>
                </a:solidFill>
                <a:effectLst>
                  <a:outerShdw blurRad="38100" dist="38100" dir="2700000" algn="tl">
                    <a:srgbClr val="C0C0C0"/>
                  </a:outerShdw>
                </a:effectLst>
                <a:latin typeface="+mn-lt"/>
                <a:ea typeface="楷体" pitchFamily="49" charset="-122"/>
              </a:rPr>
              <a:t>      </a:t>
            </a:r>
            <a:r>
              <a:rPr lang="zh-CN" altLang="zh-CN" b="1" dirty="0">
                <a:solidFill>
                  <a:srgbClr val="0000FF"/>
                </a:solidFill>
                <a:effectLst>
                  <a:outerShdw blurRad="38100" dist="38100" dir="2700000" algn="tl">
                    <a:srgbClr val="C0C0C0"/>
                  </a:outerShdw>
                </a:effectLst>
                <a:latin typeface="+mn-lt"/>
                <a:ea typeface="楷体" pitchFamily="49" charset="-122"/>
              </a:rPr>
              <a:t>只在</a:t>
            </a:r>
            <a:r>
              <a:rPr lang="en-US" altLang="zh-CN" b="1" dirty="0">
                <a:solidFill>
                  <a:srgbClr val="0000FF"/>
                </a:solidFill>
                <a:effectLst>
                  <a:outerShdw blurRad="38100" dist="38100" dir="2700000" algn="tl">
                    <a:srgbClr val="C0C0C0"/>
                  </a:outerShdw>
                </a:effectLst>
                <a:latin typeface="+mn-lt"/>
                <a:ea typeface="楷体" pitchFamily="49" charset="-122"/>
              </a:rPr>
              <a:t>a</a:t>
            </a:r>
            <a:r>
              <a:rPr lang="zh-CN" altLang="zh-CN" b="1" dirty="0">
                <a:solidFill>
                  <a:srgbClr val="0000FF"/>
                </a:solidFill>
                <a:effectLst>
                  <a:outerShdw blurRad="38100" dist="38100" dir="2700000" algn="tl">
                    <a:srgbClr val="C0C0C0"/>
                  </a:outerShdw>
                </a:effectLst>
                <a:latin typeface="+mn-lt"/>
                <a:ea typeface="楷体" pitchFamily="49" charset="-122"/>
              </a:rPr>
              <a:t>为假时，才判别</a:t>
            </a:r>
            <a:r>
              <a:rPr lang="en-US" altLang="zh-CN" b="1" dirty="0">
                <a:solidFill>
                  <a:srgbClr val="0000FF"/>
                </a:solidFill>
                <a:effectLst>
                  <a:outerShdw blurRad="38100" dist="38100" dir="2700000" algn="tl">
                    <a:srgbClr val="C0C0C0"/>
                  </a:outerShdw>
                </a:effectLst>
                <a:latin typeface="+mn-lt"/>
                <a:ea typeface="楷体" pitchFamily="49" charset="-122"/>
              </a:rPr>
              <a:t>b</a:t>
            </a:r>
            <a:r>
              <a:rPr lang="zh-CN" altLang="zh-CN" b="1" dirty="0">
                <a:solidFill>
                  <a:srgbClr val="0000FF"/>
                </a:solidFill>
                <a:effectLst>
                  <a:outerShdw blurRad="38100" dist="38100" dir="2700000" algn="tl">
                    <a:srgbClr val="C0C0C0"/>
                  </a:outerShdw>
                </a:effectLst>
                <a:latin typeface="+mn-lt"/>
                <a:ea typeface="楷体" pitchFamily="49" charset="-122"/>
              </a:rPr>
              <a:t>的值；只在</a:t>
            </a:r>
            <a:r>
              <a:rPr lang="en-US" altLang="zh-CN" b="1" dirty="0">
                <a:solidFill>
                  <a:srgbClr val="0000FF"/>
                </a:solidFill>
                <a:effectLst>
                  <a:outerShdw blurRad="38100" dist="38100" dir="2700000" algn="tl">
                    <a:srgbClr val="C0C0C0"/>
                  </a:outerShdw>
                </a:effectLst>
                <a:latin typeface="+mn-lt"/>
                <a:ea typeface="楷体" pitchFamily="49" charset="-122"/>
              </a:rPr>
              <a:t>a</a:t>
            </a:r>
            <a:r>
              <a:rPr lang="zh-CN" altLang="en-US" b="1" dirty="0">
                <a:solidFill>
                  <a:srgbClr val="0000FF"/>
                </a:solidFill>
                <a:effectLst>
                  <a:outerShdw blurRad="38100" dist="38100" dir="2700000" algn="tl">
                    <a:srgbClr val="C0C0C0"/>
                  </a:outerShdw>
                </a:effectLst>
                <a:latin typeface="+mn-lt"/>
                <a:ea typeface="楷体" pitchFamily="49" charset="-122"/>
              </a:rPr>
              <a:t>、</a:t>
            </a:r>
            <a:r>
              <a:rPr lang="en-US" altLang="zh-CN" b="1" dirty="0">
                <a:solidFill>
                  <a:srgbClr val="0000FF"/>
                </a:solidFill>
                <a:effectLst>
                  <a:outerShdw blurRad="38100" dist="38100" dir="2700000" algn="tl">
                    <a:srgbClr val="C0C0C0"/>
                  </a:outerShdw>
                </a:effectLst>
                <a:latin typeface="+mn-lt"/>
                <a:ea typeface="楷体" pitchFamily="49" charset="-122"/>
              </a:rPr>
              <a:t>b</a:t>
            </a:r>
            <a:r>
              <a:rPr lang="zh-CN" altLang="zh-CN" b="1" dirty="0">
                <a:solidFill>
                  <a:srgbClr val="0000FF"/>
                </a:solidFill>
                <a:effectLst>
                  <a:outerShdw blurRad="38100" dist="38100" dir="2700000" algn="tl">
                    <a:srgbClr val="C0C0C0"/>
                  </a:outerShdw>
                </a:effectLst>
                <a:latin typeface="+mn-lt"/>
                <a:ea typeface="楷体" pitchFamily="49" charset="-122"/>
              </a:rPr>
              <a:t>都为假时，才判别 </a:t>
            </a:r>
            <a:r>
              <a:rPr lang="en-US" altLang="zh-CN" b="1" dirty="0">
                <a:solidFill>
                  <a:srgbClr val="0000FF"/>
                </a:solidFill>
                <a:effectLst>
                  <a:outerShdw blurRad="38100" dist="38100" dir="2700000" algn="tl">
                    <a:srgbClr val="C0C0C0"/>
                  </a:outerShdw>
                </a:effectLst>
                <a:latin typeface="+mn-lt"/>
                <a:ea typeface="楷体" pitchFamily="49" charset="-122"/>
              </a:rPr>
              <a:t>c</a:t>
            </a:r>
            <a:r>
              <a:rPr lang="zh-CN" altLang="zh-CN" b="1" dirty="0">
                <a:solidFill>
                  <a:srgbClr val="0000FF"/>
                </a:solidFill>
                <a:effectLst>
                  <a:outerShdw blurRad="38100" dist="38100" dir="2700000" algn="tl">
                    <a:srgbClr val="C0C0C0"/>
                  </a:outerShdw>
                </a:effectLst>
                <a:latin typeface="+mn-lt"/>
                <a:ea typeface="楷体" pitchFamily="49" charset="-122"/>
              </a:rPr>
              <a:t>的值</a:t>
            </a:r>
            <a:endParaRPr lang="zh-CN" altLang="en-US" b="1" dirty="0">
              <a:solidFill>
                <a:srgbClr val="0000FF"/>
              </a:solidFill>
              <a:effectLst>
                <a:outerShdw blurRad="38100" dist="38100" dir="2700000" algn="tl">
                  <a:srgbClr val="C0C0C0"/>
                </a:outerShdw>
              </a:effectLst>
              <a:latin typeface="+mn-lt"/>
              <a:ea typeface="楷体" pitchFamily="49" charset="-122"/>
            </a:endParaRPr>
          </a:p>
          <a:p>
            <a:r>
              <a:rPr lang="zh-CN" altLang="en-US" b="1" dirty="0">
                <a:solidFill>
                  <a:srgbClr val="FF33CC"/>
                </a:solidFill>
                <a:effectLst>
                  <a:outerShdw blurRad="38100" dist="38100" dir="2700000" algn="tl">
                    <a:srgbClr val="C0C0C0"/>
                  </a:outerShdw>
                </a:effectLst>
                <a:latin typeface="隶书" pitchFamily="49" charset="-122"/>
                <a:ea typeface="隶书" pitchFamily="49" charset="-122"/>
              </a:rPr>
              <a:t>例：</a:t>
            </a:r>
            <a:r>
              <a:rPr lang="en-US" altLang="zh-CN" b="1" dirty="0">
                <a:effectLst>
                  <a:outerShdw blurRad="38100" dist="38100" dir="2700000" algn="tl">
                    <a:srgbClr val="C0C0C0"/>
                  </a:outerShdw>
                </a:effectLst>
                <a:latin typeface="+mn-lt"/>
                <a:ea typeface="楷体" pitchFamily="49" charset="-122"/>
              </a:rPr>
              <a:t>a = 1;   b = 2;   c = 3;   d = 4;   m = 1;   n = 1;</a:t>
            </a:r>
          </a:p>
          <a:p>
            <a:r>
              <a:rPr lang="en-US" altLang="zh-CN" b="1" dirty="0">
                <a:effectLst>
                  <a:outerShdw blurRad="38100" dist="38100" dir="2700000" algn="tl">
                    <a:srgbClr val="C0C0C0"/>
                  </a:outerShdw>
                </a:effectLst>
                <a:latin typeface="+mn-lt"/>
                <a:ea typeface="楷体" pitchFamily="49" charset="-122"/>
              </a:rPr>
              <a:t>        (m = a &gt; b) &amp;&amp; (n = c &gt; d)</a:t>
            </a:r>
          </a:p>
          <a:p>
            <a:endParaRPr lang="en-US" altLang="zh-CN" b="1" dirty="0">
              <a:effectLst>
                <a:outerShdw blurRad="38100" dist="38100" dir="2700000" algn="tl">
                  <a:srgbClr val="C0C0C0"/>
                </a:outerShdw>
              </a:effectLst>
              <a:latin typeface="+mn-lt"/>
              <a:ea typeface="楷体" pitchFamily="49" charset="-122"/>
            </a:endParaRPr>
          </a:p>
        </p:txBody>
      </p:sp>
      <p:sp>
        <p:nvSpPr>
          <p:cNvPr id="844822" name="Text Box 22"/>
          <p:cNvSpPr txBox="1">
            <a:spLocks noChangeArrowheads="1"/>
          </p:cNvSpPr>
          <p:nvPr/>
        </p:nvSpPr>
        <p:spPr bwMode="auto">
          <a:xfrm>
            <a:off x="1999046" y="3861048"/>
            <a:ext cx="2656794" cy="463846"/>
          </a:xfrm>
          <a:prstGeom prst="rect">
            <a:avLst/>
          </a:prstGeom>
          <a:noFill/>
          <a:ln w="38100">
            <a:noFill/>
            <a:miter lim="800000"/>
            <a:headEnd/>
            <a:tailEnd/>
          </a:ln>
          <a:effectLst/>
        </p:spPr>
        <p:txBody>
          <a:bodyPr wrap="none" lIns="90000" tIns="46800" rIns="90000" bIns="46800">
            <a:spAutoFit/>
          </a:bodyPr>
          <a:lstStyle/>
          <a:p>
            <a:pPr eaLnBrk="0" hangingPunct="0"/>
            <a:r>
              <a:rPr lang="zh-CN" altLang="zh-CN" b="1" dirty="0">
                <a:solidFill>
                  <a:srgbClr val="FF0000"/>
                </a:solidFill>
                <a:effectLst>
                  <a:outerShdw blurRad="38100" dist="38100" dir="2700000" algn="tl">
                    <a:srgbClr val="000000"/>
                  </a:outerShdw>
                </a:effectLst>
                <a:latin typeface="+mn-lt"/>
                <a:ea typeface="楷体" pitchFamily="49" charset="-122"/>
              </a:rPr>
              <a:t>结果：</a:t>
            </a:r>
            <a:r>
              <a:rPr lang="en-US" altLang="zh-CN" b="1" dirty="0">
                <a:solidFill>
                  <a:srgbClr val="FF0000"/>
                </a:solidFill>
                <a:effectLst>
                  <a:outerShdw blurRad="38100" dist="38100" dir="2700000" algn="tl">
                    <a:srgbClr val="000000"/>
                  </a:outerShdw>
                </a:effectLst>
                <a:latin typeface="+mn-lt"/>
                <a:ea typeface="楷体" pitchFamily="49" charset="-122"/>
              </a:rPr>
              <a:t>m = 0, n = 1</a:t>
            </a:r>
          </a:p>
        </p:txBody>
      </p:sp>
      <p:grpSp>
        <p:nvGrpSpPr>
          <p:cNvPr id="844823" name="Group 23"/>
          <p:cNvGrpSpPr>
            <a:grpSpLocks/>
          </p:cNvGrpSpPr>
          <p:nvPr/>
        </p:nvGrpSpPr>
        <p:grpSpPr bwMode="auto">
          <a:xfrm>
            <a:off x="-9117" y="0"/>
            <a:ext cx="446088" cy="6858000"/>
            <a:chOff x="0" y="0"/>
            <a:chExt cx="281" cy="4320"/>
          </a:xfrm>
        </p:grpSpPr>
        <p:sp>
          <p:nvSpPr>
            <p:cNvPr id="844824" name="Text Box 2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44825" name="Text Box 2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44821"/>
                                        </p:tgtEl>
                                        <p:attrNameLst>
                                          <p:attrName>style.visibility</p:attrName>
                                        </p:attrNameLst>
                                      </p:cBhvr>
                                      <p:to>
                                        <p:strVal val="visible"/>
                                      </p:to>
                                    </p:set>
                                    <p:animEffect transition="in" filter="box(out)">
                                      <p:cBhvr>
                                        <p:cTn id="7" dur="500"/>
                                        <p:tgtEl>
                                          <p:spTgt spid="84482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44822">
                                            <p:txEl>
                                              <p:pRg st="0" end="0"/>
                                            </p:txEl>
                                          </p:spTgt>
                                        </p:tgtEl>
                                        <p:attrNameLst>
                                          <p:attrName>style.visibility</p:attrName>
                                        </p:attrNameLst>
                                      </p:cBhvr>
                                      <p:to>
                                        <p:strVal val="visible"/>
                                      </p:to>
                                    </p:set>
                                    <p:animEffect transition="in" filter="box(out)">
                                      <p:cBhvr>
                                        <p:cTn id="12" dur="500"/>
                                        <p:tgtEl>
                                          <p:spTgt spid="844822">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821" grpId="0" animBg="1"/>
      <p:bldP spid="844822"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45832" name="Group 8"/>
          <p:cNvGrpSpPr>
            <a:grpSpLocks/>
          </p:cNvGrpSpPr>
          <p:nvPr/>
        </p:nvGrpSpPr>
        <p:grpSpPr bwMode="auto">
          <a:xfrm>
            <a:off x="8290098" y="202704"/>
            <a:ext cx="3638550" cy="2362200"/>
            <a:chOff x="3312" y="1584"/>
            <a:chExt cx="2292" cy="1488"/>
          </a:xfrm>
        </p:grpSpPr>
        <p:sp>
          <p:nvSpPr>
            <p:cNvPr id="845833" name="AutoShape 9"/>
            <p:cNvSpPr>
              <a:spLocks noChangeArrowheads="1"/>
            </p:cNvSpPr>
            <p:nvPr/>
          </p:nvSpPr>
          <p:spPr bwMode="auto">
            <a:xfrm>
              <a:off x="3953" y="1884"/>
              <a:ext cx="967" cy="367"/>
            </a:xfrm>
            <a:prstGeom prst="flowChartDecision">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10800000" scaled="1"/>
              <a:tileRect/>
            </a:gradFill>
            <a:ln w="9525">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dirty="0">
                  <a:effectLst>
                    <a:outerShdw blurRad="38100" dist="38100" dir="2700000" algn="tl">
                      <a:srgbClr val="FFFFFF"/>
                    </a:outerShdw>
                  </a:effectLst>
                  <a:latin typeface="+mn-lt"/>
                  <a:ea typeface="楷体" pitchFamily="49" charset="-122"/>
                </a:rPr>
                <a:t>expr1</a:t>
              </a:r>
            </a:p>
          </p:txBody>
        </p:sp>
        <p:sp>
          <p:nvSpPr>
            <p:cNvPr id="845834" name="Text Box 10"/>
            <p:cNvSpPr txBox="1">
              <a:spLocks noChangeArrowheads="1"/>
            </p:cNvSpPr>
            <p:nvPr/>
          </p:nvSpPr>
          <p:spPr bwMode="auto">
            <a:xfrm>
              <a:off x="3312" y="2352"/>
              <a:ext cx="864" cy="256"/>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path path="circle">
                <a:fillToRect l="50000" t="50000" r="50000" b="50000"/>
              </a:path>
              <a:tileRect/>
            </a:gradFill>
            <a:ln w="9525">
              <a:solidFill>
                <a:schemeClr val="tx1"/>
              </a:solid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spcBef>
                  <a:spcPct val="50000"/>
                </a:spcBef>
              </a:pPr>
              <a:r>
                <a:rPr lang="zh-CN" altLang="en-US" sz="2000" b="1">
                  <a:effectLst>
                    <a:outerShdw blurRad="38100" dist="38100" dir="2700000" algn="tl">
                      <a:srgbClr val="FFFFFF"/>
                    </a:outerShdw>
                  </a:effectLst>
                  <a:latin typeface="+mn-lt"/>
                  <a:ea typeface="楷体" pitchFamily="49" charset="-122"/>
                </a:rPr>
                <a:t>取</a:t>
              </a:r>
              <a:r>
                <a:rPr lang="en-US" altLang="zh-CN" sz="2000" b="1">
                  <a:effectLst>
                    <a:outerShdw blurRad="38100" dist="38100" dir="2700000" algn="tl">
                      <a:srgbClr val="FFFFFF"/>
                    </a:outerShdw>
                  </a:effectLst>
                  <a:latin typeface="+mn-lt"/>
                  <a:ea typeface="楷体" pitchFamily="49" charset="-122"/>
                </a:rPr>
                <a:t>expr2</a:t>
              </a:r>
              <a:r>
                <a:rPr lang="zh-CN" altLang="zh-CN" sz="2000" b="1">
                  <a:effectLst>
                    <a:outerShdw blurRad="38100" dist="38100" dir="2700000" algn="tl">
                      <a:srgbClr val="FFFFFF"/>
                    </a:outerShdw>
                  </a:effectLst>
                  <a:latin typeface="+mn-lt"/>
                  <a:ea typeface="楷体" pitchFamily="49" charset="-122"/>
                </a:rPr>
                <a:t>值</a:t>
              </a:r>
              <a:endParaRPr lang="zh-CN" altLang="en-US" sz="2000" b="1">
                <a:effectLst>
                  <a:outerShdw blurRad="38100" dist="38100" dir="2700000" algn="tl">
                    <a:srgbClr val="FFFFFF"/>
                  </a:outerShdw>
                </a:effectLst>
                <a:latin typeface="+mn-lt"/>
                <a:ea typeface="楷体" pitchFamily="49" charset="-122"/>
              </a:endParaRPr>
            </a:p>
          </p:txBody>
        </p:sp>
        <p:sp>
          <p:nvSpPr>
            <p:cNvPr id="845835" name="Text Box 11"/>
            <p:cNvSpPr txBox="1">
              <a:spLocks noChangeArrowheads="1"/>
            </p:cNvSpPr>
            <p:nvPr/>
          </p:nvSpPr>
          <p:spPr bwMode="auto">
            <a:xfrm>
              <a:off x="4704" y="2352"/>
              <a:ext cx="900" cy="256"/>
            </a:xfrm>
            <a:prstGeom prst="rect">
              <a:avLst/>
            </a:prstGeom>
            <a:gradFill flip="none" rotWithShape="1">
              <a:gsLst>
                <a:gs pos="0">
                  <a:schemeClr val="accent6">
                    <a:lumMod val="40000"/>
                    <a:lumOff val="60000"/>
                    <a:tint val="66000"/>
                    <a:satMod val="160000"/>
                  </a:schemeClr>
                </a:gs>
                <a:gs pos="50000">
                  <a:schemeClr val="accent6">
                    <a:lumMod val="40000"/>
                    <a:lumOff val="60000"/>
                    <a:tint val="44500"/>
                    <a:satMod val="160000"/>
                  </a:schemeClr>
                </a:gs>
                <a:gs pos="100000">
                  <a:schemeClr val="accent6">
                    <a:lumMod val="40000"/>
                    <a:lumOff val="60000"/>
                    <a:tint val="23500"/>
                    <a:satMod val="160000"/>
                  </a:schemeClr>
                </a:gs>
              </a:gsLst>
              <a:lin ang="16200000" scaled="1"/>
              <a:tileRect/>
            </a:gradFill>
            <a:ln w="9525">
              <a:solidFill>
                <a:schemeClr val="tx1"/>
              </a:solid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spcBef>
                  <a:spcPct val="50000"/>
                </a:spcBef>
              </a:pPr>
              <a:r>
                <a:rPr lang="zh-CN" altLang="en-US" sz="2000" b="1" dirty="0">
                  <a:effectLst>
                    <a:outerShdw blurRad="38100" dist="38100" dir="2700000" algn="tl">
                      <a:srgbClr val="FFFFFF"/>
                    </a:outerShdw>
                  </a:effectLst>
                  <a:latin typeface="+mn-lt"/>
                  <a:ea typeface="楷体" pitchFamily="49" charset="-122"/>
                </a:rPr>
                <a:t>取</a:t>
              </a:r>
              <a:r>
                <a:rPr lang="en-US" altLang="zh-CN" sz="2000" b="1" dirty="0">
                  <a:effectLst>
                    <a:outerShdw blurRad="38100" dist="38100" dir="2700000" algn="tl">
                      <a:srgbClr val="FFFFFF"/>
                    </a:outerShdw>
                  </a:effectLst>
                  <a:latin typeface="+mn-lt"/>
                  <a:ea typeface="楷体" pitchFamily="49" charset="-122"/>
                </a:rPr>
                <a:t>expr3</a:t>
              </a:r>
              <a:r>
                <a:rPr lang="zh-CN" altLang="zh-CN" sz="2000" b="1" dirty="0">
                  <a:effectLst>
                    <a:outerShdw blurRad="38100" dist="38100" dir="2700000" algn="tl">
                      <a:srgbClr val="FFFFFF"/>
                    </a:outerShdw>
                  </a:effectLst>
                  <a:latin typeface="+mn-lt"/>
                  <a:ea typeface="楷体" pitchFamily="49" charset="-122"/>
                </a:rPr>
                <a:t>值</a:t>
              </a:r>
              <a:endParaRPr lang="zh-CN" altLang="en-US" sz="2000" b="1" dirty="0">
                <a:effectLst>
                  <a:outerShdw blurRad="38100" dist="38100" dir="2700000" algn="tl">
                    <a:srgbClr val="FFFFFF"/>
                  </a:outerShdw>
                </a:effectLst>
                <a:latin typeface="+mn-lt"/>
                <a:ea typeface="楷体" pitchFamily="49" charset="-122"/>
              </a:endParaRPr>
            </a:p>
          </p:txBody>
        </p:sp>
        <p:sp>
          <p:nvSpPr>
            <p:cNvPr id="845836" name="Line 12"/>
            <p:cNvSpPr>
              <a:spLocks noChangeShapeType="1"/>
            </p:cNvSpPr>
            <p:nvPr/>
          </p:nvSpPr>
          <p:spPr bwMode="auto">
            <a:xfrm>
              <a:off x="4441" y="1584"/>
              <a:ext cx="0" cy="300"/>
            </a:xfrm>
            <a:prstGeom prst="line">
              <a:avLst/>
            </a:prstGeom>
            <a:noFill/>
            <a:ln w="25400">
              <a:solidFill>
                <a:schemeClr val="tx1"/>
              </a:solidFill>
              <a:round/>
              <a:headEnd/>
              <a:tailEnd type="stealth" w="lg" len="lg"/>
            </a:ln>
            <a:effectLst/>
          </p:spPr>
          <p:txBody>
            <a:bodyPr wrap="none" anchor="ctr"/>
            <a:lstStyle/>
            <a:p>
              <a:endParaRPr lang="zh-CN" altLang="en-US">
                <a:latin typeface="+mn-lt"/>
                <a:ea typeface="楷体" pitchFamily="49" charset="-122"/>
              </a:endParaRPr>
            </a:p>
          </p:txBody>
        </p:sp>
        <p:sp>
          <p:nvSpPr>
            <p:cNvPr id="845837" name="Line 13"/>
            <p:cNvSpPr>
              <a:spLocks noChangeShapeType="1"/>
            </p:cNvSpPr>
            <p:nvPr/>
          </p:nvSpPr>
          <p:spPr bwMode="auto">
            <a:xfrm flipH="1">
              <a:off x="3731" y="2073"/>
              <a:ext cx="222" cy="0"/>
            </a:xfrm>
            <a:prstGeom prst="line">
              <a:avLst/>
            </a:prstGeom>
            <a:noFill/>
            <a:ln w="25400">
              <a:solidFill>
                <a:schemeClr val="tx1"/>
              </a:solidFill>
              <a:round/>
              <a:headEnd/>
              <a:tailEnd/>
            </a:ln>
            <a:effectLst/>
          </p:spPr>
          <p:txBody>
            <a:bodyPr wrap="none" anchor="ctr"/>
            <a:lstStyle/>
            <a:p>
              <a:endParaRPr lang="zh-CN" altLang="en-US">
                <a:latin typeface="+mn-lt"/>
                <a:ea typeface="楷体" pitchFamily="49" charset="-122"/>
              </a:endParaRPr>
            </a:p>
          </p:txBody>
        </p:sp>
        <p:sp>
          <p:nvSpPr>
            <p:cNvPr id="845838" name="Line 14"/>
            <p:cNvSpPr>
              <a:spLocks noChangeShapeType="1"/>
            </p:cNvSpPr>
            <p:nvPr/>
          </p:nvSpPr>
          <p:spPr bwMode="auto">
            <a:xfrm>
              <a:off x="3731" y="2073"/>
              <a:ext cx="0" cy="289"/>
            </a:xfrm>
            <a:prstGeom prst="line">
              <a:avLst/>
            </a:prstGeom>
            <a:noFill/>
            <a:ln w="25400">
              <a:solidFill>
                <a:schemeClr val="tx1"/>
              </a:solidFill>
              <a:round/>
              <a:headEnd/>
              <a:tailEnd type="stealth" w="lg" len="lg"/>
            </a:ln>
            <a:effectLst/>
          </p:spPr>
          <p:txBody>
            <a:bodyPr wrap="none" anchor="ctr"/>
            <a:lstStyle/>
            <a:p>
              <a:endParaRPr lang="zh-CN" altLang="en-US">
                <a:latin typeface="+mn-lt"/>
                <a:ea typeface="楷体" pitchFamily="49" charset="-122"/>
              </a:endParaRPr>
            </a:p>
          </p:txBody>
        </p:sp>
        <p:sp>
          <p:nvSpPr>
            <p:cNvPr id="845839" name="Line 15"/>
            <p:cNvSpPr>
              <a:spLocks noChangeShapeType="1"/>
            </p:cNvSpPr>
            <p:nvPr/>
          </p:nvSpPr>
          <p:spPr bwMode="auto">
            <a:xfrm>
              <a:off x="4920" y="2073"/>
              <a:ext cx="244" cy="0"/>
            </a:xfrm>
            <a:prstGeom prst="line">
              <a:avLst/>
            </a:prstGeom>
            <a:noFill/>
            <a:ln w="25400">
              <a:solidFill>
                <a:schemeClr val="tx1"/>
              </a:solidFill>
              <a:round/>
              <a:headEnd/>
              <a:tailEnd/>
            </a:ln>
            <a:effectLst/>
          </p:spPr>
          <p:txBody>
            <a:bodyPr wrap="none" anchor="ctr"/>
            <a:lstStyle/>
            <a:p>
              <a:endParaRPr lang="zh-CN" altLang="en-US">
                <a:latin typeface="+mn-lt"/>
                <a:ea typeface="楷体" pitchFamily="49" charset="-122"/>
              </a:endParaRPr>
            </a:p>
          </p:txBody>
        </p:sp>
        <p:sp>
          <p:nvSpPr>
            <p:cNvPr id="845840" name="Line 16"/>
            <p:cNvSpPr>
              <a:spLocks noChangeShapeType="1"/>
            </p:cNvSpPr>
            <p:nvPr/>
          </p:nvSpPr>
          <p:spPr bwMode="auto">
            <a:xfrm>
              <a:off x="5164" y="2073"/>
              <a:ext cx="0" cy="289"/>
            </a:xfrm>
            <a:prstGeom prst="line">
              <a:avLst/>
            </a:prstGeom>
            <a:noFill/>
            <a:ln w="25400">
              <a:solidFill>
                <a:schemeClr val="tx1"/>
              </a:solidFill>
              <a:round/>
              <a:headEnd/>
              <a:tailEnd type="stealth" w="lg" len="lg"/>
            </a:ln>
            <a:effectLst/>
          </p:spPr>
          <p:txBody>
            <a:bodyPr wrap="none" anchor="ctr"/>
            <a:lstStyle/>
            <a:p>
              <a:endParaRPr lang="zh-CN" altLang="en-US">
                <a:latin typeface="+mn-lt"/>
                <a:ea typeface="楷体" pitchFamily="49" charset="-122"/>
              </a:endParaRPr>
            </a:p>
          </p:txBody>
        </p:sp>
        <p:sp>
          <p:nvSpPr>
            <p:cNvPr id="845841" name="Line 17"/>
            <p:cNvSpPr>
              <a:spLocks noChangeShapeType="1"/>
            </p:cNvSpPr>
            <p:nvPr/>
          </p:nvSpPr>
          <p:spPr bwMode="auto">
            <a:xfrm>
              <a:off x="3731" y="2618"/>
              <a:ext cx="0" cy="244"/>
            </a:xfrm>
            <a:prstGeom prst="line">
              <a:avLst/>
            </a:prstGeom>
            <a:noFill/>
            <a:ln w="25400">
              <a:solidFill>
                <a:schemeClr val="tx1"/>
              </a:solidFill>
              <a:round/>
              <a:headEnd/>
              <a:tailEnd/>
            </a:ln>
            <a:effectLst/>
          </p:spPr>
          <p:txBody>
            <a:bodyPr wrap="none" anchor="ctr"/>
            <a:lstStyle/>
            <a:p>
              <a:endParaRPr lang="zh-CN" altLang="en-US">
                <a:latin typeface="+mn-lt"/>
                <a:ea typeface="楷体" pitchFamily="49" charset="-122"/>
              </a:endParaRPr>
            </a:p>
          </p:txBody>
        </p:sp>
        <p:sp>
          <p:nvSpPr>
            <p:cNvPr id="845842" name="Line 18"/>
            <p:cNvSpPr>
              <a:spLocks noChangeShapeType="1"/>
            </p:cNvSpPr>
            <p:nvPr/>
          </p:nvSpPr>
          <p:spPr bwMode="auto">
            <a:xfrm>
              <a:off x="5149" y="2618"/>
              <a:ext cx="0" cy="244"/>
            </a:xfrm>
            <a:prstGeom prst="line">
              <a:avLst/>
            </a:prstGeom>
            <a:noFill/>
            <a:ln w="25400">
              <a:solidFill>
                <a:schemeClr val="tx1"/>
              </a:solidFill>
              <a:round/>
              <a:headEnd/>
              <a:tailEnd/>
            </a:ln>
            <a:effectLst/>
          </p:spPr>
          <p:txBody>
            <a:bodyPr wrap="none" anchor="ctr"/>
            <a:lstStyle/>
            <a:p>
              <a:endParaRPr lang="zh-CN" altLang="en-US">
                <a:latin typeface="+mn-lt"/>
                <a:ea typeface="楷体" pitchFamily="49" charset="-122"/>
              </a:endParaRPr>
            </a:p>
          </p:txBody>
        </p:sp>
        <p:sp>
          <p:nvSpPr>
            <p:cNvPr id="845843" name="Line 19"/>
            <p:cNvSpPr>
              <a:spLocks noChangeShapeType="1"/>
            </p:cNvSpPr>
            <p:nvPr/>
          </p:nvSpPr>
          <p:spPr bwMode="auto">
            <a:xfrm>
              <a:off x="3731" y="2862"/>
              <a:ext cx="710" cy="0"/>
            </a:xfrm>
            <a:prstGeom prst="line">
              <a:avLst/>
            </a:prstGeom>
            <a:noFill/>
            <a:ln w="25400">
              <a:solidFill>
                <a:schemeClr val="tx1"/>
              </a:solidFill>
              <a:round/>
              <a:headEnd/>
              <a:tailEnd type="triangle" w="med" len="med"/>
            </a:ln>
            <a:effectLst/>
          </p:spPr>
          <p:txBody>
            <a:bodyPr wrap="none" anchor="ctr"/>
            <a:lstStyle/>
            <a:p>
              <a:endParaRPr lang="zh-CN" altLang="en-US">
                <a:latin typeface="+mn-lt"/>
                <a:ea typeface="楷体" pitchFamily="49" charset="-122"/>
              </a:endParaRPr>
            </a:p>
          </p:txBody>
        </p:sp>
        <p:sp>
          <p:nvSpPr>
            <p:cNvPr id="845844" name="Line 20"/>
            <p:cNvSpPr>
              <a:spLocks noChangeShapeType="1"/>
            </p:cNvSpPr>
            <p:nvPr/>
          </p:nvSpPr>
          <p:spPr bwMode="auto">
            <a:xfrm flipH="1">
              <a:off x="4441" y="2862"/>
              <a:ext cx="708" cy="0"/>
            </a:xfrm>
            <a:prstGeom prst="line">
              <a:avLst/>
            </a:prstGeom>
            <a:noFill/>
            <a:ln w="25400">
              <a:solidFill>
                <a:schemeClr val="tx1"/>
              </a:solidFill>
              <a:round/>
              <a:headEnd/>
              <a:tailEnd type="triangle" w="med" len="med"/>
            </a:ln>
            <a:effectLst/>
          </p:spPr>
          <p:txBody>
            <a:bodyPr wrap="none" anchor="ctr"/>
            <a:lstStyle/>
            <a:p>
              <a:endParaRPr lang="zh-CN" altLang="en-US">
                <a:latin typeface="+mn-lt"/>
                <a:ea typeface="楷体" pitchFamily="49" charset="-122"/>
              </a:endParaRPr>
            </a:p>
          </p:txBody>
        </p:sp>
        <p:sp>
          <p:nvSpPr>
            <p:cNvPr id="845845" name="Text Box 21"/>
            <p:cNvSpPr txBox="1">
              <a:spLocks noChangeArrowheads="1"/>
            </p:cNvSpPr>
            <p:nvPr/>
          </p:nvSpPr>
          <p:spPr bwMode="auto">
            <a:xfrm>
              <a:off x="3667" y="1831"/>
              <a:ext cx="361" cy="252"/>
            </a:xfrm>
            <a:prstGeom prst="rect">
              <a:avLst/>
            </a:prstGeom>
            <a:noFill/>
            <a:ln w="9525">
              <a:noFill/>
              <a:miter lim="800000"/>
              <a:headEnd/>
              <a:tailEnd/>
            </a:ln>
            <a:effectLst/>
          </p:spPr>
          <p:txBody>
            <a:bodyPr wrap="none" anchor="ctr">
              <a:spAutoFit/>
            </a:bodyPr>
            <a:lstStyle/>
            <a:p>
              <a:pPr algn="ctr" eaLnBrk="0" hangingPunct="0"/>
              <a:r>
                <a:rPr lang="zh-CN" altLang="en-US" sz="2000" b="1" dirty="0">
                  <a:solidFill>
                    <a:srgbClr val="FF0000"/>
                  </a:solidFill>
                  <a:effectLst>
                    <a:outerShdw blurRad="38100" dist="38100" dir="2700000" algn="tl">
                      <a:srgbClr val="FFFFFF"/>
                    </a:outerShdw>
                  </a:effectLst>
                  <a:latin typeface="+mn-lt"/>
                  <a:ea typeface="楷体" pitchFamily="49" charset="-122"/>
                </a:rPr>
                <a:t>非</a:t>
              </a:r>
              <a:r>
                <a:rPr lang="en-US" altLang="zh-CN" sz="2000" b="1" dirty="0">
                  <a:solidFill>
                    <a:srgbClr val="FF0000"/>
                  </a:solidFill>
                  <a:effectLst>
                    <a:outerShdw blurRad="38100" dist="38100" dir="2700000" algn="tl">
                      <a:srgbClr val="FFFFFF"/>
                    </a:outerShdw>
                  </a:effectLst>
                  <a:latin typeface="+mn-lt"/>
                  <a:ea typeface="楷体" pitchFamily="49" charset="-122"/>
                </a:rPr>
                <a:t>0</a:t>
              </a:r>
            </a:p>
          </p:txBody>
        </p:sp>
        <p:sp>
          <p:nvSpPr>
            <p:cNvPr id="845846" name="Text Box 22"/>
            <p:cNvSpPr txBox="1">
              <a:spLocks noChangeArrowheads="1"/>
            </p:cNvSpPr>
            <p:nvPr/>
          </p:nvSpPr>
          <p:spPr bwMode="auto">
            <a:xfrm>
              <a:off x="4914" y="1824"/>
              <a:ext cx="289" cy="252"/>
            </a:xfrm>
            <a:prstGeom prst="rect">
              <a:avLst/>
            </a:prstGeom>
            <a:noFill/>
            <a:ln w="9525">
              <a:noFill/>
              <a:miter lim="800000"/>
              <a:headEnd/>
              <a:tailEnd/>
            </a:ln>
            <a:effectLst/>
          </p:spPr>
          <p:txBody>
            <a:bodyPr wrap="none" anchor="ctr">
              <a:spAutoFit/>
            </a:bodyPr>
            <a:lstStyle/>
            <a:p>
              <a:pPr algn="ctr" eaLnBrk="0" hangingPunct="0"/>
              <a:r>
                <a:rPr lang="en-US" altLang="zh-CN" sz="2000" b="1" dirty="0">
                  <a:solidFill>
                    <a:srgbClr val="FF0000"/>
                  </a:solidFill>
                  <a:effectLst>
                    <a:outerShdw blurRad="38100" dist="38100" dir="2700000" algn="tl">
                      <a:srgbClr val="FFFFFF"/>
                    </a:outerShdw>
                  </a:effectLst>
                  <a:latin typeface="+mn-lt"/>
                  <a:ea typeface="楷体" pitchFamily="49" charset="-122"/>
                </a:rPr>
                <a:t>=0</a:t>
              </a:r>
            </a:p>
          </p:txBody>
        </p:sp>
        <p:sp>
          <p:nvSpPr>
            <p:cNvPr id="845847" name="Line 23"/>
            <p:cNvSpPr>
              <a:spLocks noChangeShapeType="1"/>
            </p:cNvSpPr>
            <p:nvPr/>
          </p:nvSpPr>
          <p:spPr bwMode="auto">
            <a:xfrm>
              <a:off x="4449" y="2880"/>
              <a:ext cx="0" cy="192"/>
            </a:xfrm>
            <a:prstGeom prst="line">
              <a:avLst/>
            </a:prstGeom>
            <a:noFill/>
            <a:ln w="25400">
              <a:solidFill>
                <a:schemeClr val="tx1"/>
              </a:solidFill>
              <a:round/>
              <a:headEnd/>
              <a:tailEnd type="stealth" w="lg" len="lg"/>
            </a:ln>
            <a:effectLst/>
          </p:spPr>
          <p:txBody>
            <a:bodyPr wrap="none" anchor="ctr"/>
            <a:lstStyle/>
            <a:p>
              <a:endParaRPr lang="zh-CN" altLang="en-US">
                <a:latin typeface="+mn-lt"/>
                <a:ea typeface="楷体" pitchFamily="49" charset="-122"/>
              </a:endParaRPr>
            </a:p>
          </p:txBody>
        </p:sp>
      </p:grpSp>
      <p:sp>
        <p:nvSpPr>
          <p:cNvPr id="845849" name="Rectangle 25"/>
          <p:cNvSpPr>
            <a:spLocks noChangeArrowheads="1"/>
          </p:cNvSpPr>
          <p:nvPr/>
        </p:nvSpPr>
        <p:spPr bwMode="auto">
          <a:xfrm>
            <a:off x="621629" y="2097532"/>
            <a:ext cx="8501062" cy="1282700"/>
          </a:xfrm>
          <a:prstGeom prst="rect">
            <a:avLst/>
          </a:prstGeom>
          <a:noFill/>
          <a:ln w="9525">
            <a:noFill/>
            <a:miter lim="800000"/>
            <a:headEnd/>
            <a:tailEnd/>
          </a:ln>
        </p:spPr>
        <p:txBody>
          <a:bodyPr/>
          <a:lstStyle/>
          <a:p>
            <a:pPr marL="685800" lvl="1" indent="-228600">
              <a:spcBef>
                <a:spcPct val="20000"/>
              </a:spcBef>
              <a:buClr>
                <a:schemeClr val="accent1">
                  <a:lumMod val="50000"/>
                </a:schemeClr>
              </a:buClr>
              <a:buFont typeface="Wingdings" pitchFamily="2" charset="2"/>
              <a:buChar char="l"/>
            </a:pPr>
            <a:r>
              <a:rPr lang="zh-CN" altLang="en-US" b="1" dirty="0">
                <a:effectLst>
                  <a:outerShdw blurRad="38100" dist="38100" dir="2700000" algn="tl">
                    <a:srgbClr val="000000">
                      <a:alpha val="43137"/>
                    </a:srgbClr>
                  </a:outerShdw>
                </a:effectLst>
                <a:latin typeface="+mn-lt"/>
                <a:ea typeface="楷体" pitchFamily="49" charset="-122"/>
              </a:rPr>
              <a:t>  条件运算符可嵌套</a:t>
            </a:r>
          </a:p>
          <a:p>
            <a:pPr marL="1143000" lvl="2" indent="-228600">
              <a:spcBef>
                <a:spcPct val="20000"/>
              </a:spcBef>
              <a:buClr>
                <a:schemeClr val="accent1">
                  <a:lumMod val="50000"/>
                </a:schemeClr>
              </a:buClr>
            </a:pPr>
            <a:r>
              <a:rPr lang="zh-CN" altLang="en-US" b="1" dirty="0">
                <a:effectLst>
                  <a:outerShdw blurRad="38100" dist="38100" dir="2700000" algn="tl">
                    <a:srgbClr val="000000">
                      <a:alpha val="43137"/>
                    </a:srgbClr>
                  </a:outerShdw>
                </a:effectLst>
                <a:latin typeface="+mn-lt"/>
                <a:ea typeface="楷体" pitchFamily="49" charset="-122"/>
              </a:rPr>
              <a:t>  </a:t>
            </a:r>
            <a:r>
              <a:rPr lang="zh-CN" altLang="en-US" b="1" dirty="0">
                <a:solidFill>
                  <a:srgbClr val="008000"/>
                </a:solidFill>
                <a:effectLst>
                  <a:outerShdw blurRad="38100" dist="38100" dir="2700000" algn="tl">
                    <a:srgbClr val="000000">
                      <a:alpha val="43137"/>
                    </a:srgbClr>
                  </a:outerShdw>
                </a:effectLst>
                <a:latin typeface="+mn-lt"/>
                <a:ea typeface="楷体" pitchFamily="49" charset="-122"/>
              </a:rPr>
              <a:t>如  </a:t>
            </a:r>
            <a:r>
              <a:rPr lang="en-US" altLang="zh-CN" b="1" dirty="0">
                <a:solidFill>
                  <a:srgbClr val="008000"/>
                </a:solidFill>
                <a:effectLst>
                  <a:outerShdw blurRad="38100" dist="38100" dir="2700000" algn="tl">
                    <a:srgbClr val="000000">
                      <a:alpha val="43137"/>
                    </a:srgbClr>
                  </a:outerShdw>
                </a:effectLst>
                <a:latin typeface="+mn-lt"/>
                <a:ea typeface="楷体" pitchFamily="49" charset="-122"/>
              </a:rPr>
              <a:t>x &gt; 0 ? 1 : (x &lt; 0 ? -1 : 0)</a:t>
            </a:r>
          </a:p>
          <a:p>
            <a:pPr marL="685800" lvl="1" indent="-228600">
              <a:spcBef>
                <a:spcPct val="20000"/>
              </a:spcBef>
              <a:buClr>
                <a:schemeClr val="accent1">
                  <a:lumMod val="50000"/>
                </a:schemeClr>
              </a:buClr>
              <a:buFont typeface="Wingdings" pitchFamily="2" charset="2"/>
              <a:buChar char="l"/>
            </a:pPr>
            <a:r>
              <a:rPr lang="zh-CN" altLang="en-US" b="1" dirty="0">
                <a:effectLst>
                  <a:outerShdw blurRad="38100" dist="38100" dir="2700000" algn="tl">
                    <a:srgbClr val="000000">
                      <a:alpha val="43137"/>
                    </a:srgbClr>
                  </a:outerShdw>
                </a:effectLst>
                <a:latin typeface="+mn-lt"/>
                <a:ea typeface="楷体" pitchFamily="49" charset="-122"/>
              </a:rPr>
              <a:t>  优先级</a:t>
            </a:r>
            <a:r>
              <a:rPr lang="en-US" altLang="zh-CN" b="1" dirty="0">
                <a:effectLst>
                  <a:outerShdw blurRad="38100" dist="38100" dir="2700000" algn="tl">
                    <a:srgbClr val="000000">
                      <a:alpha val="43137"/>
                    </a:srgbClr>
                  </a:outerShdw>
                </a:effectLst>
                <a:latin typeface="+mn-lt"/>
                <a:ea typeface="楷体" pitchFamily="49" charset="-122"/>
              </a:rPr>
              <a:t>:  13</a:t>
            </a:r>
          </a:p>
        </p:txBody>
      </p:sp>
      <p:sp>
        <p:nvSpPr>
          <p:cNvPr id="845826" name="Rectangle 2"/>
          <p:cNvSpPr>
            <a:spLocks noGrp="1" noChangeArrowheads="1"/>
          </p:cNvSpPr>
          <p:nvPr>
            <p:ph type="body" idx="1"/>
          </p:nvPr>
        </p:nvSpPr>
        <p:spPr>
          <a:xfrm>
            <a:off x="633820" y="304801"/>
            <a:ext cx="10716147" cy="1973263"/>
          </a:xfrm>
        </p:spPr>
        <p:txBody>
          <a:bodyPr/>
          <a:lstStyle/>
          <a:p>
            <a:pPr>
              <a:buFontTx/>
              <a:buNone/>
            </a:pPr>
            <a:r>
              <a:rPr lang="en-US" altLang="zh-CN" sz="2800" dirty="0">
                <a:solidFill>
                  <a:srgbClr val="D60093"/>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3. </a:t>
            </a:r>
            <a:r>
              <a:rPr lang="zh-CN" altLang="en-US" sz="2800" dirty="0">
                <a:solidFill>
                  <a:srgbClr val="D60093"/>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条件运算符与表达式</a:t>
            </a:r>
          </a:p>
          <a:p>
            <a:pPr lvl="1">
              <a:buClr>
                <a:schemeClr val="accent1">
                  <a:lumMod val="50000"/>
                </a:schemeClr>
              </a:buClr>
              <a:buFont typeface="Wingdings" pitchFamily="2" charset="2"/>
              <a:buChar char="l"/>
            </a:pPr>
            <a:r>
              <a:rPr lang="zh-CN" altLang="en-US" sz="2400" dirty="0">
                <a:effectLst>
                  <a:outerShdw blurRad="38100" dist="38100" dir="2700000" algn="tl">
                    <a:srgbClr val="000000">
                      <a:alpha val="43137"/>
                    </a:srgbClr>
                  </a:outerShdw>
                </a:effectLst>
                <a:ea typeface="楷体" pitchFamily="49" charset="-122"/>
              </a:rPr>
              <a:t> 一般形式：  </a:t>
            </a:r>
            <a:r>
              <a:rPr lang="en-US" altLang="zh-CN" sz="2400" dirty="0">
                <a:solidFill>
                  <a:srgbClr val="3333FF"/>
                </a:solidFill>
                <a:effectLst>
                  <a:outerShdw blurRad="38100" dist="38100" dir="2700000" algn="tl">
                    <a:srgbClr val="000000">
                      <a:alpha val="43137"/>
                    </a:srgbClr>
                  </a:outerShdw>
                </a:effectLst>
                <a:ea typeface="楷体" pitchFamily="49" charset="-122"/>
              </a:rPr>
              <a:t>expr1 </a:t>
            </a:r>
            <a:r>
              <a:rPr lang="en-US" altLang="zh-CN" sz="2400" dirty="0">
                <a:solidFill>
                  <a:srgbClr val="FF0000"/>
                </a:solidFill>
                <a:effectLst>
                  <a:outerShdw blurRad="38100" dist="38100" dir="2700000" algn="tl">
                    <a:srgbClr val="000000">
                      <a:alpha val="43137"/>
                    </a:srgbClr>
                  </a:outerShdw>
                </a:effectLst>
                <a:ea typeface="楷体" pitchFamily="49" charset="-122"/>
              </a:rPr>
              <a:t> ?</a:t>
            </a:r>
            <a:r>
              <a:rPr lang="en-US" altLang="zh-CN" sz="2400" dirty="0">
                <a:solidFill>
                  <a:srgbClr val="3333FF"/>
                </a:solidFill>
                <a:effectLst>
                  <a:outerShdw blurRad="38100" dist="38100" dir="2700000" algn="tl">
                    <a:srgbClr val="000000">
                      <a:alpha val="43137"/>
                    </a:srgbClr>
                  </a:outerShdw>
                </a:effectLst>
                <a:ea typeface="楷体" pitchFamily="49" charset="-122"/>
              </a:rPr>
              <a:t>  expr2</a:t>
            </a:r>
            <a:r>
              <a:rPr lang="en-US" altLang="zh-CN" sz="2400" dirty="0">
                <a:solidFill>
                  <a:srgbClr val="FF0000"/>
                </a:solidFill>
                <a:effectLst>
                  <a:outerShdw blurRad="38100" dist="38100" dir="2700000" algn="tl">
                    <a:srgbClr val="000000">
                      <a:alpha val="43137"/>
                    </a:srgbClr>
                  </a:outerShdw>
                </a:effectLst>
                <a:ea typeface="楷体" pitchFamily="49" charset="-122"/>
              </a:rPr>
              <a:t>  :</a:t>
            </a:r>
            <a:r>
              <a:rPr lang="en-US" altLang="zh-CN" sz="2400" dirty="0">
                <a:solidFill>
                  <a:srgbClr val="3333FF"/>
                </a:solidFill>
                <a:effectLst>
                  <a:outerShdw blurRad="38100" dist="38100" dir="2700000" algn="tl">
                    <a:srgbClr val="000000">
                      <a:alpha val="43137"/>
                    </a:srgbClr>
                  </a:outerShdw>
                </a:effectLst>
                <a:ea typeface="楷体" pitchFamily="49" charset="-122"/>
              </a:rPr>
              <a:t>  expr3</a:t>
            </a:r>
          </a:p>
          <a:p>
            <a:pPr lvl="1">
              <a:buClr>
                <a:schemeClr val="accent1">
                  <a:lumMod val="50000"/>
                </a:schemeClr>
              </a:buClr>
              <a:buFont typeface="Wingdings" pitchFamily="2" charset="2"/>
              <a:buChar char="l"/>
            </a:pPr>
            <a:r>
              <a:rPr lang="zh-CN" altLang="en-US" sz="2400" dirty="0">
                <a:effectLst>
                  <a:outerShdw blurRad="38100" dist="38100" dir="2700000" algn="tl">
                    <a:srgbClr val="000000">
                      <a:alpha val="43137"/>
                    </a:srgbClr>
                  </a:outerShdw>
                </a:effectLst>
                <a:ea typeface="楷体" pitchFamily="49" charset="-122"/>
              </a:rPr>
              <a:t> 执行过程：</a:t>
            </a:r>
          </a:p>
          <a:p>
            <a:pPr lvl="1">
              <a:buClr>
                <a:schemeClr val="accent1">
                  <a:lumMod val="50000"/>
                </a:schemeClr>
              </a:buClr>
              <a:buFont typeface="Wingdings" pitchFamily="2" charset="2"/>
              <a:buChar char="l"/>
            </a:pPr>
            <a:r>
              <a:rPr lang="zh-CN" altLang="en-US" sz="2400" dirty="0">
                <a:effectLst>
                  <a:outerShdw blurRad="38100" dist="38100" dir="2700000" algn="tl">
                    <a:srgbClr val="000000">
                      <a:alpha val="43137"/>
                    </a:srgbClr>
                  </a:outerShdw>
                </a:effectLst>
                <a:ea typeface="楷体" pitchFamily="49" charset="-122"/>
              </a:rPr>
              <a:t> 功能：相当于条件语句，但不能取代一般</a:t>
            </a:r>
            <a:r>
              <a:rPr lang="en-US" altLang="zh-CN" sz="2400" dirty="0">
                <a:effectLst>
                  <a:outerShdw blurRad="38100" dist="38100" dir="2700000" algn="tl">
                    <a:srgbClr val="000000">
                      <a:alpha val="43137"/>
                    </a:srgbClr>
                  </a:outerShdw>
                </a:effectLst>
                <a:ea typeface="楷体" pitchFamily="49" charset="-122"/>
              </a:rPr>
              <a:t>if</a:t>
            </a:r>
            <a:r>
              <a:rPr lang="zh-CN" altLang="zh-CN" sz="2400" dirty="0">
                <a:effectLst>
                  <a:outerShdw blurRad="38100" dist="38100" dir="2700000" algn="tl">
                    <a:srgbClr val="000000">
                      <a:alpha val="43137"/>
                    </a:srgbClr>
                  </a:outerShdw>
                </a:effectLst>
                <a:ea typeface="楷体" pitchFamily="49" charset="-122"/>
              </a:rPr>
              <a:t>语句</a:t>
            </a:r>
            <a:endParaRPr lang="zh-CN" altLang="en-US" sz="2400" dirty="0">
              <a:effectLst>
                <a:outerShdw blurRad="38100" dist="38100" dir="2700000" algn="tl">
                  <a:srgbClr val="000000">
                    <a:alpha val="43137"/>
                  </a:srgbClr>
                </a:outerShdw>
              </a:effectLst>
              <a:ea typeface="楷体" pitchFamily="49" charset="-122"/>
            </a:endParaRPr>
          </a:p>
        </p:txBody>
      </p:sp>
      <p:sp>
        <p:nvSpPr>
          <p:cNvPr id="845850" name="Rectangle 26"/>
          <p:cNvSpPr>
            <a:spLocks noChangeArrowheads="1"/>
          </p:cNvSpPr>
          <p:nvPr/>
        </p:nvSpPr>
        <p:spPr bwMode="auto">
          <a:xfrm>
            <a:off x="626192" y="3429001"/>
            <a:ext cx="9358239" cy="1774825"/>
          </a:xfrm>
          <a:prstGeom prst="rect">
            <a:avLst/>
          </a:prstGeom>
          <a:noFill/>
          <a:ln w="9525">
            <a:noFill/>
            <a:miter lim="800000"/>
            <a:headEnd/>
            <a:tailEnd/>
          </a:ln>
        </p:spPr>
        <p:txBody>
          <a:bodyPr/>
          <a:lstStyle/>
          <a:p>
            <a:pPr marL="685800" lvl="1" indent="-228600">
              <a:spcBef>
                <a:spcPct val="20000"/>
              </a:spcBef>
              <a:buClr>
                <a:schemeClr val="accent1">
                  <a:lumMod val="50000"/>
                </a:schemeClr>
              </a:buClr>
              <a:buFont typeface="Wingdings" pitchFamily="2" charset="2"/>
              <a:buChar char="l"/>
            </a:pPr>
            <a:r>
              <a:rPr lang="zh-CN" altLang="en-US" b="1" dirty="0">
                <a:effectLst>
                  <a:outerShdw blurRad="38100" dist="38100" dir="2700000" algn="tl">
                    <a:srgbClr val="000000">
                      <a:alpha val="43137"/>
                    </a:srgbClr>
                  </a:outerShdw>
                </a:effectLst>
                <a:latin typeface="+mn-lt"/>
                <a:ea typeface="楷体" pitchFamily="49" charset="-122"/>
              </a:rPr>
              <a:t>  结合方向：</a:t>
            </a:r>
            <a:r>
              <a:rPr lang="zh-CN" altLang="en-US" b="1" dirty="0">
                <a:solidFill>
                  <a:srgbClr val="FF33CC"/>
                </a:solidFill>
                <a:effectLst>
                  <a:outerShdw blurRad="38100" dist="38100" dir="2700000" algn="tl">
                    <a:srgbClr val="000000">
                      <a:alpha val="43137"/>
                    </a:srgbClr>
                  </a:outerShdw>
                </a:effectLst>
                <a:latin typeface="+mn-lt"/>
                <a:ea typeface="楷体" pitchFamily="49" charset="-122"/>
              </a:rPr>
              <a:t>自右向左</a:t>
            </a:r>
          </a:p>
          <a:p>
            <a:pPr marL="1143000" lvl="2" indent="-228600">
              <a:spcBef>
                <a:spcPct val="20000"/>
              </a:spcBef>
              <a:buClr>
                <a:schemeClr val="accent1">
                  <a:lumMod val="50000"/>
                </a:schemeClr>
              </a:buClr>
            </a:pPr>
            <a:r>
              <a:rPr lang="zh-CN" altLang="en-US" b="1" dirty="0">
                <a:effectLst>
                  <a:outerShdw blurRad="38100" dist="38100" dir="2700000" algn="tl">
                    <a:srgbClr val="000000">
                      <a:alpha val="43137"/>
                    </a:srgbClr>
                  </a:outerShdw>
                </a:effectLst>
                <a:latin typeface="+mn-lt"/>
                <a:ea typeface="楷体" pitchFamily="49" charset="-122"/>
              </a:rPr>
              <a:t>  </a:t>
            </a:r>
            <a:r>
              <a:rPr lang="zh-CN" altLang="en-US" b="1" dirty="0">
                <a:solidFill>
                  <a:srgbClr val="0033CC"/>
                </a:solidFill>
                <a:effectLst>
                  <a:outerShdw blurRad="38100" dist="38100" dir="2700000" algn="tl">
                    <a:srgbClr val="000000">
                      <a:alpha val="43137"/>
                    </a:srgbClr>
                  </a:outerShdw>
                </a:effectLst>
                <a:latin typeface="+mn-lt"/>
                <a:ea typeface="楷体" pitchFamily="49" charset="-122"/>
              </a:rPr>
              <a:t>如 </a:t>
            </a:r>
            <a:r>
              <a:rPr lang="en-US" altLang="zh-CN" b="1" dirty="0">
                <a:solidFill>
                  <a:srgbClr val="0033CC"/>
                </a:solidFill>
                <a:effectLst>
                  <a:outerShdw blurRad="38100" dist="38100" dir="2700000" algn="tl">
                    <a:srgbClr val="000000">
                      <a:alpha val="43137"/>
                    </a:srgbClr>
                  </a:outerShdw>
                </a:effectLst>
                <a:latin typeface="+mn-lt"/>
                <a:ea typeface="楷体" pitchFamily="49" charset="-122"/>
              </a:rPr>
              <a:t>a &gt; b ? a : c &gt; d ? c : d </a:t>
            </a:r>
            <a:r>
              <a:rPr lang="en-US" altLang="zh-CN" b="1" dirty="0">
                <a:solidFill>
                  <a:srgbClr val="0033CC"/>
                </a:solidFill>
                <a:effectLst>
                  <a:outerShdw blurRad="38100" dist="38100" dir="2700000" algn="tl">
                    <a:srgbClr val="000000">
                      <a:alpha val="43137"/>
                    </a:srgbClr>
                  </a:outerShdw>
                </a:effectLst>
                <a:latin typeface="+mn-lt"/>
                <a:ea typeface="楷体" pitchFamily="49" charset="-122"/>
                <a:sym typeface="Symbol" pitchFamily="18" charset="2"/>
              </a:rPr>
              <a:t> a &gt; b ? a : (c &gt; d ? c : d)</a:t>
            </a:r>
          </a:p>
          <a:p>
            <a:pPr marL="685800" lvl="1" indent="-228600">
              <a:spcBef>
                <a:spcPct val="20000"/>
              </a:spcBef>
              <a:buClr>
                <a:schemeClr val="accent1">
                  <a:lumMod val="50000"/>
                </a:schemeClr>
              </a:buClr>
              <a:buFont typeface="Wingdings" pitchFamily="2" charset="2"/>
              <a:buChar char="l"/>
            </a:pPr>
            <a:r>
              <a:rPr lang="en-US" altLang="zh-CN" b="1" dirty="0">
                <a:effectLst>
                  <a:outerShdw blurRad="38100" dist="38100" dir="2700000" algn="tl">
                    <a:srgbClr val="000000">
                      <a:alpha val="43137"/>
                    </a:srgbClr>
                  </a:outerShdw>
                </a:effectLst>
                <a:latin typeface="+mn-lt"/>
                <a:ea typeface="楷体" pitchFamily="49" charset="-122"/>
              </a:rPr>
              <a:t>  expr1</a:t>
            </a:r>
            <a:r>
              <a:rPr lang="zh-CN" altLang="en-US" b="1" dirty="0">
                <a:effectLst>
                  <a:outerShdw blurRad="38100" dist="38100" dir="2700000" algn="tl">
                    <a:srgbClr val="000000">
                      <a:alpha val="43137"/>
                    </a:srgbClr>
                  </a:outerShdw>
                </a:effectLst>
                <a:latin typeface="+mn-lt"/>
                <a:ea typeface="楷体" pitchFamily="49" charset="-122"/>
              </a:rPr>
              <a:t>、</a:t>
            </a:r>
            <a:r>
              <a:rPr lang="en-US" altLang="zh-CN" b="1" dirty="0">
                <a:effectLst>
                  <a:outerShdw blurRad="38100" dist="38100" dir="2700000" algn="tl">
                    <a:srgbClr val="000000">
                      <a:alpha val="43137"/>
                    </a:srgbClr>
                  </a:outerShdw>
                </a:effectLst>
                <a:latin typeface="+mn-lt"/>
                <a:ea typeface="楷体" pitchFamily="49" charset="-122"/>
              </a:rPr>
              <a:t>expr2</a:t>
            </a:r>
            <a:r>
              <a:rPr lang="zh-CN" altLang="en-US" b="1" dirty="0">
                <a:effectLst>
                  <a:outerShdw blurRad="38100" dist="38100" dir="2700000" algn="tl">
                    <a:srgbClr val="000000">
                      <a:alpha val="43137"/>
                    </a:srgbClr>
                  </a:outerShdw>
                </a:effectLst>
                <a:latin typeface="+mn-lt"/>
                <a:ea typeface="楷体" pitchFamily="49" charset="-122"/>
              </a:rPr>
              <a:t>、</a:t>
            </a:r>
            <a:r>
              <a:rPr lang="en-US" altLang="zh-CN" b="1" dirty="0">
                <a:effectLst>
                  <a:outerShdw blurRad="38100" dist="38100" dir="2700000" algn="tl">
                    <a:srgbClr val="000000">
                      <a:alpha val="43137"/>
                    </a:srgbClr>
                  </a:outerShdw>
                </a:effectLst>
                <a:latin typeface="+mn-lt"/>
                <a:ea typeface="楷体" pitchFamily="49" charset="-122"/>
              </a:rPr>
              <a:t>expr3</a:t>
            </a:r>
            <a:r>
              <a:rPr lang="zh-CN" altLang="en-US" b="1" dirty="0">
                <a:effectLst>
                  <a:outerShdw blurRad="38100" dist="38100" dir="2700000" algn="tl">
                    <a:srgbClr val="000000">
                      <a:alpha val="43137"/>
                    </a:srgbClr>
                  </a:outerShdw>
                </a:effectLst>
                <a:latin typeface="+mn-lt"/>
                <a:ea typeface="楷体" pitchFamily="49" charset="-122"/>
              </a:rPr>
              <a:t>类型可不同，表达式值取较高的类型</a:t>
            </a:r>
          </a:p>
        </p:txBody>
      </p:sp>
      <p:sp>
        <p:nvSpPr>
          <p:cNvPr id="845858" name="Text Box 34"/>
          <p:cNvSpPr txBox="1">
            <a:spLocks noChangeArrowheads="1"/>
          </p:cNvSpPr>
          <p:nvPr/>
        </p:nvSpPr>
        <p:spPr bwMode="auto">
          <a:xfrm>
            <a:off x="1538547" y="4869160"/>
            <a:ext cx="9453997" cy="830997"/>
          </a:xfrm>
          <a:prstGeom prst="rect">
            <a:avLst/>
          </a:prstGeom>
          <a:solidFill>
            <a:schemeClr val="bg1"/>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FF33CC"/>
                </a:solidFill>
                <a:effectLst>
                  <a:outerShdw blurRad="38100" dist="38100" dir="2700000" algn="tl">
                    <a:srgbClr val="C0C0C0"/>
                  </a:outerShdw>
                </a:effectLst>
                <a:latin typeface="隶书" pitchFamily="49" charset="-122"/>
                <a:ea typeface="隶书" pitchFamily="49" charset="-122"/>
              </a:rPr>
              <a:t>例</a:t>
            </a:r>
            <a:r>
              <a:rPr lang="en-US" altLang="zh-CN" b="1" dirty="0">
                <a:solidFill>
                  <a:srgbClr val="FF33CC"/>
                </a:solidFill>
                <a:effectLst>
                  <a:outerShdw blurRad="38100" dist="38100" dir="2700000" algn="tl">
                    <a:srgbClr val="C0C0C0"/>
                  </a:outerShdw>
                </a:effectLst>
                <a:latin typeface="隶书" pitchFamily="49" charset="-122"/>
                <a:ea typeface="隶书" pitchFamily="49" charset="-122"/>
              </a:rPr>
              <a:t>:</a:t>
            </a:r>
            <a:r>
              <a:rPr lang="zh-CN" altLang="en-US" b="1" dirty="0">
                <a:solidFill>
                  <a:srgbClr val="FF3300"/>
                </a:solidFill>
                <a:effectLst>
                  <a:outerShdw blurRad="38100" dist="38100" dir="2700000" algn="tl">
                    <a:srgbClr val="C0C0C0"/>
                  </a:outerShdw>
                </a:effectLst>
                <a:latin typeface="+mn-lt"/>
                <a:ea typeface="楷体" pitchFamily="49" charset="-122"/>
              </a:rPr>
              <a:t> </a:t>
            </a:r>
            <a:r>
              <a:rPr lang="zh-CN" altLang="en-US" b="1" dirty="0">
                <a:effectLst>
                  <a:outerShdw blurRad="38100" dist="38100" dir="2700000" algn="tl">
                    <a:srgbClr val="C0C0C0"/>
                  </a:outerShdw>
                </a:effectLst>
                <a:latin typeface="+mn-lt"/>
                <a:ea typeface="楷体" pitchFamily="49" charset="-122"/>
              </a:rPr>
              <a:t> </a:t>
            </a:r>
            <a:r>
              <a:rPr lang="en-US" altLang="zh-CN" b="1" dirty="0">
                <a:effectLst>
                  <a:outerShdw blurRad="38100" dist="38100" dir="2700000" algn="tl">
                    <a:srgbClr val="C0C0C0"/>
                  </a:outerShdw>
                </a:effectLst>
                <a:latin typeface="+mn-lt"/>
                <a:ea typeface="楷体" pitchFamily="49" charset="-122"/>
              </a:rPr>
              <a:t>x ? </a:t>
            </a:r>
            <a:r>
              <a:rPr lang="en-US" altLang="zh-CN" b="1" dirty="0">
                <a:ea typeface="楷体_GB2312" pitchFamily="49" charset="-122"/>
              </a:rPr>
              <a:t>'</a:t>
            </a:r>
            <a:r>
              <a:rPr lang="en-US" altLang="zh-CN" b="1" dirty="0">
                <a:effectLst>
                  <a:outerShdw blurRad="38100" dist="38100" dir="2700000" algn="tl">
                    <a:srgbClr val="C0C0C0"/>
                  </a:outerShdw>
                </a:effectLst>
                <a:latin typeface="+mn-lt"/>
                <a:ea typeface="楷体" pitchFamily="49" charset="-122"/>
              </a:rPr>
              <a:t>a</a:t>
            </a:r>
            <a:r>
              <a:rPr lang="en-US" altLang="zh-CN" b="1" dirty="0">
                <a:ea typeface="楷体_GB2312" pitchFamily="49" charset="-122"/>
              </a:rPr>
              <a:t>'</a:t>
            </a:r>
            <a:r>
              <a:rPr lang="en-US" altLang="zh-CN" b="1" dirty="0">
                <a:effectLst>
                  <a:outerShdw blurRad="38100" dist="38100" dir="2700000" algn="tl">
                    <a:srgbClr val="C0C0C0"/>
                  </a:outerShdw>
                </a:effectLst>
                <a:latin typeface="+mn-lt"/>
                <a:ea typeface="楷体" pitchFamily="49" charset="-122"/>
              </a:rPr>
              <a:t> : </a:t>
            </a:r>
            <a:r>
              <a:rPr lang="en-US" altLang="zh-CN" b="1" dirty="0">
                <a:ea typeface="楷体_GB2312" pitchFamily="49" charset="-122"/>
              </a:rPr>
              <a:t>'</a:t>
            </a:r>
            <a:r>
              <a:rPr lang="en-US" altLang="zh-CN" b="1" dirty="0">
                <a:effectLst>
                  <a:outerShdw blurRad="38100" dist="38100" dir="2700000" algn="tl">
                    <a:srgbClr val="C0C0C0"/>
                  </a:outerShdw>
                </a:effectLst>
                <a:latin typeface="+mn-lt"/>
                <a:ea typeface="楷体" pitchFamily="49" charset="-122"/>
              </a:rPr>
              <a:t>b</a:t>
            </a:r>
            <a:r>
              <a:rPr lang="en-US" altLang="zh-CN" b="1" dirty="0">
                <a:ea typeface="楷体_GB2312" pitchFamily="49" charset="-122"/>
              </a:rPr>
              <a:t>'</a:t>
            </a:r>
            <a:r>
              <a:rPr lang="en-US" altLang="zh-CN" b="1" dirty="0">
                <a:effectLst>
                  <a:outerShdw blurRad="38100" dist="38100" dir="2700000" algn="tl">
                    <a:srgbClr val="C0C0C0"/>
                  </a:outerShdw>
                </a:effectLst>
                <a:latin typeface="+mn-lt"/>
                <a:ea typeface="楷体" pitchFamily="49" charset="-122"/>
              </a:rPr>
              <a:t>           </a:t>
            </a:r>
            <a:r>
              <a:rPr lang="en-US" altLang="zh-CN" b="1" dirty="0">
                <a:solidFill>
                  <a:srgbClr val="0033CC"/>
                </a:solidFill>
                <a:effectLst>
                  <a:outerShdw blurRad="38100" dist="38100" dir="2700000" algn="tl">
                    <a:srgbClr val="C0C0C0"/>
                  </a:outerShdw>
                </a:effectLst>
                <a:latin typeface="+mn-lt"/>
                <a:ea typeface="楷体" pitchFamily="49" charset="-122"/>
              </a:rPr>
              <a:t>//x = 0, </a:t>
            </a:r>
            <a:r>
              <a:rPr lang="zh-CN" altLang="zh-CN" b="1" dirty="0">
                <a:solidFill>
                  <a:srgbClr val="0033CC"/>
                </a:solidFill>
                <a:effectLst>
                  <a:outerShdw blurRad="38100" dist="38100" dir="2700000" algn="tl">
                    <a:srgbClr val="C0C0C0"/>
                  </a:outerShdw>
                </a:effectLst>
                <a:latin typeface="+mn-lt"/>
                <a:ea typeface="楷体" pitchFamily="49" charset="-122"/>
              </a:rPr>
              <a:t>表达式值为</a:t>
            </a:r>
            <a:r>
              <a:rPr lang="en-US" altLang="zh-CN" b="1" dirty="0">
                <a:solidFill>
                  <a:srgbClr val="0033CC"/>
                </a:solidFill>
                <a:ea typeface="楷体_GB2312" pitchFamily="49" charset="-122"/>
              </a:rPr>
              <a:t>'</a:t>
            </a:r>
            <a:r>
              <a:rPr lang="en-US" altLang="zh-CN" b="1" dirty="0">
                <a:solidFill>
                  <a:srgbClr val="0033CC"/>
                </a:solidFill>
                <a:effectLst>
                  <a:outerShdw blurRad="38100" dist="38100" dir="2700000" algn="tl">
                    <a:srgbClr val="C0C0C0"/>
                  </a:outerShdw>
                </a:effectLst>
                <a:latin typeface="+mn-lt"/>
                <a:ea typeface="楷体" pitchFamily="49" charset="-122"/>
              </a:rPr>
              <a:t>b</a:t>
            </a:r>
            <a:r>
              <a:rPr lang="en-US" altLang="zh-CN" b="1" dirty="0">
                <a:solidFill>
                  <a:srgbClr val="0033CC"/>
                </a:solidFill>
                <a:ea typeface="楷体_GB2312" pitchFamily="49" charset="-122"/>
              </a:rPr>
              <a:t>'</a:t>
            </a:r>
            <a:r>
              <a:rPr lang="en-US" altLang="zh-CN" b="1" dirty="0">
                <a:solidFill>
                  <a:srgbClr val="0033CC"/>
                </a:solidFill>
                <a:effectLst>
                  <a:outerShdw blurRad="38100" dist="38100" dir="2700000" algn="tl">
                    <a:srgbClr val="C0C0C0"/>
                  </a:outerShdw>
                </a:effectLst>
                <a:latin typeface="+mn-lt"/>
                <a:ea typeface="楷体" pitchFamily="49" charset="-122"/>
              </a:rPr>
              <a:t>;  x≠0, </a:t>
            </a:r>
            <a:r>
              <a:rPr lang="zh-CN" altLang="zh-CN" b="1" dirty="0">
                <a:solidFill>
                  <a:srgbClr val="0033CC"/>
                </a:solidFill>
                <a:effectLst>
                  <a:outerShdw blurRad="38100" dist="38100" dir="2700000" algn="tl">
                    <a:srgbClr val="C0C0C0"/>
                  </a:outerShdw>
                </a:effectLst>
                <a:latin typeface="+mn-lt"/>
                <a:ea typeface="楷体" pitchFamily="49" charset="-122"/>
              </a:rPr>
              <a:t>表达式值为</a:t>
            </a:r>
            <a:r>
              <a:rPr lang="en-US" altLang="zh-CN" b="1" dirty="0">
                <a:solidFill>
                  <a:srgbClr val="0033CC"/>
                </a:solidFill>
                <a:ea typeface="楷体_GB2312" pitchFamily="49" charset="-122"/>
              </a:rPr>
              <a:t>'</a:t>
            </a:r>
            <a:r>
              <a:rPr lang="en-US" altLang="zh-CN" b="1" dirty="0">
                <a:solidFill>
                  <a:srgbClr val="0033CC"/>
                </a:solidFill>
                <a:effectLst>
                  <a:outerShdw blurRad="38100" dist="38100" dir="2700000" algn="tl">
                    <a:srgbClr val="C0C0C0"/>
                  </a:outerShdw>
                </a:effectLst>
                <a:latin typeface="+mn-lt"/>
                <a:ea typeface="楷体" pitchFamily="49" charset="-122"/>
              </a:rPr>
              <a:t>a</a:t>
            </a:r>
            <a:r>
              <a:rPr lang="en-US" altLang="zh-CN" b="1" dirty="0">
                <a:solidFill>
                  <a:srgbClr val="0033CC"/>
                </a:solidFill>
                <a:ea typeface="楷体_GB2312" pitchFamily="49" charset="-122"/>
              </a:rPr>
              <a:t>'</a:t>
            </a:r>
            <a:endParaRPr lang="en-US" altLang="zh-CN" b="1" dirty="0">
              <a:solidFill>
                <a:srgbClr val="0033CC"/>
              </a:solidFill>
              <a:effectLst>
                <a:outerShdw blurRad="38100" dist="38100" dir="2700000" algn="tl">
                  <a:srgbClr val="C0C0C0"/>
                </a:outerShdw>
              </a:effectLst>
              <a:latin typeface="+mn-lt"/>
              <a:ea typeface="楷体" pitchFamily="49" charset="-122"/>
            </a:endParaRPr>
          </a:p>
          <a:p>
            <a:r>
              <a:rPr lang="en-US" altLang="zh-CN" b="1" dirty="0">
                <a:effectLst>
                  <a:outerShdw blurRad="38100" dist="38100" dir="2700000" algn="tl">
                    <a:srgbClr val="C0C0C0"/>
                  </a:outerShdw>
                </a:effectLst>
                <a:latin typeface="+mn-lt"/>
                <a:ea typeface="楷体" pitchFamily="49" charset="-122"/>
              </a:rPr>
              <a:t>        x &gt; y ? 1 : 1.5      </a:t>
            </a:r>
            <a:r>
              <a:rPr lang="en-US" altLang="zh-CN" b="1" dirty="0">
                <a:solidFill>
                  <a:srgbClr val="0033CC"/>
                </a:solidFill>
                <a:effectLst>
                  <a:outerShdw blurRad="38100" dist="38100" dir="2700000" algn="tl">
                    <a:srgbClr val="C0C0C0"/>
                  </a:outerShdw>
                </a:effectLst>
                <a:latin typeface="+mn-lt"/>
                <a:ea typeface="楷体" pitchFamily="49" charset="-122"/>
              </a:rPr>
              <a:t>//x &gt; y, </a:t>
            </a:r>
            <a:r>
              <a:rPr lang="zh-CN" altLang="zh-CN" b="1" dirty="0">
                <a:solidFill>
                  <a:srgbClr val="0033CC"/>
                </a:solidFill>
                <a:effectLst>
                  <a:outerShdw blurRad="38100" dist="38100" dir="2700000" algn="tl">
                    <a:srgbClr val="C0C0C0"/>
                  </a:outerShdw>
                </a:effectLst>
                <a:latin typeface="+mn-lt"/>
                <a:ea typeface="楷体" pitchFamily="49" charset="-122"/>
              </a:rPr>
              <a:t>值为1.0;  </a:t>
            </a:r>
            <a:r>
              <a:rPr lang="en-US" altLang="zh-CN" b="1" dirty="0">
                <a:solidFill>
                  <a:srgbClr val="0033CC"/>
                </a:solidFill>
                <a:effectLst>
                  <a:outerShdw blurRad="38100" dist="38100" dir="2700000" algn="tl">
                    <a:srgbClr val="C0C0C0"/>
                  </a:outerShdw>
                </a:effectLst>
                <a:latin typeface="+mn-lt"/>
                <a:ea typeface="楷体" pitchFamily="49" charset="-122"/>
              </a:rPr>
              <a:t>x &lt; y, </a:t>
            </a:r>
            <a:r>
              <a:rPr lang="zh-CN" altLang="zh-CN" b="1" dirty="0">
                <a:solidFill>
                  <a:srgbClr val="0033CC"/>
                </a:solidFill>
                <a:effectLst>
                  <a:outerShdw blurRad="38100" dist="38100" dir="2700000" algn="tl">
                    <a:srgbClr val="C0C0C0"/>
                  </a:outerShdw>
                </a:effectLst>
                <a:latin typeface="+mn-lt"/>
                <a:ea typeface="楷体" pitchFamily="49" charset="-122"/>
              </a:rPr>
              <a:t>值为1.5</a:t>
            </a:r>
            <a:endParaRPr lang="en-US" altLang="zh-CN" b="1" dirty="0">
              <a:solidFill>
                <a:srgbClr val="0033CC"/>
              </a:solidFill>
              <a:effectLst>
                <a:outerShdw blurRad="38100" dist="38100" dir="2700000" algn="tl">
                  <a:srgbClr val="C0C0C0"/>
                </a:outerShdw>
              </a:effectLst>
              <a:latin typeface="+mn-lt"/>
              <a:ea typeface="楷体" pitchFamily="49" charset="-122"/>
            </a:endParaRPr>
          </a:p>
        </p:txBody>
      </p:sp>
      <p:grpSp>
        <p:nvGrpSpPr>
          <p:cNvPr id="845827" name="Group 3"/>
          <p:cNvGrpSpPr>
            <a:grpSpLocks/>
          </p:cNvGrpSpPr>
          <p:nvPr/>
        </p:nvGrpSpPr>
        <p:grpSpPr bwMode="auto">
          <a:xfrm>
            <a:off x="2724322" y="2213662"/>
            <a:ext cx="7980364" cy="1570038"/>
            <a:chOff x="806" y="2023"/>
            <a:chExt cx="5027" cy="989"/>
          </a:xfrm>
        </p:grpSpPr>
        <p:sp>
          <p:nvSpPr>
            <p:cNvPr id="845828" name="Text Box 4"/>
            <p:cNvSpPr txBox="1">
              <a:spLocks noChangeArrowheads="1"/>
            </p:cNvSpPr>
            <p:nvPr/>
          </p:nvSpPr>
          <p:spPr bwMode="auto">
            <a:xfrm>
              <a:off x="806" y="2023"/>
              <a:ext cx="2100" cy="989"/>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r>
                <a:rPr lang="zh-CN" altLang="en-US" b="1" dirty="0">
                  <a:solidFill>
                    <a:srgbClr val="FF33CC"/>
                  </a:solidFill>
                  <a:effectLst>
                    <a:outerShdw blurRad="38100" dist="38100" dir="2700000" algn="tl">
                      <a:srgbClr val="C0C0C0"/>
                    </a:outerShdw>
                  </a:effectLst>
                  <a:latin typeface="+mn-lt"/>
                  <a:ea typeface="隶书" pitchFamily="49" charset="-122"/>
                </a:rPr>
                <a:t>例：</a:t>
              </a:r>
              <a:r>
                <a:rPr lang="en-US" altLang="zh-CN" b="1" dirty="0">
                  <a:effectLst>
                    <a:outerShdw blurRad="38100" dist="38100" dir="2700000" algn="tl">
                      <a:srgbClr val="C0C0C0"/>
                    </a:outerShdw>
                  </a:effectLst>
                  <a:latin typeface="+mn-lt"/>
                </a:rPr>
                <a:t>if (a&gt;b)</a:t>
              </a:r>
            </a:p>
            <a:p>
              <a:r>
                <a:rPr lang="en-US" altLang="zh-CN" b="1" dirty="0">
                  <a:effectLst>
                    <a:outerShdw blurRad="38100" dist="38100" dir="2700000" algn="tl">
                      <a:srgbClr val="C0C0C0"/>
                    </a:outerShdw>
                  </a:effectLst>
                  <a:latin typeface="+mn-lt"/>
                </a:rPr>
                <a:t>            </a:t>
              </a:r>
              <a:r>
                <a:rPr lang="en-US" altLang="zh-CN" b="1" dirty="0" err="1">
                  <a:effectLst>
                    <a:outerShdw blurRad="38100" dist="38100" dir="2700000" algn="tl">
                      <a:srgbClr val="C0C0C0"/>
                    </a:outerShdw>
                  </a:effectLst>
                  <a:latin typeface="+mn-lt"/>
                </a:rPr>
                <a:t>printf</a:t>
              </a:r>
              <a:r>
                <a:rPr lang="en-US" altLang="zh-CN" b="1" dirty="0">
                  <a:effectLst>
                    <a:outerShdw blurRad="38100" dist="38100" dir="2700000" algn="tl">
                      <a:srgbClr val="C0C0C0"/>
                    </a:outerShdw>
                  </a:effectLst>
                  <a:latin typeface="+mn-lt"/>
                </a:rPr>
                <a:t>(</a:t>
              </a:r>
              <a:r>
                <a:rPr lang="en-US" altLang="zh-CN" b="1" dirty="0">
                  <a:effectLst>
                    <a:outerShdw blurRad="38100" dist="38100" dir="2700000" algn="tl">
                      <a:srgbClr val="FFFFFF"/>
                    </a:outerShdw>
                  </a:effectLst>
                  <a:ea typeface="楷体_GB2312" pitchFamily="49" charset="-122"/>
                </a:rPr>
                <a:t>"</a:t>
              </a:r>
              <a:r>
                <a:rPr lang="en-US" altLang="zh-CN" b="1" dirty="0">
                  <a:effectLst>
                    <a:outerShdw blurRad="38100" dist="38100" dir="2700000" algn="tl">
                      <a:srgbClr val="C0C0C0"/>
                    </a:outerShdw>
                  </a:effectLst>
                  <a:latin typeface="+mn-lt"/>
                </a:rPr>
                <a:t>%d</a:t>
              </a:r>
              <a:r>
                <a:rPr lang="en-US" altLang="zh-CN" b="1" dirty="0">
                  <a:effectLst>
                    <a:outerShdw blurRad="38100" dist="38100" dir="2700000" algn="tl">
                      <a:srgbClr val="FFFFFF"/>
                    </a:outerShdw>
                  </a:effectLst>
                  <a:ea typeface="楷体_GB2312" pitchFamily="49" charset="-122"/>
                </a:rPr>
                <a:t>"</a:t>
              </a:r>
              <a:r>
                <a:rPr lang="en-US" altLang="zh-CN" b="1" dirty="0">
                  <a:effectLst>
                    <a:outerShdw blurRad="38100" dist="38100" dir="2700000" algn="tl">
                      <a:srgbClr val="C0C0C0"/>
                    </a:outerShdw>
                  </a:effectLst>
                  <a:latin typeface="+mn-lt"/>
                </a:rPr>
                <a:t>, a);</a:t>
              </a:r>
            </a:p>
            <a:p>
              <a:r>
                <a:rPr lang="en-US" altLang="zh-CN" b="1" dirty="0">
                  <a:effectLst>
                    <a:outerShdw blurRad="38100" dist="38100" dir="2700000" algn="tl">
                      <a:srgbClr val="C0C0C0"/>
                    </a:outerShdw>
                  </a:effectLst>
                  <a:latin typeface="+mn-lt"/>
                </a:rPr>
                <a:t>        else</a:t>
              </a:r>
            </a:p>
            <a:p>
              <a:r>
                <a:rPr lang="en-US" altLang="zh-CN" b="1" dirty="0">
                  <a:effectLst>
                    <a:outerShdw blurRad="38100" dist="38100" dir="2700000" algn="tl">
                      <a:srgbClr val="C0C0C0"/>
                    </a:outerShdw>
                  </a:effectLst>
                  <a:latin typeface="+mn-lt"/>
                </a:rPr>
                <a:t>            </a:t>
              </a:r>
              <a:r>
                <a:rPr lang="en-US" altLang="zh-CN" b="1" dirty="0" err="1">
                  <a:effectLst>
                    <a:outerShdw blurRad="38100" dist="38100" dir="2700000" algn="tl">
                      <a:srgbClr val="C0C0C0"/>
                    </a:outerShdw>
                  </a:effectLst>
                  <a:latin typeface="+mn-lt"/>
                </a:rPr>
                <a:t>printf</a:t>
              </a:r>
              <a:r>
                <a:rPr lang="en-US" altLang="zh-CN" b="1" dirty="0">
                  <a:effectLst>
                    <a:outerShdw blurRad="38100" dist="38100" dir="2700000" algn="tl">
                      <a:srgbClr val="C0C0C0"/>
                    </a:outerShdw>
                  </a:effectLst>
                  <a:latin typeface="+mn-lt"/>
                </a:rPr>
                <a:t>(</a:t>
              </a:r>
              <a:r>
                <a:rPr lang="en-US" altLang="zh-CN" b="1" dirty="0">
                  <a:effectLst>
                    <a:outerShdw blurRad="38100" dist="38100" dir="2700000" algn="tl">
                      <a:srgbClr val="FFFFFF"/>
                    </a:outerShdw>
                  </a:effectLst>
                  <a:ea typeface="楷体_GB2312" pitchFamily="49" charset="-122"/>
                </a:rPr>
                <a:t>"</a:t>
              </a:r>
              <a:r>
                <a:rPr lang="en-US" altLang="zh-CN" b="1" dirty="0">
                  <a:effectLst>
                    <a:outerShdw blurRad="38100" dist="38100" dir="2700000" algn="tl">
                      <a:srgbClr val="C0C0C0"/>
                    </a:outerShdw>
                  </a:effectLst>
                  <a:latin typeface="+mn-lt"/>
                </a:rPr>
                <a:t>%d</a:t>
              </a:r>
              <a:r>
                <a:rPr lang="en-US" altLang="zh-CN" b="1" dirty="0">
                  <a:effectLst>
                    <a:outerShdw blurRad="38100" dist="38100" dir="2700000" algn="tl">
                      <a:srgbClr val="FFFFFF"/>
                    </a:outerShdw>
                  </a:effectLst>
                  <a:ea typeface="楷体_GB2312" pitchFamily="49" charset="-122"/>
                </a:rPr>
                <a:t>"</a:t>
              </a:r>
              <a:r>
                <a:rPr lang="en-US" altLang="zh-CN" b="1" dirty="0">
                  <a:effectLst>
                    <a:outerShdw blurRad="38100" dist="38100" dir="2700000" algn="tl">
                      <a:srgbClr val="C0C0C0"/>
                    </a:outerShdw>
                  </a:effectLst>
                  <a:latin typeface="+mn-lt"/>
                </a:rPr>
                <a:t>, b);</a:t>
              </a:r>
            </a:p>
          </p:txBody>
        </p:sp>
        <p:sp>
          <p:nvSpPr>
            <p:cNvPr id="845829" name="AutoShape 5"/>
            <p:cNvSpPr>
              <a:spLocks noChangeArrowheads="1"/>
            </p:cNvSpPr>
            <p:nvPr/>
          </p:nvSpPr>
          <p:spPr bwMode="auto">
            <a:xfrm>
              <a:off x="2954" y="2388"/>
              <a:ext cx="573" cy="108"/>
            </a:xfrm>
            <a:prstGeom prst="leftRightArrow">
              <a:avLst>
                <a:gd name="adj1" fmla="val 50000"/>
                <a:gd name="adj2" fmla="val 126667"/>
              </a:avLst>
            </a:prstGeom>
            <a:solidFill>
              <a:schemeClr val="bg1"/>
            </a:solidFill>
            <a:ln w="38100">
              <a:solidFill>
                <a:srgbClr val="D60093"/>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845830" name="Text Box 6"/>
            <p:cNvSpPr txBox="1">
              <a:spLocks noChangeArrowheads="1"/>
            </p:cNvSpPr>
            <p:nvPr/>
          </p:nvSpPr>
          <p:spPr bwMode="auto">
            <a:xfrm>
              <a:off x="3579" y="2304"/>
              <a:ext cx="2254" cy="291"/>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C0C0C0"/>
                    </a:outerShdw>
                  </a:effectLst>
                  <a:latin typeface="+mn-lt"/>
                </a:rPr>
                <a:t> </a:t>
              </a:r>
              <a:r>
                <a:rPr lang="en-US" altLang="zh-CN" b="1" dirty="0" err="1">
                  <a:effectLst>
                    <a:outerShdw blurRad="38100" dist="38100" dir="2700000" algn="tl">
                      <a:srgbClr val="C0C0C0"/>
                    </a:outerShdw>
                  </a:effectLst>
                  <a:latin typeface="+mn-lt"/>
                </a:rPr>
                <a:t>printf</a:t>
              </a:r>
              <a:r>
                <a:rPr lang="en-US" altLang="zh-CN" b="1" dirty="0">
                  <a:effectLst>
                    <a:outerShdw blurRad="38100" dist="38100" dir="2700000" algn="tl">
                      <a:srgbClr val="C0C0C0"/>
                    </a:outerShdw>
                  </a:effectLst>
                  <a:latin typeface="+mn-lt"/>
                </a:rPr>
                <a:t>(</a:t>
              </a:r>
              <a:r>
                <a:rPr lang="en-US" altLang="zh-CN" b="1" dirty="0">
                  <a:effectLst>
                    <a:outerShdw blurRad="38100" dist="38100" dir="2700000" algn="tl">
                      <a:srgbClr val="FFFFFF"/>
                    </a:outerShdw>
                  </a:effectLst>
                  <a:ea typeface="楷体_GB2312" pitchFamily="49" charset="-122"/>
                </a:rPr>
                <a:t>"</a:t>
              </a:r>
              <a:r>
                <a:rPr lang="en-US" altLang="zh-CN" b="1" dirty="0">
                  <a:effectLst>
                    <a:outerShdw blurRad="38100" dist="38100" dir="2700000" algn="tl">
                      <a:srgbClr val="C0C0C0"/>
                    </a:outerShdw>
                  </a:effectLst>
                  <a:latin typeface="+mn-lt"/>
                </a:rPr>
                <a:t>%d</a:t>
              </a:r>
              <a:r>
                <a:rPr lang="en-US" altLang="zh-CN" b="1" dirty="0">
                  <a:effectLst>
                    <a:outerShdw blurRad="38100" dist="38100" dir="2700000" algn="tl">
                      <a:srgbClr val="FFFFFF"/>
                    </a:outerShdw>
                  </a:effectLst>
                  <a:ea typeface="楷体_GB2312" pitchFamily="49" charset="-122"/>
                </a:rPr>
                <a:t>"</a:t>
              </a:r>
              <a:r>
                <a:rPr lang="en-US" altLang="zh-CN" b="1" dirty="0">
                  <a:effectLst>
                    <a:outerShdw blurRad="38100" dist="38100" dir="2700000" algn="tl">
                      <a:srgbClr val="C0C0C0"/>
                    </a:outerShdw>
                  </a:effectLst>
                  <a:latin typeface="+mn-lt"/>
                </a:rPr>
                <a:t>, a&gt;</a:t>
              </a:r>
              <a:r>
                <a:rPr lang="en-US" altLang="zh-CN" b="1" dirty="0" err="1">
                  <a:effectLst>
                    <a:outerShdw blurRad="38100" dist="38100" dir="2700000" algn="tl">
                      <a:srgbClr val="C0C0C0"/>
                    </a:outerShdw>
                  </a:effectLst>
                  <a:latin typeface="+mn-lt"/>
                </a:rPr>
                <a:t>b?a:b</a:t>
              </a:r>
              <a:r>
                <a:rPr lang="en-US" altLang="zh-CN" b="1" dirty="0">
                  <a:effectLst>
                    <a:outerShdw blurRad="38100" dist="38100" dir="2700000" algn="tl">
                      <a:srgbClr val="C0C0C0"/>
                    </a:outerShdw>
                  </a:effectLst>
                  <a:latin typeface="+mn-lt"/>
                </a:rPr>
                <a:t>);</a:t>
              </a:r>
            </a:p>
          </p:txBody>
        </p:sp>
      </p:grpSp>
      <p:grpSp>
        <p:nvGrpSpPr>
          <p:cNvPr id="845867" name="Group 43"/>
          <p:cNvGrpSpPr>
            <a:grpSpLocks/>
          </p:cNvGrpSpPr>
          <p:nvPr/>
        </p:nvGrpSpPr>
        <p:grpSpPr bwMode="auto">
          <a:xfrm>
            <a:off x="-9117" y="0"/>
            <a:ext cx="446088" cy="6858000"/>
            <a:chOff x="0" y="0"/>
            <a:chExt cx="281" cy="4320"/>
          </a:xfrm>
        </p:grpSpPr>
        <p:sp>
          <p:nvSpPr>
            <p:cNvPr id="845868" name="Text Box 4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45869" name="Text Box 4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845831" name="Text Box 7"/>
          <p:cNvSpPr txBox="1">
            <a:spLocks noChangeArrowheads="1"/>
          </p:cNvSpPr>
          <p:nvPr/>
        </p:nvSpPr>
        <p:spPr bwMode="auto">
          <a:xfrm>
            <a:off x="1507612" y="2252592"/>
            <a:ext cx="7370765" cy="830997"/>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FF33CC"/>
                </a:solidFill>
                <a:effectLst>
                  <a:outerShdw blurRad="38100" dist="38100" dir="2700000" algn="tl">
                    <a:srgbClr val="C0C0C0"/>
                  </a:outerShdw>
                </a:effectLst>
                <a:latin typeface="隶书" pitchFamily="49" charset="-122"/>
                <a:ea typeface="隶书" pitchFamily="49" charset="-122"/>
              </a:rPr>
              <a:t>例：</a:t>
            </a:r>
            <a:r>
              <a:rPr lang="zh-CN" altLang="en-US" dirty="0">
                <a:latin typeface="+mn-lt"/>
                <a:ea typeface="楷体" pitchFamily="49" charset="-122"/>
              </a:rPr>
              <a:t> </a:t>
            </a:r>
            <a:r>
              <a:rPr lang="zh-CN" altLang="en-US" b="1" dirty="0">
                <a:effectLst>
                  <a:outerShdw blurRad="38100" dist="38100" dir="2700000" algn="tl">
                    <a:srgbClr val="C0C0C0"/>
                  </a:outerShdw>
                </a:effectLst>
                <a:latin typeface="+mn-lt"/>
                <a:ea typeface="楷体" pitchFamily="49" charset="-122"/>
              </a:rPr>
              <a:t>求 </a:t>
            </a:r>
            <a:r>
              <a:rPr lang="en-US" altLang="zh-CN" b="1" dirty="0">
                <a:effectLst>
                  <a:outerShdw blurRad="38100" dist="38100" dir="2700000" algn="tl">
                    <a:srgbClr val="C0C0C0"/>
                  </a:outerShdw>
                </a:effectLst>
                <a:latin typeface="+mn-lt"/>
                <a:ea typeface="楷体" pitchFamily="49" charset="-122"/>
              </a:rPr>
              <a:t>a + |b|</a:t>
            </a:r>
          </a:p>
          <a:p>
            <a:r>
              <a:rPr lang="en-US" altLang="zh-CN" b="1" dirty="0">
                <a:effectLst>
                  <a:outerShdw blurRad="38100" dist="38100" dir="2700000" algn="tl">
                    <a:srgbClr val="C0C0C0"/>
                  </a:outerShdw>
                </a:effectLst>
                <a:latin typeface="+mn-lt"/>
                <a:ea typeface="楷体" pitchFamily="49" charset="-122"/>
              </a:rPr>
              <a:t>         </a:t>
            </a:r>
            <a:r>
              <a:rPr lang="en-US" altLang="zh-CN" b="1" dirty="0" err="1">
                <a:effectLst>
                  <a:outerShdw blurRad="38100" dist="38100" dir="2700000" algn="tl">
                    <a:srgbClr val="C0C0C0"/>
                  </a:outerShdw>
                </a:effectLst>
                <a:latin typeface="+mn-lt"/>
                <a:ea typeface="楷体" pitchFamily="49" charset="-122"/>
              </a:rPr>
              <a:t>printf</a:t>
            </a:r>
            <a:r>
              <a:rPr lang="en-US" altLang="zh-CN" b="1" dirty="0">
                <a:effectLst>
                  <a:outerShdw blurRad="38100" dist="38100" dir="2700000" algn="tl">
                    <a:srgbClr val="C0C0C0"/>
                  </a:outerShdw>
                </a:effectLst>
                <a:latin typeface="+mn-lt"/>
                <a:ea typeface="楷体" pitchFamily="49" charset="-122"/>
              </a:rPr>
              <a:t>(</a:t>
            </a:r>
            <a:r>
              <a:rPr lang="en-US" altLang="zh-CN" b="1" dirty="0">
                <a:effectLst>
                  <a:outerShdw blurRad="38100" dist="38100" dir="2700000" algn="tl">
                    <a:srgbClr val="FFFFFF"/>
                  </a:outerShdw>
                </a:effectLst>
                <a:ea typeface="楷体_GB2312" pitchFamily="49" charset="-122"/>
              </a:rPr>
              <a:t>"</a:t>
            </a:r>
            <a:r>
              <a:rPr lang="en-US" altLang="zh-CN" b="1" dirty="0">
                <a:effectLst>
                  <a:outerShdw blurRad="38100" dist="38100" dir="2700000" algn="tl">
                    <a:srgbClr val="C0C0C0"/>
                  </a:outerShdw>
                </a:effectLst>
                <a:latin typeface="+mn-lt"/>
                <a:ea typeface="楷体" pitchFamily="49" charset="-122"/>
              </a:rPr>
              <a:t>a + |b| = %d\n</a:t>
            </a:r>
            <a:r>
              <a:rPr lang="en-US" altLang="zh-CN" b="1" dirty="0">
                <a:effectLst>
                  <a:outerShdw blurRad="38100" dist="38100" dir="2700000" algn="tl">
                    <a:srgbClr val="FFFFFF"/>
                  </a:outerShdw>
                </a:effectLst>
                <a:ea typeface="楷体_GB2312" pitchFamily="49" charset="-122"/>
              </a:rPr>
              <a:t>"</a:t>
            </a:r>
            <a:r>
              <a:rPr lang="en-US" altLang="zh-CN" b="1" dirty="0">
                <a:effectLst>
                  <a:outerShdw blurRad="38100" dist="38100" dir="2700000" algn="tl">
                    <a:srgbClr val="C0C0C0"/>
                  </a:outerShdw>
                </a:effectLst>
                <a:latin typeface="+mn-lt"/>
                <a:ea typeface="楷体" pitchFamily="49" charset="-122"/>
              </a:rPr>
              <a:t>, b &gt; 0? a + b : a - b);</a:t>
            </a:r>
          </a:p>
        </p:txBody>
      </p:sp>
      <p:sp>
        <p:nvSpPr>
          <p:cNvPr id="845848" name="Text Box 24"/>
          <p:cNvSpPr txBox="1">
            <a:spLocks noChangeArrowheads="1"/>
          </p:cNvSpPr>
          <p:nvPr/>
        </p:nvSpPr>
        <p:spPr bwMode="auto">
          <a:xfrm>
            <a:off x="1512929" y="2269419"/>
            <a:ext cx="7365448" cy="156966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FF33CC"/>
                </a:solidFill>
                <a:effectLst>
                  <a:outerShdw blurRad="38100" dist="38100" dir="2700000" algn="tl">
                    <a:srgbClr val="C0C0C0"/>
                  </a:outerShdw>
                </a:effectLst>
                <a:latin typeface="隶书" pitchFamily="49" charset="-122"/>
                <a:ea typeface="隶书" pitchFamily="49" charset="-122"/>
              </a:rPr>
              <a:t>例：</a:t>
            </a:r>
            <a:r>
              <a:rPr lang="en-US" altLang="zh-CN" b="1" dirty="0">
                <a:effectLst>
                  <a:outerShdw blurRad="38100" dist="38100" dir="2700000" algn="tl">
                    <a:srgbClr val="C0C0C0"/>
                  </a:outerShdw>
                </a:effectLst>
                <a:latin typeface="+mn-lt"/>
              </a:rPr>
              <a:t>(a == b) ? </a:t>
            </a:r>
            <a:r>
              <a:rPr lang="en-US" altLang="zh-CN" b="1" dirty="0">
                <a:ea typeface="楷体_GB2312" pitchFamily="49" charset="-122"/>
              </a:rPr>
              <a:t> '</a:t>
            </a:r>
            <a:r>
              <a:rPr lang="en-US" altLang="zh-CN" b="1" dirty="0">
                <a:effectLst>
                  <a:outerShdw blurRad="38100" dist="38100" dir="2700000" algn="tl">
                    <a:srgbClr val="C0C0C0"/>
                  </a:outerShdw>
                </a:effectLst>
                <a:latin typeface="+mn-lt"/>
              </a:rPr>
              <a:t>Y</a:t>
            </a:r>
            <a:r>
              <a:rPr lang="en-US" altLang="zh-CN" b="1" dirty="0">
                <a:ea typeface="楷体_GB2312" pitchFamily="49" charset="-122"/>
              </a:rPr>
              <a:t>' </a:t>
            </a:r>
            <a:r>
              <a:rPr lang="en-US" altLang="zh-CN" b="1" dirty="0">
                <a:effectLst>
                  <a:outerShdw blurRad="38100" dist="38100" dir="2700000" algn="tl">
                    <a:srgbClr val="C0C0C0"/>
                  </a:outerShdw>
                </a:effectLst>
                <a:latin typeface="+mn-lt"/>
              </a:rPr>
              <a:t>: </a:t>
            </a:r>
            <a:r>
              <a:rPr lang="en-US" altLang="zh-CN" b="1" dirty="0">
                <a:ea typeface="楷体_GB2312" pitchFamily="49" charset="-122"/>
              </a:rPr>
              <a:t>'</a:t>
            </a:r>
            <a:r>
              <a:rPr lang="en-US" altLang="zh-CN" b="1" dirty="0">
                <a:effectLst>
                  <a:outerShdw blurRad="38100" dist="38100" dir="2700000" algn="tl">
                    <a:srgbClr val="C0C0C0"/>
                  </a:outerShdw>
                </a:effectLst>
                <a:latin typeface="+mn-lt"/>
              </a:rPr>
              <a:t>N</a:t>
            </a:r>
            <a:r>
              <a:rPr lang="en-US" altLang="zh-CN" b="1" dirty="0">
                <a:ea typeface="楷体_GB2312" pitchFamily="49" charset="-122"/>
              </a:rPr>
              <a:t>'</a:t>
            </a:r>
            <a:endParaRPr lang="en-US" altLang="zh-CN" b="1" dirty="0">
              <a:effectLst>
                <a:outerShdw blurRad="38100" dist="38100" dir="2700000" algn="tl">
                  <a:srgbClr val="C0C0C0"/>
                </a:outerShdw>
              </a:effectLst>
              <a:latin typeface="+mn-lt"/>
            </a:endParaRPr>
          </a:p>
          <a:p>
            <a:r>
              <a:rPr lang="en-US" altLang="zh-CN" b="1" dirty="0">
                <a:effectLst>
                  <a:outerShdw blurRad="38100" dist="38100" dir="2700000" algn="tl">
                    <a:srgbClr val="C0C0C0"/>
                  </a:outerShdw>
                </a:effectLst>
                <a:latin typeface="+mn-lt"/>
              </a:rPr>
              <a:t>         (x % 2 == 1) ? 1 : 0</a:t>
            </a:r>
          </a:p>
          <a:p>
            <a:r>
              <a:rPr lang="en-US" altLang="zh-CN" b="1" dirty="0">
                <a:effectLst>
                  <a:outerShdw blurRad="38100" dist="38100" dir="2700000" algn="tl">
                    <a:srgbClr val="C0C0C0"/>
                  </a:outerShdw>
                </a:effectLst>
                <a:latin typeface="+mn-lt"/>
              </a:rPr>
              <a:t>         (x &gt;= 0) ? x : -x</a:t>
            </a:r>
          </a:p>
          <a:p>
            <a:r>
              <a:rPr lang="en-US" altLang="zh-CN" b="1" dirty="0">
                <a:effectLst>
                  <a:outerShdw blurRad="38100" dist="38100" dir="2700000" algn="tl">
                    <a:srgbClr val="C0C0C0"/>
                  </a:outerShdw>
                </a:effectLst>
                <a:latin typeface="+mn-lt"/>
              </a:rPr>
              <a:t>         (c &gt;= </a:t>
            </a:r>
            <a:r>
              <a:rPr lang="en-US" altLang="zh-CN" b="1" dirty="0">
                <a:ea typeface="楷体_GB2312" pitchFamily="49" charset="-122"/>
              </a:rPr>
              <a:t>'</a:t>
            </a:r>
            <a:r>
              <a:rPr lang="en-US" altLang="zh-CN" b="1" dirty="0">
                <a:effectLst>
                  <a:outerShdw blurRad="38100" dist="38100" dir="2700000" algn="tl">
                    <a:srgbClr val="C0C0C0"/>
                  </a:outerShdw>
                </a:effectLst>
                <a:latin typeface="+mn-lt"/>
              </a:rPr>
              <a:t>a</a:t>
            </a:r>
            <a:r>
              <a:rPr lang="en-US" altLang="zh-CN" b="1" dirty="0">
                <a:ea typeface="楷体_GB2312" pitchFamily="49" charset="-122"/>
              </a:rPr>
              <a:t>'</a:t>
            </a:r>
            <a:r>
              <a:rPr lang="en-US" altLang="zh-CN" b="1" dirty="0">
                <a:effectLst>
                  <a:outerShdw blurRad="38100" dist="38100" dir="2700000" algn="tl">
                    <a:srgbClr val="C0C0C0"/>
                  </a:outerShdw>
                </a:effectLst>
                <a:latin typeface="+mn-lt"/>
              </a:rPr>
              <a:t> &amp;&amp; c &lt;= </a:t>
            </a:r>
            <a:r>
              <a:rPr lang="en-US" altLang="zh-CN" b="1" dirty="0">
                <a:ea typeface="楷体_GB2312" pitchFamily="49" charset="-122"/>
              </a:rPr>
              <a:t>'</a:t>
            </a:r>
            <a:r>
              <a:rPr lang="en-US" altLang="zh-CN" b="1" dirty="0">
                <a:effectLst>
                  <a:outerShdw blurRad="38100" dist="38100" dir="2700000" algn="tl">
                    <a:srgbClr val="C0C0C0"/>
                  </a:outerShdw>
                </a:effectLst>
                <a:latin typeface="+mn-lt"/>
              </a:rPr>
              <a:t>z</a:t>
            </a:r>
            <a:r>
              <a:rPr lang="en-US" altLang="zh-CN" b="1" dirty="0">
                <a:ea typeface="楷体_GB2312" pitchFamily="49" charset="-122"/>
              </a:rPr>
              <a:t>'</a:t>
            </a:r>
            <a:r>
              <a:rPr lang="en-US" altLang="zh-CN" b="1" dirty="0">
                <a:effectLst>
                  <a:outerShdw blurRad="38100" dist="38100" dir="2700000" algn="tl">
                    <a:srgbClr val="C0C0C0"/>
                  </a:outerShdw>
                </a:effectLst>
                <a:latin typeface="+mn-lt"/>
              </a:rPr>
              <a:t>) ? c - </a:t>
            </a:r>
            <a:r>
              <a:rPr lang="en-US" altLang="zh-CN" b="1" dirty="0">
                <a:ea typeface="楷体_GB2312" pitchFamily="49" charset="-122"/>
              </a:rPr>
              <a:t>'</a:t>
            </a:r>
            <a:r>
              <a:rPr lang="en-US" altLang="zh-CN" b="1" dirty="0">
                <a:effectLst>
                  <a:outerShdw blurRad="38100" dist="38100" dir="2700000" algn="tl">
                    <a:srgbClr val="C0C0C0"/>
                  </a:outerShdw>
                </a:effectLst>
                <a:latin typeface="+mn-lt"/>
              </a:rPr>
              <a:t>a</a:t>
            </a:r>
            <a:r>
              <a:rPr lang="en-US" altLang="zh-CN" b="1" dirty="0">
                <a:ea typeface="楷体_GB2312" pitchFamily="49" charset="-122"/>
              </a:rPr>
              <a:t>' </a:t>
            </a:r>
            <a:r>
              <a:rPr lang="en-US" altLang="zh-CN" b="1" dirty="0">
                <a:effectLst>
                  <a:outerShdw blurRad="38100" dist="38100" dir="2700000" algn="tl">
                    <a:srgbClr val="C0C0C0"/>
                  </a:outerShdw>
                </a:effectLst>
                <a:latin typeface="+mn-lt"/>
              </a:rPr>
              <a:t>+ </a:t>
            </a:r>
            <a:r>
              <a:rPr lang="en-US" altLang="zh-CN" b="1" dirty="0">
                <a:ea typeface="楷体_GB2312" pitchFamily="49" charset="-122"/>
              </a:rPr>
              <a:t>'</a:t>
            </a:r>
            <a:r>
              <a:rPr lang="en-US" altLang="zh-CN" b="1" dirty="0">
                <a:effectLst>
                  <a:outerShdw blurRad="38100" dist="38100" dir="2700000" algn="tl">
                    <a:srgbClr val="C0C0C0"/>
                  </a:outerShdw>
                </a:effectLst>
                <a:latin typeface="+mn-lt"/>
              </a:rPr>
              <a:t>A</a:t>
            </a:r>
            <a:r>
              <a:rPr lang="en-US" altLang="zh-CN" b="1" dirty="0">
                <a:ea typeface="楷体_GB2312" pitchFamily="49" charset="-122"/>
              </a:rPr>
              <a:t>' </a:t>
            </a:r>
            <a:r>
              <a:rPr lang="en-US" altLang="zh-CN" b="1" dirty="0">
                <a:effectLst>
                  <a:outerShdw blurRad="38100" dist="38100" dir="2700000" algn="tl">
                    <a:srgbClr val="C0C0C0"/>
                  </a:outerShdw>
                </a:effectLst>
                <a:latin typeface="+mn-lt"/>
              </a:rPr>
              <a:t>: c</a:t>
            </a:r>
          </a:p>
        </p:txBody>
      </p:sp>
      <p:sp>
        <p:nvSpPr>
          <p:cNvPr id="845865" name="Rectangle 41" descr="信纸"/>
          <p:cNvSpPr>
            <a:spLocks noChangeArrowheads="1"/>
          </p:cNvSpPr>
          <p:nvPr/>
        </p:nvSpPr>
        <p:spPr bwMode="auto">
          <a:xfrm>
            <a:off x="1487313" y="1323920"/>
            <a:ext cx="9517421" cy="5201424"/>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r>
              <a:rPr lang="zh-CN" altLang="en-US" b="1" dirty="0">
                <a:solidFill>
                  <a:srgbClr val="FF3300"/>
                </a:solidFill>
                <a:effectLst>
                  <a:outerShdw blurRad="38100" dist="38100" dir="2700000" algn="tl">
                    <a:srgbClr val="000000"/>
                  </a:outerShdw>
                </a:effectLst>
                <a:ea typeface="隶书" pitchFamily="49" charset="-122"/>
              </a:rPr>
              <a:t>例：小写字母转盘。</a:t>
            </a:r>
          </a:p>
          <a:p>
            <a:pPr marL="457200" indent="-457200"/>
            <a:r>
              <a:rPr lang="en-US" altLang="zh-CN" b="1" dirty="0">
                <a:effectLst>
                  <a:outerShdw blurRad="38100" dist="38100" dir="2700000" algn="tl">
                    <a:srgbClr val="FFFFFF"/>
                  </a:outerShdw>
                </a:effectLst>
                <a:ea typeface="楷体_GB2312" pitchFamily="49" charset="-122"/>
              </a:rPr>
              <a:t>#include &lt;</a:t>
            </a:r>
            <a:r>
              <a:rPr lang="en-US" altLang="zh-CN" b="1" dirty="0" err="1">
                <a:effectLst>
                  <a:outerShdw blurRad="38100" dist="38100" dir="2700000" algn="tl">
                    <a:srgbClr val="FFFFFF"/>
                  </a:outerShdw>
                </a:effectLst>
                <a:ea typeface="楷体_GB2312" pitchFamily="49" charset="-122"/>
              </a:rPr>
              <a:t>stdio.h</a:t>
            </a:r>
            <a:r>
              <a:rPr lang="en-US" altLang="zh-CN" b="1" dirty="0">
                <a:effectLst>
                  <a:outerShdw blurRad="38100" dist="38100" dir="2700000" algn="tl">
                    <a:srgbClr val="FFFFFF"/>
                  </a:outerShdw>
                </a:effectLst>
                <a:ea typeface="楷体_GB2312" pitchFamily="49" charset="-122"/>
              </a:rPr>
              <a:t>&gt;</a:t>
            </a:r>
          </a:p>
          <a:p>
            <a:pPr marL="457200" indent="-457200"/>
            <a:r>
              <a:rPr lang="en-US" altLang="zh-CN" b="1" dirty="0">
                <a:effectLst>
                  <a:outerShdw blurRad="38100" dist="38100" dir="2700000" algn="tl">
                    <a:srgbClr val="FFFFFF"/>
                  </a:outerShdw>
                </a:effectLst>
                <a:ea typeface="楷体_GB2312" pitchFamily="49" charset="-122"/>
              </a:rPr>
              <a:t>#include &lt;</a:t>
            </a:r>
            <a:r>
              <a:rPr lang="en-US" altLang="zh-CN" b="1" dirty="0" err="1">
                <a:effectLst>
                  <a:outerShdw blurRad="38100" dist="38100" dir="2700000" algn="tl">
                    <a:srgbClr val="FFFFFF"/>
                  </a:outerShdw>
                </a:effectLst>
                <a:ea typeface="楷体_GB2312" pitchFamily="49" charset="-122"/>
              </a:rPr>
              <a:t>conio.h</a:t>
            </a:r>
            <a:r>
              <a:rPr lang="en-US" altLang="zh-CN" b="1" dirty="0">
                <a:effectLst>
                  <a:outerShdw blurRad="38100" dist="38100" dir="2700000" algn="tl">
                    <a:srgbClr val="FFFFFF"/>
                  </a:outerShdw>
                </a:effectLst>
                <a:ea typeface="楷体_GB2312" pitchFamily="49" charset="-122"/>
              </a:rPr>
              <a:t>&gt;</a:t>
            </a:r>
          </a:p>
          <a:p>
            <a:pPr marL="457200" indent="-457200"/>
            <a:r>
              <a:rPr lang="en-US" altLang="zh-CN" b="1" dirty="0" err="1">
                <a:solidFill>
                  <a:srgbClr val="C00000"/>
                </a:solidFill>
                <a:effectLst>
                  <a:outerShdw blurRad="38100" dist="38100" dir="2700000" algn="tl">
                    <a:srgbClr val="000000"/>
                  </a:outerShdw>
                </a:effectLst>
                <a:ea typeface="楷体_GB2312" pitchFamily="49" charset="-122"/>
              </a:rPr>
              <a:t>int</a:t>
            </a:r>
            <a:r>
              <a:rPr lang="en-US" altLang="zh-CN" b="1" dirty="0">
                <a:solidFill>
                  <a:srgbClr val="C00000"/>
                </a:solidFill>
                <a:effectLst>
                  <a:outerShdw blurRad="38100" dist="38100" dir="2700000" algn="tl">
                    <a:srgbClr val="000000"/>
                  </a:outerShdw>
                </a:effectLst>
                <a:ea typeface="楷体_GB2312" pitchFamily="49" charset="-122"/>
              </a:rPr>
              <a:t> main ( )</a:t>
            </a:r>
          </a:p>
          <a:p>
            <a:pPr marL="457200" indent="-457200"/>
            <a:r>
              <a:rPr lang="en-US" altLang="zh-CN" b="1" dirty="0">
                <a:effectLst>
                  <a:outerShdw blurRad="38100" dist="38100" dir="2700000" algn="tl">
                    <a:srgbClr val="FFFFFF"/>
                  </a:outerShdw>
                </a:effectLst>
                <a:ea typeface="楷体_GB2312" pitchFamily="49" charset="-122"/>
              </a:rPr>
              <a:t>{</a:t>
            </a:r>
          </a:p>
          <a:p>
            <a:pPr marL="457200" indent="-457200"/>
            <a:r>
              <a:rPr lang="en-US" altLang="zh-CN" b="1" dirty="0">
                <a:effectLst>
                  <a:outerShdw blurRad="38100" dist="38100" dir="2700000" algn="tl">
                    <a:srgbClr val="FFFFFF"/>
                  </a:outerShdw>
                </a:effectLst>
                <a:ea typeface="楷体_GB2312" pitchFamily="49" charset="-122"/>
              </a:rPr>
              <a:t>   char </a:t>
            </a:r>
            <a:r>
              <a:rPr lang="en-US" altLang="zh-CN" b="1" dirty="0" err="1">
                <a:effectLst>
                  <a:outerShdw blurRad="38100" dist="38100" dir="2700000" algn="tl">
                    <a:srgbClr val="FFFFFF"/>
                  </a:outerShdw>
                </a:effectLst>
                <a:ea typeface="楷体_GB2312" pitchFamily="49" charset="-122"/>
              </a:rPr>
              <a:t>ch</a:t>
            </a:r>
            <a:r>
              <a:rPr lang="en-US" altLang="zh-CN" b="1" dirty="0">
                <a:effectLst>
                  <a:outerShdw blurRad="38100" dist="38100" dir="2700000" algn="tl">
                    <a:srgbClr val="FFFFFF"/>
                  </a:outerShdw>
                </a:effectLst>
                <a:ea typeface="楷体_GB2312" pitchFamily="49" charset="-122"/>
              </a:rPr>
              <a:t>, ch1, ch2;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变量定义</a:t>
            </a:r>
            <a:endParaRPr lang="en-US" altLang="zh-CN" sz="2000" b="1" dirty="0">
              <a:solidFill>
                <a:srgbClr val="0033CC"/>
              </a:solidFill>
              <a:effectLst>
                <a:outerShdw blurRad="38100" dist="38100" dir="2700000" algn="tl">
                  <a:srgbClr val="000000"/>
                </a:outerShdw>
              </a:effectLst>
              <a:latin typeface="+mn-lt"/>
              <a:ea typeface="楷体" pitchFamily="49" charset="-122"/>
            </a:endParaRPr>
          </a:p>
          <a:p>
            <a:pPr marL="457200" indent="-457200"/>
            <a:endParaRPr lang="zh-CN" altLang="en-US" sz="2000" b="1" dirty="0">
              <a:solidFill>
                <a:srgbClr val="0033CC"/>
              </a:solidFill>
              <a:effectLst>
                <a:outerShdw blurRad="38100" dist="38100" dir="2700000" algn="tl">
                  <a:srgbClr val="000000"/>
                </a:outerShdw>
              </a:effectLst>
              <a:latin typeface="+mn-lt"/>
              <a:ea typeface="楷体" pitchFamily="49" charset="-122"/>
            </a:endParaRPr>
          </a:p>
          <a:p>
            <a:pPr marL="457200" indent="-457200"/>
            <a:r>
              <a:rPr lang="zh-CN" altLang="en-US"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ch</a:t>
            </a:r>
            <a:r>
              <a:rPr lang="en-US" altLang="zh-CN" b="1" dirty="0">
                <a:effectLst>
                  <a:outerShdw blurRad="38100" dist="38100" dir="2700000" algn="tl">
                    <a:srgbClr val="FFFFFF"/>
                  </a:outerShdw>
                </a:effectLst>
                <a:ea typeface="楷体_GB2312" pitchFamily="49" charset="-122"/>
              </a:rPr>
              <a:t> = </a:t>
            </a:r>
            <a:r>
              <a:rPr lang="en-US" altLang="zh-CN" b="1" dirty="0" err="1">
                <a:effectLst>
                  <a:outerShdw blurRad="38100" dist="38100" dir="2700000" algn="tl">
                    <a:srgbClr val="FFFFFF"/>
                  </a:outerShdw>
                </a:effectLst>
                <a:ea typeface="楷体_GB2312" pitchFamily="49" charset="-122"/>
              </a:rPr>
              <a:t>getche</a:t>
            </a:r>
            <a:r>
              <a:rPr lang="en-US" altLang="zh-CN" b="1" dirty="0">
                <a:effectLst>
                  <a:outerShdw blurRad="38100" dist="38100" dir="2700000" algn="tl">
                    <a:srgbClr val="FFFFFF"/>
                  </a:outerShdw>
                </a:effectLst>
                <a:ea typeface="楷体_GB2312" pitchFamily="49" charset="-122"/>
              </a:rPr>
              <a:t> ( );        </a:t>
            </a:r>
            <a:r>
              <a:rPr lang="en-US" altLang="zh-CN" sz="2000" b="1" dirty="0">
                <a:solidFill>
                  <a:srgbClr val="0033CC"/>
                </a:solidFill>
                <a:effectLst>
                  <a:outerShdw blurRad="38100" dist="38100" dir="2700000" algn="tl">
                    <a:srgbClr val="000000"/>
                  </a:outerShdw>
                </a:effectLst>
                <a:ea typeface="楷体_GB2312"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读取一字符  </a:t>
            </a:r>
          </a:p>
          <a:p>
            <a:pPr marL="457200" indent="-457200"/>
            <a:r>
              <a:rPr lang="zh-CN" altLang="en-US"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putchar</a:t>
            </a:r>
            <a:r>
              <a:rPr lang="en-US" altLang="zh-CN" b="1" dirty="0">
                <a:effectLst>
                  <a:outerShdw blurRad="38100" dist="38100" dir="2700000" algn="tl">
                    <a:srgbClr val="FFFFFF"/>
                  </a:outerShdw>
                </a:effectLst>
                <a:ea typeface="楷体_GB2312" pitchFamily="49" charset="-122"/>
              </a:rPr>
              <a:t> ('\n');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换行</a:t>
            </a:r>
          </a:p>
          <a:p>
            <a:pPr marL="457200" indent="-457200"/>
            <a:r>
              <a:rPr lang="zh-CN" altLang="en-US"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ch1 = </a:t>
            </a:r>
            <a:r>
              <a:rPr lang="en-US" altLang="zh-CN" b="1" dirty="0" err="1">
                <a:solidFill>
                  <a:srgbClr val="FF33CC"/>
                </a:solidFill>
                <a:effectLst>
                  <a:outerShdw blurRad="38100" dist="38100" dir="2700000" algn="tl">
                    <a:srgbClr val="000000"/>
                  </a:outerShdw>
                </a:effectLst>
                <a:ea typeface="楷体_GB2312" pitchFamily="49" charset="-122"/>
              </a:rPr>
              <a:t>ch</a:t>
            </a:r>
            <a:r>
              <a:rPr lang="en-US" altLang="zh-CN" b="1" dirty="0">
                <a:solidFill>
                  <a:srgbClr val="FF33CC"/>
                </a:solidFill>
                <a:effectLst>
                  <a:outerShdw blurRad="38100" dist="38100" dir="2700000" algn="tl">
                    <a:srgbClr val="000000"/>
                  </a:outerShdw>
                </a:effectLst>
                <a:ea typeface="楷体_GB2312" pitchFamily="49" charset="-122"/>
              </a:rPr>
              <a:t> == 'a' ? 'z' : </a:t>
            </a:r>
            <a:r>
              <a:rPr lang="en-US" altLang="zh-CN" b="1" dirty="0" err="1">
                <a:solidFill>
                  <a:srgbClr val="FF33CC"/>
                </a:solidFill>
                <a:effectLst>
                  <a:outerShdw blurRad="38100" dist="38100" dir="2700000" algn="tl">
                    <a:srgbClr val="000000"/>
                  </a:outerShdw>
                </a:effectLst>
                <a:ea typeface="楷体_GB2312" pitchFamily="49" charset="-122"/>
              </a:rPr>
              <a:t>ch</a:t>
            </a:r>
            <a:r>
              <a:rPr lang="en-US" altLang="zh-CN" b="1" dirty="0">
                <a:solidFill>
                  <a:srgbClr val="FF33CC"/>
                </a:solidFill>
                <a:effectLst>
                  <a:outerShdw blurRad="38100" dist="38100" dir="2700000" algn="tl">
                    <a:srgbClr val="000000"/>
                  </a:outerShdw>
                </a:effectLst>
                <a:ea typeface="楷体_GB2312" pitchFamily="49" charset="-122"/>
              </a:rPr>
              <a:t> - 1;</a:t>
            </a:r>
            <a:r>
              <a:rPr lang="en-US" altLang="zh-CN" b="1" dirty="0">
                <a:effectLst>
                  <a:outerShdw blurRad="38100" dist="38100" dir="2700000" algn="tl">
                    <a:srgbClr val="FFFFFF"/>
                  </a:outerShdw>
                </a:effectLst>
                <a:ea typeface="楷体_GB2312" pitchFamily="49" charset="-122"/>
              </a:rPr>
              <a:t>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求前驱字符</a:t>
            </a:r>
          </a:p>
          <a:p>
            <a:pPr marL="457200" indent="-457200"/>
            <a:r>
              <a:rPr lang="zh-CN" altLang="en-US"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ch2 = </a:t>
            </a:r>
            <a:r>
              <a:rPr lang="en-US" altLang="zh-CN" b="1" dirty="0" err="1">
                <a:solidFill>
                  <a:srgbClr val="FF33CC"/>
                </a:solidFill>
                <a:effectLst>
                  <a:outerShdw blurRad="38100" dist="38100" dir="2700000" algn="tl">
                    <a:srgbClr val="000000"/>
                  </a:outerShdw>
                </a:effectLst>
                <a:ea typeface="楷体_GB2312" pitchFamily="49" charset="-122"/>
              </a:rPr>
              <a:t>ch</a:t>
            </a:r>
            <a:r>
              <a:rPr lang="en-US" altLang="zh-CN" b="1" dirty="0">
                <a:solidFill>
                  <a:srgbClr val="FF33CC"/>
                </a:solidFill>
                <a:effectLst>
                  <a:outerShdw blurRad="38100" dist="38100" dir="2700000" algn="tl">
                    <a:srgbClr val="000000"/>
                  </a:outerShdw>
                </a:effectLst>
                <a:ea typeface="楷体_GB2312" pitchFamily="49" charset="-122"/>
              </a:rPr>
              <a:t> == 'z' ? 'a' : </a:t>
            </a:r>
            <a:r>
              <a:rPr lang="en-US" altLang="zh-CN" b="1" dirty="0" err="1">
                <a:solidFill>
                  <a:srgbClr val="FF33CC"/>
                </a:solidFill>
                <a:effectLst>
                  <a:outerShdw blurRad="38100" dist="38100" dir="2700000" algn="tl">
                    <a:srgbClr val="000000"/>
                  </a:outerShdw>
                </a:effectLst>
                <a:ea typeface="楷体_GB2312" pitchFamily="49" charset="-122"/>
              </a:rPr>
              <a:t>ch</a:t>
            </a:r>
            <a:r>
              <a:rPr lang="en-US" altLang="zh-CN" b="1" dirty="0">
                <a:solidFill>
                  <a:srgbClr val="FF33CC"/>
                </a:solidFill>
                <a:effectLst>
                  <a:outerShdw blurRad="38100" dist="38100" dir="2700000" algn="tl">
                    <a:srgbClr val="000000"/>
                  </a:outerShdw>
                </a:effectLst>
                <a:ea typeface="楷体_GB2312" pitchFamily="49" charset="-122"/>
              </a:rPr>
              <a:t> + 1;</a:t>
            </a:r>
            <a:r>
              <a:rPr lang="en-US" altLang="zh-CN" b="1" dirty="0">
                <a:effectLst>
                  <a:outerShdw blurRad="38100" dist="38100" dir="2700000" algn="tl">
                    <a:srgbClr val="FFFFFF"/>
                  </a:outerShdw>
                </a:effectLst>
                <a:ea typeface="楷体_GB2312" pitchFamily="49" charset="-122"/>
              </a:rPr>
              <a:t>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求后继字符</a:t>
            </a:r>
          </a:p>
          <a:p>
            <a:pPr marL="457200" indent="-457200"/>
            <a:r>
              <a:rPr lang="zh-CN" altLang="en-US"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printf</a:t>
            </a:r>
            <a:r>
              <a:rPr lang="en-US" altLang="zh-CN" b="1" dirty="0">
                <a:effectLst>
                  <a:outerShdw blurRad="38100" dist="38100" dir="2700000" algn="tl">
                    <a:srgbClr val="FFFFFF"/>
                  </a:outerShdw>
                </a:effectLst>
                <a:ea typeface="楷体_GB2312" pitchFamily="49" charset="-122"/>
              </a:rPr>
              <a:t> ("ch1 = %c, ch2 = %c\n", ch1, ch2);   </a:t>
            </a:r>
            <a:r>
              <a:rPr lang="en-US" altLang="zh-CN" sz="2000" b="1" dirty="0">
                <a:solidFill>
                  <a:srgbClr val="0033CC"/>
                </a:solidFill>
                <a:effectLst>
                  <a:outerShdw blurRad="38100" dist="38100" dir="2700000" algn="tl">
                    <a:srgbClr val="000000"/>
                  </a:outerShdw>
                </a:effectLst>
                <a:latin typeface="+mn-lt"/>
                <a:ea typeface="楷体" pitchFamily="49" charset="-122"/>
              </a:rPr>
              <a:t>//</a:t>
            </a:r>
            <a:r>
              <a:rPr lang="zh-CN" altLang="en-US" sz="2000" b="1" dirty="0">
                <a:solidFill>
                  <a:srgbClr val="0033CC"/>
                </a:solidFill>
                <a:effectLst>
                  <a:outerShdw blurRad="38100" dist="38100" dir="2700000" algn="tl">
                    <a:srgbClr val="000000"/>
                  </a:outerShdw>
                </a:effectLst>
                <a:latin typeface="+mn-lt"/>
                <a:ea typeface="楷体" pitchFamily="49" charset="-122"/>
              </a:rPr>
              <a:t>显示结果</a:t>
            </a:r>
          </a:p>
          <a:p>
            <a:pPr marL="457200" indent="-457200"/>
            <a:r>
              <a:rPr lang="en-US" altLang="zh-CN" b="1" dirty="0">
                <a:effectLst>
                  <a:outerShdw blurRad="38100" dist="38100" dir="2700000" algn="tl">
                    <a:srgbClr val="FFFFFF"/>
                  </a:outerShdw>
                </a:effectLst>
                <a:ea typeface="楷体_GB2312" pitchFamily="49" charset="-122"/>
              </a:rPr>
              <a:t>   return 0;</a:t>
            </a:r>
          </a:p>
          <a:p>
            <a:pPr marL="457200" indent="-457200"/>
            <a:r>
              <a:rPr lang="en-US" altLang="zh-CN" b="1" dirty="0">
                <a:effectLst>
                  <a:outerShdw blurRad="38100" dist="38100" dir="2700000" algn="tl">
                    <a:srgbClr val="FFFFFF"/>
                  </a:outerShdw>
                </a:effectLst>
                <a:ea typeface="楷体_GB2312" pitchFamily="49" charset="-122"/>
              </a:rPr>
              <a:t>}</a:t>
            </a:r>
          </a:p>
        </p:txBody>
      </p:sp>
      <p:sp>
        <p:nvSpPr>
          <p:cNvPr id="845866" name="Rectangle 42"/>
          <p:cNvSpPr>
            <a:spLocks noChangeArrowheads="1"/>
          </p:cNvSpPr>
          <p:nvPr/>
        </p:nvSpPr>
        <p:spPr bwMode="auto">
          <a:xfrm>
            <a:off x="7026831" y="2102894"/>
            <a:ext cx="3673475" cy="800100"/>
          </a:xfrm>
          <a:prstGeom prst="rect">
            <a:avLst/>
          </a:prstGeom>
          <a:solidFill>
            <a:srgbClr val="FFFFFF"/>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zh-CN" altLang="en-US" sz="2000" b="1" dirty="0">
                <a:solidFill>
                  <a:srgbClr val="FF33CC"/>
                </a:solidFill>
                <a:effectLst>
                  <a:outerShdw blurRad="38100" dist="38100" dir="2700000" algn="tl">
                    <a:srgbClr val="C0C0C0"/>
                  </a:outerShdw>
                </a:effectLst>
                <a:latin typeface="+mn-lt"/>
                <a:ea typeface="隶书" pitchFamily="49" charset="-122"/>
              </a:rPr>
              <a:t>输出结果（假设输入为</a:t>
            </a:r>
            <a:r>
              <a:rPr lang="en-US" altLang="zh-CN" sz="2000" b="1" dirty="0">
                <a:solidFill>
                  <a:srgbClr val="FF33CC"/>
                </a:solidFill>
                <a:effectLst>
                  <a:outerShdw blurRad="38100" dist="38100" dir="2700000" algn="tl">
                    <a:srgbClr val="C0C0C0"/>
                  </a:outerShdw>
                </a:effectLst>
                <a:latin typeface="+mn-lt"/>
                <a:ea typeface="隶书" pitchFamily="49" charset="-122"/>
              </a:rPr>
              <a:t>w</a:t>
            </a:r>
            <a:r>
              <a:rPr lang="zh-CN" altLang="en-US" sz="2000" b="1" dirty="0">
                <a:solidFill>
                  <a:srgbClr val="FF33CC"/>
                </a:solidFill>
                <a:effectLst>
                  <a:outerShdw blurRad="38100" dist="38100" dir="2700000" algn="tl">
                    <a:srgbClr val="C0C0C0"/>
                  </a:outerShdw>
                </a:effectLst>
                <a:latin typeface="+mn-lt"/>
                <a:ea typeface="隶书" pitchFamily="49" charset="-122"/>
              </a:rPr>
              <a:t>）：</a:t>
            </a:r>
          </a:p>
          <a:p>
            <a:pPr algn="just"/>
            <a:r>
              <a:rPr lang="en-US" altLang="zh-CN" b="1" dirty="0">
                <a:effectLst>
                  <a:outerShdw blurRad="38100" dist="38100" dir="2700000" algn="tl">
                    <a:srgbClr val="C0C0C0"/>
                  </a:outerShdw>
                </a:effectLst>
                <a:latin typeface="+mn-lt"/>
                <a:ea typeface="隶书" pitchFamily="49" charset="-122"/>
              </a:rPr>
              <a:t>ch1 = v, ch2 = x</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45826">
                                            <p:txEl>
                                              <p:pRg st="0" end="0"/>
                                            </p:txEl>
                                          </p:spTgt>
                                        </p:tgtEl>
                                        <p:attrNameLst>
                                          <p:attrName>style.visibility</p:attrName>
                                        </p:attrNameLst>
                                      </p:cBhvr>
                                      <p:to>
                                        <p:strVal val="visible"/>
                                      </p:to>
                                    </p:set>
                                    <p:animEffect transition="in" filter="box(out)">
                                      <p:cBhvr>
                                        <p:cTn id="7" dur="500"/>
                                        <p:tgtEl>
                                          <p:spTgt spid="84582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45826">
                                            <p:txEl>
                                              <p:pRg st="1" end="1"/>
                                            </p:txEl>
                                          </p:spTgt>
                                        </p:tgtEl>
                                        <p:attrNameLst>
                                          <p:attrName>style.visibility</p:attrName>
                                        </p:attrNameLst>
                                      </p:cBhvr>
                                      <p:to>
                                        <p:strVal val="visible"/>
                                      </p:to>
                                    </p:set>
                                    <p:animEffect transition="in" filter="box(out)">
                                      <p:cBhvr>
                                        <p:cTn id="12" dur="500"/>
                                        <p:tgtEl>
                                          <p:spTgt spid="845826">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45826">
                                            <p:txEl>
                                              <p:pRg st="2" end="2"/>
                                            </p:txEl>
                                          </p:spTgt>
                                        </p:tgtEl>
                                        <p:attrNameLst>
                                          <p:attrName>style.visibility</p:attrName>
                                        </p:attrNameLst>
                                      </p:cBhvr>
                                      <p:to>
                                        <p:strVal val="visible"/>
                                      </p:to>
                                    </p:set>
                                    <p:animEffect transition="in" filter="box(out)">
                                      <p:cBhvr>
                                        <p:cTn id="17" dur="500"/>
                                        <p:tgtEl>
                                          <p:spTgt spid="845826">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845832"/>
                                        </p:tgtEl>
                                        <p:attrNameLst>
                                          <p:attrName>style.visibility</p:attrName>
                                        </p:attrNameLst>
                                      </p:cBhvr>
                                      <p:to>
                                        <p:strVal val="visible"/>
                                      </p:to>
                                    </p:set>
                                    <p:animEffect transition="in" filter="box(out)">
                                      <p:cBhvr>
                                        <p:cTn id="22" dur="500"/>
                                        <p:tgtEl>
                                          <p:spTgt spid="845832"/>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845826">
                                            <p:txEl>
                                              <p:pRg st="3" end="3"/>
                                            </p:txEl>
                                          </p:spTgt>
                                        </p:tgtEl>
                                        <p:attrNameLst>
                                          <p:attrName>style.visibility</p:attrName>
                                        </p:attrNameLst>
                                      </p:cBhvr>
                                      <p:to>
                                        <p:strVal val="visible"/>
                                      </p:to>
                                    </p:set>
                                    <p:animEffect transition="in" filter="box(out)">
                                      <p:cBhvr>
                                        <p:cTn id="27" dur="500"/>
                                        <p:tgtEl>
                                          <p:spTgt spid="845826">
                                            <p:txEl>
                                              <p:pRg st="3" end="3"/>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845827"/>
                                        </p:tgtEl>
                                        <p:attrNameLst>
                                          <p:attrName>style.visibility</p:attrName>
                                        </p:attrNameLst>
                                      </p:cBhvr>
                                      <p:to>
                                        <p:strVal val="visible"/>
                                      </p:to>
                                    </p:set>
                                    <p:animEffect transition="in" filter="box(out)">
                                      <p:cBhvr>
                                        <p:cTn id="32" dur="500"/>
                                        <p:tgtEl>
                                          <p:spTgt spid="845827"/>
                                        </p:tgtEl>
                                      </p:cBhvr>
                                    </p:animEffect>
                                  </p:childTnLst>
                                  <p:subTnLst>
                                    <p:set>
                                      <p:cBhvr override="childStyle">
                                        <p:cTn dur="1" fill="hold" display="0" masterRel="nextClick" afterEffect="1"/>
                                        <p:tgtEl>
                                          <p:spTgt spid="845827"/>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845831"/>
                                        </p:tgtEl>
                                        <p:attrNameLst>
                                          <p:attrName>style.visibility</p:attrName>
                                        </p:attrNameLst>
                                      </p:cBhvr>
                                      <p:to>
                                        <p:strVal val="visible"/>
                                      </p:to>
                                    </p:set>
                                    <p:animEffect transition="in" filter="box(out)">
                                      <p:cBhvr>
                                        <p:cTn id="37" dur="500"/>
                                        <p:tgtEl>
                                          <p:spTgt spid="845831"/>
                                        </p:tgtEl>
                                      </p:cBhvr>
                                    </p:animEffect>
                                  </p:childTnLst>
                                  <p:subTnLst>
                                    <p:set>
                                      <p:cBhvr override="childStyle">
                                        <p:cTn dur="1" fill="hold" display="0" masterRel="nextClick" afterEffect="1"/>
                                        <p:tgtEl>
                                          <p:spTgt spid="845831"/>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845848"/>
                                        </p:tgtEl>
                                        <p:attrNameLst>
                                          <p:attrName>style.visibility</p:attrName>
                                        </p:attrNameLst>
                                      </p:cBhvr>
                                      <p:to>
                                        <p:strVal val="visible"/>
                                      </p:to>
                                    </p:set>
                                    <p:animEffect transition="in" filter="box(out)">
                                      <p:cBhvr>
                                        <p:cTn id="42" dur="500"/>
                                        <p:tgtEl>
                                          <p:spTgt spid="845848"/>
                                        </p:tgtEl>
                                      </p:cBhvr>
                                    </p:animEffect>
                                  </p:childTnLst>
                                  <p:subTnLst>
                                    <p:set>
                                      <p:cBhvr override="childStyle">
                                        <p:cTn dur="1" fill="hold" display="0" masterRel="nextClick" afterEffect="1"/>
                                        <p:tgtEl>
                                          <p:spTgt spid="845848"/>
                                        </p:tgtEl>
                                        <p:attrNameLst>
                                          <p:attrName>style.visibility</p:attrName>
                                        </p:attrNameLst>
                                      </p:cBhvr>
                                      <p:to>
                                        <p:strVal val="hidden"/>
                                      </p:to>
                                    </p:se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845849">
                                            <p:txEl>
                                              <p:pRg st="0" end="0"/>
                                            </p:txEl>
                                          </p:spTgt>
                                        </p:tgtEl>
                                        <p:attrNameLst>
                                          <p:attrName>style.visibility</p:attrName>
                                        </p:attrNameLst>
                                      </p:cBhvr>
                                      <p:to>
                                        <p:strVal val="visible"/>
                                      </p:to>
                                    </p:set>
                                    <p:animEffect transition="in" filter="box(out)">
                                      <p:cBhvr>
                                        <p:cTn id="47" dur="500"/>
                                        <p:tgtEl>
                                          <p:spTgt spid="845849">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845849">
                                            <p:txEl>
                                              <p:pRg st="1" end="1"/>
                                            </p:txEl>
                                          </p:spTgt>
                                        </p:tgtEl>
                                        <p:attrNameLst>
                                          <p:attrName>style.visibility</p:attrName>
                                        </p:attrNameLst>
                                      </p:cBhvr>
                                      <p:to>
                                        <p:strVal val="visible"/>
                                      </p:to>
                                    </p:set>
                                    <p:animEffect transition="in" filter="box(out)">
                                      <p:cBhvr>
                                        <p:cTn id="52" dur="500"/>
                                        <p:tgtEl>
                                          <p:spTgt spid="845849">
                                            <p:txEl>
                                              <p:pRg st="1" end="1"/>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845849">
                                            <p:txEl>
                                              <p:pRg st="2" end="2"/>
                                            </p:txEl>
                                          </p:spTgt>
                                        </p:tgtEl>
                                        <p:attrNameLst>
                                          <p:attrName>style.visibility</p:attrName>
                                        </p:attrNameLst>
                                      </p:cBhvr>
                                      <p:to>
                                        <p:strVal val="visible"/>
                                      </p:to>
                                    </p:set>
                                    <p:animEffect transition="in" filter="box(out)">
                                      <p:cBhvr>
                                        <p:cTn id="57" dur="500"/>
                                        <p:tgtEl>
                                          <p:spTgt spid="845849">
                                            <p:txEl>
                                              <p:pRg st="2" end="2"/>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14" presetClass="entr" presetSubtype="10" fill="hold" grpId="0" nodeType="clickEffect">
                                  <p:stCondLst>
                                    <p:cond delay="0"/>
                                  </p:stCondLst>
                                  <p:childTnLst>
                                    <p:set>
                                      <p:cBhvr>
                                        <p:cTn id="61" dur="1" fill="hold">
                                          <p:stCondLst>
                                            <p:cond delay="0"/>
                                          </p:stCondLst>
                                        </p:cTn>
                                        <p:tgtEl>
                                          <p:spTgt spid="845850">
                                            <p:txEl>
                                              <p:pRg st="0" end="0"/>
                                            </p:txEl>
                                          </p:spTgt>
                                        </p:tgtEl>
                                        <p:attrNameLst>
                                          <p:attrName>style.visibility</p:attrName>
                                        </p:attrNameLst>
                                      </p:cBhvr>
                                      <p:to>
                                        <p:strVal val="visible"/>
                                      </p:to>
                                    </p:set>
                                    <p:animEffect transition="in" filter="randombar(horizontal)">
                                      <p:cBhvr>
                                        <p:cTn id="62" dur="500"/>
                                        <p:tgtEl>
                                          <p:spTgt spid="845850">
                                            <p:txEl>
                                              <p:pRg st="0" end="0"/>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3" name="WHOOSH.WAV"/>
                                        </p:tgtEl>
                                      </p:cMediaNode>
                                    </p:audio>
                                  </p:subTnLst>
                                </p:cTn>
                              </p:par>
                            </p:childTnLst>
                          </p:cTn>
                        </p:par>
                      </p:childTnLst>
                    </p:cTn>
                  </p:par>
                  <p:par>
                    <p:cTn id="63" fill="hold">
                      <p:stCondLst>
                        <p:cond delay="indefinite"/>
                      </p:stCondLst>
                      <p:childTnLst>
                        <p:par>
                          <p:cTn id="64" fill="hold">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845850">
                                            <p:txEl>
                                              <p:pRg st="1" end="1"/>
                                            </p:txEl>
                                          </p:spTgt>
                                        </p:tgtEl>
                                        <p:attrNameLst>
                                          <p:attrName>style.visibility</p:attrName>
                                        </p:attrNameLst>
                                      </p:cBhvr>
                                      <p:to>
                                        <p:strVal val="visible"/>
                                      </p:to>
                                    </p:set>
                                    <p:animEffect transition="in" filter="randombar(horizontal)">
                                      <p:cBhvr>
                                        <p:cTn id="67" dur="500"/>
                                        <p:tgtEl>
                                          <p:spTgt spid="845850">
                                            <p:txEl>
                                              <p:pRg st="1" end="1"/>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3" name="WHOOSH.WAV"/>
                                        </p:tgtEl>
                                      </p:cMediaNode>
                                    </p:audio>
                                  </p:sub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845850">
                                            <p:txEl>
                                              <p:pRg st="2" end="2"/>
                                            </p:txEl>
                                          </p:spTgt>
                                        </p:tgtEl>
                                        <p:attrNameLst>
                                          <p:attrName>style.visibility</p:attrName>
                                        </p:attrNameLst>
                                      </p:cBhvr>
                                      <p:to>
                                        <p:strVal val="visible"/>
                                      </p:to>
                                    </p:set>
                                    <p:animEffect transition="in" filter="randombar(horizontal)">
                                      <p:cBhvr>
                                        <p:cTn id="72" dur="500"/>
                                        <p:tgtEl>
                                          <p:spTgt spid="845850">
                                            <p:txEl>
                                              <p:pRg st="2" end="2"/>
                                            </p:txEl>
                                          </p:spTgt>
                                        </p:tgtEl>
                                      </p:cBhvr>
                                    </p:animEffect>
                                  </p:childTnLst>
                                  <p:subTnLst>
                                    <p:audio>
                                      <p:cMediaNode>
                                        <p:cTn display="0" masterRel="sameClick">
                                          <p:stCondLst>
                                            <p:cond evt="begin" delay="0">
                                              <p:tn val="70"/>
                                            </p:cond>
                                          </p:stCondLst>
                                          <p:endCondLst>
                                            <p:cond evt="onStopAudio" delay="0">
                                              <p:tgtEl>
                                                <p:sldTgt/>
                                              </p:tgtEl>
                                            </p:cond>
                                          </p:endCondLst>
                                        </p:cTn>
                                        <p:tgtEl>
                                          <p:sndTgt r:embed="rId3" name="WHOOSH.WAV"/>
                                        </p:tgtEl>
                                      </p:cMediaNode>
                                    </p:audio>
                                  </p:subTnLst>
                                </p:cTn>
                              </p:par>
                            </p:childTnLst>
                          </p:cTn>
                        </p:par>
                      </p:childTnLst>
                    </p:cTn>
                  </p:par>
                  <p:par>
                    <p:cTn id="73" fill="hold">
                      <p:stCondLst>
                        <p:cond delay="indefinite"/>
                      </p:stCondLst>
                      <p:childTnLst>
                        <p:par>
                          <p:cTn id="74" fill="hold">
                            <p:stCondLst>
                              <p:cond delay="0"/>
                            </p:stCondLst>
                            <p:childTnLst>
                              <p:par>
                                <p:cTn id="75" presetID="3" presetClass="entr" presetSubtype="5" fill="hold" grpId="0" nodeType="clickEffect">
                                  <p:stCondLst>
                                    <p:cond delay="0"/>
                                  </p:stCondLst>
                                  <p:childTnLst>
                                    <p:set>
                                      <p:cBhvr>
                                        <p:cTn id="76" dur="1" fill="hold">
                                          <p:stCondLst>
                                            <p:cond delay="0"/>
                                          </p:stCondLst>
                                        </p:cTn>
                                        <p:tgtEl>
                                          <p:spTgt spid="845858"/>
                                        </p:tgtEl>
                                        <p:attrNameLst>
                                          <p:attrName>style.visibility</p:attrName>
                                        </p:attrNameLst>
                                      </p:cBhvr>
                                      <p:to>
                                        <p:strVal val="visible"/>
                                      </p:to>
                                    </p:set>
                                    <p:animEffect transition="in" filter="blinds(vertical)">
                                      <p:cBhvr>
                                        <p:cTn id="77" dur="500"/>
                                        <p:tgtEl>
                                          <p:spTgt spid="845858"/>
                                        </p:tgtEl>
                                      </p:cBhvr>
                                    </p:animEffect>
                                  </p:childTnLst>
                                  <p:subTnLst>
                                    <p:audio>
                                      <p:cMediaNode>
                                        <p:cTn display="0" masterRel="sameClick">
                                          <p:stCondLst>
                                            <p:cond evt="begin" delay="0">
                                              <p:tn val="75"/>
                                            </p:cond>
                                          </p:stCondLst>
                                          <p:endCondLst>
                                            <p:cond evt="onStopAudio" delay="0">
                                              <p:tgtEl>
                                                <p:sldTgt/>
                                              </p:tgtEl>
                                            </p:cond>
                                          </p:endCondLst>
                                        </p:cTn>
                                        <p:tgtEl>
                                          <p:sndTgt r:embed="rId3" name="WHOOSH.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845865"/>
                                        </p:tgtEl>
                                        <p:attrNameLst>
                                          <p:attrName>style.visibility</p:attrName>
                                        </p:attrNameLst>
                                      </p:cBhvr>
                                      <p:to>
                                        <p:strVal val="visible"/>
                                      </p:to>
                                    </p:set>
                                    <p:animEffect transition="in" filter="box(out)">
                                      <p:cBhvr>
                                        <p:cTn id="82" dur="500"/>
                                        <p:tgtEl>
                                          <p:spTgt spid="845865"/>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par>
                    <p:cTn id="83" fill="hold">
                      <p:stCondLst>
                        <p:cond delay="indefinite"/>
                      </p:stCondLst>
                      <p:childTnLst>
                        <p:par>
                          <p:cTn id="84" fill="hold">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845866"/>
                                        </p:tgtEl>
                                        <p:attrNameLst>
                                          <p:attrName>style.visibility</p:attrName>
                                        </p:attrNameLst>
                                      </p:cBhvr>
                                      <p:to>
                                        <p:strVal val="visible"/>
                                      </p:to>
                                    </p:set>
                                    <p:animEffect transition="in" filter="box(in)">
                                      <p:cBhvr>
                                        <p:cTn id="87" dur="500"/>
                                        <p:tgtEl>
                                          <p:spTgt spid="845866"/>
                                        </p:tgtEl>
                                      </p:cBhvr>
                                    </p:animEffect>
                                  </p:childTnLst>
                                  <p:subTnLst>
                                    <p:audio>
                                      <p:cMediaNode>
                                        <p:cTn display="0" masterRel="sameClick">
                                          <p:stCondLst>
                                            <p:cond evt="begin" delay="0">
                                              <p:tn val="8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849" grpId="0" build="p" bldLvl="5" autoUpdateAnimBg="0"/>
      <p:bldP spid="845826" grpId="0" uiExpand="1" build="p" bldLvl="5" autoUpdateAnimBg="0"/>
      <p:bldP spid="845850" grpId="0" build="p" bldLvl="3" autoUpdateAnimBg="0"/>
      <p:bldP spid="845858" grpId="0" animBg="1" autoUpdateAnimBg="0"/>
      <p:bldP spid="845831" grpId="0" animBg="1" autoUpdateAnimBg="0"/>
      <p:bldP spid="845848" grpId="0" animBg="1" autoUpdateAnimBg="0"/>
      <p:bldP spid="845865" grpId="0" animBg="1"/>
      <p:bldP spid="845866"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6850" name="Rectangle 2"/>
          <p:cNvSpPr>
            <a:spLocks noGrp="1" noChangeArrowheads="1"/>
          </p:cNvSpPr>
          <p:nvPr>
            <p:ph type="body" idx="1"/>
          </p:nvPr>
        </p:nvSpPr>
        <p:spPr>
          <a:xfrm>
            <a:off x="646686" y="188912"/>
            <a:ext cx="2208954" cy="576264"/>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lstStyle/>
          <a:p>
            <a:pPr>
              <a:buFont typeface="Wingdings" pitchFamily="2" charset="2"/>
              <a:buNone/>
            </a:pPr>
            <a:r>
              <a:rPr lang="zh-CN" altLang="en-US" sz="2800" dirty="0">
                <a:solidFill>
                  <a:srgbClr val="FF3300"/>
                </a:solidFill>
                <a:effectLst>
                  <a:outerShdw blurRad="38100" dist="38100" dir="2700000" algn="tl">
                    <a:srgbClr val="000000"/>
                  </a:outerShdw>
                </a:effectLst>
                <a:ea typeface="隶书" pitchFamily="49" charset="-122"/>
              </a:rPr>
              <a:t>运算符总结：</a:t>
            </a:r>
            <a:endParaRPr lang="zh-CN" altLang="en-US" sz="2800" dirty="0">
              <a:solidFill>
                <a:srgbClr val="FF3300"/>
              </a:solidFill>
              <a:effectLst>
                <a:outerShdw blurRad="38100" dist="38100" dir="2700000" algn="tl">
                  <a:srgbClr val="000000"/>
                </a:outerShdw>
              </a:effectLst>
              <a:ea typeface="隶书" pitchFamily="49" charset="-122"/>
              <a:sym typeface="Symbol" pitchFamily="18" charset="2"/>
            </a:endParaRPr>
          </a:p>
        </p:txBody>
      </p:sp>
      <p:sp>
        <p:nvSpPr>
          <p:cNvPr id="846857" name="Rectangle 9"/>
          <p:cNvSpPr>
            <a:spLocks noChangeArrowheads="1"/>
          </p:cNvSpPr>
          <p:nvPr/>
        </p:nvSpPr>
        <p:spPr bwMode="auto">
          <a:xfrm>
            <a:off x="1003895" y="1685925"/>
            <a:ext cx="10276677" cy="341632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buClr>
                <a:srgbClr val="CC0000"/>
              </a:buClr>
            </a:pPr>
            <a:r>
              <a:rPr lang="zh-CN" altLang="en-US" b="1" dirty="0">
                <a:solidFill>
                  <a:srgbClr val="0033CC"/>
                </a:solidFill>
                <a:effectLst>
                  <a:outerShdw blurRad="38100" dist="38100" dir="2700000" algn="tl">
                    <a:srgbClr val="FFFFFF"/>
                  </a:outerShdw>
                </a:effectLst>
                <a:latin typeface="+mn-lt"/>
                <a:ea typeface="楷体" pitchFamily="49" charset="-122"/>
              </a:rPr>
              <a:t>    （</a:t>
            </a:r>
            <a:r>
              <a:rPr lang="en-US" altLang="zh-CN" b="1" dirty="0">
                <a:solidFill>
                  <a:srgbClr val="0033CC"/>
                </a:solidFill>
                <a:effectLst>
                  <a:outerShdw blurRad="38100" dist="38100" dir="2700000" algn="tl">
                    <a:srgbClr val="FFFFFF"/>
                  </a:outerShdw>
                </a:effectLst>
                <a:latin typeface="+mn-lt"/>
                <a:ea typeface="楷体" pitchFamily="49" charset="-122"/>
              </a:rPr>
              <a:t>1</a:t>
            </a:r>
            <a:r>
              <a:rPr lang="zh-CN" altLang="en-US" b="1" dirty="0">
                <a:solidFill>
                  <a:srgbClr val="0033CC"/>
                </a:solidFill>
                <a:effectLst>
                  <a:outerShdw blurRad="38100" dist="38100" dir="2700000" algn="tl">
                    <a:srgbClr val="FFFFFF"/>
                  </a:outerShdw>
                </a:effectLst>
                <a:latin typeface="+mn-lt"/>
                <a:ea typeface="楷体" pitchFamily="49" charset="-122"/>
              </a:rPr>
              <a:t>）总体上讲，单目运算符都是同等优先级的，具有右结合性，并且优先级比双目运算符和三目运算符都高。</a:t>
            </a:r>
          </a:p>
          <a:p>
            <a:pPr>
              <a:buClr>
                <a:srgbClr val="CC0000"/>
              </a:buClr>
            </a:pPr>
            <a:r>
              <a:rPr lang="zh-CN" altLang="en-US" b="1" dirty="0">
                <a:solidFill>
                  <a:srgbClr val="0033CC"/>
                </a:solidFill>
                <a:effectLst>
                  <a:outerShdw blurRad="38100" dist="38100" dir="2700000" algn="tl">
                    <a:srgbClr val="FFFFFF"/>
                  </a:outerShdw>
                </a:effectLst>
                <a:latin typeface="+mn-lt"/>
                <a:ea typeface="楷体" pitchFamily="49" charset="-122"/>
              </a:rPr>
              <a:t>    （</a:t>
            </a:r>
            <a:r>
              <a:rPr lang="en-US" altLang="zh-CN" b="1" dirty="0">
                <a:solidFill>
                  <a:srgbClr val="0033CC"/>
                </a:solidFill>
                <a:effectLst>
                  <a:outerShdw blurRad="38100" dist="38100" dir="2700000" algn="tl">
                    <a:srgbClr val="FFFFFF"/>
                  </a:outerShdw>
                </a:effectLst>
                <a:latin typeface="+mn-lt"/>
                <a:ea typeface="楷体" pitchFamily="49" charset="-122"/>
              </a:rPr>
              <a:t>2</a:t>
            </a:r>
            <a:r>
              <a:rPr lang="zh-CN" altLang="en-US" b="1" dirty="0">
                <a:solidFill>
                  <a:srgbClr val="0033CC"/>
                </a:solidFill>
                <a:effectLst>
                  <a:outerShdw blurRad="38100" dist="38100" dir="2700000" algn="tl">
                    <a:srgbClr val="FFFFFF"/>
                  </a:outerShdw>
                </a:effectLst>
                <a:latin typeface="+mn-lt"/>
                <a:ea typeface="楷体" pitchFamily="49" charset="-122"/>
              </a:rPr>
              <a:t>）三目运算符的优先级比双目运算符要低，但高于赋值运算符和逗号运算符。</a:t>
            </a:r>
          </a:p>
          <a:p>
            <a:pPr>
              <a:buClr>
                <a:srgbClr val="CC0000"/>
              </a:buClr>
            </a:pPr>
            <a:r>
              <a:rPr lang="zh-CN" altLang="en-US" b="1" dirty="0">
                <a:solidFill>
                  <a:srgbClr val="0033CC"/>
                </a:solidFill>
                <a:effectLst>
                  <a:outerShdw blurRad="38100" dist="38100" dir="2700000" algn="tl">
                    <a:srgbClr val="FFFFFF"/>
                  </a:outerShdw>
                </a:effectLst>
                <a:latin typeface="+mn-lt"/>
                <a:ea typeface="楷体" pitchFamily="49" charset="-122"/>
              </a:rPr>
              <a:t>    （</a:t>
            </a:r>
            <a:r>
              <a:rPr lang="en-US" altLang="zh-CN" b="1" dirty="0">
                <a:solidFill>
                  <a:srgbClr val="0033CC"/>
                </a:solidFill>
                <a:effectLst>
                  <a:outerShdw blurRad="38100" dist="38100" dir="2700000" algn="tl">
                    <a:srgbClr val="FFFFFF"/>
                  </a:outerShdw>
                </a:effectLst>
                <a:latin typeface="+mn-lt"/>
                <a:ea typeface="楷体" pitchFamily="49" charset="-122"/>
              </a:rPr>
              <a:t>3</a:t>
            </a:r>
            <a:r>
              <a:rPr lang="zh-CN" altLang="en-US" b="1" dirty="0">
                <a:solidFill>
                  <a:srgbClr val="0033CC"/>
                </a:solidFill>
                <a:effectLst>
                  <a:outerShdw blurRad="38100" dist="38100" dir="2700000" algn="tl">
                    <a:srgbClr val="FFFFFF"/>
                  </a:outerShdw>
                </a:effectLst>
                <a:latin typeface="+mn-lt"/>
                <a:ea typeface="楷体" pitchFamily="49" charset="-122"/>
              </a:rPr>
              <a:t>）逗号运算符的优先级最低，其次是赋值运算符。</a:t>
            </a:r>
          </a:p>
          <a:p>
            <a:pPr>
              <a:buClr>
                <a:srgbClr val="CC0000"/>
              </a:buClr>
            </a:pPr>
            <a:r>
              <a:rPr lang="zh-CN" altLang="en-US" b="1" dirty="0">
                <a:solidFill>
                  <a:srgbClr val="0033CC"/>
                </a:solidFill>
                <a:effectLst>
                  <a:outerShdw blurRad="38100" dist="38100" dir="2700000" algn="tl">
                    <a:srgbClr val="FFFFFF"/>
                  </a:outerShdw>
                </a:effectLst>
                <a:latin typeface="+mn-lt"/>
                <a:ea typeface="楷体" pitchFamily="49" charset="-122"/>
              </a:rPr>
              <a:t>    （</a:t>
            </a:r>
            <a:r>
              <a:rPr lang="en-US" altLang="zh-CN" b="1" dirty="0">
                <a:solidFill>
                  <a:srgbClr val="0033CC"/>
                </a:solidFill>
                <a:effectLst>
                  <a:outerShdw blurRad="38100" dist="38100" dir="2700000" algn="tl">
                    <a:srgbClr val="FFFFFF"/>
                  </a:outerShdw>
                </a:effectLst>
                <a:latin typeface="+mn-lt"/>
                <a:ea typeface="楷体" pitchFamily="49" charset="-122"/>
              </a:rPr>
              <a:t>4</a:t>
            </a:r>
            <a:r>
              <a:rPr lang="zh-CN" altLang="en-US" b="1" dirty="0">
                <a:solidFill>
                  <a:srgbClr val="0033CC"/>
                </a:solidFill>
                <a:effectLst>
                  <a:outerShdw blurRad="38100" dist="38100" dir="2700000" algn="tl">
                    <a:srgbClr val="FFFFFF"/>
                  </a:outerShdw>
                </a:effectLst>
                <a:latin typeface="+mn-lt"/>
                <a:ea typeface="楷体" pitchFamily="49" charset="-122"/>
              </a:rPr>
              <a:t>）只有</a:t>
            </a:r>
            <a:r>
              <a:rPr lang="zh-CN" altLang="en-US" b="1" dirty="0">
                <a:solidFill>
                  <a:srgbClr val="CC3300"/>
                </a:solidFill>
                <a:effectLst>
                  <a:outerShdw blurRad="38100" dist="38100" dir="2700000" algn="tl">
                    <a:srgbClr val="FFFFFF"/>
                  </a:outerShdw>
                </a:effectLst>
                <a:latin typeface="+mn-lt"/>
                <a:ea typeface="楷体" pitchFamily="49" charset="-122"/>
              </a:rPr>
              <a:t>单目运算符、赋值运算符</a:t>
            </a:r>
            <a:r>
              <a:rPr lang="zh-CN" altLang="en-US" b="1" dirty="0">
                <a:solidFill>
                  <a:srgbClr val="0033CC"/>
                </a:solidFill>
                <a:effectLst>
                  <a:outerShdw blurRad="38100" dist="38100" dir="2700000" algn="tl">
                    <a:srgbClr val="FFFFFF"/>
                  </a:outerShdw>
                </a:effectLst>
                <a:latin typeface="+mn-lt"/>
                <a:ea typeface="楷体" pitchFamily="49" charset="-122"/>
              </a:rPr>
              <a:t>和</a:t>
            </a:r>
            <a:r>
              <a:rPr lang="zh-CN" altLang="en-US" b="1" dirty="0">
                <a:solidFill>
                  <a:srgbClr val="CC3300"/>
                </a:solidFill>
                <a:effectLst>
                  <a:outerShdw blurRad="38100" dist="38100" dir="2700000" algn="tl">
                    <a:srgbClr val="FFFFFF"/>
                  </a:outerShdw>
                </a:effectLst>
                <a:latin typeface="+mn-lt"/>
                <a:ea typeface="楷体" pitchFamily="49" charset="-122"/>
              </a:rPr>
              <a:t>条件运算符</a:t>
            </a:r>
            <a:r>
              <a:rPr lang="zh-CN" altLang="en-US" b="1" dirty="0">
                <a:solidFill>
                  <a:srgbClr val="0033CC"/>
                </a:solidFill>
                <a:effectLst>
                  <a:outerShdw blurRad="38100" dist="38100" dir="2700000" algn="tl">
                    <a:srgbClr val="FFFFFF"/>
                  </a:outerShdw>
                </a:effectLst>
                <a:latin typeface="+mn-lt"/>
                <a:ea typeface="楷体" pitchFamily="49" charset="-122"/>
              </a:rPr>
              <a:t>具有</a:t>
            </a:r>
            <a:r>
              <a:rPr lang="zh-CN" altLang="en-US" b="1" dirty="0">
                <a:solidFill>
                  <a:srgbClr val="339933"/>
                </a:solidFill>
                <a:effectLst>
                  <a:outerShdw blurRad="38100" dist="38100" dir="2700000" algn="tl">
                    <a:srgbClr val="FFFFFF"/>
                  </a:outerShdw>
                </a:effectLst>
                <a:latin typeface="+mn-lt"/>
                <a:ea typeface="楷体" pitchFamily="49" charset="-122"/>
              </a:rPr>
              <a:t>右结合性</a:t>
            </a:r>
            <a:r>
              <a:rPr lang="zh-CN" altLang="en-US" b="1" dirty="0">
                <a:solidFill>
                  <a:srgbClr val="0033CC"/>
                </a:solidFill>
                <a:effectLst>
                  <a:outerShdw blurRad="38100" dist="38100" dir="2700000" algn="tl">
                    <a:srgbClr val="FFFFFF"/>
                  </a:outerShdw>
                </a:effectLst>
                <a:latin typeface="+mn-lt"/>
                <a:ea typeface="楷体" pitchFamily="49" charset="-122"/>
              </a:rPr>
              <a:t>，其它运算符都是左结合性。</a:t>
            </a:r>
          </a:p>
          <a:p>
            <a:pPr>
              <a:buClr>
                <a:srgbClr val="CC0000"/>
              </a:buClr>
            </a:pPr>
            <a:r>
              <a:rPr lang="zh-CN" altLang="en-US" b="1" dirty="0">
                <a:solidFill>
                  <a:srgbClr val="0033CC"/>
                </a:solidFill>
                <a:effectLst>
                  <a:outerShdw blurRad="38100" dist="38100" dir="2700000" algn="tl">
                    <a:srgbClr val="FFFFFF"/>
                  </a:outerShdw>
                </a:effectLst>
                <a:latin typeface="+mn-lt"/>
                <a:ea typeface="楷体" pitchFamily="49" charset="-122"/>
              </a:rPr>
              <a:t>    （</a:t>
            </a:r>
            <a:r>
              <a:rPr lang="en-US" altLang="zh-CN" b="1" dirty="0">
                <a:solidFill>
                  <a:srgbClr val="0033CC"/>
                </a:solidFill>
                <a:effectLst>
                  <a:outerShdw blurRad="38100" dist="38100" dir="2700000" algn="tl">
                    <a:srgbClr val="FFFFFF"/>
                  </a:outerShdw>
                </a:effectLst>
                <a:latin typeface="+mn-lt"/>
                <a:ea typeface="楷体" pitchFamily="49" charset="-122"/>
              </a:rPr>
              <a:t>5</a:t>
            </a:r>
            <a:r>
              <a:rPr lang="zh-CN" altLang="en-US" b="1" dirty="0">
                <a:solidFill>
                  <a:srgbClr val="0033CC"/>
                </a:solidFill>
                <a:effectLst>
                  <a:outerShdw blurRad="38100" dist="38100" dir="2700000" algn="tl">
                    <a:srgbClr val="FFFFFF"/>
                  </a:outerShdw>
                </a:effectLst>
                <a:latin typeface="+mn-lt"/>
                <a:ea typeface="楷体" pitchFamily="49" charset="-122"/>
              </a:rPr>
              <a:t>）双目运算符中，算术运算符的优先级最高，逻辑运算符的优先级最低。</a:t>
            </a:r>
            <a:r>
              <a:rPr lang="zh-CN" altLang="en-US" dirty="0">
                <a:solidFill>
                  <a:srgbClr val="0033CC"/>
                </a:solidFill>
                <a:latin typeface="+mn-lt"/>
                <a:ea typeface="楷体" pitchFamily="49" charset="-122"/>
              </a:rPr>
              <a:t> </a:t>
            </a:r>
          </a:p>
        </p:txBody>
      </p:sp>
      <p:grpSp>
        <p:nvGrpSpPr>
          <p:cNvPr id="12" name="组合 11"/>
          <p:cNvGrpSpPr/>
          <p:nvPr/>
        </p:nvGrpSpPr>
        <p:grpSpPr>
          <a:xfrm>
            <a:off x="2662194" y="3645620"/>
            <a:ext cx="3600450" cy="2879725"/>
            <a:chOff x="1187574" y="3645619"/>
            <a:chExt cx="3600450" cy="2879725"/>
          </a:xfrm>
        </p:grpSpPr>
        <p:sp>
          <p:nvSpPr>
            <p:cNvPr id="846859" name="Text Box 11" descr="信纸"/>
            <p:cNvSpPr txBox="1">
              <a:spLocks noChangeArrowheads="1"/>
            </p:cNvSpPr>
            <p:nvPr/>
          </p:nvSpPr>
          <p:spPr bwMode="auto">
            <a:xfrm>
              <a:off x="1187574" y="3645619"/>
              <a:ext cx="3600450" cy="2879725"/>
            </a:xfrm>
            <a:prstGeom prst="rect">
              <a:avLst/>
            </a:pr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lin ang="13500000" scaled="1"/>
              <a:tileRect/>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sz="2000" b="1" dirty="0">
                  <a:solidFill>
                    <a:srgbClr val="FF0000"/>
                  </a:solidFill>
                  <a:effectLst>
                    <a:outerShdw blurRad="38100" dist="38100" dir="2700000" algn="tl">
                      <a:srgbClr val="FFFFFF"/>
                    </a:outerShdw>
                  </a:effectLst>
                  <a:latin typeface="+mn-lt"/>
                  <a:ea typeface="楷体" pitchFamily="49" charset="-122"/>
                </a:rPr>
                <a:t>单</a:t>
              </a:r>
              <a:r>
                <a:rPr lang="zh-CN" altLang="en-US" sz="2000" b="1" dirty="0">
                  <a:effectLst>
                    <a:outerShdw blurRad="38100" dist="38100" dir="2700000" algn="tl">
                      <a:srgbClr val="FFFFFF"/>
                    </a:outerShdw>
                  </a:effectLst>
                  <a:latin typeface="+mn-lt"/>
                  <a:ea typeface="楷体" pitchFamily="49" charset="-122"/>
                </a:rPr>
                <a:t>目运算符             </a:t>
              </a:r>
              <a:r>
                <a:rPr lang="zh-CN" altLang="en-US" sz="2000" b="1" dirty="0">
                  <a:solidFill>
                    <a:srgbClr val="FF3300"/>
                  </a:solidFill>
                  <a:effectLst>
                    <a:outerShdw blurRad="38100" dist="38100" dir="2700000" algn="tl">
                      <a:srgbClr val="000000"/>
                    </a:outerShdw>
                  </a:effectLst>
                  <a:latin typeface="+mn-lt"/>
                  <a:ea typeface="楷体" pitchFamily="49" charset="-122"/>
                </a:rPr>
                <a:t>高</a:t>
              </a:r>
            </a:p>
            <a:p>
              <a:pPr algn="just"/>
              <a:r>
                <a:rPr lang="zh-CN" altLang="en-US" sz="2000" b="1" dirty="0">
                  <a:solidFill>
                    <a:srgbClr val="FF0000"/>
                  </a:solidFill>
                  <a:effectLst>
                    <a:outerShdw blurRad="38100" dist="38100" dir="2700000" algn="tl">
                      <a:srgbClr val="FFFFFF"/>
                    </a:outerShdw>
                  </a:effectLst>
                  <a:latin typeface="+mn-lt"/>
                  <a:ea typeface="楷体" pitchFamily="49" charset="-122"/>
                </a:rPr>
                <a:t>算</a:t>
              </a:r>
              <a:r>
                <a:rPr lang="zh-CN" altLang="en-US" sz="2000" b="1" dirty="0">
                  <a:effectLst>
                    <a:outerShdw blurRad="38100" dist="38100" dir="2700000" algn="tl">
                      <a:srgbClr val="FFFFFF"/>
                    </a:outerShdw>
                  </a:effectLst>
                  <a:latin typeface="+mn-lt"/>
                  <a:ea typeface="楷体" pitchFamily="49" charset="-122"/>
                </a:rPr>
                <a:t>术运算符</a:t>
              </a:r>
            </a:p>
            <a:p>
              <a:pPr algn="just"/>
              <a:r>
                <a:rPr lang="zh-CN" altLang="en-US" sz="2000" b="1" dirty="0">
                  <a:solidFill>
                    <a:srgbClr val="FF0000"/>
                  </a:solidFill>
                  <a:effectLst>
                    <a:outerShdw blurRad="38100" dist="38100" dir="2700000" algn="tl">
                      <a:srgbClr val="FFFFFF"/>
                    </a:outerShdw>
                  </a:effectLst>
                  <a:latin typeface="+mn-lt"/>
                  <a:ea typeface="楷体" pitchFamily="49" charset="-122"/>
                </a:rPr>
                <a:t>移</a:t>
              </a:r>
              <a:r>
                <a:rPr lang="zh-CN" altLang="en-US" sz="2000" b="1" dirty="0">
                  <a:effectLst>
                    <a:outerShdw blurRad="38100" dist="38100" dir="2700000" algn="tl">
                      <a:srgbClr val="FFFFFF"/>
                    </a:outerShdw>
                  </a:effectLst>
                  <a:latin typeface="+mn-lt"/>
                  <a:ea typeface="楷体" pitchFamily="49" charset="-122"/>
                </a:rPr>
                <a:t>位运算符</a:t>
              </a:r>
            </a:p>
            <a:p>
              <a:pPr algn="just"/>
              <a:r>
                <a:rPr lang="zh-CN" altLang="en-US" sz="2000" b="1" dirty="0">
                  <a:solidFill>
                    <a:srgbClr val="FF0000"/>
                  </a:solidFill>
                  <a:effectLst>
                    <a:outerShdw blurRad="38100" dist="38100" dir="2700000" algn="tl">
                      <a:srgbClr val="FFFFFF"/>
                    </a:outerShdw>
                  </a:effectLst>
                  <a:latin typeface="+mn-lt"/>
                  <a:ea typeface="楷体" pitchFamily="49" charset="-122"/>
                </a:rPr>
                <a:t>关</a:t>
              </a:r>
              <a:r>
                <a:rPr lang="zh-CN" altLang="en-US" sz="2000" b="1" dirty="0">
                  <a:effectLst>
                    <a:outerShdw blurRad="38100" dist="38100" dir="2700000" algn="tl">
                      <a:srgbClr val="FFFFFF"/>
                    </a:outerShdw>
                  </a:effectLst>
                  <a:latin typeface="+mn-lt"/>
                  <a:ea typeface="楷体" pitchFamily="49" charset="-122"/>
                </a:rPr>
                <a:t>系运算符</a:t>
              </a:r>
            </a:p>
            <a:p>
              <a:pPr algn="just"/>
              <a:r>
                <a:rPr lang="zh-CN" altLang="en-US" sz="2000" b="1" dirty="0">
                  <a:solidFill>
                    <a:srgbClr val="FF0000"/>
                  </a:solidFill>
                  <a:effectLst>
                    <a:outerShdw blurRad="38100" dist="38100" dir="2700000" algn="tl">
                      <a:srgbClr val="FFFFFF"/>
                    </a:outerShdw>
                  </a:effectLst>
                  <a:latin typeface="+mn-lt"/>
                  <a:ea typeface="楷体" pitchFamily="49" charset="-122"/>
                </a:rPr>
                <a:t>位</a:t>
              </a:r>
              <a:r>
                <a:rPr lang="zh-CN" altLang="en-US" sz="2000" b="1" dirty="0">
                  <a:effectLst>
                    <a:outerShdw blurRad="38100" dist="38100" dir="2700000" algn="tl">
                      <a:srgbClr val="FFFFFF"/>
                    </a:outerShdw>
                  </a:effectLst>
                  <a:latin typeface="+mn-lt"/>
                  <a:ea typeface="楷体" pitchFamily="49" charset="-122"/>
                </a:rPr>
                <a:t>运算符</a:t>
              </a:r>
            </a:p>
            <a:p>
              <a:pPr algn="just"/>
              <a:r>
                <a:rPr lang="zh-CN" altLang="en-US" sz="2000" b="1" dirty="0">
                  <a:solidFill>
                    <a:srgbClr val="FF0000"/>
                  </a:solidFill>
                  <a:effectLst>
                    <a:outerShdw blurRad="38100" dist="38100" dir="2700000" algn="tl">
                      <a:srgbClr val="FFFFFF"/>
                    </a:outerShdw>
                  </a:effectLst>
                  <a:latin typeface="+mn-lt"/>
                  <a:ea typeface="楷体" pitchFamily="49" charset="-122"/>
                </a:rPr>
                <a:t>逻</a:t>
              </a:r>
              <a:r>
                <a:rPr lang="zh-CN" altLang="en-US" sz="2000" b="1" dirty="0">
                  <a:effectLst>
                    <a:outerShdw blurRad="38100" dist="38100" dir="2700000" algn="tl">
                      <a:srgbClr val="FFFFFF"/>
                    </a:outerShdw>
                  </a:effectLst>
                  <a:latin typeface="+mn-lt"/>
                  <a:ea typeface="楷体" pitchFamily="49" charset="-122"/>
                </a:rPr>
                <a:t>辑运算符</a:t>
              </a:r>
            </a:p>
            <a:p>
              <a:pPr algn="just"/>
              <a:r>
                <a:rPr lang="zh-CN" altLang="en-US" sz="2000" b="1" dirty="0">
                  <a:solidFill>
                    <a:srgbClr val="FF0000"/>
                  </a:solidFill>
                  <a:effectLst>
                    <a:outerShdw blurRad="38100" dist="38100" dir="2700000" algn="tl">
                      <a:srgbClr val="FFFFFF"/>
                    </a:outerShdw>
                  </a:effectLst>
                  <a:latin typeface="+mn-lt"/>
                  <a:ea typeface="楷体" pitchFamily="49" charset="-122"/>
                </a:rPr>
                <a:t>条</a:t>
              </a:r>
              <a:r>
                <a:rPr lang="zh-CN" altLang="en-US" sz="2000" b="1" dirty="0">
                  <a:effectLst>
                    <a:outerShdw blurRad="38100" dist="38100" dir="2700000" algn="tl">
                      <a:srgbClr val="FFFFFF"/>
                    </a:outerShdw>
                  </a:effectLst>
                  <a:latin typeface="+mn-lt"/>
                  <a:ea typeface="楷体" pitchFamily="49" charset="-122"/>
                </a:rPr>
                <a:t>件运算符</a:t>
              </a:r>
            </a:p>
            <a:p>
              <a:pPr algn="just"/>
              <a:r>
                <a:rPr lang="zh-CN" altLang="en-US" sz="2000" b="1" dirty="0">
                  <a:solidFill>
                    <a:srgbClr val="FF0000"/>
                  </a:solidFill>
                  <a:effectLst>
                    <a:outerShdw blurRad="38100" dist="38100" dir="2700000" algn="tl">
                      <a:srgbClr val="FFFFFF"/>
                    </a:outerShdw>
                  </a:effectLst>
                  <a:latin typeface="+mn-lt"/>
                  <a:ea typeface="楷体" pitchFamily="49" charset="-122"/>
                </a:rPr>
                <a:t>赋</a:t>
              </a:r>
              <a:r>
                <a:rPr lang="zh-CN" altLang="en-US" sz="2000" b="1" dirty="0">
                  <a:effectLst>
                    <a:outerShdw blurRad="38100" dist="38100" dir="2700000" algn="tl">
                      <a:srgbClr val="FFFFFF"/>
                    </a:outerShdw>
                  </a:effectLst>
                  <a:latin typeface="+mn-lt"/>
                  <a:ea typeface="楷体" pitchFamily="49" charset="-122"/>
                </a:rPr>
                <a:t>值运算符</a:t>
              </a:r>
            </a:p>
            <a:p>
              <a:pPr algn="just"/>
              <a:r>
                <a:rPr lang="zh-CN" altLang="en-US" sz="2000" b="1" dirty="0">
                  <a:solidFill>
                    <a:srgbClr val="FF0000"/>
                  </a:solidFill>
                  <a:effectLst>
                    <a:outerShdw blurRad="38100" dist="38100" dir="2700000" algn="tl">
                      <a:srgbClr val="FFFFFF"/>
                    </a:outerShdw>
                  </a:effectLst>
                  <a:latin typeface="+mn-lt"/>
                  <a:ea typeface="楷体" pitchFamily="49" charset="-122"/>
                </a:rPr>
                <a:t>逗</a:t>
              </a:r>
              <a:r>
                <a:rPr lang="zh-CN" altLang="en-US" sz="2000" b="1" dirty="0">
                  <a:effectLst>
                    <a:outerShdw blurRad="38100" dist="38100" dir="2700000" algn="tl">
                      <a:srgbClr val="FFFFFF"/>
                    </a:outerShdw>
                  </a:effectLst>
                  <a:latin typeface="+mn-lt"/>
                  <a:ea typeface="楷体" pitchFamily="49" charset="-122"/>
                </a:rPr>
                <a:t>号运算符             </a:t>
              </a:r>
              <a:r>
                <a:rPr lang="zh-CN" altLang="en-US" sz="2000" b="1" dirty="0">
                  <a:solidFill>
                    <a:srgbClr val="FF3300"/>
                  </a:solidFill>
                  <a:effectLst>
                    <a:outerShdw blurRad="38100" dist="38100" dir="2700000" algn="tl">
                      <a:srgbClr val="000000"/>
                    </a:outerShdw>
                  </a:effectLst>
                  <a:latin typeface="+mn-lt"/>
                  <a:ea typeface="楷体" pitchFamily="49" charset="-122"/>
                </a:rPr>
                <a:t>低</a:t>
              </a:r>
            </a:p>
          </p:txBody>
        </p:sp>
        <p:sp>
          <p:nvSpPr>
            <p:cNvPr id="846860" name="Line 12"/>
            <p:cNvSpPr>
              <a:spLocks noChangeShapeType="1"/>
            </p:cNvSpPr>
            <p:nvPr/>
          </p:nvSpPr>
          <p:spPr bwMode="auto">
            <a:xfrm flipV="1">
              <a:off x="3800599" y="3767857"/>
              <a:ext cx="0" cy="2627313"/>
            </a:xfrm>
            <a:prstGeom prst="line">
              <a:avLst/>
            </a:pr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lin ang="13500000" scaled="1"/>
              <a:tileRect/>
            </a:gradFill>
            <a:ln w="28575">
              <a:solidFill>
                <a:srgbClr val="FF0000"/>
              </a:solidFill>
              <a:round/>
              <a:headEnd/>
              <a:tailEnd type="stealth" w="lg" len="lg"/>
            </a:ln>
            <a:effectLst>
              <a:outerShdw dist="35921" dir="2700000" algn="ctr" rotWithShape="0">
                <a:srgbClr val="808080">
                  <a:alpha val="50000"/>
                </a:srgbClr>
              </a:outerShdw>
            </a:effectLst>
          </p:spPr>
          <p:txBody>
            <a:bodyPr/>
            <a:lstStyle/>
            <a:p>
              <a:endParaRPr lang="zh-CN" altLang="en-US">
                <a:latin typeface="+mn-lt"/>
                <a:ea typeface="楷体" pitchFamily="49" charset="-122"/>
              </a:endParaRPr>
            </a:p>
          </p:txBody>
        </p:sp>
      </p:grpSp>
      <p:sp>
        <p:nvSpPr>
          <p:cNvPr id="846863" name="Rectangle 15"/>
          <p:cNvSpPr>
            <a:spLocks noChangeArrowheads="1"/>
          </p:cNvSpPr>
          <p:nvPr/>
        </p:nvSpPr>
        <p:spPr bwMode="auto">
          <a:xfrm>
            <a:off x="811786" y="765176"/>
            <a:ext cx="10684814" cy="830997"/>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到现在为止，我们已经学习了</a:t>
            </a:r>
            <a:r>
              <a:rPr lang="en-US" altLang="zh-CN" b="1" dirty="0">
                <a:effectLst>
                  <a:outerShdw blurRad="38100" dist="38100" dir="2700000" algn="tl">
                    <a:srgbClr val="FFFFFF"/>
                  </a:outerShdw>
                </a:effectLst>
                <a:latin typeface="+mn-lt"/>
                <a:ea typeface="楷体" pitchFamily="49" charset="-122"/>
              </a:rPr>
              <a:t>30</a:t>
            </a:r>
            <a:r>
              <a:rPr lang="zh-CN" altLang="en-US" b="1" dirty="0">
                <a:effectLst>
                  <a:outerShdw blurRad="38100" dist="38100" dir="2700000" algn="tl">
                    <a:srgbClr val="FFFFFF"/>
                  </a:outerShdw>
                </a:effectLst>
                <a:latin typeface="+mn-lt"/>
                <a:ea typeface="楷体" pitchFamily="49" charset="-122"/>
              </a:rPr>
              <a:t>多个运算符。掌握它们的优先级关系特别重要。优先级的记忆规则：</a:t>
            </a:r>
          </a:p>
        </p:txBody>
      </p:sp>
      <p:grpSp>
        <p:nvGrpSpPr>
          <p:cNvPr id="846864" name="Group 16"/>
          <p:cNvGrpSpPr>
            <a:grpSpLocks/>
          </p:cNvGrpSpPr>
          <p:nvPr/>
        </p:nvGrpSpPr>
        <p:grpSpPr bwMode="auto">
          <a:xfrm>
            <a:off x="-15302" y="0"/>
            <a:ext cx="446088" cy="6858000"/>
            <a:chOff x="0" y="0"/>
            <a:chExt cx="281" cy="4320"/>
          </a:xfrm>
        </p:grpSpPr>
        <p:sp>
          <p:nvSpPr>
            <p:cNvPr id="846865" name="Text Box 17"/>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46866" name="Text Box 18"/>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532481" name="Rectangle 1"/>
          <p:cNvSpPr>
            <a:spLocks noChangeArrowheads="1"/>
          </p:cNvSpPr>
          <p:nvPr/>
        </p:nvSpPr>
        <p:spPr bwMode="auto">
          <a:xfrm>
            <a:off x="6445559" y="5678784"/>
            <a:ext cx="4824536" cy="830997"/>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path path="circle">
              <a:fillToRect l="100000" b="100000"/>
            </a:path>
            <a:tileRect t="-100000" r="-100000"/>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vert="horz" wrap="square" lIns="91440" tIns="45720" rIns="91440" bIns="45720" numCol="1" anchor="ctr" anchorCtr="0" compatLnSpc="1">
            <a:prstTxWarp prst="textNoShape">
              <a:avLst/>
            </a:prstTxWarp>
            <a:spAutoFit/>
          </a:bodyPr>
          <a:lstStyle/>
          <a:p>
            <a:pPr indent="266700"/>
            <a:r>
              <a:rPr kumimoji="0" lang="zh-CN" altLang="en-US" b="1" dirty="0">
                <a:solidFill>
                  <a:srgbClr val="0033CC"/>
                </a:solidFill>
                <a:effectLst>
                  <a:outerShdw blurRad="38100" dist="38100" dir="2700000" algn="tl">
                    <a:srgbClr val="000000">
                      <a:alpha val="43137"/>
                    </a:srgbClr>
                  </a:outerShdw>
                </a:effectLst>
                <a:latin typeface="隶书" pitchFamily="49" charset="-122"/>
                <a:ea typeface="隶书" pitchFamily="49" charset="-122"/>
                <a:cs typeface="Times New Roman" pitchFamily="18" charset="0"/>
              </a:rPr>
              <a:t>运算符优先级口诀：</a:t>
            </a:r>
            <a:endParaRPr kumimoji="0" lang="en-US" altLang="zh-CN" b="1" dirty="0">
              <a:solidFill>
                <a:srgbClr val="0033CC"/>
              </a:solidFill>
              <a:effectLst>
                <a:outerShdw blurRad="38100" dist="38100" dir="2700000" algn="tl">
                  <a:srgbClr val="000000">
                    <a:alpha val="43137"/>
                  </a:srgbClr>
                </a:outerShdw>
              </a:effectLst>
              <a:latin typeface="隶书" pitchFamily="49" charset="-122"/>
              <a:ea typeface="隶书" pitchFamily="49" charset="-122"/>
              <a:cs typeface="Times New Roman" pitchFamily="18" charset="0"/>
            </a:endParaRPr>
          </a:p>
          <a:p>
            <a:pPr indent="266700"/>
            <a:r>
              <a:rPr kumimoji="0" lang="zh-CN" altLang="en-US" b="1" dirty="0">
                <a:solidFill>
                  <a:srgbClr val="FF0000"/>
                </a:solidFill>
                <a:effectLst>
                  <a:outerShdw blurRad="38100" dist="38100" dir="2700000" algn="tl">
                    <a:srgbClr val="000000">
                      <a:alpha val="43137"/>
                    </a:srgbClr>
                  </a:outerShdw>
                </a:effectLst>
                <a:latin typeface="隶书" pitchFamily="49" charset="-122"/>
                <a:ea typeface="隶书" pitchFamily="49" charset="-122"/>
                <a:cs typeface="Times New Roman" pitchFamily="18" charset="0"/>
              </a:rPr>
              <a:t>“单算移关，位逻条赋，逗！”</a:t>
            </a:r>
            <a:endParaRPr kumimoji="0" lang="zh-CN" altLang="en-US" b="1" dirty="0">
              <a:effectLst>
                <a:outerShdw blurRad="38100" dist="38100" dir="2700000" algn="tl">
                  <a:srgbClr val="000000">
                    <a:alpha val="43137"/>
                  </a:srgbClr>
                </a:outerShdw>
              </a:effectLst>
              <a:latin typeface="隶书" pitchFamily="49" charset="-122"/>
              <a:ea typeface="隶书" pitchFamily="49" charset="-122"/>
              <a:cs typeface="宋体" pitchFamily="2" charset="-122"/>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846863"/>
                                        </p:tgtEl>
                                        <p:attrNameLst>
                                          <p:attrName>style.visibility</p:attrName>
                                        </p:attrNameLst>
                                      </p:cBhvr>
                                      <p:to>
                                        <p:strVal val="visible"/>
                                      </p:to>
                                    </p:set>
                                    <p:animEffect transition="in" filter="box(in)">
                                      <p:cBhvr>
                                        <p:cTn id="7" dur="500"/>
                                        <p:tgtEl>
                                          <p:spTgt spid="84686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46857"/>
                                        </p:tgtEl>
                                        <p:attrNameLst>
                                          <p:attrName>style.visibility</p:attrName>
                                        </p:attrNameLst>
                                      </p:cBhvr>
                                      <p:to>
                                        <p:strVal val="visible"/>
                                      </p:to>
                                    </p:set>
                                    <p:animEffect transition="in" filter="box(in)">
                                      <p:cBhvr>
                                        <p:cTn id="12" dur="500"/>
                                        <p:tgtEl>
                                          <p:spTgt spid="846857"/>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amond(in)">
                                      <p:cBhvr>
                                        <p:cTn id="17" dur="2000"/>
                                        <p:tgtEl>
                                          <p:spTgt spid="12"/>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532481"/>
                                        </p:tgtEl>
                                        <p:attrNameLst>
                                          <p:attrName>style.visibility</p:attrName>
                                        </p:attrNameLst>
                                      </p:cBhvr>
                                      <p:to>
                                        <p:strVal val="visible"/>
                                      </p:to>
                                    </p:set>
                                    <p:animEffect transition="in" filter="diamond(in)">
                                      <p:cBhvr>
                                        <p:cTn id="22" dur="2000"/>
                                        <p:tgtEl>
                                          <p:spTgt spid="532481"/>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857" grpId="0" animBg="1"/>
      <p:bldP spid="846863" grpId="0"/>
      <p:bldP spid="532481"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7874" name="Rectangle 2"/>
          <p:cNvSpPr>
            <a:spLocks noGrp="1" noChangeArrowheads="1"/>
          </p:cNvSpPr>
          <p:nvPr>
            <p:ph type="body" idx="4294967295"/>
          </p:nvPr>
        </p:nvSpPr>
        <p:spPr>
          <a:xfrm>
            <a:off x="497462" y="247650"/>
            <a:ext cx="8307387" cy="647700"/>
          </a:xfrm>
        </p:spPr>
        <p:txBody>
          <a:bodyPr/>
          <a:lstStyle/>
          <a:p>
            <a:pPr algn="just">
              <a:buFontTx/>
              <a:buNone/>
            </a:pPr>
            <a:r>
              <a:rPr lang="en-US" altLang="zh-CN" dirty="0">
                <a:solidFill>
                  <a:srgbClr val="FF0000"/>
                </a:solidFill>
                <a:effectLst>
                  <a:outerShdw blurRad="38100" dist="38100" dir="2700000" algn="tl">
                    <a:srgbClr val="000000"/>
                  </a:outerShdw>
                </a:effectLst>
                <a:latin typeface="隶书" pitchFamily="49" charset="-122"/>
                <a:ea typeface="隶书" pitchFamily="49" charset="-122"/>
              </a:rPr>
              <a:t>5.3 </a:t>
            </a:r>
            <a:r>
              <a:rPr lang="zh-CN" altLang="en-US" dirty="0">
                <a:solidFill>
                  <a:srgbClr val="FF3300"/>
                </a:solidFill>
                <a:effectLst>
                  <a:outerShdw blurRad="38100" dist="38100" dir="2700000" algn="tl">
                    <a:srgbClr val="000000"/>
                  </a:outerShdw>
                </a:effectLst>
                <a:latin typeface="隶书" pitchFamily="49" charset="-122"/>
                <a:ea typeface="隶书" pitchFamily="49" charset="-122"/>
              </a:rPr>
              <a:t>选择结构的程序设计</a:t>
            </a:r>
            <a:r>
              <a:rPr lang="zh-CN" altLang="en-US" sz="2800" dirty="0">
                <a:solidFill>
                  <a:srgbClr val="FF3300"/>
                </a:solidFill>
                <a:effectLst>
                  <a:outerShdw blurRad="38100" dist="38100" dir="2700000" algn="tl">
                    <a:srgbClr val="000000"/>
                  </a:outerShdw>
                </a:effectLst>
              </a:rPr>
              <a:t> </a:t>
            </a:r>
          </a:p>
        </p:txBody>
      </p:sp>
      <p:sp>
        <p:nvSpPr>
          <p:cNvPr id="847917" name="Rectangle 45"/>
          <p:cNvSpPr>
            <a:spLocks noChangeArrowheads="1"/>
          </p:cNvSpPr>
          <p:nvPr/>
        </p:nvSpPr>
        <p:spPr bwMode="auto">
          <a:xfrm>
            <a:off x="884811" y="804397"/>
            <a:ext cx="1651414" cy="523220"/>
          </a:xfrm>
          <a:prstGeom prst="rect">
            <a:avLst/>
          </a:prstGeom>
          <a:noFill/>
          <a:ln w="9525">
            <a:noFill/>
            <a:miter lim="800000"/>
            <a:headEnd/>
            <a:tailEnd/>
          </a:ln>
          <a:effectLst/>
        </p:spPr>
        <p:txBody>
          <a:bodyPr wrap="none" anchor="ctr">
            <a:spAutoFit/>
          </a:bodyPr>
          <a:lstStyle/>
          <a:p>
            <a:r>
              <a:rPr lang="en-US" altLang="zh-CN" sz="2800" b="1" dirty="0">
                <a:solidFill>
                  <a:srgbClr val="D60093"/>
                </a:solidFill>
                <a:effectLst>
                  <a:outerShdw blurRad="38100" dist="38100" dir="2700000" algn="tl">
                    <a:srgbClr val="000000"/>
                  </a:outerShdw>
                </a:effectLst>
                <a:latin typeface="+mn-lt"/>
                <a:ea typeface="隶书" pitchFamily="49" charset="-122"/>
              </a:rPr>
              <a:t>1.  if</a:t>
            </a:r>
            <a:r>
              <a:rPr lang="zh-CN" altLang="en-US" sz="2800" b="1" dirty="0">
                <a:solidFill>
                  <a:srgbClr val="D60093"/>
                </a:solidFill>
                <a:effectLst>
                  <a:outerShdw blurRad="38100" dist="38100" dir="2700000" algn="tl">
                    <a:srgbClr val="000000"/>
                  </a:outerShdw>
                </a:effectLst>
                <a:latin typeface="+mn-lt"/>
                <a:ea typeface="隶书" pitchFamily="49" charset="-122"/>
              </a:rPr>
              <a:t>语句</a:t>
            </a:r>
            <a:r>
              <a:rPr lang="zh-CN" altLang="en-US" sz="2800" dirty="0">
                <a:latin typeface="+mn-lt"/>
                <a:ea typeface="隶书" pitchFamily="49" charset="-122"/>
              </a:rPr>
              <a:t> </a:t>
            </a:r>
          </a:p>
        </p:txBody>
      </p:sp>
      <p:sp>
        <p:nvSpPr>
          <p:cNvPr id="847918" name="Rectangle 46"/>
          <p:cNvSpPr>
            <a:spLocks noChangeArrowheads="1"/>
          </p:cNvSpPr>
          <p:nvPr/>
        </p:nvSpPr>
        <p:spPr bwMode="auto">
          <a:xfrm>
            <a:off x="1230886" y="1347144"/>
            <a:ext cx="2627642"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008000"/>
                </a:solidFill>
                <a:effectLst>
                  <a:outerShdw blurRad="38100" dist="38100" dir="2700000" algn="tl">
                    <a:srgbClr val="000000"/>
                  </a:outerShdw>
                </a:effectLst>
                <a:latin typeface="+mn-lt"/>
                <a:ea typeface="楷体" pitchFamily="49" charset="-122"/>
              </a:rPr>
              <a:t> </a:t>
            </a:r>
            <a:r>
              <a:rPr lang="zh-CN" altLang="en-US" b="1" dirty="0">
                <a:solidFill>
                  <a:srgbClr val="008000"/>
                </a:solidFill>
                <a:effectLst>
                  <a:outerShdw blurRad="38100" dist="38100" dir="2700000" algn="tl">
                    <a:srgbClr val="000000"/>
                  </a:outerShdw>
                </a:effectLst>
                <a:latin typeface="+mn-lt"/>
                <a:ea typeface="楷体" pitchFamily="49" charset="-122"/>
              </a:rPr>
              <a:t>简单</a:t>
            </a:r>
            <a:r>
              <a:rPr lang="en-US" altLang="zh-CN" b="1" dirty="0">
                <a:solidFill>
                  <a:srgbClr val="008000"/>
                </a:solidFill>
                <a:effectLst>
                  <a:outerShdw blurRad="38100" dist="38100" dir="2700000" algn="tl">
                    <a:srgbClr val="000000"/>
                  </a:outerShdw>
                </a:effectLst>
                <a:latin typeface="+mn-lt"/>
                <a:ea typeface="楷体" pitchFamily="49" charset="-122"/>
              </a:rPr>
              <a:t>if</a:t>
            </a:r>
            <a:r>
              <a:rPr lang="zh-CN" altLang="en-US" b="1" dirty="0">
                <a:solidFill>
                  <a:srgbClr val="008000"/>
                </a:solidFill>
                <a:effectLst>
                  <a:outerShdw blurRad="38100" dist="38100" dir="2700000" algn="tl">
                    <a:srgbClr val="000000"/>
                  </a:outerShdw>
                </a:effectLst>
                <a:latin typeface="+mn-lt"/>
                <a:ea typeface="楷体" pitchFamily="49" charset="-122"/>
              </a:rPr>
              <a:t>语句形式</a:t>
            </a:r>
            <a:r>
              <a:rPr lang="zh-CN" altLang="en-US" dirty="0">
                <a:latin typeface="+mn-lt"/>
                <a:ea typeface="楷体" pitchFamily="49" charset="-122"/>
              </a:rPr>
              <a:t> </a:t>
            </a:r>
          </a:p>
        </p:txBody>
      </p:sp>
      <p:sp>
        <p:nvSpPr>
          <p:cNvPr id="847919" name="Text Box 47"/>
          <p:cNvSpPr txBox="1">
            <a:spLocks noChangeArrowheads="1"/>
          </p:cNvSpPr>
          <p:nvPr/>
        </p:nvSpPr>
        <p:spPr bwMode="auto">
          <a:xfrm>
            <a:off x="2035749" y="2276476"/>
            <a:ext cx="4924345" cy="720725"/>
          </a:xfrm>
          <a:prstGeom prst="rect">
            <a:avLst/>
          </a:prstGeom>
          <a:gradFill rotWithShape="1">
            <a:gsLst>
              <a:gs pos="0">
                <a:srgbClr val="FFFF99"/>
              </a:gs>
              <a:gs pos="100000">
                <a:srgbClr val="FFFF99">
                  <a:gamma/>
                  <a:shade val="63529"/>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2000" b="1">
                <a:solidFill>
                  <a:srgbClr val="FF3300"/>
                </a:solidFill>
                <a:effectLst>
                  <a:outerShdw blurRad="38100" dist="38100" dir="2700000" algn="tl">
                    <a:srgbClr val="000000"/>
                  </a:outerShdw>
                </a:effectLst>
                <a:latin typeface="+mn-lt"/>
                <a:ea typeface="楷体" pitchFamily="49" charset="-122"/>
              </a:rPr>
              <a:t>if  (</a:t>
            </a:r>
            <a:r>
              <a:rPr lang="zh-CN" altLang="en-US" sz="2000" b="1">
                <a:solidFill>
                  <a:srgbClr val="FF3300"/>
                </a:solidFill>
                <a:effectLst>
                  <a:outerShdw blurRad="38100" dist="38100" dir="2700000" algn="tl">
                    <a:srgbClr val="000000"/>
                  </a:outerShdw>
                </a:effectLst>
                <a:latin typeface="+mn-lt"/>
                <a:ea typeface="楷体" pitchFamily="49" charset="-122"/>
              </a:rPr>
              <a:t>表达式</a:t>
            </a:r>
            <a:r>
              <a:rPr lang="en-US" altLang="zh-CN" sz="2000" b="1">
                <a:solidFill>
                  <a:srgbClr val="FF3300"/>
                </a:solidFill>
                <a:effectLst>
                  <a:outerShdw blurRad="38100" dist="38100" dir="2700000" algn="tl">
                    <a:srgbClr val="000000"/>
                  </a:outerShdw>
                </a:effectLst>
                <a:latin typeface="+mn-lt"/>
                <a:ea typeface="楷体" pitchFamily="49" charset="-122"/>
              </a:rPr>
              <a:t>)</a:t>
            </a:r>
          </a:p>
          <a:p>
            <a:pPr algn="just"/>
            <a:r>
              <a:rPr lang="en-US" altLang="zh-CN" sz="2000" b="1">
                <a:solidFill>
                  <a:srgbClr val="FF3300"/>
                </a:solidFill>
                <a:effectLst>
                  <a:outerShdw blurRad="38100" dist="38100" dir="2700000" algn="tl">
                    <a:srgbClr val="000000"/>
                  </a:outerShdw>
                </a:effectLst>
                <a:latin typeface="+mn-lt"/>
                <a:ea typeface="楷体" pitchFamily="49" charset="-122"/>
              </a:rPr>
              <a:t>     </a:t>
            </a:r>
            <a:r>
              <a:rPr lang="zh-CN" altLang="en-US" sz="2000" b="1">
                <a:solidFill>
                  <a:srgbClr val="FF3300"/>
                </a:solidFill>
                <a:effectLst>
                  <a:outerShdw blurRad="38100" dist="38100" dir="2700000" algn="tl">
                    <a:srgbClr val="000000"/>
                  </a:outerShdw>
                </a:effectLst>
                <a:latin typeface="+mn-lt"/>
                <a:ea typeface="楷体" pitchFamily="49" charset="-122"/>
              </a:rPr>
              <a:t>语句</a:t>
            </a:r>
            <a:r>
              <a:rPr lang="en-US" altLang="zh-CN" sz="2000" b="1">
                <a:solidFill>
                  <a:srgbClr val="FF3300"/>
                </a:solidFill>
                <a:effectLst>
                  <a:outerShdw blurRad="38100" dist="38100" dir="2700000" algn="tl">
                    <a:srgbClr val="000000"/>
                  </a:outerShdw>
                </a:effectLst>
                <a:latin typeface="+mn-lt"/>
                <a:ea typeface="楷体" pitchFamily="49" charset="-122"/>
              </a:rPr>
              <a:t>;</a:t>
            </a:r>
          </a:p>
        </p:txBody>
      </p:sp>
      <p:sp>
        <p:nvSpPr>
          <p:cNvPr id="847920" name="Rectangle 48"/>
          <p:cNvSpPr>
            <a:spLocks noChangeArrowheads="1"/>
          </p:cNvSpPr>
          <p:nvPr/>
        </p:nvSpPr>
        <p:spPr bwMode="auto">
          <a:xfrm>
            <a:off x="1611887" y="1778944"/>
            <a:ext cx="1212191" cy="461665"/>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33CC"/>
                </a:solidFill>
                <a:effectLst>
                  <a:outerShdw blurRad="38100" dist="38100" dir="2700000" algn="tl">
                    <a:srgbClr val="FFFFFF"/>
                  </a:outerShdw>
                </a:effectLst>
                <a:latin typeface="+mn-lt"/>
                <a:ea typeface="楷体" pitchFamily="49" charset="-122"/>
              </a:rPr>
              <a:t> </a:t>
            </a:r>
            <a:r>
              <a:rPr lang="zh-CN" altLang="en-US" b="1" dirty="0">
                <a:solidFill>
                  <a:srgbClr val="0033CC"/>
                </a:solidFill>
                <a:effectLst>
                  <a:outerShdw blurRad="38100" dist="38100" dir="2700000" algn="tl">
                    <a:srgbClr val="FFFFFF"/>
                  </a:outerShdw>
                </a:effectLst>
                <a:latin typeface="+mn-lt"/>
                <a:ea typeface="楷体" pitchFamily="49" charset="-122"/>
              </a:rPr>
              <a:t>格式</a:t>
            </a:r>
            <a:r>
              <a:rPr lang="en-US" altLang="zh-CN" b="1" dirty="0">
                <a:solidFill>
                  <a:srgbClr val="0033CC"/>
                </a:solidFill>
                <a:effectLst>
                  <a:outerShdw blurRad="38100" dist="38100" dir="2700000" algn="tl">
                    <a:srgbClr val="FFFFFF"/>
                  </a:outerShdw>
                </a:effectLst>
                <a:latin typeface="+mn-lt"/>
                <a:ea typeface="楷体" pitchFamily="49" charset="-122"/>
              </a:rPr>
              <a:t>:</a:t>
            </a:r>
            <a:endParaRPr lang="en-US" altLang="zh-CN" dirty="0">
              <a:solidFill>
                <a:srgbClr val="0033CC"/>
              </a:solidFill>
              <a:latin typeface="+mn-lt"/>
              <a:ea typeface="楷体" pitchFamily="49" charset="-122"/>
            </a:endParaRPr>
          </a:p>
        </p:txBody>
      </p:sp>
      <p:sp>
        <p:nvSpPr>
          <p:cNvPr id="847921" name="Rectangle 49"/>
          <p:cNvSpPr>
            <a:spLocks noChangeArrowheads="1"/>
          </p:cNvSpPr>
          <p:nvPr/>
        </p:nvSpPr>
        <p:spPr bwMode="auto">
          <a:xfrm>
            <a:off x="1611887" y="3115816"/>
            <a:ext cx="2097087" cy="457200"/>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33CC"/>
                </a:solidFill>
                <a:effectLst>
                  <a:outerShdw blurRad="38100" dist="38100" dir="2700000" algn="tl">
                    <a:srgbClr val="FFFFFF"/>
                  </a:outerShdw>
                </a:effectLst>
                <a:latin typeface="+mn-lt"/>
                <a:ea typeface="楷体" pitchFamily="49" charset="-122"/>
              </a:rPr>
              <a:t> </a:t>
            </a:r>
            <a:r>
              <a:rPr lang="zh-CN" altLang="en-US" b="1" dirty="0">
                <a:solidFill>
                  <a:srgbClr val="0033CC"/>
                </a:solidFill>
                <a:effectLst>
                  <a:outerShdw blurRad="38100" dist="38100" dir="2700000" algn="tl">
                    <a:srgbClr val="FFFFFF"/>
                  </a:outerShdw>
                </a:effectLst>
                <a:latin typeface="+mn-lt"/>
                <a:ea typeface="楷体" pitchFamily="49" charset="-122"/>
              </a:rPr>
              <a:t>执行流程：</a:t>
            </a:r>
            <a:endParaRPr lang="zh-CN" altLang="en-US" dirty="0">
              <a:solidFill>
                <a:srgbClr val="0033CC"/>
              </a:solidFill>
              <a:latin typeface="+mn-lt"/>
              <a:ea typeface="楷体" pitchFamily="49" charset="-122"/>
            </a:endParaRPr>
          </a:p>
        </p:txBody>
      </p:sp>
      <p:sp>
        <p:nvSpPr>
          <p:cNvPr id="847944" name="Text Box 72"/>
          <p:cNvSpPr txBox="1">
            <a:spLocks noChangeArrowheads="1"/>
          </p:cNvSpPr>
          <p:nvPr/>
        </p:nvSpPr>
        <p:spPr bwMode="auto">
          <a:xfrm>
            <a:off x="7667054" y="2149476"/>
            <a:ext cx="935037" cy="41592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zh-CN" altLang="en-US" sz="2000" b="1">
                <a:effectLst>
                  <a:outerShdw blurRad="38100" dist="38100" dir="2700000" algn="tl">
                    <a:srgbClr val="FFFFFF"/>
                  </a:outerShdw>
                </a:effectLst>
                <a:latin typeface="楷体" pitchFamily="49" charset="-122"/>
                <a:ea typeface="楷体" pitchFamily="49" charset="-122"/>
              </a:rPr>
              <a:t>语句</a:t>
            </a:r>
          </a:p>
        </p:txBody>
      </p:sp>
      <p:sp>
        <p:nvSpPr>
          <p:cNvPr id="847965" name="AutoShape 93"/>
          <p:cNvSpPr>
            <a:spLocks noChangeArrowheads="1"/>
          </p:cNvSpPr>
          <p:nvPr/>
        </p:nvSpPr>
        <p:spPr bwMode="auto">
          <a:xfrm>
            <a:off x="8397304" y="1412875"/>
            <a:ext cx="1876425" cy="647700"/>
          </a:xfrm>
          <a:prstGeom prst="flowChartDecision">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zh-CN" altLang="en-US" sz="2000" b="1" dirty="0">
                <a:effectLst>
                  <a:outerShdw blurRad="38100" dist="38100" dir="2700000" algn="tl">
                    <a:srgbClr val="FFFFFF"/>
                  </a:outerShdw>
                </a:effectLst>
                <a:latin typeface="楷体" pitchFamily="49" charset="-122"/>
                <a:ea typeface="楷体" pitchFamily="49" charset="-122"/>
              </a:rPr>
              <a:t>表达式</a:t>
            </a:r>
          </a:p>
        </p:txBody>
      </p:sp>
      <p:sp>
        <p:nvSpPr>
          <p:cNvPr id="847966" name="Line 94"/>
          <p:cNvSpPr>
            <a:spLocks noChangeShapeType="1"/>
          </p:cNvSpPr>
          <p:nvPr/>
        </p:nvSpPr>
        <p:spPr bwMode="auto">
          <a:xfrm>
            <a:off x="9319640" y="1052513"/>
            <a:ext cx="0" cy="360362"/>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nvGrpSpPr>
          <p:cNvPr id="848054" name="Group 182"/>
          <p:cNvGrpSpPr>
            <a:grpSpLocks/>
          </p:cNvGrpSpPr>
          <p:nvPr/>
        </p:nvGrpSpPr>
        <p:grpSpPr bwMode="auto">
          <a:xfrm>
            <a:off x="8095678" y="2565400"/>
            <a:ext cx="1300162" cy="793750"/>
            <a:chOff x="3921" y="1616"/>
            <a:chExt cx="819" cy="500"/>
          </a:xfrm>
        </p:grpSpPr>
        <p:sp>
          <p:nvSpPr>
            <p:cNvPr id="847972" name="Line 100"/>
            <p:cNvSpPr>
              <a:spLocks noChangeShapeType="1"/>
            </p:cNvSpPr>
            <p:nvPr/>
          </p:nvSpPr>
          <p:spPr bwMode="auto">
            <a:xfrm flipV="1">
              <a:off x="3921" y="1888"/>
              <a:ext cx="819" cy="1"/>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7973" name="Line 101"/>
            <p:cNvSpPr>
              <a:spLocks noChangeShapeType="1"/>
            </p:cNvSpPr>
            <p:nvPr/>
          </p:nvSpPr>
          <p:spPr bwMode="auto">
            <a:xfrm>
              <a:off x="3921" y="1616"/>
              <a:ext cx="0" cy="273"/>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7975" name="Line 103"/>
            <p:cNvSpPr>
              <a:spLocks noChangeShapeType="1"/>
            </p:cNvSpPr>
            <p:nvPr/>
          </p:nvSpPr>
          <p:spPr bwMode="auto">
            <a:xfrm>
              <a:off x="4722" y="1889"/>
              <a:ext cx="0" cy="22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848049" name="Group 177"/>
          <p:cNvGrpSpPr>
            <a:grpSpLocks/>
          </p:cNvGrpSpPr>
          <p:nvPr/>
        </p:nvGrpSpPr>
        <p:grpSpPr bwMode="auto">
          <a:xfrm>
            <a:off x="8038528" y="1377951"/>
            <a:ext cx="404812" cy="784225"/>
            <a:chOff x="3885" y="868"/>
            <a:chExt cx="255" cy="494"/>
          </a:xfrm>
        </p:grpSpPr>
        <p:grpSp>
          <p:nvGrpSpPr>
            <p:cNvPr id="847967" name="Group 95"/>
            <p:cNvGrpSpPr>
              <a:grpSpLocks/>
            </p:cNvGrpSpPr>
            <p:nvPr/>
          </p:nvGrpSpPr>
          <p:grpSpPr bwMode="auto">
            <a:xfrm>
              <a:off x="3885" y="1090"/>
              <a:ext cx="227" cy="272"/>
              <a:chOff x="2236" y="1797"/>
              <a:chExt cx="227" cy="272"/>
            </a:xfrm>
          </p:grpSpPr>
          <p:sp>
            <p:nvSpPr>
              <p:cNvPr id="847968" name="Line 96"/>
              <p:cNvSpPr>
                <a:spLocks noChangeShapeType="1"/>
              </p:cNvSpPr>
              <p:nvPr/>
            </p:nvSpPr>
            <p:spPr bwMode="auto">
              <a:xfrm>
                <a:off x="2236" y="1797"/>
                <a:ext cx="227" cy="0"/>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7969" name="Line 97"/>
              <p:cNvSpPr>
                <a:spLocks noChangeShapeType="1"/>
              </p:cNvSpPr>
              <p:nvPr/>
            </p:nvSpPr>
            <p:spPr bwMode="auto">
              <a:xfrm>
                <a:off x="2236" y="1797"/>
                <a:ext cx="0" cy="272"/>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47976" name="Text Box 104"/>
            <p:cNvSpPr txBox="1">
              <a:spLocks noChangeArrowheads="1"/>
            </p:cNvSpPr>
            <p:nvPr/>
          </p:nvSpPr>
          <p:spPr bwMode="auto">
            <a:xfrm>
              <a:off x="3913" y="868"/>
              <a:ext cx="227" cy="231"/>
            </a:xfrm>
            <a:prstGeom prst="rect">
              <a:avLst/>
            </a:prstGeom>
            <a:noFill/>
            <a:ln w="9525">
              <a:noFill/>
              <a:miter lim="800000"/>
              <a:headEnd/>
              <a:tailEnd/>
            </a:ln>
            <a:effectLst/>
          </p:spPr>
          <p:txBody>
            <a:bodyPr>
              <a:spAutoFit/>
            </a:bodyPr>
            <a:lstStyle/>
            <a:p>
              <a:pPr>
                <a:spcBef>
                  <a:spcPct val="50000"/>
                </a:spcBef>
              </a:pPr>
              <a:r>
                <a:rPr lang="en-US" altLang="zh-CN" sz="1800" b="1"/>
                <a:t>T</a:t>
              </a:r>
            </a:p>
          </p:txBody>
        </p:sp>
      </p:grpSp>
      <p:sp>
        <p:nvSpPr>
          <p:cNvPr id="848001" name="Rectangle 129"/>
          <p:cNvSpPr>
            <a:spLocks noChangeArrowheads="1"/>
          </p:cNvSpPr>
          <p:nvPr/>
        </p:nvSpPr>
        <p:spPr bwMode="auto">
          <a:xfrm>
            <a:off x="1273749" y="3507732"/>
            <a:ext cx="2021707"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008000"/>
                </a:solidFill>
                <a:effectLst>
                  <a:outerShdw blurRad="38100" dist="38100" dir="2700000" algn="tl">
                    <a:srgbClr val="000000"/>
                  </a:outerShdw>
                </a:effectLst>
                <a:latin typeface="+mn-lt"/>
                <a:ea typeface="楷体" pitchFamily="49" charset="-122"/>
              </a:rPr>
              <a:t> </a:t>
            </a:r>
            <a:r>
              <a:rPr lang="en-US" altLang="zh-CN" b="1" dirty="0" err="1">
                <a:solidFill>
                  <a:srgbClr val="008000"/>
                </a:solidFill>
                <a:effectLst>
                  <a:outerShdw blurRad="38100" dist="38100" dir="2700000" algn="tl">
                    <a:srgbClr val="000000"/>
                  </a:outerShdw>
                </a:effectLst>
                <a:latin typeface="+mn-lt"/>
                <a:ea typeface="楷体" pitchFamily="49" charset="-122"/>
              </a:rPr>
              <a:t>if_else</a:t>
            </a:r>
            <a:r>
              <a:rPr lang="zh-CN" altLang="en-US" b="1" dirty="0">
                <a:solidFill>
                  <a:srgbClr val="008000"/>
                </a:solidFill>
                <a:effectLst>
                  <a:outerShdw blurRad="38100" dist="38100" dir="2700000" algn="tl">
                    <a:srgbClr val="000000"/>
                  </a:outerShdw>
                </a:effectLst>
                <a:latin typeface="+mn-lt"/>
                <a:ea typeface="楷体" pitchFamily="49" charset="-122"/>
              </a:rPr>
              <a:t>形式</a:t>
            </a:r>
            <a:r>
              <a:rPr lang="zh-CN" altLang="en-US" dirty="0">
                <a:latin typeface="+mn-lt"/>
                <a:ea typeface="楷体" pitchFamily="49" charset="-122"/>
              </a:rPr>
              <a:t> </a:t>
            </a:r>
          </a:p>
        </p:txBody>
      </p:sp>
      <p:sp>
        <p:nvSpPr>
          <p:cNvPr id="848002" name="Text Box 130"/>
          <p:cNvSpPr txBox="1">
            <a:spLocks noChangeArrowheads="1"/>
          </p:cNvSpPr>
          <p:nvPr/>
        </p:nvSpPr>
        <p:spPr bwMode="auto">
          <a:xfrm>
            <a:off x="2027812" y="4508501"/>
            <a:ext cx="4932281" cy="1368425"/>
          </a:xfrm>
          <a:prstGeom prst="rect">
            <a:avLst/>
          </a:prstGeom>
          <a:gradFill rotWithShape="1">
            <a:gsLst>
              <a:gs pos="0">
                <a:srgbClr val="FFFF99"/>
              </a:gs>
              <a:gs pos="100000">
                <a:srgbClr val="FFFF99">
                  <a:gamma/>
                  <a:shade val="63529"/>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2000" b="1">
                <a:solidFill>
                  <a:srgbClr val="FF3300"/>
                </a:solidFill>
                <a:effectLst>
                  <a:outerShdw blurRad="38100" dist="38100" dir="2700000" algn="tl">
                    <a:srgbClr val="000000"/>
                  </a:outerShdw>
                </a:effectLst>
                <a:latin typeface="+mn-lt"/>
                <a:ea typeface="楷体" pitchFamily="49" charset="-122"/>
              </a:rPr>
              <a:t>if  (</a:t>
            </a:r>
            <a:r>
              <a:rPr lang="zh-CN" altLang="en-US" sz="2000" b="1">
                <a:solidFill>
                  <a:srgbClr val="FF3300"/>
                </a:solidFill>
                <a:effectLst>
                  <a:outerShdw blurRad="38100" dist="38100" dir="2700000" algn="tl">
                    <a:srgbClr val="000000"/>
                  </a:outerShdw>
                </a:effectLst>
                <a:latin typeface="+mn-lt"/>
                <a:ea typeface="楷体" pitchFamily="49" charset="-122"/>
              </a:rPr>
              <a:t>表达式</a:t>
            </a:r>
            <a:r>
              <a:rPr lang="en-US" altLang="zh-CN" sz="2000" b="1">
                <a:solidFill>
                  <a:srgbClr val="FF3300"/>
                </a:solidFill>
                <a:effectLst>
                  <a:outerShdw blurRad="38100" dist="38100" dir="2700000" algn="tl">
                    <a:srgbClr val="000000"/>
                  </a:outerShdw>
                </a:effectLst>
                <a:latin typeface="+mn-lt"/>
                <a:ea typeface="楷体" pitchFamily="49" charset="-122"/>
              </a:rPr>
              <a:t>)</a:t>
            </a:r>
          </a:p>
          <a:p>
            <a:pPr algn="just"/>
            <a:r>
              <a:rPr lang="en-US" altLang="zh-CN" sz="2000" b="1">
                <a:solidFill>
                  <a:srgbClr val="FF3300"/>
                </a:solidFill>
                <a:effectLst>
                  <a:outerShdw blurRad="38100" dist="38100" dir="2700000" algn="tl">
                    <a:srgbClr val="000000"/>
                  </a:outerShdw>
                </a:effectLst>
                <a:latin typeface="+mn-lt"/>
                <a:ea typeface="楷体" pitchFamily="49" charset="-122"/>
              </a:rPr>
              <a:t>     </a:t>
            </a:r>
            <a:r>
              <a:rPr lang="zh-CN" altLang="en-US" sz="2000" b="1">
                <a:solidFill>
                  <a:srgbClr val="FF3300"/>
                </a:solidFill>
                <a:effectLst>
                  <a:outerShdw blurRad="38100" dist="38100" dir="2700000" algn="tl">
                    <a:srgbClr val="000000"/>
                  </a:outerShdw>
                </a:effectLst>
                <a:latin typeface="+mn-lt"/>
                <a:ea typeface="楷体" pitchFamily="49" charset="-122"/>
              </a:rPr>
              <a:t>语句</a:t>
            </a:r>
            <a:r>
              <a:rPr lang="en-US" altLang="zh-CN" sz="2000" b="1">
                <a:solidFill>
                  <a:srgbClr val="FF3300"/>
                </a:solidFill>
                <a:effectLst>
                  <a:outerShdw blurRad="38100" dist="38100" dir="2700000" algn="tl">
                    <a:srgbClr val="000000"/>
                  </a:outerShdw>
                </a:effectLst>
                <a:latin typeface="+mn-lt"/>
                <a:ea typeface="楷体" pitchFamily="49" charset="-122"/>
              </a:rPr>
              <a:t>1;</a:t>
            </a:r>
          </a:p>
          <a:p>
            <a:pPr algn="just"/>
            <a:r>
              <a:rPr lang="en-US" altLang="zh-CN" sz="2000" b="1">
                <a:solidFill>
                  <a:srgbClr val="FF3300"/>
                </a:solidFill>
                <a:effectLst>
                  <a:outerShdw blurRad="38100" dist="38100" dir="2700000" algn="tl">
                    <a:srgbClr val="000000"/>
                  </a:outerShdw>
                </a:effectLst>
                <a:latin typeface="+mn-lt"/>
                <a:ea typeface="楷体" pitchFamily="49" charset="-122"/>
              </a:rPr>
              <a:t>else</a:t>
            </a:r>
          </a:p>
          <a:p>
            <a:pPr algn="just"/>
            <a:r>
              <a:rPr lang="en-US" altLang="zh-CN" sz="2000" b="1">
                <a:solidFill>
                  <a:srgbClr val="FF3300"/>
                </a:solidFill>
                <a:effectLst>
                  <a:outerShdw blurRad="38100" dist="38100" dir="2700000" algn="tl">
                    <a:srgbClr val="000000"/>
                  </a:outerShdw>
                </a:effectLst>
                <a:latin typeface="+mn-lt"/>
                <a:ea typeface="楷体" pitchFamily="49" charset="-122"/>
              </a:rPr>
              <a:t>     </a:t>
            </a:r>
            <a:r>
              <a:rPr lang="zh-CN" altLang="en-US" sz="2000" b="1">
                <a:solidFill>
                  <a:srgbClr val="FF3300"/>
                </a:solidFill>
                <a:effectLst>
                  <a:outerShdw blurRad="38100" dist="38100" dir="2700000" algn="tl">
                    <a:srgbClr val="000000"/>
                  </a:outerShdw>
                </a:effectLst>
                <a:latin typeface="+mn-lt"/>
                <a:ea typeface="楷体" pitchFamily="49" charset="-122"/>
              </a:rPr>
              <a:t>语句</a:t>
            </a:r>
            <a:r>
              <a:rPr lang="en-US" altLang="zh-CN" sz="2000" b="1">
                <a:solidFill>
                  <a:srgbClr val="FF3300"/>
                </a:solidFill>
                <a:effectLst>
                  <a:outerShdw blurRad="38100" dist="38100" dir="2700000" algn="tl">
                    <a:srgbClr val="000000"/>
                  </a:outerShdw>
                </a:effectLst>
                <a:latin typeface="+mn-lt"/>
                <a:ea typeface="楷体" pitchFamily="49" charset="-122"/>
              </a:rPr>
              <a:t>2</a:t>
            </a:r>
            <a:r>
              <a:rPr lang="zh-CN" altLang="en-US" sz="2000" b="1">
                <a:solidFill>
                  <a:srgbClr val="FF3300"/>
                </a:solidFill>
                <a:effectLst>
                  <a:outerShdw blurRad="38100" dist="38100" dir="2700000" algn="tl">
                    <a:srgbClr val="000000"/>
                  </a:outerShdw>
                </a:effectLst>
                <a:latin typeface="+mn-lt"/>
                <a:ea typeface="楷体" pitchFamily="49" charset="-122"/>
              </a:rPr>
              <a:t>；</a:t>
            </a:r>
          </a:p>
        </p:txBody>
      </p:sp>
      <p:sp>
        <p:nvSpPr>
          <p:cNvPr id="848003" name="Rectangle 131"/>
          <p:cNvSpPr>
            <a:spLocks noChangeArrowheads="1"/>
          </p:cNvSpPr>
          <p:nvPr/>
        </p:nvSpPr>
        <p:spPr bwMode="auto">
          <a:xfrm>
            <a:off x="1603949" y="4013200"/>
            <a:ext cx="1331913" cy="457200"/>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33CC"/>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0033CC"/>
                </a:solidFill>
                <a:effectLst>
                  <a:outerShdw blurRad="38100" dist="38100" dir="2700000" algn="tl">
                    <a:srgbClr val="FFFFFF"/>
                  </a:outerShdw>
                </a:effectLst>
                <a:latin typeface="楷体" pitchFamily="49" charset="-122"/>
                <a:ea typeface="楷体" pitchFamily="49" charset="-122"/>
              </a:rPr>
              <a:t>格式</a:t>
            </a:r>
            <a:r>
              <a:rPr lang="en-US" altLang="zh-CN" b="1" dirty="0">
                <a:solidFill>
                  <a:srgbClr val="0033CC"/>
                </a:solidFill>
                <a:effectLst>
                  <a:outerShdw blurRad="38100" dist="38100" dir="2700000" algn="tl">
                    <a:srgbClr val="FFFFFF"/>
                  </a:outerShdw>
                </a:effectLst>
                <a:latin typeface="楷体" pitchFamily="49" charset="-122"/>
                <a:ea typeface="楷体" pitchFamily="49" charset="-122"/>
              </a:rPr>
              <a:t>:</a:t>
            </a:r>
            <a:endParaRPr lang="en-US" altLang="zh-CN" dirty="0">
              <a:solidFill>
                <a:srgbClr val="0033CC"/>
              </a:solidFill>
              <a:latin typeface="楷体" pitchFamily="49" charset="-122"/>
              <a:ea typeface="楷体" pitchFamily="49" charset="-122"/>
            </a:endParaRPr>
          </a:p>
        </p:txBody>
      </p:sp>
      <p:sp>
        <p:nvSpPr>
          <p:cNvPr id="848004" name="Rectangle 132"/>
          <p:cNvSpPr>
            <a:spLocks noChangeArrowheads="1"/>
          </p:cNvSpPr>
          <p:nvPr/>
        </p:nvSpPr>
        <p:spPr bwMode="auto">
          <a:xfrm>
            <a:off x="1664273" y="5983288"/>
            <a:ext cx="2097088" cy="457200"/>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33CC"/>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0033CC"/>
                </a:solidFill>
                <a:effectLst>
                  <a:outerShdw blurRad="38100" dist="38100" dir="2700000" algn="tl">
                    <a:srgbClr val="FFFFFF"/>
                  </a:outerShdw>
                </a:effectLst>
                <a:latin typeface="楷体" pitchFamily="49" charset="-122"/>
                <a:ea typeface="楷体" pitchFamily="49" charset="-122"/>
              </a:rPr>
              <a:t>执行流程：</a:t>
            </a:r>
            <a:endParaRPr lang="zh-CN" altLang="en-US" dirty="0">
              <a:solidFill>
                <a:srgbClr val="0033CC"/>
              </a:solidFill>
              <a:latin typeface="楷体" pitchFamily="49" charset="-122"/>
              <a:ea typeface="楷体" pitchFamily="49" charset="-122"/>
            </a:endParaRPr>
          </a:p>
        </p:txBody>
      </p:sp>
      <p:sp>
        <p:nvSpPr>
          <p:cNvPr id="848009" name="AutoShape 137"/>
          <p:cNvSpPr>
            <a:spLocks noChangeArrowheads="1"/>
          </p:cNvSpPr>
          <p:nvPr/>
        </p:nvSpPr>
        <p:spPr bwMode="auto">
          <a:xfrm>
            <a:off x="8577094" y="4076700"/>
            <a:ext cx="1657350" cy="431800"/>
          </a:xfrm>
          <a:prstGeom prst="flowChartDecision">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3500000" scaled="1"/>
            <a:tileRect/>
          </a:gradFill>
          <a:ln>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zh-CN" altLang="en-US" sz="2000" b="1" dirty="0">
                <a:effectLst>
                  <a:outerShdw blurRad="38100" dist="38100" dir="2700000" algn="tl">
                    <a:srgbClr val="FFFFFF"/>
                  </a:outerShdw>
                </a:effectLst>
                <a:ea typeface="楷体" pitchFamily="49" charset="-122"/>
              </a:rPr>
              <a:t>表达式</a:t>
            </a:r>
          </a:p>
        </p:txBody>
      </p:sp>
      <p:sp>
        <p:nvSpPr>
          <p:cNvPr id="848010" name="Text Box 138"/>
          <p:cNvSpPr txBox="1">
            <a:spLocks noChangeArrowheads="1"/>
          </p:cNvSpPr>
          <p:nvPr/>
        </p:nvSpPr>
        <p:spPr bwMode="auto">
          <a:xfrm>
            <a:off x="7861131" y="4740276"/>
            <a:ext cx="935038" cy="41592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zh-CN" altLang="en-US" sz="2000" b="1">
                <a:solidFill>
                  <a:srgbClr val="FF3300"/>
                </a:solidFill>
                <a:effectLst>
                  <a:outerShdw blurRad="38100" dist="38100" dir="2700000" algn="tl">
                    <a:srgbClr val="000000"/>
                  </a:outerShdw>
                </a:effectLst>
                <a:ea typeface="楷体" pitchFamily="49" charset="-122"/>
              </a:rPr>
              <a:t>语句</a:t>
            </a:r>
            <a:r>
              <a:rPr lang="en-US" altLang="zh-CN" sz="2000" b="1">
                <a:solidFill>
                  <a:srgbClr val="FF3300"/>
                </a:solidFill>
                <a:effectLst>
                  <a:outerShdw blurRad="38100" dist="38100" dir="2700000" algn="tl">
                    <a:srgbClr val="000000"/>
                  </a:outerShdw>
                </a:effectLst>
                <a:ea typeface="楷体" pitchFamily="49" charset="-122"/>
              </a:rPr>
              <a:t>1</a:t>
            </a:r>
          </a:p>
        </p:txBody>
      </p:sp>
      <p:sp>
        <p:nvSpPr>
          <p:cNvPr id="848011" name="Text Box 139"/>
          <p:cNvSpPr txBox="1">
            <a:spLocks noChangeArrowheads="1"/>
          </p:cNvSpPr>
          <p:nvPr/>
        </p:nvSpPr>
        <p:spPr bwMode="auto">
          <a:xfrm>
            <a:off x="10115381" y="4724401"/>
            <a:ext cx="935038" cy="41592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zh-CN" altLang="en-US" sz="2000" b="1" dirty="0">
                <a:solidFill>
                  <a:srgbClr val="0033CC"/>
                </a:solidFill>
                <a:effectLst>
                  <a:outerShdw blurRad="38100" dist="38100" dir="2700000" algn="tl">
                    <a:srgbClr val="000000"/>
                  </a:outerShdw>
                </a:effectLst>
                <a:ea typeface="楷体" pitchFamily="49" charset="-122"/>
              </a:rPr>
              <a:t>语句</a:t>
            </a:r>
            <a:r>
              <a:rPr lang="en-US" altLang="zh-CN" sz="2000" b="1" dirty="0">
                <a:solidFill>
                  <a:srgbClr val="0033CC"/>
                </a:solidFill>
                <a:effectLst>
                  <a:outerShdw blurRad="38100" dist="38100" dir="2700000" algn="tl">
                    <a:srgbClr val="000000"/>
                  </a:outerShdw>
                </a:effectLst>
                <a:ea typeface="楷体" pitchFamily="49" charset="-122"/>
              </a:rPr>
              <a:t>2</a:t>
            </a:r>
          </a:p>
        </p:txBody>
      </p:sp>
      <p:sp>
        <p:nvSpPr>
          <p:cNvPr id="848012" name="Line 140"/>
          <p:cNvSpPr>
            <a:spLocks noChangeShapeType="1"/>
          </p:cNvSpPr>
          <p:nvPr/>
        </p:nvSpPr>
        <p:spPr bwMode="auto">
          <a:xfrm>
            <a:off x="9413706" y="3716338"/>
            <a:ext cx="0" cy="360362"/>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nvGrpSpPr>
          <p:cNvPr id="848061" name="Group 189"/>
          <p:cNvGrpSpPr>
            <a:grpSpLocks/>
          </p:cNvGrpSpPr>
          <p:nvPr/>
        </p:nvGrpSpPr>
        <p:grpSpPr bwMode="auto">
          <a:xfrm>
            <a:off x="8289756" y="5156200"/>
            <a:ext cx="1079500" cy="793750"/>
            <a:chOff x="3878" y="3248"/>
            <a:chExt cx="680" cy="500"/>
          </a:xfrm>
        </p:grpSpPr>
        <p:sp>
          <p:nvSpPr>
            <p:cNvPr id="848019" name="Line 147"/>
            <p:cNvSpPr>
              <a:spLocks noChangeShapeType="1"/>
            </p:cNvSpPr>
            <p:nvPr/>
          </p:nvSpPr>
          <p:spPr bwMode="auto">
            <a:xfrm>
              <a:off x="3878" y="3521"/>
              <a:ext cx="680" cy="0"/>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20" name="Line 148"/>
            <p:cNvSpPr>
              <a:spLocks noChangeShapeType="1"/>
            </p:cNvSpPr>
            <p:nvPr/>
          </p:nvSpPr>
          <p:spPr bwMode="auto">
            <a:xfrm>
              <a:off x="3878" y="3248"/>
              <a:ext cx="0" cy="273"/>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22" name="Line 150"/>
            <p:cNvSpPr>
              <a:spLocks noChangeShapeType="1"/>
            </p:cNvSpPr>
            <p:nvPr/>
          </p:nvSpPr>
          <p:spPr bwMode="auto">
            <a:xfrm>
              <a:off x="4549" y="3521"/>
              <a:ext cx="0" cy="22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848055" name="Group 183"/>
          <p:cNvGrpSpPr>
            <a:grpSpLocks/>
          </p:cNvGrpSpPr>
          <p:nvPr/>
        </p:nvGrpSpPr>
        <p:grpSpPr bwMode="auto">
          <a:xfrm>
            <a:off x="8275470" y="3971926"/>
            <a:ext cx="376237" cy="752475"/>
            <a:chOff x="3869" y="2502"/>
            <a:chExt cx="237" cy="474"/>
          </a:xfrm>
        </p:grpSpPr>
        <p:grpSp>
          <p:nvGrpSpPr>
            <p:cNvPr id="848013" name="Group 141"/>
            <p:cNvGrpSpPr>
              <a:grpSpLocks/>
            </p:cNvGrpSpPr>
            <p:nvPr/>
          </p:nvGrpSpPr>
          <p:grpSpPr bwMode="auto">
            <a:xfrm>
              <a:off x="3869" y="2704"/>
              <a:ext cx="227" cy="272"/>
              <a:chOff x="2236" y="1797"/>
              <a:chExt cx="227" cy="272"/>
            </a:xfrm>
          </p:grpSpPr>
          <p:sp>
            <p:nvSpPr>
              <p:cNvPr id="848014" name="Line 142"/>
              <p:cNvSpPr>
                <a:spLocks noChangeShapeType="1"/>
              </p:cNvSpPr>
              <p:nvPr/>
            </p:nvSpPr>
            <p:spPr bwMode="auto">
              <a:xfrm>
                <a:off x="2236" y="1797"/>
                <a:ext cx="227" cy="0"/>
              </a:xfrm>
              <a:prstGeom prst="line">
                <a:avLst/>
              </a:prstGeom>
              <a:noFill/>
              <a:ln w="28575">
                <a:solidFill>
                  <a:srgbClr val="FF000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15" name="Line 143"/>
              <p:cNvSpPr>
                <a:spLocks noChangeShapeType="1"/>
              </p:cNvSpPr>
              <p:nvPr/>
            </p:nvSpPr>
            <p:spPr bwMode="auto">
              <a:xfrm>
                <a:off x="2236" y="1797"/>
                <a:ext cx="0" cy="272"/>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48023" name="Text Box 151"/>
            <p:cNvSpPr txBox="1">
              <a:spLocks noChangeArrowheads="1"/>
            </p:cNvSpPr>
            <p:nvPr/>
          </p:nvSpPr>
          <p:spPr bwMode="auto">
            <a:xfrm>
              <a:off x="3879" y="2502"/>
              <a:ext cx="227" cy="231"/>
            </a:xfrm>
            <a:prstGeom prst="rect">
              <a:avLst/>
            </a:prstGeom>
            <a:noFill/>
            <a:ln w="9525">
              <a:noFill/>
              <a:miter lim="800000"/>
              <a:headEnd/>
              <a:tailEnd/>
            </a:ln>
            <a:effectLst/>
          </p:spPr>
          <p:txBody>
            <a:bodyPr>
              <a:spAutoFit/>
            </a:bodyPr>
            <a:lstStyle/>
            <a:p>
              <a:pPr>
                <a:spcBef>
                  <a:spcPct val="50000"/>
                </a:spcBef>
              </a:pPr>
              <a:r>
                <a:rPr lang="en-US" altLang="zh-CN" sz="1800" b="1"/>
                <a:t>T</a:t>
              </a:r>
            </a:p>
          </p:txBody>
        </p:sp>
      </p:grpSp>
      <p:grpSp>
        <p:nvGrpSpPr>
          <p:cNvPr id="848060" name="Group 188"/>
          <p:cNvGrpSpPr>
            <a:grpSpLocks/>
          </p:cNvGrpSpPr>
          <p:nvPr/>
        </p:nvGrpSpPr>
        <p:grpSpPr bwMode="auto">
          <a:xfrm>
            <a:off x="10234445" y="3962401"/>
            <a:ext cx="390525" cy="752475"/>
            <a:chOff x="5103" y="2523"/>
            <a:chExt cx="246" cy="474"/>
          </a:xfrm>
        </p:grpSpPr>
        <p:grpSp>
          <p:nvGrpSpPr>
            <p:cNvPr id="848016" name="Group 144"/>
            <p:cNvGrpSpPr>
              <a:grpSpLocks/>
            </p:cNvGrpSpPr>
            <p:nvPr/>
          </p:nvGrpSpPr>
          <p:grpSpPr bwMode="auto">
            <a:xfrm>
              <a:off x="5103" y="2725"/>
              <a:ext cx="227" cy="272"/>
              <a:chOff x="3470" y="1797"/>
              <a:chExt cx="227" cy="272"/>
            </a:xfrm>
          </p:grpSpPr>
          <p:sp>
            <p:nvSpPr>
              <p:cNvPr id="848017" name="Line 145"/>
              <p:cNvSpPr>
                <a:spLocks noChangeShapeType="1"/>
              </p:cNvSpPr>
              <p:nvPr/>
            </p:nvSpPr>
            <p:spPr bwMode="auto">
              <a:xfrm>
                <a:off x="3470" y="1797"/>
                <a:ext cx="227" cy="0"/>
              </a:xfrm>
              <a:prstGeom prst="line">
                <a:avLst/>
              </a:prstGeom>
              <a:noFill/>
              <a:ln w="28575">
                <a:solidFill>
                  <a:srgbClr val="0000FF"/>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18" name="Line 146"/>
              <p:cNvSpPr>
                <a:spLocks noChangeShapeType="1"/>
              </p:cNvSpPr>
              <p:nvPr/>
            </p:nvSpPr>
            <p:spPr bwMode="auto">
              <a:xfrm>
                <a:off x="3696" y="1797"/>
                <a:ext cx="0" cy="272"/>
              </a:xfrm>
              <a:prstGeom prst="line">
                <a:avLst/>
              </a:prstGeom>
              <a:noFill/>
              <a:ln w="28575">
                <a:solidFill>
                  <a:srgbClr val="0000FF"/>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48024" name="Text Box 152"/>
            <p:cNvSpPr txBox="1">
              <a:spLocks noChangeArrowheads="1"/>
            </p:cNvSpPr>
            <p:nvPr/>
          </p:nvSpPr>
          <p:spPr bwMode="auto">
            <a:xfrm>
              <a:off x="5122" y="2523"/>
              <a:ext cx="227" cy="231"/>
            </a:xfrm>
            <a:prstGeom prst="rect">
              <a:avLst/>
            </a:prstGeom>
            <a:noFill/>
            <a:ln w="9525">
              <a:noFill/>
              <a:miter lim="800000"/>
              <a:headEnd/>
              <a:tailEnd/>
            </a:ln>
            <a:effectLst/>
          </p:spPr>
          <p:txBody>
            <a:bodyPr>
              <a:spAutoFit/>
            </a:bodyPr>
            <a:lstStyle/>
            <a:p>
              <a:pPr>
                <a:spcBef>
                  <a:spcPct val="50000"/>
                </a:spcBef>
              </a:pPr>
              <a:r>
                <a:rPr lang="en-US" altLang="zh-CN" sz="1800" b="1">
                  <a:solidFill>
                    <a:srgbClr val="0033CC"/>
                  </a:solidFill>
                </a:rPr>
                <a:t>F</a:t>
              </a:r>
            </a:p>
          </p:txBody>
        </p:sp>
      </p:grpSp>
      <p:grpSp>
        <p:nvGrpSpPr>
          <p:cNvPr id="848041" name="Group 169"/>
          <p:cNvGrpSpPr>
            <a:grpSpLocks/>
          </p:cNvGrpSpPr>
          <p:nvPr/>
        </p:nvGrpSpPr>
        <p:grpSpPr bwMode="auto">
          <a:xfrm>
            <a:off x="-15302" y="0"/>
            <a:ext cx="446088" cy="6858000"/>
            <a:chOff x="0" y="0"/>
            <a:chExt cx="281" cy="4320"/>
          </a:xfrm>
        </p:grpSpPr>
        <p:sp>
          <p:nvSpPr>
            <p:cNvPr id="848042" name="Text Box 17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48043" name="Text Box 17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848053" name="Group 181"/>
          <p:cNvGrpSpPr>
            <a:grpSpLocks/>
          </p:cNvGrpSpPr>
          <p:nvPr/>
        </p:nvGrpSpPr>
        <p:grpSpPr bwMode="auto">
          <a:xfrm>
            <a:off x="9395841" y="1427164"/>
            <a:ext cx="1236663" cy="1933575"/>
            <a:chOff x="4732" y="899"/>
            <a:chExt cx="779" cy="1218"/>
          </a:xfrm>
        </p:grpSpPr>
        <p:sp>
          <p:nvSpPr>
            <p:cNvPr id="847977" name="Text Box 105"/>
            <p:cNvSpPr txBox="1">
              <a:spLocks noChangeArrowheads="1"/>
            </p:cNvSpPr>
            <p:nvPr/>
          </p:nvSpPr>
          <p:spPr bwMode="auto">
            <a:xfrm>
              <a:off x="5266" y="899"/>
              <a:ext cx="227" cy="231"/>
            </a:xfrm>
            <a:prstGeom prst="rect">
              <a:avLst/>
            </a:prstGeom>
            <a:noFill/>
            <a:ln w="9525">
              <a:noFill/>
              <a:miter lim="800000"/>
              <a:headEnd/>
              <a:tailEnd/>
            </a:ln>
            <a:effectLst/>
          </p:spPr>
          <p:txBody>
            <a:bodyPr>
              <a:spAutoFit/>
            </a:bodyPr>
            <a:lstStyle/>
            <a:p>
              <a:pPr>
                <a:spcBef>
                  <a:spcPct val="50000"/>
                </a:spcBef>
              </a:pPr>
              <a:r>
                <a:rPr lang="en-US" altLang="zh-CN" sz="1800" b="1">
                  <a:solidFill>
                    <a:srgbClr val="0033CC"/>
                  </a:solidFill>
                </a:rPr>
                <a:t>F</a:t>
              </a:r>
            </a:p>
          </p:txBody>
        </p:sp>
        <p:grpSp>
          <p:nvGrpSpPr>
            <p:cNvPr id="848052" name="Group 180"/>
            <p:cNvGrpSpPr>
              <a:grpSpLocks/>
            </p:cNvGrpSpPr>
            <p:nvPr/>
          </p:nvGrpSpPr>
          <p:grpSpPr bwMode="auto">
            <a:xfrm>
              <a:off x="4732" y="1089"/>
              <a:ext cx="779" cy="1028"/>
              <a:chOff x="4732" y="1089"/>
              <a:chExt cx="779" cy="1028"/>
            </a:xfrm>
          </p:grpSpPr>
          <p:sp>
            <p:nvSpPr>
              <p:cNvPr id="847971" name="Line 99"/>
              <p:cNvSpPr>
                <a:spLocks noChangeShapeType="1"/>
              </p:cNvSpPr>
              <p:nvPr/>
            </p:nvSpPr>
            <p:spPr bwMode="auto">
              <a:xfrm>
                <a:off x="5284" y="1098"/>
                <a:ext cx="227" cy="0"/>
              </a:xfrm>
              <a:prstGeom prst="line">
                <a:avLst/>
              </a:prstGeom>
              <a:noFill/>
              <a:ln w="28575">
                <a:solidFill>
                  <a:srgbClr val="0000FF"/>
                </a:solidFill>
                <a:round/>
                <a:headEnd/>
                <a:tailEnd/>
              </a:ln>
              <a:effectLst>
                <a:outerShdw dist="35921" dir="2700000" algn="ctr" rotWithShape="0">
                  <a:schemeClr val="bg2">
                    <a:alpha val="50000"/>
                  </a:schemeClr>
                </a:outerShdw>
              </a:effectLst>
            </p:spPr>
            <p:txBody>
              <a:bodyPr/>
              <a:lstStyle/>
              <a:p>
                <a:endParaRPr lang="zh-CN" altLang="en-US"/>
              </a:p>
            </p:txBody>
          </p:sp>
          <p:sp>
            <p:nvSpPr>
              <p:cNvPr id="847974" name="Line 102"/>
              <p:cNvSpPr>
                <a:spLocks noChangeShapeType="1"/>
              </p:cNvSpPr>
              <p:nvPr/>
            </p:nvSpPr>
            <p:spPr bwMode="auto">
              <a:xfrm>
                <a:off x="5503" y="1089"/>
                <a:ext cx="0" cy="816"/>
              </a:xfrm>
              <a:prstGeom prst="line">
                <a:avLst/>
              </a:prstGeom>
              <a:noFill/>
              <a:ln w="28575">
                <a:solidFill>
                  <a:srgbClr val="0000FF"/>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50" name="Line 178"/>
              <p:cNvSpPr>
                <a:spLocks noChangeShapeType="1"/>
              </p:cNvSpPr>
              <p:nvPr/>
            </p:nvSpPr>
            <p:spPr bwMode="auto">
              <a:xfrm flipV="1">
                <a:off x="4740" y="1888"/>
                <a:ext cx="771" cy="0"/>
              </a:xfrm>
              <a:prstGeom prst="line">
                <a:avLst/>
              </a:prstGeom>
              <a:noFill/>
              <a:ln w="28575">
                <a:solidFill>
                  <a:srgbClr val="0000FF"/>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51" name="Line 179"/>
              <p:cNvSpPr>
                <a:spLocks noChangeShapeType="1"/>
              </p:cNvSpPr>
              <p:nvPr/>
            </p:nvSpPr>
            <p:spPr bwMode="auto">
              <a:xfrm>
                <a:off x="4732" y="1890"/>
                <a:ext cx="0" cy="227"/>
              </a:xfrm>
              <a:prstGeom prst="line">
                <a:avLst/>
              </a:prstGeom>
              <a:noFill/>
              <a:ln w="28575">
                <a:solidFill>
                  <a:srgbClr val="0000FF"/>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grpSp>
        <p:nvGrpSpPr>
          <p:cNvPr id="848058" name="Group 186"/>
          <p:cNvGrpSpPr>
            <a:grpSpLocks/>
          </p:cNvGrpSpPr>
          <p:nvPr/>
        </p:nvGrpSpPr>
        <p:grpSpPr bwMode="auto">
          <a:xfrm>
            <a:off x="9369257" y="5156200"/>
            <a:ext cx="1223963" cy="793750"/>
            <a:chOff x="4558" y="3248"/>
            <a:chExt cx="771" cy="500"/>
          </a:xfrm>
        </p:grpSpPr>
        <p:sp>
          <p:nvSpPr>
            <p:cNvPr id="848021" name="Line 149"/>
            <p:cNvSpPr>
              <a:spLocks noChangeShapeType="1"/>
            </p:cNvSpPr>
            <p:nvPr/>
          </p:nvSpPr>
          <p:spPr bwMode="auto">
            <a:xfrm>
              <a:off x="5329" y="3248"/>
              <a:ext cx="0" cy="273"/>
            </a:xfrm>
            <a:prstGeom prst="line">
              <a:avLst/>
            </a:prstGeom>
            <a:noFill/>
            <a:ln w="28575">
              <a:solidFill>
                <a:srgbClr val="0000FF"/>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56" name="Line 184"/>
            <p:cNvSpPr>
              <a:spLocks noChangeShapeType="1"/>
            </p:cNvSpPr>
            <p:nvPr/>
          </p:nvSpPr>
          <p:spPr bwMode="auto">
            <a:xfrm>
              <a:off x="4558" y="3521"/>
              <a:ext cx="771" cy="0"/>
            </a:xfrm>
            <a:prstGeom prst="line">
              <a:avLst/>
            </a:prstGeom>
            <a:noFill/>
            <a:ln w="28575">
              <a:solidFill>
                <a:srgbClr val="0000FF"/>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57" name="Line 185"/>
            <p:cNvSpPr>
              <a:spLocks noChangeShapeType="1"/>
            </p:cNvSpPr>
            <p:nvPr/>
          </p:nvSpPr>
          <p:spPr bwMode="auto">
            <a:xfrm>
              <a:off x="4567" y="3521"/>
              <a:ext cx="0" cy="227"/>
            </a:xfrm>
            <a:prstGeom prst="line">
              <a:avLst/>
            </a:prstGeom>
            <a:noFill/>
            <a:ln w="28575">
              <a:solidFill>
                <a:srgbClr val="0000FF"/>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48000" name="Text Box 128" descr="信纸"/>
          <p:cNvSpPr txBox="1">
            <a:spLocks noChangeArrowheads="1"/>
          </p:cNvSpPr>
          <p:nvPr/>
        </p:nvSpPr>
        <p:spPr bwMode="auto">
          <a:xfrm>
            <a:off x="2012385" y="3223479"/>
            <a:ext cx="7921625" cy="3051175"/>
          </a:xfrm>
          <a:prstGeom prst="rect">
            <a:avLst/>
          </a:prstGeom>
          <a:blipFill dpi="0" rotWithShape="0">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zh-CN" altLang="en-US" b="1" dirty="0">
                <a:solidFill>
                  <a:srgbClr val="FF33CC"/>
                </a:solidFill>
                <a:effectLst>
                  <a:outerShdw blurRad="38100" dist="38100" dir="2700000" algn="tl">
                    <a:srgbClr val="000000"/>
                  </a:outerShdw>
                </a:effectLst>
                <a:ea typeface="隶书" pitchFamily="49" charset="-122"/>
              </a:rPr>
              <a:t>  例如：下面的程序段是输入两个整数，输出其中的大数。</a:t>
            </a:r>
          </a:p>
          <a:p>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b, max;</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("input two numbers: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scanf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d%d</a:t>
            </a:r>
            <a:r>
              <a:rPr lang="en-US" altLang="zh-CN" b="1" dirty="0">
                <a:effectLst>
                  <a:outerShdw blurRad="38100" dist="38100" dir="2700000" algn="tl">
                    <a:srgbClr val="FFFFFF"/>
                  </a:outerShdw>
                </a:effectLst>
              </a:rPr>
              <a:t>", &amp;a, &amp;b);</a:t>
            </a:r>
          </a:p>
          <a:p>
            <a:r>
              <a:rPr lang="en-US" altLang="zh-CN" b="1" dirty="0">
                <a:effectLst>
                  <a:outerShdw blurRad="38100" dist="38100" dir="2700000" algn="tl">
                    <a:srgbClr val="FFFFFF"/>
                  </a:outerShdw>
                </a:effectLst>
              </a:rPr>
              <a:t>   max = a;</a:t>
            </a:r>
          </a:p>
          <a:p>
            <a:r>
              <a:rPr lang="en-US" altLang="zh-CN" b="1" dirty="0">
                <a:effectLst>
                  <a:outerShdw blurRad="38100" dist="38100" dir="2700000" algn="tl">
                    <a:srgbClr val="FFFFFF"/>
                  </a:outerShdw>
                </a:effectLst>
              </a:rPr>
              <a:t>   </a:t>
            </a:r>
            <a:r>
              <a:rPr lang="en-US" altLang="zh-CN" b="1" dirty="0">
                <a:solidFill>
                  <a:srgbClr val="CC0000"/>
                </a:solidFill>
                <a:effectLst>
                  <a:outerShdw blurRad="38100" dist="38100" dir="2700000" algn="tl">
                    <a:srgbClr val="000000"/>
                  </a:outerShdw>
                </a:effectLst>
              </a:rPr>
              <a:t>if (max &lt; b) </a:t>
            </a:r>
          </a:p>
          <a:p>
            <a:r>
              <a:rPr lang="en-US" altLang="zh-CN" b="1" dirty="0">
                <a:solidFill>
                  <a:srgbClr val="CC0000"/>
                </a:solidFill>
                <a:effectLst>
                  <a:outerShdw blurRad="38100" dist="38100" dir="2700000" algn="tl">
                    <a:srgbClr val="000000"/>
                  </a:outerShdw>
                </a:effectLst>
              </a:rPr>
              <a:t>      max = b;</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("max = %d", max);</a:t>
            </a:r>
          </a:p>
        </p:txBody>
      </p:sp>
      <p:sp>
        <p:nvSpPr>
          <p:cNvPr id="848040" name="Text Box 168" descr="信纸"/>
          <p:cNvSpPr txBox="1">
            <a:spLocks noChangeArrowheads="1"/>
          </p:cNvSpPr>
          <p:nvPr/>
        </p:nvSpPr>
        <p:spPr bwMode="auto">
          <a:xfrm>
            <a:off x="1954082" y="3216330"/>
            <a:ext cx="8137525" cy="3051175"/>
          </a:xfrm>
          <a:prstGeom prst="rect">
            <a:avLst/>
          </a:prstGeom>
          <a:blipFill>
            <a:blip r:embed="rId4" cstate="prin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zh-CN" altLang="en-US" b="1" dirty="0">
                <a:solidFill>
                  <a:srgbClr val="FF33CC"/>
                </a:solidFill>
                <a:effectLst>
                  <a:outerShdw blurRad="38100" dist="38100" dir="2700000" algn="tl">
                    <a:srgbClr val="000000"/>
                  </a:outerShdw>
                </a:effectLst>
                <a:ea typeface="隶书" pitchFamily="49" charset="-122"/>
              </a:rPr>
              <a:t>  例如：下面的程序段同样是输出两个整数中的最大数。</a:t>
            </a:r>
          </a:p>
          <a:p>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b;</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("input two numbers: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scanf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d%d</a:t>
            </a:r>
            <a:r>
              <a:rPr lang="en-US" altLang="zh-CN" b="1" dirty="0">
                <a:effectLst>
                  <a:outerShdw blurRad="38100" dist="38100" dir="2700000" algn="tl">
                    <a:srgbClr val="FFFFFF"/>
                  </a:outerShdw>
                </a:effectLst>
              </a:rPr>
              <a:t>", &amp;a, &amp;b);</a:t>
            </a:r>
          </a:p>
          <a:p>
            <a:r>
              <a:rPr lang="en-US" altLang="zh-CN" b="1" dirty="0">
                <a:effectLst>
                  <a:outerShdw blurRad="38100" dist="38100" dir="2700000" algn="tl">
                    <a:srgbClr val="FFFFFF"/>
                  </a:outerShdw>
                </a:effectLst>
              </a:rPr>
              <a:t>   </a:t>
            </a:r>
            <a:r>
              <a:rPr lang="en-US" altLang="zh-CN" b="1" dirty="0">
                <a:solidFill>
                  <a:srgbClr val="CC0000"/>
                </a:solidFill>
                <a:effectLst>
                  <a:outerShdw blurRad="38100" dist="38100" dir="2700000" algn="tl">
                    <a:srgbClr val="000000"/>
                  </a:outerShdw>
                </a:effectLst>
              </a:rPr>
              <a:t>if (a &gt; b)</a:t>
            </a:r>
          </a:p>
          <a:p>
            <a:r>
              <a:rPr lang="en-US" altLang="zh-CN" b="1" dirty="0">
                <a:solidFill>
                  <a:srgbClr val="CC0000"/>
                </a:solidFill>
                <a:effectLst>
                  <a:outerShdw blurRad="38100" dist="38100" dir="2700000" algn="tl">
                    <a:srgbClr val="000000"/>
                  </a:outerShdw>
                </a:effectLst>
              </a:rPr>
              <a:t>       </a:t>
            </a:r>
            <a:r>
              <a:rPr lang="en-US" altLang="zh-CN" b="1" dirty="0" err="1">
                <a:solidFill>
                  <a:srgbClr val="CC0000"/>
                </a:solidFill>
                <a:effectLst>
                  <a:outerShdw blurRad="38100" dist="38100" dir="2700000" algn="tl">
                    <a:srgbClr val="000000"/>
                  </a:outerShdw>
                </a:effectLst>
              </a:rPr>
              <a:t>printf</a:t>
            </a:r>
            <a:r>
              <a:rPr lang="en-US" altLang="zh-CN" b="1" dirty="0">
                <a:solidFill>
                  <a:srgbClr val="CC0000"/>
                </a:solidFill>
                <a:effectLst>
                  <a:outerShdw blurRad="38100" dist="38100" dir="2700000" algn="tl">
                    <a:srgbClr val="000000"/>
                  </a:outerShdw>
                </a:effectLst>
              </a:rPr>
              <a:t> ("max = %d\n", a);</a:t>
            </a:r>
          </a:p>
          <a:p>
            <a:r>
              <a:rPr lang="en-US" altLang="zh-CN" b="1" dirty="0">
                <a:solidFill>
                  <a:srgbClr val="CC0000"/>
                </a:solidFill>
                <a:effectLst>
                  <a:outerShdw blurRad="38100" dist="38100" dir="2700000" algn="tl">
                    <a:srgbClr val="000000"/>
                  </a:outerShdw>
                </a:effectLst>
              </a:rPr>
              <a:t>   else</a:t>
            </a:r>
          </a:p>
          <a:p>
            <a:r>
              <a:rPr lang="en-US" altLang="zh-CN" b="1" dirty="0">
                <a:solidFill>
                  <a:srgbClr val="CC0000"/>
                </a:solidFill>
                <a:effectLst>
                  <a:outerShdw blurRad="38100" dist="38100" dir="2700000" algn="tl">
                    <a:srgbClr val="000000"/>
                  </a:outerShdw>
                </a:effectLst>
              </a:rPr>
              <a:t>      </a:t>
            </a:r>
            <a:r>
              <a:rPr lang="en-US" altLang="zh-CN" b="1" dirty="0" err="1">
                <a:solidFill>
                  <a:srgbClr val="CC0000"/>
                </a:solidFill>
                <a:effectLst>
                  <a:outerShdw blurRad="38100" dist="38100" dir="2700000" algn="tl">
                    <a:srgbClr val="000000"/>
                  </a:outerShdw>
                </a:effectLst>
              </a:rPr>
              <a:t>printf</a:t>
            </a:r>
            <a:r>
              <a:rPr lang="en-US" altLang="zh-CN" b="1" dirty="0">
                <a:solidFill>
                  <a:srgbClr val="CC0000"/>
                </a:solidFill>
                <a:effectLst>
                  <a:outerShdw blurRad="38100" dist="38100" dir="2700000" algn="tl">
                    <a:srgbClr val="000000"/>
                  </a:outerShdw>
                </a:effectLst>
              </a:rPr>
              <a:t> ("max = %d\n", b);</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7917"/>
                                        </p:tgtEl>
                                        <p:attrNameLst>
                                          <p:attrName>style.visibility</p:attrName>
                                        </p:attrNameLst>
                                      </p:cBhvr>
                                      <p:to>
                                        <p:strVal val="visible"/>
                                      </p:to>
                                    </p:set>
                                    <p:anim calcmode="lin" valueType="num">
                                      <p:cBhvr additive="base">
                                        <p:cTn id="7" dur="500" fill="hold"/>
                                        <p:tgtEl>
                                          <p:spTgt spid="847917"/>
                                        </p:tgtEl>
                                        <p:attrNameLst>
                                          <p:attrName>ppt_x</p:attrName>
                                        </p:attrNameLst>
                                      </p:cBhvr>
                                      <p:tavLst>
                                        <p:tav tm="0">
                                          <p:val>
                                            <p:strVal val="0-#ppt_w/2"/>
                                          </p:val>
                                        </p:tav>
                                        <p:tav tm="100000">
                                          <p:val>
                                            <p:strVal val="#ppt_x"/>
                                          </p:val>
                                        </p:tav>
                                      </p:tavLst>
                                    </p:anim>
                                    <p:anim calcmode="lin" valueType="num">
                                      <p:cBhvr additive="base">
                                        <p:cTn id="8" dur="500" fill="hold"/>
                                        <p:tgtEl>
                                          <p:spTgt spid="8479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847918"/>
                                        </p:tgtEl>
                                        <p:attrNameLst>
                                          <p:attrName>style.visibility</p:attrName>
                                        </p:attrNameLst>
                                      </p:cBhvr>
                                      <p:to>
                                        <p:strVal val="visible"/>
                                      </p:to>
                                    </p:set>
                                    <p:animEffect transition="in" filter="box(in)">
                                      <p:cBhvr>
                                        <p:cTn id="13" dur="500"/>
                                        <p:tgtEl>
                                          <p:spTgt spid="847918"/>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847920"/>
                                        </p:tgtEl>
                                        <p:attrNameLst>
                                          <p:attrName>style.visibility</p:attrName>
                                        </p:attrNameLst>
                                      </p:cBhvr>
                                      <p:to>
                                        <p:strVal val="visible"/>
                                      </p:to>
                                    </p:set>
                                    <p:animEffect transition="in" filter="box(in)">
                                      <p:cBhvr>
                                        <p:cTn id="18" dur="500"/>
                                        <p:tgtEl>
                                          <p:spTgt spid="847920"/>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par>
                                <p:cTn id="19" presetID="4" presetClass="entr" presetSubtype="16" fill="hold" grpId="0" nodeType="withEffect">
                                  <p:stCondLst>
                                    <p:cond delay="0"/>
                                  </p:stCondLst>
                                  <p:childTnLst>
                                    <p:set>
                                      <p:cBhvr>
                                        <p:cTn id="20" dur="1" fill="hold">
                                          <p:stCondLst>
                                            <p:cond delay="0"/>
                                          </p:stCondLst>
                                        </p:cTn>
                                        <p:tgtEl>
                                          <p:spTgt spid="847919"/>
                                        </p:tgtEl>
                                        <p:attrNameLst>
                                          <p:attrName>style.visibility</p:attrName>
                                        </p:attrNameLst>
                                      </p:cBhvr>
                                      <p:to>
                                        <p:strVal val="visible"/>
                                      </p:to>
                                    </p:set>
                                    <p:animEffect transition="in" filter="box(in)">
                                      <p:cBhvr>
                                        <p:cTn id="21" dur="500"/>
                                        <p:tgtEl>
                                          <p:spTgt spid="847919"/>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847921"/>
                                        </p:tgtEl>
                                        <p:attrNameLst>
                                          <p:attrName>style.visibility</p:attrName>
                                        </p:attrNameLst>
                                      </p:cBhvr>
                                      <p:to>
                                        <p:strVal val="visible"/>
                                      </p:to>
                                    </p:set>
                                    <p:animEffect transition="in" filter="box(in)">
                                      <p:cBhvr>
                                        <p:cTn id="26" dur="500"/>
                                        <p:tgtEl>
                                          <p:spTgt spid="847921"/>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par>
                          <p:cTn id="27" fill="hold">
                            <p:stCondLst>
                              <p:cond delay="500"/>
                            </p:stCondLst>
                            <p:childTnLst>
                              <p:par>
                                <p:cTn id="28" presetID="18" presetClass="entr" presetSubtype="12" fill="hold" grpId="0" nodeType="afterEffect">
                                  <p:stCondLst>
                                    <p:cond delay="0"/>
                                  </p:stCondLst>
                                  <p:childTnLst>
                                    <p:set>
                                      <p:cBhvr>
                                        <p:cTn id="29" dur="1" fill="hold">
                                          <p:stCondLst>
                                            <p:cond delay="0"/>
                                          </p:stCondLst>
                                        </p:cTn>
                                        <p:tgtEl>
                                          <p:spTgt spid="847966"/>
                                        </p:tgtEl>
                                        <p:attrNameLst>
                                          <p:attrName>style.visibility</p:attrName>
                                        </p:attrNameLst>
                                      </p:cBhvr>
                                      <p:to>
                                        <p:strVal val="visible"/>
                                      </p:to>
                                    </p:set>
                                    <p:animEffect transition="in" filter="strips(downLeft)">
                                      <p:cBhvr>
                                        <p:cTn id="30" dur="1000"/>
                                        <p:tgtEl>
                                          <p:spTgt spid="847966"/>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par>
                          <p:cTn id="31" fill="hold">
                            <p:stCondLst>
                              <p:cond delay="1500"/>
                            </p:stCondLst>
                            <p:childTnLst>
                              <p:par>
                                <p:cTn id="32" presetID="8" presetClass="entr" presetSubtype="32" fill="hold" grpId="0" nodeType="afterEffect">
                                  <p:stCondLst>
                                    <p:cond delay="0"/>
                                  </p:stCondLst>
                                  <p:childTnLst>
                                    <p:set>
                                      <p:cBhvr>
                                        <p:cTn id="33" dur="1" fill="hold">
                                          <p:stCondLst>
                                            <p:cond delay="0"/>
                                          </p:stCondLst>
                                        </p:cTn>
                                        <p:tgtEl>
                                          <p:spTgt spid="847965"/>
                                        </p:tgtEl>
                                        <p:attrNameLst>
                                          <p:attrName>style.visibility</p:attrName>
                                        </p:attrNameLst>
                                      </p:cBhvr>
                                      <p:to>
                                        <p:strVal val="visible"/>
                                      </p:to>
                                    </p:set>
                                    <p:animEffect transition="in" filter="diamond(out)">
                                      <p:cBhvr>
                                        <p:cTn id="34" dur="1000"/>
                                        <p:tgtEl>
                                          <p:spTgt spid="847965"/>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2500"/>
                            </p:stCondLst>
                            <p:childTnLst>
                              <p:par>
                                <p:cTn id="36" presetID="18" presetClass="entr" presetSubtype="12" fill="hold" nodeType="afterEffect">
                                  <p:stCondLst>
                                    <p:cond delay="0"/>
                                  </p:stCondLst>
                                  <p:childTnLst>
                                    <p:set>
                                      <p:cBhvr>
                                        <p:cTn id="37" dur="1" fill="hold">
                                          <p:stCondLst>
                                            <p:cond delay="0"/>
                                          </p:stCondLst>
                                        </p:cTn>
                                        <p:tgtEl>
                                          <p:spTgt spid="848049"/>
                                        </p:tgtEl>
                                        <p:attrNameLst>
                                          <p:attrName>style.visibility</p:attrName>
                                        </p:attrNameLst>
                                      </p:cBhvr>
                                      <p:to>
                                        <p:strVal val="visible"/>
                                      </p:to>
                                    </p:set>
                                    <p:animEffect transition="in" filter="strips(downLeft)">
                                      <p:cBhvr>
                                        <p:cTn id="38" dur="1000"/>
                                        <p:tgtEl>
                                          <p:spTgt spid="848049"/>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par>
                          <p:cTn id="39" fill="hold">
                            <p:stCondLst>
                              <p:cond delay="3500"/>
                            </p:stCondLst>
                            <p:childTnLst>
                              <p:par>
                                <p:cTn id="40" presetID="4" presetClass="entr" presetSubtype="32" fill="hold" grpId="0" nodeType="afterEffect">
                                  <p:stCondLst>
                                    <p:cond delay="0"/>
                                  </p:stCondLst>
                                  <p:childTnLst>
                                    <p:set>
                                      <p:cBhvr>
                                        <p:cTn id="41" dur="1" fill="hold">
                                          <p:stCondLst>
                                            <p:cond delay="0"/>
                                          </p:stCondLst>
                                        </p:cTn>
                                        <p:tgtEl>
                                          <p:spTgt spid="847944"/>
                                        </p:tgtEl>
                                        <p:attrNameLst>
                                          <p:attrName>style.visibility</p:attrName>
                                        </p:attrNameLst>
                                      </p:cBhvr>
                                      <p:to>
                                        <p:strVal val="visible"/>
                                      </p:to>
                                    </p:set>
                                    <p:animEffect transition="in" filter="box(out)">
                                      <p:cBhvr>
                                        <p:cTn id="42" dur="1000"/>
                                        <p:tgtEl>
                                          <p:spTgt spid="847944"/>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p:stCondLst>
                              <p:cond delay="4500"/>
                            </p:stCondLst>
                            <p:childTnLst>
                              <p:par>
                                <p:cTn id="44" presetID="18" presetClass="entr" presetSubtype="6" fill="hold" nodeType="afterEffect">
                                  <p:stCondLst>
                                    <p:cond delay="0"/>
                                  </p:stCondLst>
                                  <p:childTnLst>
                                    <p:set>
                                      <p:cBhvr>
                                        <p:cTn id="45" dur="1" fill="hold">
                                          <p:stCondLst>
                                            <p:cond delay="0"/>
                                          </p:stCondLst>
                                        </p:cTn>
                                        <p:tgtEl>
                                          <p:spTgt spid="848054"/>
                                        </p:tgtEl>
                                        <p:attrNameLst>
                                          <p:attrName>style.visibility</p:attrName>
                                        </p:attrNameLst>
                                      </p:cBhvr>
                                      <p:to>
                                        <p:strVal val="visible"/>
                                      </p:to>
                                    </p:set>
                                    <p:animEffect transition="in" filter="strips(downRight)">
                                      <p:cBhvr>
                                        <p:cTn id="46" dur="1000"/>
                                        <p:tgtEl>
                                          <p:spTgt spid="848054"/>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par>
                          <p:cTn id="47" fill="hold">
                            <p:stCondLst>
                              <p:cond delay="5500"/>
                            </p:stCondLst>
                            <p:childTnLst>
                              <p:par>
                                <p:cTn id="48" presetID="18" presetClass="entr" presetSubtype="12" fill="hold" nodeType="afterEffect">
                                  <p:stCondLst>
                                    <p:cond delay="0"/>
                                  </p:stCondLst>
                                  <p:childTnLst>
                                    <p:set>
                                      <p:cBhvr>
                                        <p:cTn id="49" dur="1" fill="hold">
                                          <p:stCondLst>
                                            <p:cond delay="0"/>
                                          </p:stCondLst>
                                        </p:cTn>
                                        <p:tgtEl>
                                          <p:spTgt spid="848053"/>
                                        </p:tgtEl>
                                        <p:attrNameLst>
                                          <p:attrName>style.visibility</p:attrName>
                                        </p:attrNameLst>
                                      </p:cBhvr>
                                      <p:to>
                                        <p:strVal val="visible"/>
                                      </p:to>
                                    </p:set>
                                    <p:animEffect transition="in" filter="strips(downLeft)">
                                      <p:cBhvr>
                                        <p:cTn id="50" dur="1000"/>
                                        <p:tgtEl>
                                          <p:spTgt spid="848053"/>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848000"/>
                                        </p:tgtEl>
                                        <p:attrNameLst>
                                          <p:attrName>style.visibility</p:attrName>
                                        </p:attrNameLst>
                                      </p:cBhvr>
                                      <p:to>
                                        <p:strVal val="visible"/>
                                      </p:to>
                                    </p:set>
                                    <p:animEffect transition="in" filter="box(out)">
                                      <p:cBhvr>
                                        <p:cTn id="55" dur="500"/>
                                        <p:tgtEl>
                                          <p:spTgt spid="848000"/>
                                        </p:tgtEl>
                                      </p:cBhvr>
                                    </p:animEffect>
                                  </p:childTnLst>
                                  <p:subTnLst>
                                    <p:set>
                                      <p:cBhvr override="childStyle">
                                        <p:cTn dur="1" fill="hold" display="0" masterRel="nextClick" afterEffect="1"/>
                                        <p:tgtEl>
                                          <p:spTgt spid="848000"/>
                                        </p:tgtEl>
                                        <p:attrNameLst>
                                          <p:attrName>style.visibility</p:attrName>
                                        </p:attrNameLst>
                                      </p:cBhvr>
                                      <p:to>
                                        <p:strVal val="hidden"/>
                                      </p:to>
                                    </p:se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16" fill="hold" grpId="0" nodeType="clickEffect">
                                  <p:stCondLst>
                                    <p:cond delay="0"/>
                                  </p:stCondLst>
                                  <p:childTnLst>
                                    <p:set>
                                      <p:cBhvr>
                                        <p:cTn id="59" dur="1" fill="hold">
                                          <p:stCondLst>
                                            <p:cond delay="0"/>
                                          </p:stCondLst>
                                        </p:cTn>
                                        <p:tgtEl>
                                          <p:spTgt spid="848001"/>
                                        </p:tgtEl>
                                        <p:attrNameLst>
                                          <p:attrName>style.visibility</p:attrName>
                                        </p:attrNameLst>
                                      </p:cBhvr>
                                      <p:to>
                                        <p:strVal val="visible"/>
                                      </p:to>
                                    </p:set>
                                    <p:animEffect transition="in" filter="box(in)">
                                      <p:cBhvr>
                                        <p:cTn id="60" dur="500"/>
                                        <p:tgtEl>
                                          <p:spTgt spid="848001"/>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848003"/>
                                        </p:tgtEl>
                                        <p:attrNameLst>
                                          <p:attrName>style.visibility</p:attrName>
                                        </p:attrNameLst>
                                      </p:cBhvr>
                                      <p:to>
                                        <p:strVal val="visible"/>
                                      </p:to>
                                    </p:set>
                                    <p:animEffect transition="in" filter="box(in)">
                                      <p:cBhvr>
                                        <p:cTn id="65" dur="500"/>
                                        <p:tgtEl>
                                          <p:spTgt spid="848003"/>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par>
                                <p:cTn id="66" presetID="4" presetClass="entr" presetSubtype="16" fill="hold" grpId="0" nodeType="withEffect">
                                  <p:stCondLst>
                                    <p:cond delay="0"/>
                                  </p:stCondLst>
                                  <p:childTnLst>
                                    <p:set>
                                      <p:cBhvr>
                                        <p:cTn id="67" dur="1" fill="hold">
                                          <p:stCondLst>
                                            <p:cond delay="0"/>
                                          </p:stCondLst>
                                        </p:cTn>
                                        <p:tgtEl>
                                          <p:spTgt spid="848002"/>
                                        </p:tgtEl>
                                        <p:attrNameLst>
                                          <p:attrName>style.visibility</p:attrName>
                                        </p:attrNameLst>
                                      </p:cBhvr>
                                      <p:to>
                                        <p:strVal val="visible"/>
                                      </p:to>
                                    </p:set>
                                    <p:animEffect transition="in" filter="box(in)">
                                      <p:cBhvr>
                                        <p:cTn id="68" dur="500"/>
                                        <p:tgtEl>
                                          <p:spTgt spid="848002"/>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4" presetClass="entr" presetSubtype="16" fill="hold" grpId="0" nodeType="clickEffect">
                                  <p:stCondLst>
                                    <p:cond delay="0"/>
                                  </p:stCondLst>
                                  <p:childTnLst>
                                    <p:set>
                                      <p:cBhvr>
                                        <p:cTn id="72" dur="1" fill="hold">
                                          <p:stCondLst>
                                            <p:cond delay="0"/>
                                          </p:stCondLst>
                                        </p:cTn>
                                        <p:tgtEl>
                                          <p:spTgt spid="848004"/>
                                        </p:tgtEl>
                                        <p:attrNameLst>
                                          <p:attrName>style.visibility</p:attrName>
                                        </p:attrNameLst>
                                      </p:cBhvr>
                                      <p:to>
                                        <p:strVal val="visible"/>
                                      </p:to>
                                    </p:set>
                                    <p:animEffect transition="in" filter="box(in)">
                                      <p:cBhvr>
                                        <p:cTn id="73" dur="500"/>
                                        <p:tgtEl>
                                          <p:spTgt spid="848004"/>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par>
                          <p:cTn id="74" fill="hold">
                            <p:stCondLst>
                              <p:cond delay="500"/>
                            </p:stCondLst>
                            <p:childTnLst>
                              <p:par>
                                <p:cTn id="75" presetID="18" presetClass="entr" presetSubtype="12" fill="hold" grpId="0" nodeType="afterEffect">
                                  <p:stCondLst>
                                    <p:cond delay="0"/>
                                  </p:stCondLst>
                                  <p:childTnLst>
                                    <p:set>
                                      <p:cBhvr>
                                        <p:cTn id="76" dur="1" fill="hold">
                                          <p:stCondLst>
                                            <p:cond delay="0"/>
                                          </p:stCondLst>
                                        </p:cTn>
                                        <p:tgtEl>
                                          <p:spTgt spid="848012"/>
                                        </p:tgtEl>
                                        <p:attrNameLst>
                                          <p:attrName>style.visibility</p:attrName>
                                        </p:attrNameLst>
                                      </p:cBhvr>
                                      <p:to>
                                        <p:strVal val="visible"/>
                                      </p:to>
                                    </p:set>
                                    <p:animEffect transition="in" filter="strips(downLeft)">
                                      <p:cBhvr>
                                        <p:cTn id="77" dur="1000"/>
                                        <p:tgtEl>
                                          <p:spTgt spid="848012"/>
                                        </p:tgtEl>
                                      </p:cBhvr>
                                    </p:animEffect>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childTnLst>
                          </p:cTn>
                        </p:par>
                        <p:par>
                          <p:cTn id="78" fill="hold">
                            <p:stCondLst>
                              <p:cond delay="1500"/>
                            </p:stCondLst>
                            <p:childTnLst>
                              <p:par>
                                <p:cTn id="79" presetID="8" presetClass="entr" presetSubtype="32" fill="hold" grpId="0" nodeType="afterEffect">
                                  <p:stCondLst>
                                    <p:cond delay="0"/>
                                  </p:stCondLst>
                                  <p:childTnLst>
                                    <p:set>
                                      <p:cBhvr>
                                        <p:cTn id="80" dur="1" fill="hold">
                                          <p:stCondLst>
                                            <p:cond delay="0"/>
                                          </p:stCondLst>
                                        </p:cTn>
                                        <p:tgtEl>
                                          <p:spTgt spid="848009"/>
                                        </p:tgtEl>
                                        <p:attrNameLst>
                                          <p:attrName>style.visibility</p:attrName>
                                        </p:attrNameLst>
                                      </p:cBhvr>
                                      <p:to>
                                        <p:strVal val="visible"/>
                                      </p:to>
                                    </p:set>
                                    <p:animEffect transition="in" filter="diamond(out)">
                                      <p:cBhvr>
                                        <p:cTn id="81" dur="1000"/>
                                        <p:tgtEl>
                                          <p:spTgt spid="848009"/>
                                        </p:tgtEl>
                                      </p:cBhvr>
                                    </p:animEffec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childTnLst>
                          </p:cTn>
                        </p:par>
                        <p:par>
                          <p:cTn id="82" fill="hold">
                            <p:stCondLst>
                              <p:cond delay="2500"/>
                            </p:stCondLst>
                            <p:childTnLst>
                              <p:par>
                                <p:cTn id="83" presetID="18" presetClass="entr" presetSubtype="12" fill="hold" nodeType="afterEffect">
                                  <p:stCondLst>
                                    <p:cond delay="0"/>
                                  </p:stCondLst>
                                  <p:childTnLst>
                                    <p:set>
                                      <p:cBhvr>
                                        <p:cTn id="84" dur="1" fill="hold">
                                          <p:stCondLst>
                                            <p:cond delay="0"/>
                                          </p:stCondLst>
                                        </p:cTn>
                                        <p:tgtEl>
                                          <p:spTgt spid="848055"/>
                                        </p:tgtEl>
                                        <p:attrNameLst>
                                          <p:attrName>style.visibility</p:attrName>
                                        </p:attrNameLst>
                                      </p:cBhvr>
                                      <p:to>
                                        <p:strVal val="visible"/>
                                      </p:to>
                                    </p:set>
                                    <p:animEffect transition="in" filter="strips(downLeft)">
                                      <p:cBhvr>
                                        <p:cTn id="85" dur="1000"/>
                                        <p:tgtEl>
                                          <p:spTgt spid="848055"/>
                                        </p:tgtEl>
                                      </p:cBhvr>
                                    </p:animEffect>
                                  </p:childTnLst>
                                  <p:subTnLs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par>
                          <p:cTn id="86" fill="hold">
                            <p:stCondLst>
                              <p:cond delay="3500"/>
                            </p:stCondLst>
                            <p:childTnLst>
                              <p:par>
                                <p:cTn id="87" presetID="4" presetClass="entr" presetSubtype="32" fill="hold" grpId="0" nodeType="afterEffect">
                                  <p:stCondLst>
                                    <p:cond delay="0"/>
                                  </p:stCondLst>
                                  <p:childTnLst>
                                    <p:set>
                                      <p:cBhvr>
                                        <p:cTn id="88" dur="1" fill="hold">
                                          <p:stCondLst>
                                            <p:cond delay="0"/>
                                          </p:stCondLst>
                                        </p:cTn>
                                        <p:tgtEl>
                                          <p:spTgt spid="848010"/>
                                        </p:tgtEl>
                                        <p:attrNameLst>
                                          <p:attrName>style.visibility</p:attrName>
                                        </p:attrNameLst>
                                      </p:cBhvr>
                                      <p:to>
                                        <p:strVal val="visible"/>
                                      </p:to>
                                    </p:set>
                                    <p:animEffect transition="in" filter="box(out)">
                                      <p:cBhvr>
                                        <p:cTn id="89" dur="1000"/>
                                        <p:tgtEl>
                                          <p:spTgt spid="848010"/>
                                        </p:tgtEl>
                                      </p:cBhvr>
                                    </p:animEffect>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par>
                          <p:cTn id="90" fill="hold">
                            <p:stCondLst>
                              <p:cond delay="4500"/>
                            </p:stCondLst>
                            <p:childTnLst>
                              <p:par>
                                <p:cTn id="91" presetID="18" presetClass="entr" presetSubtype="6" fill="hold" nodeType="afterEffect">
                                  <p:stCondLst>
                                    <p:cond delay="0"/>
                                  </p:stCondLst>
                                  <p:childTnLst>
                                    <p:set>
                                      <p:cBhvr>
                                        <p:cTn id="92" dur="1" fill="hold">
                                          <p:stCondLst>
                                            <p:cond delay="0"/>
                                          </p:stCondLst>
                                        </p:cTn>
                                        <p:tgtEl>
                                          <p:spTgt spid="848061"/>
                                        </p:tgtEl>
                                        <p:attrNameLst>
                                          <p:attrName>style.visibility</p:attrName>
                                        </p:attrNameLst>
                                      </p:cBhvr>
                                      <p:to>
                                        <p:strVal val="visible"/>
                                      </p:to>
                                    </p:set>
                                    <p:animEffect transition="in" filter="strips(downRight)">
                                      <p:cBhvr>
                                        <p:cTn id="93" dur="1000"/>
                                        <p:tgtEl>
                                          <p:spTgt spid="848061"/>
                                        </p:tgtEl>
                                      </p:cBhvr>
                                    </p:animEffect>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childTnLst>
                          </p:cTn>
                        </p:par>
                        <p:par>
                          <p:cTn id="94" fill="hold">
                            <p:stCondLst>
                              <p:cond delay="5500"/>
                            </p:stCondLst>
                            <p:childTnLst>
                              <p:par>
                                <p:cTn id="95" presetID="18" presetClass="entr" presetSubtype="12" fill="hold" nodeType="afterEffect">
                                  <p:stCondLst>
                                    <p:cond delay="0"/>
                                  </p:stCondLst>
                                  <p:childTnLst>
                                    <p:set>
                                      <p:cBhvr>
                                        <p:cTn id="96" dur="1" fill="hold">
                                          <p:stCondLst>
                                            <p:cond delay="0"/>
                                          </p:stCondLst>
                                        </p:cTn>
                                        <p:tgtEl>
                                          <p:spTgt spid="848060"/>
                                        </p:tgtEl>
                                        <p:attrNameLst>
                                          <p:attrName>style.visibility</p:attrName>
                                        </p:attrNameLst>
                                      </p:cBhvr>
                                      <p:to>
                                        <p:strVal val="visible"/>
                                      </p:to>
                                    </p:set>
                                    <p:animEffect transition="in" filter="strips(downLeft)">
                                      <p:cBhvr>
                                        <p:cTn id="97" dur="1000"/>
                                        <p:tgtEl>
                                          <p:spTgt spid="848060"/>
                                        </p:tgtEl>
                                      </p:cBhvr>
                                    </p:animEffec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par>
                          <p:cTn id="98" fill="hold">
                            <p:stCondLst>
                              <p:cond delay="6500"/>
                            </p:stCondLst>
                            <p:childTnLst>
                              <p:par>
                                <p:cTn id="99" presetID="4" presetClass="entr" presetSubtype="32" fill="hold" grpId="0" nodeType="afterEffect">
                                  <p:stCondLst>
                                    <p:cond delay="0"/>
                                  </p:stCondLst>
                                  <p:childTnLst>
                                    <p:set>
                                      <p:cBhvr>
                                        <p:cTn id="100" dur="1" fill="hold">
                                          <p:stCondLst>
                                            <p:cond delay="0"/>
                                          </p:stCondLst>
                                        </p:cTn>
                                        <p:tgtEl>
                                          <p:spTgt spid="848011"/>
                                        </p:tgtEl>
                                        <p:attrNameLst>
                                          <p:attrName>style.visibility</p:attrName>
                                        </p:attrNameLst>
                                      </p:cBhvr>
                                      <p:to>
                                        <p:strVal val="visible"/>
                                      </p:to>
                                    </p:set>
                                    <p:animEffect transition="in" filter="box(out)">
                                      <p:cBhvr>
                                        <p:cTn id="101" dur="1000"/>
                                        <p:tgtEl>
                                          <p:spTgt spid="848011"/>
                                        </p:tgtEl>
                                      </p:cBhvr>
                                    </p:animEffect>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par>
                          <p:cTn id="102" fill="hold">
                            <p:stCondLst>
                              <p:cond delay="7500"/>
                            </p:stCondLst>
                            <p:childTnLst>
                              <p:par>
                                <p:cTn id="103" presetID="18" presetClass="entr" presetSubtype="12" fill="hold" nodeType="afterEffect">
                                  <p:stCondLst>
                                    <p:cond delay="0"/>
                                  </p:stCondLst>
                                  <p:childTnLst>
                                    <p:set>
                                      <p:cBhvr>
                                        <p:cTn id="104" dur="1" fill="hold">
                                          <p:stCondLst>
                                            <p:cond delay="0"/>
                                          </p:stCondLst>
                                        </p:cTn>
                                        <p:tgtEl>
                                          <p:spTgt spid="848058"/>
                                        </p:tgtEl>
                                        <p:attrNameLst>
                                          <p:attrName>style.visibility</p:attrName>
                                        </p:attrNameLst>
                                      </p:cBhvr>
                                      <p:to>
                                        <p:strVal val="visible"/>
                                      </p:to>
                                    </p:set>
                                    <p:animEffect transition="in" filter="strips(downLeft)">
                                      <p:cBhvr>
                                        <p:cTn id="105" dur="1000"/>
                                        <p:tgtEl>
                                          <p:spTgt spid="848058"/>
                                        </p:tgtEl>
                                      </p:cBhvr>
                                    </p:animEffect>
                                  </p:childTnLst>
                                  <p:subTnLst>
                                    <p:audio>
                                      <p:cMediaNode>
                                        <p:cTn display="0" masterRel="sameClick">
                                          <p:stCondLst>
                                            <p:cond evt="begin" delay="0">
                                              <p:tn val="103"/>
                                            </p:cond>
                                          </p:stCondLst>
                                          <p:endCondLst>
                                            <p:cond evt="onStopAudio" delay="0">
                                              <p:tgtEl>
                                                <p:sldTgt/>
                                              </p:tgtEl>
                                            </p:cond>
                                          </p:endCondLst>
                                        </p:cTn>
                                        <p:tgtEl>
                                          <p:sndTgt r:embed="rId3" name="camera.wav"/>
                                        </p:tgtEl>
                                      </p:cMediaNode>
                                    </p:audio>
                                  </p:subTnLst>
                                </p:cTn>
                              </p:par>
                            </p:childTnLst>
                          </p:cTn>
                        </p:par>
                      </p:childTnLst>
                    </p:cTn>
                  </p:par>
                  <p:par>
                    <p:cTn id="106" fill="hold">
                      <p:stCondLst>
                        <p:cond delay="indefinite"/>
                      </p:stCondLst>
                      <p:childTnLst>
                        <p:par>
                          <p:cTn id="107" fill="hold">
                            <p:stCondLst>
                              <p:cond delay="0"/>
                            </p:stCondLst>
                            <p:childTnLst>
                              <p:par>
                                <p:cTn id="108" presetID="4" presetClass="entr" presetSubtype="32" fill="hold" grpId="0" nodeType="clickEffect">
                                  <p:stCondLst>
                                    <p:cond delay="0"/>
                                  </p:stCondLst>
                                  <p:childTnLst>
                                    <p:set>
                                      <p:cBhvr>
                                        <p:cTn id="109" dur="1" fill="hold">
                                          <p:stCondLst>
                                            <p:cond delay="0"/>
                                          </p:stCondLst>
                                        </p:cTn>
                                        <p:tgtEl>
                                          <p:spTgt spid="848040"/>
                                        </p:tgtEl>
                                        <p:attrNameLst>
                                          <p:attrName>style.visibility</p:attrName>
                                        </p:attrNameLst>
                                      </p:cBhvr>
                                      <p:to>
                                        <p:strVal val="visible"/>
                                      </p:to>
                                    </p:set>
                                    <p:animEffect transition="in" filter="box(out)">
                                      <p:cBhvr>
                                        <p:cTn id="110" dur="500"/>
                                        <p:tgtEl>
                                          <p:spTgt spid="848040"/>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917" grpId="0"/>
      <p:bldP spid="847918" grpId="0"/>
      <p:bldP spid="847919" grpId="0" animBg="1"/>
      <p:bldP spid="847920" grpId="0"/>
      <p:bldP spid="847921" grpId="0"/>
      <p:bldP spid="847944" grpId="0" animBg="1"/>
      <p:bldP spid="847965" grpId="0" animBg="1"/>
      <p:bldP spid="847966" grpId="0" animBg="1"/>
      <p:bldP spid="848001" grpId="0"/>
      <p:bldP spid="848002" grpId="0" animBg="1"/>
      <p:bldP spid="848003" grpId="0"/>
      <p:bldP spid="848004" grpId="0"/>
      <p:bldP spid="848009" grpId="0" animBg="1"/>
      <p:bldP spid="848010" grpId="0" animBg="1"/>
      <p:bldP spid="848011" grpId="0" animBg="1"/>
      <p:bldP spid="848012" grpId="0" animBg="1"/>
      <p:bldP spid="848000" grpId="0" animBg="1" autoUpdateAnimBg="0"/>
      <p:bldP spid="848040"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26" name="Rectangle 6"/>
          <p:cNvSpPr>
            <a:spLocks noChangeArrowheads="1"/>
          </p:cNvSpPr>
          <p:nvPr/>
        </p:nvSpPr>
        <p:spPr bwMode="auto">
          <a:xfrm>
            <a:off x="668081" y="156697"/>
            <a:ext cx="1651414" cy="523220"/>
          </a:xfrm>
          <a:prstGeom prst="rect">
            <a:avLst/>
          </a:prstGeom>
          <a:noFill/>
          <a:ln w="9525">
            <a:noFill/>
            <a:miter lim="800000"/>
            <a:headEnd/>
            <a:tailEnd/>
          </a:ln>
          <a:effectLst/>
        </p:spPr>
        <p:txBody>
          <a:bodyPr wrap="none" anchor="ctr">
            <a:spAutoFit/>
          </a:bodyPr>
          <a:lstStyle/>
          <a:p>
            <a:r>
              <a:rPr lang="en-US" altLang="zh-CN" sz="2800" b="1" dirty="0">
                <a:solidFill>
                  <a:srgbClr val="D60093"/>
                </a:solidFill>
                <a:effectLst>
                  <a:outerShdw blurRad="38100" dist="38100" dir="2700000" algn="tl">
                    <a:srgbClr val="000000"/>
                  </a:outerShdw>
                </a:effectLst>
                <a:latin typeface="+mn-lt"/>
                <a:ea typeface="隶书" pitchFamily="49" charset="-122"/>
              </a:rPr>
              <a:t>1.  if</a:t>
            </a:r>
            <a:r>
              <a:rPr lang="zh-CN" altLang="en-US" sz="2800" b="1" dirty="0">
                <a:solidFill>
                  <a:srgbClr val="D60093"/>
                </a:solidFill>
                <a:effectLst>
                  <a:outerShdw blurRad="38100" dist="38100" dir="2700000" algn="tl">
                    <a:srgbClr val="000000"/>
                  </a:outerShdw>
                </a:effectLst>
                <a:latin typeface="+mn-lt"/>
                <a:ea typeface="隶书" pitchFamily="49" charset="-122"/>
              </a:rPr>
              <a:t>语句</a:t>
            </a:r>
            <a:r>
              <a:rPr lang="zh-CN" altLang="en-US" sz="2800" dirty="0">
                <a:latin typeface="+mn-lt"/>
                <a:ea typeface="隶书" pitchFamily="49" charset="-122"/>
              </a:rPr>
              <a:t> </a:t>
            </a:r>
          </a:p>
        </p:txBody>
      </p:sp>
      <p:sp>
        <p:nvSpPr>
          <p:cNvPr id="849927" name="Rectangle 7"/>
          <p:cNvSpPr>
            <a:spLocks noChangeArrowheads="1"/>
          </p:cNvSpPr>
          <p:nvPr/>
        </p:nvSpPr>
        <p:spPr bwMode="auto">
          <a:xfrm>
            <a:off x="955419" y="689919"/>
            <a:ext cx="2363147"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008000"/>
                </a:solidFill>
                <a:effectLst>
                  <a:outerShdw blurRad="38100" dist="38100" dir="2700000" algn="tl">
                    <a:srgbClr val="000000"/>
                  </a:outerShdw>
                </a:effectLst>
                <a:latin typeface="+mn-lt"/>
                <a:ea typeface="楷体" pitchFamily="49" charset="-122"/>
              </a:rPr>
              <a:t> </a:t>
            </a:r>
            <a:r>
              <a:rPr lang="en-US" altLang="zh-CN" b="1" dirty="0" err="1">
                <a:solidFill>
                  <a:srgbClr val="008000"/>
                </a:solidFill>
                <a:effectLst>
                  <a:outerShdw blurRad="38100" dist="38100" dir="2700000" algn="tl">
                    <a:srgbClr val="000000"/>
                  </a:outerShdw>
                </a:effectLst>
                <a:latin typeface="+mn-lt"/>
                <a:ea typeface="楷体" pitchFamily="49" charset="-122"/>
              </a:rPr>
              <a:t>if_else_if</a:t>
            </a:r>
            <a:r>
              <a:rPr lang="zh-CN" altLang="en-US" b="1" dirty="0">
                <a:solidFill>
                  <a:srgbClr val="008000"/>
                </a:solidFill>
                <a:effectLst>
                  <a:outerShdw blurRad="38100" dist="38100" dir="2700000" algn="tl">
                    <a:srgbClr val="000000"/>
                  </a:outerShdw>
                </a:effectLst>
                <a:latin typeface="+mn-lt"/>
                <a:ea typeface="楷体" pitchFamily="49" charset="-122"/>
              </a:rPr>
              <a:t>形式</a:t>
            </a:r>
            <a:r>
              <a:rPr lang="zh-CN" altLang="en-US" dirty="0">
                <a:latin typeface="+mn-lt"/>
                <a:ea typeface="楷体" pitchFamily="49" charset="-122"/>
              </a:rPr>
              <a:t> </a:t>
            </a:r>
          </a:p>
        </p:txBody>
      </p:sp>
      <p:sp>
        <p:nvSpPr>
          <p:cNvPr id="849928" name="Text Box 8"/>
          <p:cNvSpPr txBox="1">
            <a:spLocks noChangeArrowheads="1"/>
          </p:cNvSpPr>
          <p:nvPr/>
        </p:nvSpPr>
        <p:spPr bwMode="auto">
          <a:xfrm>
            <a:off x="4268532" y="404814"/>
            <a:ext cx="6507985" cy="2376487"/>
          </a:xfrm>
          <a:prstGeom prst="rect">
            <a:avLst/>
          </a:prstGeom>
          <a:gradFill rotWithShape="1">
            <a:gsLst>
              <a:gs pos="0">
                <a:srgbClr val="FFFF99"/>
              </a:gs>
              <a:gs pos="100000">
                <a:srgbClr val="FFFF99">
                  <a:gamma/>
                  <a:shade val="63529"/>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dirty="0">
                <a:solidFill>
                  <a:srgbClr val="FF3300"/>
                </a:solidFill>
                <a:effectLst>
                  <a:outerShdw blurRad="38100" dist="38100" dir="2700000" algn="tl">
                    <a:srgbClr val="000000"/>
                  </a:outerShdw>
                </a:effectLst>
                <a:latin typeface="+mn-lt"/>
                <a:ea typeface="楷体" pitchFamily="49" charset="-122"/>
              </a:rPr>
              <a:t>if(</a:t>
            </a:r>
            <a:r>
              <a:rPr lang="zh-CN" altLang="en-US" b="1" dirty="0">
                <a:solidFill>
                  <a:srgbClr val="FF3300"/>
                </a:solidFill>
                <a:effectLst>
                  <a:outerShdw blurRad="38100" dist="38100" dir="2700000" algn="tl">
                    <a:srgbClr val="000000"/>
                  </a:outerShdw>
                </a:effectLst>
                <a:latin typeface="+mn-lt"/>
                <a:ea typeface="楷体" pitchFamily="49" charset="-122"/>
              </a:rPr>
              <a:t>表达式</a:t>
            </a:r>
            <a:r>
              <a:rPr lang="en-US" altLang="zh-CN" b="1" dirty="0">
                <a:solidFill>
                  <a:srgbClr val="FF3300"/>
                </a:solidFill>
                <a:effectLst>
                  <a:outerShdw blurRad="38100" dist="38100" dir="2700000" algn="tl">
                    <a:srgbClr val="000000"/>
                  </a:outerShdw>
                </a:effectLst>
                <a:latin typeface="+mn-lt"/>
                <a:ea typeface="楷体" pitchFamily="49" charset="-122"/>
              </a:rPr>
              <a:t>1)           </a:t>
            </a:r>
            <a:r>
              <a:rPr lang="zh-CN" altLang="en-US" b="1" dirty="0">
                <a:solidFill>
                  <a:srgbClr val="FF3300"/>
                </a:solidFill>
                <a:effectLst>
                  <a:outerShdw blurRad="38100" dist="38100" dir="2700000" algn="tl">
                    <a:srgbClr val="000000"/>
                  </a:outerShdw>
                </a:effectLst>
                <a:latin typeface="+mn-lt"/>
                <a:ea typeface="楷体" pitchFamily="49" charset="-122"/>
              </a:rPr>
              <a:t>语句</a:t>
            </a:r>
            <a:r>
              <a:rPr lang="en-US" altLang="zh-CN" b="1" dirty="0">
                <a:solidFill>
                  <a:srgbClr val="FF3300"/>
                </a:solidFill>
                <a:effectLst>
                  <a:outerShdw blurRad="38100" dist="38100" dir="2700000" algn="tl">
                    <a:srgbClr val="000000"/>
                  </a:outerShdw>
                </a:effectLst>
                <a:latin typeface="+mn-lt"/>
                <a:ea typeface="楷体" pitchFamily="49" charset="-122"/>
              </a:rPr>
              <a:t>1;</a:t>
            </a:r>
          </a:p>
          <a:p>
            <a:r>
              <a:rPr lang="en-US" altLang="zh-CN" b="1" dirty="0">
                <a:solidFill>
                  <a:srgbClr val="FF3300"/>
                </a:solidFill>
                <a:effectLst>
                  <a:outerShdw blurRad="38100" dist="38100" dir="2700000" algn="tl">
                    <a:srgbClr val="000000"/>
                  </a:outerShdw>
                </a:effectLst>
                <a:latin typeface="+mn-lt"/>
                <a:ea typeface="楷体" pitchFamily="49" charset="-122"/>
              </a:rPr>
              <a:t>else if (</a:t>
            </a:r>
            <a:r>
              <a:rPr lang="zh-CN" altLang="en-US" b="1" dirty="0">
                <a:solidFill>
                  <a:srgbClr val="FF3300"/>
                </a:solidFill>
                <a:effectLst>
                  <a:outerShdw blurRad="38100" dist="38100" dir="2700000" algn="tl">
                    <a:srgbClr val="000000"/>
                  </a:outerShdw>
                </a:effectLst>
                <a:latin typeface="+mn-lt"/>
                <a:ea typeface="楷体" pitchFamily="49" charset="-122"/>
              </a:rPr>
              <a:t>表达式</a:t>
            </a:r>
            <a:r>
              <a:rPr lang="en-US" altLang="zh-CN" b="1" dirty="0">
                <a:solidFill>
                  <a:srgbClr val="FF3300"/>
                </a:solidFill>
                <a:effectLst>
                  <a:outerShdw blurRad="38100" dist="38100" dir="2700000" algn="tl">
                    <a:srgbClr val="000000"/>
                  </a:outerShdw>
                </a:effectLst>
                <a:latin typeface="+mn-lt"/>
                <a:ea typeface="楷体" pitchFamily="49" charset="-122"/>
              </a:rPr>
              <a:t>2)   </a:t>
            </a:r>
            <a:r>
              <a:rPr lang="zh-CN" altLang="en-US" b="1" dirty="0">
                <a:solidFill>
                  <a:srgbClr val="FF3300"/>
                </a:solidFill>
                <a:effectLst>
                  <a:outerShdw blurRad="38100" dist="38100" dir="2700000" algn="tl">
                    <a:srgbClr val="000000"/>
                  </a:outerShdw>
                </a:effectLst>
                <a:latin typeface="+mn-lt"/>
                <a:ea typeface="楷体" pitchFamily="49" charset="-122"/>
              </a:rPr>
              <a:t>语句</a:t>
            </a:r>
            <a:r>
              <a:rPr lang="en-US" altLang="zh-CN" b="1" dirty="0">
                <a:solidFill>
                  <a:srgbClr val="FF3300"/>
                </a:solidFill>
                <a:effectLst>
                  <a:outerShdw blurRad="38100" dist="38100" dir="2700000" algn="tl">
                    <a:srgbClr val="000000"/>
                  </a:outerShdw>
                </a:effectLst>
                <a:latin typeface="+mn-lt"/>
                <a:ea typeface="楷体" pitchFamily="49" charset="-122"/>
              </a:rPr>
              <a:t>2;</a:t>
            </a:r>
          </a:p>
          <a:p>
            <a:r>
              <a:rPr lang="en-US" altLang="zh-CN" b="1" dirty="0">
                <a:solidFill>
                  <a:srgbClr val="FF3300"/>
                </a:solidFill>
                <a:effectLst>
                  <a:outerShdw blurRad="38100" dist="38100" dir="2700000" algn="tl">
                    <a:srgbClr val="000000"/>
                  </a:outerShdw>
                </a:effectLst>
                <a:latin typeface="+mn-lt"/>
                <a:ea typeface="楷体" pitchFamily="49" charset="-122"/>
              </a:rPr>
              <a:t>else if (</a:t>
            </a:r>
            <a:r>
              <a:rPr lang="zh-CN" altLang="en-US" b="1" dirty="0">
                <a:solidFill>
                  <a:srgbClr val="FF3300"/>
                </a:solidFill>
                <a:effectLst>
                  <a:outerShdw blurRad="38100" dist="38100" dir="2700000" algn="tl">
                    <a:srgbClr val="000000"/>
                  </a:outerShdw>
                </a:effectLst>
                <a:latin typeface="+mn-lt"/>
                <a:ea typeface="楷体" pitchFamily="49" charset="-122"/>
              </a:rPr>
              <a:t>表达式</a:t>
            </a:r>
            <a:r>
              <a:rPr lang="en-US" altLang="zh-CN" b="1" dirty="0">
                <a:solidFill>
                  <a:srgbClr val="FF3300"/>
                </a:solidFill>
                <a:effectLst>
                  <a:outerShdw blurRad="38100" dist="38100" dir="2700000" algn="tl">
                    <a:srgbClr val="000000"/>
                  </a:outerShdw>
                </a:effectLst>
                <a:latin typeface="+mn-lt"/>
                <a:ea typeface="楷体" pitchFamily="49" charset="-122"/>
              </a:rPr>
              <a:t>3)   </a:t>
            </a:r>
            <a:r>
              <a:rPr lang="zh-CN" altLang="en-US" b="1" dirty="0">
                <a:solidFill>
                  <a:srgbClr val="FF3300"/>
                </a:solidFill>
                <a:effectLst>
                  <a:outerShdw blurRad="38100" dist="38100" dir="2700000" algn="tl">
                    <a:srgbClr val="000000"/>
                  </a:outerShdw>
                </a:effectLst>
                <a:latin typeface="+mn-lt"/>
                <a:ea typeface="楷体" pitchFamily="49" charset="-122"/>
              </a:rPr>
              <a:t>语句</a:t>
            </a:r>
            <a:r>
              <a:rPr lang="en-US" altLang="zh-CN" b="1" dirty="0">
                <a:solidFill>
                  <a:srgbClr val="FF3300"/>
                </a:solidFill>
                <a:effectLst>
                  <a:outerShdw blurRad="38100" dist="38100" dir="2700000" algn="tl">
                    <a:srgbClr val="000000"/>
                  </a:outerShdw>
                </a:effectLst>
                <a:latin typeface="+mn-lt"/>
                <a:ea typeface="楷体" pitchFamily="49" charset="-122"/>
              </a:rPr>
              <a:t>3;</a:t>
            </a:r>
          </a:p>
          <a:p>
            <a:r>
              <a:rPr lang="en-US" altLang="zh-CN" b="1" dirty="0">
                <a:solidFill>
                  <a:srgbClr val="FF3300"/>
                </a:solidFill>
                <a:effectLst>
                  <a:outerShdw blurRad="38100" dist="38100" dir="2700000" algn="tl">
                    <a:srgbClr val="000000"/>
                  </a:outerShdw>
                </a:effectLst>
                <a:latin typeface="+mn-lt"/>
                <a:ea typeface="楷体" pitchFamily="49" charset="-122"/>
              </a:rPr>
              <a:t>……</a:t>
            </a:r>
          </a:p>
          <a:p>
            <a:r>
              <a:rPr lang="en-US" altLang="zh-CN" b="1" dirty="0">
                <a:solidFill>
                  <a:srgbClr val="FF3300"/>
                </a:solidFill>
                <a:effectLst>
                  <a:outerShdw blurRad="38100" dist="38100" dir="2700000" algn="tl">
                    <a:srgbClr val="000000"/>
                  </a:outerShdw>
                </a:effectLst>
                <a:latin typeface="+mn-lt"/>
                <a:ea typeface="楷体" pitchFamily="49" charset="-122"/>
              </a:rPr>
              <a:t>else if (</a:t>
            </a:r>
            <a:r>
              <a:rPr lang="zh-CN" altLang="en-US" b="1" dirty="0">
                <a:solidFill>
                  <a:srgbClr val="FF3300"/>
                </a:solidFill>
                <a:effectLst>
                  <a:outerShdw blurRad="38100" dist="38100" dir="2700000" algn="tl">
                    <a:srgbClr val="000000"/>
                  </a:outerShdw>
                </a:effectLst>
                <a:latin typeface="+mn-lt"/>
                <a:ea typeface="楷体" pitchFamily="49" charset="-122"/>
              </a:rPr>
              <a:t>表达式</a:t>
            </a:r>
            <a:r>
              <a:rPr lang="en-US" altLang="zh-CN" b="1" dirty="0">
                <a:solidFill>
                  <a:srgbClr val="FF3300"/>
                </a:solidFill>
                <a:effectLst>
                  <a:outerShdw blurRad="38100" dist="38100" dir="2700000" algn="tl">
                    <a:srgbClr val="000000"/>
                  </a:outerShdw>
                </a:effectLst>
                <a:latin typeface="+mn-lt"/>
                <a:ea typeface="楷体" pitchFamily="49" charset="-122"/>
              </a:rPr>
              <a:t>n)   </a:t>
            </a:r>
            <a:r>
              <a:rPr lang="zh-CN" altLang="en-US" b="1" dirty="0">
                <a:solidFill>
                  <a:srgbClr val="FF3300"/>
                </a:solidFill>
                <a:effectLst>
                  <a:outerShdw blurRad="38100" dist="38100" dir="2700000" algn="tl">
                    <a:srgbClr val="000000"/>
                  </a:outerShdw>
                </a:effectLst>
                <a:latin typeface="+mn-lt"/>
                <a:ea typeface="楷体" pitchFamily="49" charset="-122"/>
              </a:rPr>
              <a:t>语句</a:t>
            </a:r>
            <a:r>
              <a:rPr lang="en-US" altLang="zh-CN" b="1" dirty="0">
                <a:solidFill>
                  <a:srgbClr val="FF3300"/>
                </a:solidFill>
                <a:effectLst>
                  <a:outerShdw blurRad="38100" dist="38100" dir="2700000" algn="tl">
                    <a:srgbClr val="000000"/>
                  </a:outerShdw>
                </a:effectLst>
                <a:latin typeface="+mn-lt"/>
                <a:ea typeface="楷体" pitchFamily="49" charset="-122"/>
              </a:rPr>
              <a:t>n;</a:t>
            </a:r>
          </a:p>
          <a:p>
            <a:r>
              <a:rPr lang="en-US" altLang="zh-CN" b="1" dirty="0">
                <a:solidFill>
                  <a:srgbClr val="FF3300"/>
                </a:solidFill>
                <a:effectLst>
                  <a:outerShdw blurRad="38100" dist="38100" dir="2700000" algn="tl">
                    <a:srgbClr val="000000"/>
                  </a:outerShdw>
                </a:effectLst>
                <a:latin typeface="+mn-lt"/>
                <a:ea typeface="楷体" pitchFamily="49" charset="-122"/>
              </a:rPr>
              <a:t>else </a:t>
            </a:r>
            <a:r>
              <a:rPr lang="zh-CN" altLang="en-US" b="1" dirty="0">
                <a:solidFill>
                  <a:srgbClr val="FF3300"/>
                </a:solidFill>
                <a:effectLst>
                  <a:outerShdw blurRad="38100" dist="38100" dir="2700000" algn="tl">
                    <a:srgbClr val="000000"/>
                  </a:outerShdw>
                </a:effectLst>
                <a:latin typeface="+mn-lt"/>
                <a:ea typeface="楷体" pitchFamily="49" charset="-122"/>
              </a:rPr>
              <a:t>语句</a:t>
            </a:r>
            <a:r>
              <a:rPr lang="en-US" altLang="zh-CN" b="1" dirty="0">
                <a:solidFill>
                  <a:srgbClr val="FF3300"/>
                </a:solidFill>
                <a:effectLst>
                  <a:outerShdw blurRad="38100" dist="38100" dir="2700000" algn="tl">
                    <a:srgbClr val="000000"/>
                  </a:outerShdw>
                </a:effectLst>
                <a:latin typeface="+mn-lt"/>
                <a:ea typeface="楷体" pitchFamily="49" charset="-122"/>
              </a:rPr>
              <a:t>n+1;</a:t>
            </a:r>
          </a:p>
        </p:txBody>
      </p:sp>
      <p:sp>
        <p:nvSpPr>
          <p:cNvPr id="849929" name="Rectangle 9"/>
          <p:cNvSpPr>
            <a:spLocks noChangeArrowheads="1"/>
          </p:cNvSpPr>
          <p:nvPr/>
        </p:nvSpPr>
        <p:spPr bwMode="auto">
          <a:xfrm>
            <a:off x="1171319" y="1171600"/>
            <a:ext cx="1331913" cy="457200"/>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33CC"/>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0033CC"/>
                </a:solidFill>
                <a:effectLst>
                  <a:outerShdw blurRad="38100" dist="38100" dir="2700000" algn="tl">
                    <a:srgbClr val="FFFFFF"/>
                  </a:outerShdw>
                </a:effectLst>
                <a:latin typeface="楷体" pitchFamily="49" charset="-122"/>
                <a:ea typeface="楷体" pitchFamily="49" charset="-122"/>
              </a:rPr>
              <a:t>格式</a:t>
            </a:r>
            <a:r>
              <a:rPr lang="en-US" altLang="zh-CN" b="1" dirty="0">
                <a:solidFill>
                  <a:srgbClr val="0033CC"/>
                </a:solidFill>
                <a:effectLst>
                  <a:outerShdw blurRad="38100" dist="38100" dir="2700000" algn="tl">
                    <a:srgbClr val="FFFFFF"/>
                  </a:outerShdw>
                </a:effectLst>
                <a:latin typeface="楷体" pitchFamily="49" charset="-122"/>
                <a:ea typeface="楷体" pitchFamily="49" charset="-122"/>
              </a:rPr>
              <a:t>:</a:t>
            </a:r>
            <a:endParaRPr lang="en-US" altLang="zh-CN" dirty="0">
              <a:solidFill>
                <a:srgbClr val="0033CC"/>
              </a:solidFill>
              <a:latin typeface="楷体" pitchFamily="49" charset="-122"/>
              <a:ea typeface="楷体" pitchFamily="49" charset="-122"/>
            </a:endParaRPr>
          </a:p>
        </p:txBody>
      </p:sp>
      <p:sp>
        <p:nvSpPr>
          <p:cNvPr id="849930" name="Rectangle 10"/>
          <p:cNvSpPr>
            <a:spLocks noChangeArrowheads="1"/>
          </p:cNvSpPr>
          <p:nvPr/>
        </p:nvSpPr>
        <p:spPr bwMode="auto">
          <a:xfrm>
            <a:off x="1230057" y="2852738"/>
            <a:ext cx="2097087" cy="457200"/>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33CC"/>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0033CC"/>
                </a:solidFill>
                <a:effectLst>
                  <a:outerShdw blurRad="38100" dist="38100" dir="2700000" algn="tl">
                    <a:srgbClr val="FFFFFF"/>
                  </a:outerShdw>
                </a:effectLst>
                <a:latin typeface="楷体" pitchFamily="49" charset="-122"/>
                <a:ea typeface="楷体" pitchFamily="49" charset="-122"/>
              </a:rPr>
              <a:t>执行流程：</a:t>
            </a:r>
            <a:endParaRPr lang="zh-CN" altLang="en-US" dirty="0">
              <a:solidFill>
                <a:srgbClr val="0033CC"/>
              </a:solidFill>
              <a:latin typeface="楷体" pitchFamily="49" charset="-122"/>
              <a:ea typeface="楷体" pitchFamily="49" charset="-122"/>
            </a:endParaRPr>
          </a:p>
        </p:txBody>
      </p:sp>
      <p:grpSp>
        <p:nvGrpSpPr>
          <p:cNvPr id="849974" name="Group 54"/>
          <p:cNvGrpSpPr>
            <a:grpSpLocks/>
          </p:cNvGrpSpPr>
          <p:nvPr/>
        </p:nvGrpSpPr>
        <p:grpSpPr bwMode="auto">
          <a:xfrm>
            <a:off x="2783632" y="3598863"/>
            <a:ext cx="1908175" cy="495300"/>
            <a:chOff x="6744" y="1437"/>
            <a:chExt cx="1356" cy="486"/>
          </a:xfrm>
        </p:grpSpPr>
        <p:sp>
          <p:nvSpPr>
            <p:cNvPr id="849975" name="AutoShape 55"/>
            <p:cNvSpPr>
              <a:spLocks noChangeArrowheads="1"/>
            </p:cNvSpPr>
            <p:nvPr/>
          </p:nvSpPr>
          <p:spPr bwMode="auto">
            <a:xfrm>
              <a:off x="6744" y="1437"/>
              <a:ext cx="1356" cy="471"/>
            </a:xfrm>
            <a:prstGeom prst="flowChartDecision">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3500000" scaled="1"/>
              <a:tileRect/>
            </a:gradFill>
            <a:ln w="9525">
              <a:solidFill>
                <a:srgbClr val="000000"/>
              </a:solidFill>
              <a:miter lim="800000"/>
              <a:headEnd/>
              <a:tailEnd/>
            </a:ln>
            <a:effectLst>
              <a:outerShdw dist="107763" dir="2700000" algn="ctr" rotWithShape="0">
                <a:srgbClr val="808080">
                  <a:alpha val="50000"/>
                </a:srgbClr>
              </a:outerShdw>
            </a:effectLst>
          </p:spPr>
          <p:txBody>
            <a:bodyPr/>
            <a:lstStyle/>
            <a:p>
              <a:endParaRPr lang="zh-CN" altLang="en-US">
                <a:latin typeface="+mn-lt"/>
                <a:ea typeface="楷体" pitchFamily="49" charset="-122"/>
              </a:endParaRPr>
            </a:p>
          </p:txBody>
        </p:sp>
        <p:sp>
          <p:nvSpPr>
            <p:cNvPr id="849976" name="Text Box 56"/>
            <p:cNvSpPr txBox="1">
              <a:spLocks noChangeArrowheads="1"/>
            </p:cNvSpPr>
            <p:nvPr/>
          </p:nvSpPr>
          <p:spPr bwMode="auto">
            <a:xfrm>
              <a:off x="6975" y="1455"/>
              <a:ext cx="1080" cy="468"/>
            </a:xfrm>
            <a:prstGeom prst="rect">
              <a:avLst/>
            </a:prstGeom>
            <a:noFill/>
            <a:ln w="9525">
              <a:noFill/>
              <a:miter lim="800000"/>
              <a:headEnd/>
              <a:tailEnd/>
            </a:ln>
          </p:spPr>
          <p:txBody>
            <a:bodyPr/>
            <a:lstStyle/>
            <a:p>
              <a:pPr algn="just"/>
              <a:r>
                <a:rPr lang="zh-CN" altLang="en-US" sz="2000" b="1" dirty="0">
                  <a:effectLst>
                    <a:outerShdw blurRad="38100" dist="38100" dir="2700000" algn="tl">
                      <a:srgbClr val="FFFFFF"/>
                    </a:outerShdw>
                  </a:effectLst>
                  <a:latin typeface="+mn-lt"/>
                  <a:ea typeface="楷体" pitchFamily="49" charset="-122"/>
                </a:rPr>
                <a:t>表达式</a:t>
              </a:r>
              <a:r>
                <a:rPr lang="en-US" altLang="zh-CN" sz="2000" b="1" dirty="0">
                  <a:effectLst>
                    <a:outerShdw blurRad="38100" dist="38100" dir="2700000" algn="tl">
                      <a:srgbClr val="FFFFFF"/>
                    </a:outerShdw>
                  </a:effectLst>
                  <a:latin typeface="+mn-lt"/>
                  <a:ea typeface="楷体" pitchFamily="49" charset="-122"/>
                </a:rPr>
                <a:t>1</a:t>
              </a:r>
            </a:p>
          </p:txBody>
        </p:sp>
      </p:grpSp>
      <p:sp>
        <p:nvSpPr>
          <p:cNvPr id="849980" name="Line 60"/>
          <p:cNvSpPr>
            <a:spLocks noChangeShapeType="1"/>
          </p:cNvSpPr>
          <p:nvPr/>
        </p:nvSpPr>
        <p:spPr bwMode="auto">
          <a:xfrm>
            <a:off x="3709334" y="3284538"/>
            <a:ext cx="0" cy="317500"/>
          </a:xfrm>
          <a:prstGeom prst="line">
            <a:avLst/>
          </a:prstGeom>
          <a:noFill/>
          <a:ln w="28575">
            <a:solidFill>
              <a:srgbClr val="FF3300"/>
            </a:solidFill>
            <a:round/>
            <a:headEnd/>
            <a:tailEnd type="stealth" w="lg" len="lg"/>
          </a:ln>
          <a:effectLst>
            <a:outerShdw dist="35921" dir="2700000" algn="ctr" rotWithShape="0">
              <a:srgbClr val="808080"/>
            </a:outerShdw>
          </a:effectLst>
        </p:spPr>
        <p:txBody>
          <a:bodyPr/>
          <a:lstStyle/>
          <a:p>
            <a:endParaRPr lang="zh-CN" altLang="en-US"/>
          </a:p>
        </p:txBody>
      </p:sp>
      <p:grpSp>
        <p:nvGrpSpPr>
          <p:cNvPr id="850037" name="Group 117"/>
          <p:cNvGrpSpPr>
            <a:grpSpLocks/>
          </p:cNvGrpSpPr>
          <p:nvPr/>
        </p:nvGrpSpPr>
        <p:grpSpPr bwMode="auto">
          <a:xfrm>
            <a:off x="4707682" y="3502026"/>
            <a:ext cx="447675" cy="563563"/>
            <a:chOff x="3049" y="2535"/>
            <a:chExt cx="282" cy="355"/>
          </a:xfrm>
        </p:grpSpPr>
        <p:sp>
          <p:nvSpPr>
            <p:cNvPr id="849986" name="Text Box 66"/>
            <p:cNvSpPr txBox="1">
              <a:spLocks noChangeArrowheads="1"/>
            </p:cNvSpPr>
            <p:nvPr/>
          </p:nvSpPr>
          <p:spPr bwMode="auto">
            <a:xfrm>
              <a:off x="3092" y="2535"/>
              <a:ext cx="186" cy="177"/>
            </a:xfrm>
            <a:prstGeom prst="rect">
              <a:avLst/>
            </a:prstGeom>
            <a:noFill/>
            <a:ln w="9525">
              <a:noFill/>
              <a:miter lim="800000"/>
              <a:headEnd/>
              <a:tailEnd/>
            </a:ln>
          </p:spPr>
          <p:txBody>
            <a:bodyPr/>
            <a:lstStyle/>
            <a:p>
              <a:pPr algn="just"/>
              <a:r>
                <a:rPr lang="en-US" altLang="zh-CN" sz="1800" b="1">
                  <a:solidFill>
                    <a:schemeClr val="accent2"/>
                  </a:solidFill>
                </a:rPr>
                <a:t>F</a:t>
              </a:r>
            </a:p>
          </p:txBody>
        </p:sp>
        <p:grpSp>
          <p:nvGrpSpPr>
            <p:cNvPr id="850024" name="Group 104"/>
            <p:cNvGrpSpPr>
              <a:grpSpLocks/>
            </p:cNvGrpSpPr>
            <p:nvPr/>
          </p:nvGrpSpPr>
          <p:grpSpPr bwMode="auto">
            <a:xfrm>
              <a:off x="3049" y="2744"/>
              <a:ext cx="282" cy="146"/>
              <a:chOff x="3049" y="2744"/>
              <a:chExt cx="282" cy="146"/>
            </a:xfrm>
          </p:grpSpPr>
          <p:sp>
            <p:nvSpPr>
              <p:cNvPr id="849985" name="Line 65"/>
              <p:cNvSpPr>
                <a:spLocks noChangeShapeType="1"/>
              </p:cNvSpPr>
              <p:nvPr/>
            </p:nvSpPr>
            <p:spPr bwMode="auto">
              <a:xfrm flipH="1">
                <a:off x="3049" y="2746"/>
                <a:ext cx="272" cy="0"/>
              </a:xfrm>
              <a:prstGeom prst="line">
                <a:avLst/>
              </a:prstGeom>
              <a:noFill/>
              <a:ln w="28575">
                <a:solidFill>
                  <a:srgbClr val="FF3300"/>
                </a:solidFill>
                <a:round/>
                <a:headEnd/>
                <a:tailEnd/>
              </a:ln>
              <a:effectLst>
                <a:outerShdw dist="35921" dir="2700000" algn="ctr" rotWithShape="0">
                  <a:srgbClr val="808080"/>
                </a:outerShdw>
              </a:effectLst>
            </p:spPr>
            <p:txBody>
              <a:bodyPr/>
              <a:lstStyle/>
              <a:p>
                <a:endParaRPr lang="zh-CN" altLang="en-US"/>
              </a:p>
            </p:txBody>
          </p:sp>
          <p:sp>
            <p:nvSpPr>
              <p:cNvPr id="849987" name="Line 67"/>
              <p:cNvSpPr>
                <a:spLocks noChangeShapeType="1"/>
              </p:cNvSpPr>
              <p:nvPr/>
            </p:nvSpPr>
            <p:spPr bwMode="auto">
              <a:xfrm>
                <a:off x="3331" y="2744"/>
                <a:ext cx="0" cy="146"/>
              </a:xfrm>
              <a:prstGeom prst="line">
                <a:avLst/>
              </a:prstGeom>
              <a:noFill/>
              <a:ln w="28575">
                <a:solidFill>
                  <a:srgbClr val="FF3300"/>
                </a:solidFill>
                <a:round/>
                <a:headEnd/>
                <a:tailEnd type="stealth" w="lg" len="lg"/>
              </a:ln>
              <a:effectLst>
                <a:outerShdw dist="35921" dir="2700000" algn="ctr" rotWithShape="0">
                  <a:srgbClr val="808080"/>
                </a:outerShdw>
              </a:effectLst>
            </p:spPr>
            <p:txBody>
              <a:bodyPr/>
              <a:lstStyle/>
              <a:p>
                <a:endParaRPr lang="zh-CN" altLang="en-US"/>
              </a:p>
            </p:txBody>
          </p:sp>
        </p:grpSp>
      </p:grpSp>
      <p:grpSp>
        <p:nvGrpSpPr>
          <p:cNvPr id="849988" name="Group 68"/>
          <p:cNvGrpSpPr>
            <a:grpSpLocks/>
          </p:cNvGrpSpPr>
          <p:nvPr/>
        </p:nvGrpSpPr>
        <p:grpSpPr bwMode="auto">
          <a:xfrm>
            <a:off x="4226670" y="4060825"/>
            <a:ext cx="1908175" cy="495300"/>
            <a:chOff x="6744" y="1437"/>
            <a:chExt cx="1356" cy="486"/>
          </a:xfrm>
        </p:grpSpPr>
        <p:sp>
          <p:nvSpPr>
            <p:cNvPr id="849989" name="AutoShape 69"/>
            <p:cNvSpPr>
              <a:spLocks noChangeArrowheads="1"/>
            </p:cNvSpPr>
            <p:nvPr/>
          </p:nvSpPr>
          <p:spPr bwMode="auto">
            <a:xfrm>
              <a:off x="6744" y="1437"/>
              <a:ext cx="1356" cy="471"/>
            </a:xfrm>
            <a:prstGeom prst="flowChartDecision">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3500000" scaled="1"/>
              <a:tileRect/>
            </a:gradFill>
            <a:ln w="9525">
              <a:solidFill>
                <a:srgbClr val="000000"/>
              </a:solidFill>
              <a:miter lim="800000"/>
              <a:headEnd/>
              <a:tailEnd/>
            </a:ln>
            <a:effectLst>
              <a:outerShdw dist="107763" dir="2700000" algn="ctr" rotWithShape="0">
                <a:srgbClr val="808080">
                  <a:alpha val="50000"/>
                </a:srgbClr>
              </a:outerShdw>
            </a:effectLst>
          </p:spPr>
          <p:txBody>
            <a:bodyPr/>
            <a:lstStyle/>
            <a:p>
              <a:endParaRPr lang="zh-CN" altLang="en-US">
                <a:latin typeface="+mn-lt"/>
                <a:ea typeface="楷体" pitchFamily="49" charset="-122"/>
              </a:endParaRPr>
            </a:p>
          </p:txBody>
        </p:sp>
        <p:sp>
          <p:nvSpPr>
            <p:cNvPr id="849990" name="Text Box 70"/>
            <p:cNvSpPr txBox="1">
              <a:spLocks noChangeArrowheads="1"/>
            </p:cNvSpPr>
            <p:nvPr/>
          </p:nvSpPr>
          <p:spPr bwMode="auto">
            <a:xfrm>
              <a:off x="6975" y="1455"/>
              <a:ext cx="1080" cy="468"/>
            </a:xfrm>
            <a:prstGeom prst="rect">
              <a:avLst/>
            </a:prstGeom>
            <a:noFill/>
            <a:ln w="9525">
              <a:noFill/>
              <a:miter lim="800000"/>
              <a:headEnd/>
              <a:tailEnd/>
            </a:ln>
          </p:spPr>
          <p:txBody>
            <a:bodyPr/>
            <a:lstStyle/>
            <a:p>
              <a:pPr algn="just"/>
              <a:r>
                <a:rPr lang="zh-CN" altLang="en-US" sz="2000" b="1" dirty="0">
                  <a:effectLst>
                    <a:outerShdw blurRad="38100" dist="38100" dir="2700000" algn="tl">
                      <a:srgbClr val="FFFFFF"/>
                    </a:outerShdw>
                  </a:effectLst>
                  <a:latin typeface="+mn-lt"/>
                  <a:ea typeface="楷体" pitchFamily="49" charset="-122"/>
                </a:rPr>
                <a:t>表达式</a:t>
              </a:r>
              <a:r>
                <a:rPr lang="en-US" altLang="zh-CN" sz="2000" b="1" dirty="0">
                  <a:effectLst>
                    <a:outerShdw blurRad="38100" dist="38100" dir="2700000" algn="tl">
                      <a:srgbClr val="FFFFFF"/>
                    </a:outerShdw>
                  </a:effectLst>
                  <a:latin typeface="+mn-lt"/>
                  <a:ea typeface="楷体" pitchFamily="49" charset="-122"/>
                </a:rPr>
                <a:t>2</a:t>
              </a:r>
            </a:p>
          </p:txBody>
        </p:sp>
      </p:grpSp>
      <p:grpSp>
        <p:nvGrpSpPr>
          <p:cNvPr id="849991" name="Group 71"/>
          <p:cNvGrpSpPr>
            <a:grpSpLocks/>
          </p:cNvGrpSpPr>
          <p:nvPr/>
        </p:nvGrpSpPr>
        <p:grpSpPr bwMode="auto">
          <a:xfrm>
            <a:off x="5653832" y="4556125"/>
            <a:ext cx="1908175" cy="495300"/>
            <a:chOff x="6744" y="1437"/>
            <a:chExt cx="1356" cy="486"/>
          </a:xfrm>
        </p:grpSpPr>
        <p:sp>
          <p:nvSpPr>
            <p:cNvPr id="849992" name="AutoShape 72"/>
            <p:cNvSpPr>
              <a:spLocks noChangeArrowheads="1"/>
            </p:cNvSpPr>
            <p:nvPr/>
          </p:nvSpPr>
          <p:spPr bwMode="auto">
            <a:xfrm>
              <a:off x="6744" y="1437"/>
              <a:ext cx="1356" cy="471"/>
            </a:xfrm>
            <a:prstGeom prst="flowChartDecision">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3500000" scaled="1"/>
              <a:tileRect/>
            </a:gradFill>
            <a:ln w="9525">
              <a:solidFill>
                <a:srgbClr val="000000"/>
              </a:solidFill>
              <a:miter lim="800000"/>
              <a:headEnd/>
              <a:tailEnd/>
            </a:ln>
            <a:effectLst>
              <a:outerShdw dist="107763" dir="2700000" algn="ctr" rotWithShape="0">
                <a:srgbClr val="808080">
                  <a:alpha val="50000"/>
                </a:srgbClr>
              </a:outerShdw>
            </a:effectLst>
          </p:spPr>
          <p:txBody>
            <a:bodyPr/>
            <a:lstStyle/>
            <a:p>
              <a:endParaRPr lang="zh-CN" altLang="en-US">
                <a:latin typeface="+mn-lt"/>
                <a:ea typeface="楷体" pitchFamily="49" charset="-122"/>
              </a:endParaRPr>
            </a:p>
          </p:txBody>
        </p:sp>
        <p:sp>
          <p:nvSpPr>
            <p:cNvPr id="849993" name="Text Box 73"/>
            <p:cNvSpPr txBox="1">
              <a:spLocks noChangeArrowheads="1"/>
            </p:cNvSpPr>
            <p:nvPr/>
          </p:nvSpPr>
          <p:spPr bwMode="auto">
            <a:xfrm>
              <a:off x="6975" y="1455"/>
              <a:ext cx="1080" cy="468"/>
            </a:xfrm>
            <a:prstGeom prst="rect">
              <a:avLst/>
            </a:prstGeom>
            <a:noFill/>
            <a:ln w="9525">
              <a:noFill/>
              <a:miter lim="800000"/>
              <a:headEnd/>
              <a:tailEnd/>
            </a:ln>
          </p:spPr>
          <p:txBody>
            <a:bodyPr/>
            <a:lstStyle/>
            <a:p>
              <a:pPr algn="just"/>
              <a:r>
                <a:rPr lang="zh-CN" altLang="en-US" sz="2000" b="1">
                  <a:effectLst>
                    <a:outerShdw blurRad="38100" dist="38100" dir="2700000" algn="tl">
                      <a:srgbClr val="FFFFFF"/>
                    </a:outerShdw>
                  </a:effectLst>
                  <a:latin typeface="+mn-lt"/>
                  <a:ea typeface="楷体" pitchFamily="49" charset="-122"/>
                </a:rPr>
                <a:t>表达式</a:t>
              </a:r>
              <a:r>
                <a:rPr lang="en-US" altLang="zh-CN" sz="2000" b="1">
                  <a:effectLst>
                    <a:outerShdw blurRad="38100" dist="38100" dir="2700000" algn="tl">
                      <a:srgbClr val="FFFFFF"/>
                    </a:outerShdw>
                  </a:effectLst>
                  <a:latin typeface="+mn-lt"/>
                  <a:ea typeface="楷体" pitchFamily="49" charset="-122"/>
                </a:rPr>
                <a:t>3</a:t>
              </a:r>
            </a:p>
          </p:txBody>
        </p:sp>
      </p:grpSp>
      <p:grpSp>
        <p:nvGrpSpPr>
          <p:cNvPr id="850040" name="Group 120"/>
          <p:cNvGrpSpPr>
            <a:grpSpLocks/>
          </p:cNvGrpSpPr>
          <p:nvPr/>
        </p:nvGrpSpPr>
        <p:grpSpPr bwMode="auto">
          <a:xfrm>
            <a:off x="6152307" y="3967163"/>
            <a:ext cx="434975" cy="565150"/>
            <a:chOff x="3948" y="2828"/>
            <a:chExt cx="274" cy="356"/>
          </a:xfrm>
        </p:grpSpPr>
        <p:sp>
          <p:nvSpPr>
            <p:cNvPr id="849996" name="Text Box 76"/>
            <p:cNvSpPr txBox="1">
              <a:spLocks noChangeArrowheads="1"/>
            </p:cNvSpPr>
            <p:nvPr/>
          </p:nvSpPr>
          <p:spPr bwMode="auto">
            <a:xfrm>
              <a:off x="3991" y="2828"/>
              <a:ext cx="202" cy="156"/>
            </a:xfrm>
            <a:prstGeom prst="rect">
              <a:avLst/>
            </a:prstGeom>
            <a:noFill/>
            <a:ln w="9525">
              <a:noFill/>
              <a:miter lim="800000"/>
              <a:headEnd/>
              <a:tailEnd/>
            </a:ln>
          </p:spPr>
          <p:txBody>
            <a:bodyPr/>
            <a:lstStyle/>
            <a:p>
              <a:pPr algn="just"/>
              <a:r>
                <a:rPr lang="en-US" altLang="zh-CN" sz="1800" b="1">
                  <a:solidFill>
                    <a:schemeClr val="accent2"/>
                  </a:solidFill>
                </a:rPr>
                <a:t>F</a:t>
              </a:r>
            </a:p>
          </p:txBody>
        </p:sp>
        <p:grpSp>
          <p:nvGrpSpPr>
            <p:cNvPr id="850038" name="Group 118"/>
            <p:cNvGrpSpPr>
              <a:grpSpLocks/>
            </p:cNvGrpSpPr>
            <p:nvPr/>
          </p:nvGrpSpPr>
          <p:grpSpPr bwMode="auto">
            <a:xfrm>
              <a:off x="3948" y="3038"/>
              <a:ext cx="274" cy="146"/>
              <a:chOff x="3948" y="3038"/>
              <a:chExt cx="274" cy="146"/>
            </a:xfrm>
          </p:grpSpPr>
          <p:sp>
            <p:nvSpPr>
              <p:cNvPr id="849995" name="Line 75"/>
              <p:cNvSpPr>
                <a:spLocks noChangeShapeType="1"/>
              </p:cNvSpPr>
              <p:nvPr/>
            </p:nvSpPr>
            <p:spPr bwMode="auto">
              <a:xfrm flipH="1">
                <a:off x="3948" y="3040"/>
                <a:ext cx="271" cy="0"/>
              </a:xfrm>
              <a:prstGeom prst="line">
                <a:avLst/>
              </a:prstGeom>
              <a:noFill/>
              <a:ln w="28575">
                <a:solidFill>
                  <a:srgbClr val="FF3300"/>
                </a:solidFill>
                <a:round/>
                <a:headEnd/>
                <a:tailEnd/>
              </a:ln>
              <a:effectLst>
                <a:outerShdw dist="35921" dir="2700000" algn="ctr" rotWithShape="0">
                  <a:srgbClr val="808080"/>
                </a:outerShdw>
              </a:effectLst>
            </p:spPr>
            <p:txBody>
              <a:bodyPr/>
              <a:lstStyle/>
              <a:p>
                <a:endParaRPr lang="zh-CN" altLang="en-US"/>
              </a:p>
            </p:txBody>
          </p:sp>
          <p:sp>
            <p:nvSpPr>
              <p:cNvPr id="849997" name="Line 77"/>
              <p:cNvSpPr>
                <a:spLocks noChangeShapeType="1"/>
              </p:cNvSpPr>
              <p:nvPr/>
            </p:nvSpPr>
            <p:spPr bwMode="auto">
              <a:xfrm>
                <a:off x="4222" y="3038"/>
                <a:ext cx="0" cy="146"/>
              </a:xfrm>
              <a:prstGeom prst="line">
                <a:avLst/>
              </a:prstGeom>
              <a:noFill/>
              <a:ln w="28575">
                <a:solidFill>
                  <a:srgbClr val="FF3300"/>
                </a:solidFill>
                <a:round/>
                <a:headEnd/>
                <a:tailEnd type="stealth" w="lg" len="lg"/>
              </a:ln>
              <a:effectLst>
                <a:outerShdw dist="35921" dir="2700000" algn="ctr" rotWithShape="0">
                  <a:srgbClr val="808080"/>
                </a:outerShdw>
              </a:effectLst>
            </p:spPr>
            <p:txBody>
              <a:bodyPr/>
              <a:lstStyle/>
              <a:p>
                <a:endParaRPr lang="zh-CN" altLang="en-US"/>
              </a:p>
            </p:txBody>
          </p:sp>
        </p:grpSp>
      </p:grpSp>
      <p:grpSp>
        <p:nvGrpSpPr>
          <p:cNvPr id="850036" name="Group 116"/>
          <p:cNvGrpSpPr>
            <a:grpSpLocks/>
          </p:cNvGrpSpPr>
          <p:nvPr/>
        </p:nvGrpSpPr>
        <p:grpSpPr bwMode="auto">
          <a:xfrm>
            <a:off x="3418632" y="4094164"/>
            <a:ext cx="288925" cy="1711325"/>
            <a:chOff x="2237" y="2908"/>
            <a:chExt cx="227" cy="764"/>
          </a:xfrm>
        </p:grpSpPr>
        <p:sp>
          <p:nvSpPr>
            <p:cNvPr id="850005" name="Text Box 85"/>
            <p:cNvSpPr txBox="1">
              <a:spLocks noChangeArrowheads="1"/>
            </p:cNvSpPr>
            <p:nvPr/>
          </p:nvSpPr>
          <p:spPr bwMode="auto">
            <a:xfrm>
              <a:off x="2237" y="3075"/>
              <a:ext cx="227" cy="227"/>
            </a:xfrm>
            <a:prstGeom prst="rect">
              <a:avLst/>
            </a:prstGeom>
            <a:noFill/>
            <a:ln w="9525">
              <a:noFill/>
              <a:miter lim="800000"/>
              <a:headEnd/>
              <a:tailEnd/>
            </a:ln>
          </p:spPr>
          <p:txBody>
            <a:bodyPr/>
            <a:lstStyle/>
            <a:p>
              <a:pPr algn="just"/>
              <a:r>
                <a:rPr lang="en-US" altLang="zh-CN" sz="1800" b="1"/>
                <a:t>T</a:t>
              </a:r>
            </a:p>
          </p:txBody>
        </p:sp>
        <p:sp>
          <p:nvSpPr>
            <p:cNvPr id="850006" name="Line 86"/>
            <p:cNvSpPr>
              <a:spLocks noChangeShapeType="1"/>
            </p:cNvSpPr>
            <p:nvPr/>
          </p:nvSpPr>
          <p:spPr bwMode="auto">
            <a:xfrm>
              <a:off x="2441" y="2908"/>
              <a:ext cx="0" cy="764"/>
            </a:xfrm>
            <a:prstGeom prst="line">
              <a:avLst/>
            </a:prstGeom>
            <a:noFill/>
            <a:ln w="28575">
              <a:solidFill>
                <a:srgbClr val="FF3300"/>
              </a:solidFill>
              <a:round/>
              <a:headEnd/>
              <a:tailEnd type="stealth" w="lg" len="lg"/>
            </a:ln>
            <a:effectLst>
              <a:outerShdw dist="35921" dir="2700000" algn="ctr" rotWithShape="0">
                <a:srgbClr val="808080"/>
              </a:outerShdw>
            </a:effectLst>
          </p:spPr>
          <p:txBody>
            <a:bodyPr/>
            <a:lstStyle/>
            <a:p>
              <a:endParaRPr lang="zh-CN" altLang="en-US"/>
            </a:p>
          </p:txBody>
        </p:sp>
      </p:grpSp>
      <p:grpSp>
        <p:nvGrpSpPr>
          <p:cNvPr id="850034" name="Group 114"/>
          <p:cNvGrpSpPr>
            <a:grpSpLocks/>
          </p:cNvGrpSpPr>
          <p:nvPr/>
        </p:nvGrpSpPr>
        <p:grpSpPr bwMode="auto">
          <a:xfrm>
            <a:off x="9252694" y="4956175"/>
            <a:ext cx="431800" cy="839788"/>
            <a:chOff x="4847" y="3140"/>
            <a:chExt cx="276" cy="529"/>
          </a:xfrm>
        </p:grpSpPr>
        <p:grpSp>
          <p:nvGrpSpPr>
            <p:cNvPr id="850033" name="Group 113"/>
            <p:cNvGrpSpPr>
              <a:grpSpLocks/>
            </p:cNvGrpSpPr>
            <p:nvPr/>
          </p:nvGrpSpPr>
          <p:grpSpPr bwMode="auto">
            <a:xfrm>
              <a:off x="4847" y="3348"/>
              <a:ext cx="276" cy="321"/>
              <a:chOff x="4847" y="3348"/>
              <a:chExt cx="276" cy="321"/>
            </a:xfrm>
          </p:grpSpPr>
          <p:sp>
            <p:nvSpPr>
              <p:cNvPr id="850008" name="Line 88"/>
              <p:cNvSpPr>
                <a:spLocks noChangeShapeType="1"/>
              </p:cNvSpPr>
              <p:nvPr/>
            </p:nvSpPr>
            <p:spPr bwMode="auto">
              <a:xfrm>
                <a:off x="4847" y="3348"/>
                <a:ext cx="276" cy="0"/>
              </a:xfrm>
              <a:prstGeom prst="line">
                <a:avLst/>
              </a:prstGeom>
              <a:noFill/>
              <a:ln w="28575">
                <a:solidFill>
                  <a:srgbClr val="FF3300"/>
                </a:solidFill>
                <a:round/>
                <a:headEnd/>
                <a:tailEnd/>
              </a:ln>
              <a:effectLst>
                <a:outerShdw dist="35921" dir="2700000" algn="ctr" rotWithShape="0">
                  <a:srgbClr val="808080"/>
                </a:outerShdw>
              </a:effectLst>
            </p:spPr>
            <p:txBody>
              <a:bodyPr/>
              <a:lstStyle/>
              <a:p>
                <a:endParaRPr lang="zh-CN" altLang="en-US"/>
              </a:p>
            </p:txBody>
          </p:sp>
          <p:sp>
            <p:nvSpPr>
              <p:cNvPr id="850009" name="Line 89"/>
              <p:cNvSpPr>
                <a:spLocks noChangeShapeType="1"/>
              </p:cNvSpPr>
              <p:nvPr/>
            </p:nvSpPr>
            <p:spPr bwMode="auto">
              <a:xfrm>
                <a:off x="5118" y="3359"/>
                <a:ext cx="0" cy="310"/>
              </a:xfrm>
              <a:prstGeom prst="line">
                <a:avLst/>
              </a:prstGeom>
              <a:noFill/>
              <a:ln w="28575">
                <a:solidFill>
                  <a:srgbClr val="FF330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850010" name="Text Box 90"/>
            <p:cNvSpPr txBox="1">
              <a:spLocks noChangeArrowheads="1"/>
            </p:cNvSpPr>
            <p:nvPr/>
          </p:nvSpPr>
          <p:spPr bwMode="auto">
            <a:xfrm>
              <a:off x="4892" y="3140"/>
              <a:ext cx="147" cy="207"/>
            </a:xfrm>
            <a:prstGeom prst="rect">
              <a:avLst/>
            </a:prstGeom>
            <a:noFill/>
            <a:ln w="9525">
              <a:noFill/>
              <a:miter lim="800000"/>
              <a:headEnd/>
              <a:tailEnd/>
            </a:ln>
          </p:spPr>
          <p:txBody>
            <a:bodyPr/>
            <a:lstStyle/>
            <a:p>
              <a:pPr algn="just"/>
              <a:r>
                <a:rPr lang="en-US" altLang="zh-CN" sz="1800" b="1">
                  <a:solidFill>
                    <a:schemeClr val="accent2"/>
                  </a:solidFill>
                </a:rPr>
                <a:t>F</a:t>
              </a:r>
            </a:p>
          </p:txBody>
        </p:sp>
      </p:grpSp>
      <p:grpSp>
        <p:nvGrpSpPr>
          <p:cNvPr id="850035" name="Group 115"/>
          <p:cNvGrpSpPr>
            <a:grpSpLocks/>
          </p:cNvGrpSpPr>
          <p:nvPr/>
        </p:nvGrpSpPr>
        <p:grpSpPr bwMode="auto">
          <a:xfrm>
            <a:off x="4875956" y="4556126"/>
            <a:ext cx="342900" cy="1249363"/>
            <a:chOff x="3155" y="3199"/>
            <a:chExt cx="190" cy="474"/>
          </a:xfrm>
        </p:grpSpPr>
        <p:sp>
          <p:nvSpPr>
            <p:cNvPr id="850012" name="Line 92"/>
            <p:cNvSpPr>
              <a:spLocks noChangeShapeType="1"/>
            </p:cNvSpPr>
            <p:nvPr/>
          </p:nvSpPr>
          <p:spPr bwMode="auto">
            <a:xfrm>
              <a:off x="3345" y="3199"/>
              <a:ext cx="0" cy="474"/>
            </a:xfrm>
            <a:prstGeom prst="line">
              <a:avLst/>
            </a:prstGeom>
            <a:noFill/>
            <a:ln w="28575">
              <a:solidFill>
                <a:srgbClr val="0000FF"/>
              </a:solidFill>
              <a:round/>
              <a:headEnd/>
              <a:tailEnd type="stealth" w="lg" len="lg"/>
            </a:ln>
            <a:effectLst>
              <a:outerShdw dist="35921" dir="2700000" algn="ctr" rotWithShape="0">
                <a:srgbClr val="808080"/>
              </a:outerShdw>
            </a:effectLst>
          </p:spPr>
          <p:txBody>
            <a:bodyPr/>
            <a:lstStyle/>
            <a:p>
              <a:endParaRPr lang="zh-CN" altLang="en-US"/>
            </a:p>
          </p:txBody>
        </p:sp>
        <p:sp>
          <p:nvSpPr>
            <p:cNvPr id="850013" name="Text Box 93"/>
            <p:cNvSpPr txBox="1">
              <a:spLocks noChangeArrowheads="1"/>
            </p:cNvSpPr>
            <p:nvPr/>
          </p:nvSpPr>
          <p:spPr bwMode="auto">
            <a:xfrm>
              <a:off x="3155" y="3273"/>
              <a:ext cx="164" cy="215"/>
            </a:xfrm>
            <a:prstGeom prst="rect">
              <a:avLst/>
            </a:prstGeom>
            <a:noFill/>
            <a:ln w="9525">
              <a:noFill/>
              <a:miter lim="800000"/>
              <a:headEnd/>
              <a:tailEnd/>
            </a:ln>
          </p:spPr>
          <p:txBody>
            <a:bodyPr/>
            <a:lstStyle/>
            <a:p>
              <a:pPr algn="just"/>
              <a:r>
                <a:rPr lang="en-US" altLang="zh-CN" sz="1800" b="1" dirty="0"/>
                <a:t>T</a:t>
              </a:r>
            </a:p>
          </p:txBody>
        </p:sp>
      </p:grpSp>
      <p:grpSp>
        <p:nvGrpSpPr>
          <p:cNvPr id="850055" name="Group 135"/>
          <p:cNvGrpSpPr>
            <a:grpSpLocks/>
          </p:cNvGrpSpPr>
          <p:nvPr/>
        </p:nvGrpSpPr>
        <p:grpSpPr bwMode="auto">
          <a:xfrm>
            <a:off x="6284069" y="5013326"/>
            <a:ext cx="317500" cy="792163"/>
            <a:chOff x="3224" y="3158"/>
            <a:chExt cx="200" cy="499"/>
          </a:xfrm>
        </p:grpSpPr>
        <p:sp>
          <p:nvSpPr>
            <p:cNvPr id="850015" name="Line 95"/>
            <p:cNvSpPr>
              <a:spLocks noChangeShapeType="1"/>
            </p:cNvSpPr>
            <p:nvPr/>
          </p:nvSpPr>
          <p:spPr bwMode="auto">
            <a:xfrm>
              <a:off x="3424" y="3158"/>
              <a:ext cx="0" cy="499"/>
            </a:xfrm>
            <a:prstGeom prst="line">
              <a:avLst/>
            </a:prstGeom>
            <a:noFill/>
            <a:ln w="28575">
              <a:solidFill>
                <a:srgbClr val="008000"/>
              </a:solidFill>
              <a:round/>
              <a:headEnd/>
              <a:tailEnd type="stealth" w="lg" len="lg"/>
            </a:ln>
            <a:effectLst>
              <a:outerShdw dist="35921" dir="2700000" algn="ctr" rotWithShape="0">
                <a:srgbClr val="808080"/>
              </a:outerShdw>
            </a:effectLst>
          </p:spPr>
          <p:txBody>
            <a:bodyPr/>
            <a:lstStyle/>
            <a:p>
              <a:endParaRPr lang="zh-CN" altLang="en-US"/>
            </a:p>
          </p:txBody>
        </p:sp>
        <p:sp>
          <p:nvSpPr>
            <p:cNvPr id="850016" name="Text Box 96"/>
            <p:cNvSpPr txBox="1">
              <a:spLocks noChangeArrowheads="1"/>
            </p:cNvSpPr>
            <p:nvPr/>
          </p:nvSpPr>
          <p:spPr bwMode="auto">
            <a:xfrm>
              <a:off x="3224" y="3239"/>
              <a:ext cx="155" cy="236"/>
            </a:xfrm>
            <a:prstGeom prst="rect">
              <a:avLst/>
            </a:prstGeom>
            <a:noFill/>
            <a:ln w="9525">
              <a:noFill/>
              <a:miter lim="800000"/>
              <a:headEnd/>
              <a:tailEnd/>
            </a:ln>
          </p:spPr>
          <p:txBody>
            <a:bodyPr/>
            <a:lstStyle/>
            <a:p>
              <a:pPr algn="just"/>
              <a:r>
                <a:rPr lang="en-US" altLang="zh-CN" sz="1800" b="1"/>
                <a:t>T</a:t>
              </a:r>
            </a:p>
          </p:txBody>
        </p:sp>
      </p:grpSp>
      <p:grpSp>
        <p:nvGrpSpPr>
          <p:cNvPr id="850043" name="Group 123"/>
          <p:cNvGrpSpPr>
            <a:grpSpLocks/>
          </p:cNvGrpSpPr>
          <p:nvPr/>
        </p:nvGrpSpPr>
        <p:grpSpPr bwMode="auto">
          <a:xfrm>
            <a:off x="-16132" y="0"/>
            <a:ext cx="446088" cy="6858000"/>
            <a:chOff x="0" y="0"/>
            <a:chExt cx="281" cy="4320"/>
          </a:xfrm>
        </p:grpSpPr>
        <p:sp>
          <p:nvSpPr>
            <p:cNvPr id="850044" name="Text Box 12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50045" name="Text Box 12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850069" name="Group 149"/>
          <p:cNvGrpSpPr>
            <a:grpSpLocks/>
          </p:cNvGrpSpPr>
          <p:nvPr/>
        </p:nvGrpSpPr>
        <p:grpSpPr bwMode="auto">
          <a:xfrm>
            <a:off x="7523907" y="4462463"/>
            <a:ext cx="809625" cy="565150"/>
            <a:chOff x="4014" y="2811"/>
            <a:chExt cx="510" cy="356"/>
          </a:xfrm>
        </p:grpSpPr>
        <p:grpSp>
          <p:nvGrpSpPr>
            <p:cNvPr id="850046" name="Group 126"/>
            <p:cNvGrpSpPr>
              <a:grpSpLocks/>
            </p:cNvGrpSpPr>
            <p:nvPr/>
          </p:nvGrpSpPr>
          <p:grpSpPr bwMode="auto">
            <a:xfrm>
              <a:off x="4250" y="2811"/>
              <a:ext cx="274" cy="356"/>
              <a:chOff x="3948" y="2828"/>
              <a:chExt cx="274" cy="356"/>
            </a:xfrm>
          </p:grpSpPr>
          <p:sp>
            <p:nvSpPr>
              <p:cNvPr id="850047" name="Text Box 127"/>
              <p:cNvSpPr txBox="1">
                <a:spLocks noChangeArrowheads="1"/>
              </p:cNvSpPr>
              <p:nvPr/>
            </p:nvSpPr>
            <p:spPr bwMode="auto">
              <a:xfrm>
                <a:off x="3991" y="2828"/>
                <a:ext cx="202" cy="156"/>
              </a:xfrm>
              <a:prstGeom prst="rect">
                <a:avLst/>
              </a:prstGeom>
              <a:noFill/>
              <a:ln w="9525">
                <a:noFill/>
                <a:miter lim="800000"/>
                <a:headEnd/>
                <a:tailEnd/>
              </a:ln>
            </p:spPr>
            <p:txBody>
              <a:bodyPr/>
              <a:lstStyle/>
              <a:p>
                <a:pPr algn="just"/>
                <a:r>
                  <a:rPr lang="en-US" altLang="zh-CN" sz="1800" b="1">
                    <a:solidFill>
                      <a:schemeClr val="accent2"/>
                    </a:solidFill>
                  </a:rPr>
                  <a:t>F</a:t>
                </a:r>
              </a:p>
            </p:txBody>
          </p:sp>
          <p:grpSp>
            <p:nvGrpSpPr>
              <p:cNvPr id="850048" name="Group 128"/>
              <p:cNvGrpSpPr>
                <a:grpSpLocks/>
              </p:cNvGrpSpPr>
              <p:nvPr/>
            </p:nvGrpSpPr>
            <p:grpSpPr bwMode="auto">
              <a:xfrm>
                <a:off x="3948" y="3038"/>
                <a:ext cx="274" cy="146"/>
                <a:chOff x="3948" y="3038"/>
                <a:chExt cx="274" cy="146"/>
              </a:xfrm>
            </p:grpSpPr>
            <p:sp>
              <p:nvSpPr>
                <p:cNvPr id="850049" name="Line 129"/>
                <p:cNvSpPr>
                  <a:spLocks noChangeShapeType="1"/>
                </p:cNvSpPr>
                <p:nvPr/>
              </p:nvSpPr>
              <p:spPr bwMode="auto">
                <a:xfrm flipH="1">
                  <a:off x="3948" y="3040"/>
                  <a:ext cx="271" cy="0"/>
                </a:xfrm>
                <a:prstGeom prst="line">
                  <a:avLst/>
                </a:prstGeom>
                <a:noFill/>
                <a:ln w="28575">
                  <a:solidFill>
                    <a:srgbClr val="FF3300"/>
                  </a:solidFill>
                  <a:round/>
                  <a:headEnd/>
                  <a:tailEnd/>
                </a:ln>
                <a:effectLst>
                  <a:outerShdw dist="35921" dir="2700000" algn="ctr" rotWithShape="0">
                    <a:srgbClr val="808080"/>
                  </a:outerShdw>
                </a:effectLst>
              </p:spPr>
              <p:txBody>
                <a:bodyPr/>
                <a:lstStyle/>
                <a:p>
                  <a:endParaRPr lang="zh-CN" altLang="en-US"/>
                </a:p>
              </p:txBody>
            </p:sp>
            <p:sp>
              <p:nvSpPr>
                <p:cNvPr id="850050" name="Line 130"/>
                <p:cNvSpPr>
                  <a:spLocks noChangeShapeType="1"/>
                </p:cNvSpPr>
                <p:nvPr/>
              </p:nvSpPr>
              <p:spPr bwMode="auto">
                <a:xfrm>
                  <a:off x="4222" y="3038"/>
                  <a:ext cx="0" cy="146"/>
                </a:xfrm>
                <a:prstGeom prst="line">
                  <a:avLst/>
                </a:prstGeom>
                <a:noFill/>
                <a:ln w="28575">
                  <a:solidFill>
                    <a:srgbClr val="FF3300"/>
                  </a:solidFill>
                  <a:round/>
                  <a:headEnd/>
                  <a:tailEnd type="stealth" w="lg" len="lg"/>
                </a:ln>
                <a:effectLst>
                  <a:outerShdw dist="35921" dir="2700000" algn="ctr" rotWithShape="0">
                    <a:srgbClr val="808080"/>
                  </a:outerShdw>
                </a:effectLst>
              </p:spPr>
              <p:txBody>
                <a:bodyPr/>
                <a:lstStyle/>
                <a:p>
                  <a:endParaRPr lang="zh-CN" altLang="en-US"/>
                </a:p>
              </p:txBody>
            </p:sp>
          </p:grpSp>
        </p:grpSp>
        <p:sp>
          <p:nvSpPr>
            <p:cNvPr id="850051" name="Line 131"/>
            <p:cNvSpPr>
              <a:spLocks noChangeShapeType="1"/>
            </p:cNvSpPr>
            <p:nvPr/>
          </p:nvSpPr>
          <p:spPr bwMode="auto">
            <a:xfrm>
              <a:off x="4014" y="3022"/>
              <a:ext cx="227" cy="0"/>
            </a:xfrm>
            <a:prstGeom prst="line">
              <a:avLst/>
            </a:prstGeom>
            <a:noFill/>
            <a:ln w="38100">
              <a:solidFill>
                <a:srgbClr val="FF0000"/>
              </a:solidFill>
              <a:prstDash val="sysDot"/>
              <a:round/>
              <a:headEnd/>
              <a:tailEnd/>
            </a:ln>
            <a:effectLst>
              <a:outerShdw dist="35921" dir="2700000" algn="ctr" rotWithShape="0">
                <a:schemeClr val="bg2"/>
              </a:outerShdw>
            </a:effectLst>
          </p:spPr>
          <p:txBody>
            <a:bodyPr/>
            <a:lstStyle/>
            <a:p>
              <a:endParaRPr lang="zh-CN" altLang="en-US"/>
            </a:p>
          </p:txBody>
        </p:sp>
      </p:grpSp>
      <p:grpSp>
        <p:nvGrpSpPr>
          <p:cNvPr id="850052" name="Group 132"/>
          <p:cNvGrpSpPr>
            <a:grpSpLocks/>
          </p:cNvGrpSpPr>
          <p:nvPr/>
        </p:nvGrpSpPr>
        <p:grpSpPr bwMode="auto">
          <a:xfrm>
            <a:off x="7373095" y="5056188"/>
            <a:ext cx="1908175" cy="495300"/>
            <a:chOff x="6744" y="1437"/>
            <a:chExt cx="1356" cy="486"/>
          </a:xfrm>
        </p:grpSpPr>
        <p:sp>
          <p:nvSpPr>
            <p:cNvPr id="850053" name="AutoShape 133"/>
            <p:cNvSpPr>
              <a:spLocks noChangeArrowheads="1"/>
            </p:cNvSpPr>
            <p:nvPr/>
          </p:nvSpPr>
          <p:spPr bwMode="auto">
            <a:xfrm>
              <a:off x="6744" y="1437"/>
              <a:ext cx="1356" cy="471"/>
            </a:xfrm>
            <a:prstGeom prst="flowChartDecision">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3500000" scaled="1"/>
              <a:tileRect/>
            </a:gradFill>
            <a:ln w="9525">
              <a:solidFill>
                <a:srgbClr val="000000"/>
              </a:solidFill>
              <a:miter lim="800000"/>
              <a:headEnd/>
              <a:tailEnd/>
            </a:ln>
            <a:effectLst>
              <a:outerShdw dist="107763" dir="2700000" algn="ctr" rotWithShape="0">
                <a:srgbClr val="808080">
                  <a:alpha val="50000"/>
                </a:srgbClr>
              </a:outerShdw>
            </a:effectLst>
          </p:spPr>
          <p:txBody>
            <a:bodyPr/>
            <a:lstStyle/>
            <a:p>
              <a:endParaRPr lang="zh-CN" altLang="en-US">
                <a:latin typeface="+mn-lt"/>
                <a:ea typeface="楷体" pitchFamily="49" charset="-122"/>
              </a:endParaRPr>
            </a:p>
          </p:txBody>
        </p:sp>
        <p:sp>
          <p:nvSpPr>
            <p:cNvPr id="850054" name="Text Box 134"/>
            <p:cNvSpPr txBox="1">
              <a:spLocks noChangeArrowheads="1"/>
            </p:cNvSpPr>
            <p:nvPr/>
          </p:nvSpPr>
          <p:spPr bwMode="auto">
            <a:xfrm>
              <a:off x="6975" y="1455"/>
              <a:ext cx="1080" cy="468"/>
            </a:xfrm>
            <a:prstGeom prst="rect">
              <a:avLst/>
            </a:prstGeom>
            <a:noFill/>
            <a:ln w="9525">
              <a:noFill/>
              <a:miter lim="800000"/>
              <a:headEnd/>
              <a:tailEnd/>
            </a:ln>
          </p:spPr>
          <p:txBody>
            <a:bodyPr/>
            <a:lstStyle/>
            <a:p>
              <a:pPr algn="just"/>
              <a:r>
                <a:rPr lang="zh-CN" altLang="en-US" sz="2000" b="1">
                  <a:effectLst>
                    <a:outerShdw blurRad="38100" dist="38100" dir="2700000" algn="tl">
                      <a:srgbClr val="FFFFFF"/>
                    </a:outerShdw>
                  </a:effectLst>
                  <a:latin typeface="+mn-lt"/>
                  <a:ea typeface="楷体" pitchFamily="49" charset="-122"/>
                </a:rPr>
                <a:t>表达式</a:t>
              </a:r>
              <a:r>
                <a:rPr lang="en-US" altLang="zh-CN" sz="2000" b="1">
                  <a:effectLst>
                    <a:outerShdw blurRad="38100" dist="38100" dir="2700000" algn="tl">
                      <a:srgbClr val="FFFFFF"/>
                    </a:outerShdw>
                  </a:effectLst>
                  <a:latin typeface="+mn-lt"/>
                  <a:ea typeface="楷体" pitchFamily="49" charset="-122"/>
                </a:rPr>
                <a:t>n</a:t>
              </a:r>
            </a:p>
          </p:txBody>
        </p:sp>
      </p:grpSp>
      <p:sp>
        <p:nvSpPr>
          <p:cNvPr id="850059" name="Text Box 139"/>
          <p:cNvSpPr txBox="1">
            <a:spLocks noChangeArrowheads="1"/>
          </p:cNvSpPr>
          <p:nvPr/>
        </p:nvSpPr>
        <p:spPr bwMode="auto">
          <a:xfrm>
            <a:off x="7811244" y="5805488"/>
            <a:ext cx="1008062" cy="4064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zh-CN" altLang="en-US" sz="2000" b="1">
                <a:effectLst>
                  <a:outerShdw blurRad="38100" dist="38100" dir="2700000" algn="tl">
                    <a:srgbClr val="FFFFFF"/>
                  </a:outerShdw>
                </a:effectLst>
                <a:ea typeface="楷体" pitchFamily="49" charset="-122"/>
              </a:rPr>
              <a:t>语句</a:t>
            </a:r>
            <a:r>
              <a:rPr lang="en-US" altLang="zh-CN" sz="2000" b="1">
                <a:effectLst>
                  <a:outerShdw blurRad="38100" dist="38100" dir="2700000" algn="tl">
                    <a:srgbClr val="FFFFFF"/>
                  </a:outerShdw>
                </a:effectLst>
                <a:ea typeface="楷体" pitchFamily="49" charset="-122"/>
              </a:rPr>
              <a:t>n</a:t>
            </a:r>
          </a:p>
        </p:txBody>
      </p:sp>
      <p:sp>
        <p:nvSpPr>
          <p:cNvPr id="850063" name="Text Box 143"/>
          <p:cNvSpPr txBox="1">
            <a:spLocks noChangeArrowheads="1"/>
          </p:cNvSpPr>
          <p:nvPr/>
        </p:nvSpPr>
        <p:spPr bwMode="auto">
          <a:xfrm>
            <a:off x="9036795" y="5805488"/>
            <a:ext cx="1150937" cy="4064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spcBef>
                <a:spcPct val="50000"/>
              </a:spcBef>
            </a:pPr>
            <a:r>
              <a:rPr lang="zh-CN" altLang="en-US" sz="2000" b="1">
                <a:effectLst>
                  <a:outerShdw blurRad="38100" dist="38100" dir="2700000" algn="tl">
                    <a:srgbClr val="FFFFFF"/>
                  </a:outerShdw>
                </a:effectLst>
                <a:ea typeface="楷体" pitchFamily="49" charset="-122"/>
              </a:rPr>
              <a:t>语句</a:t>
            </a:r>
            <a:r>
              <a:rPr lang="en-US" altLang="zh-CN" sz="2000" b="1">
                <a:effectLst>
                  <a:outerShdw blurRad="38100" dist="38100" dir="2700000" algn="tl">
                    <a:srgbClr val="FFFFFF"/>
                  </a:outerShdw>
                </a:effectLst>
                <a:ea typeface="楷体" pitchFamily="49" charset="-122"/>
              </a:rPr>
              <a:t>n+1</a:t>
            </a:r>
          </a:p>
        </p:txBody>
      </p:sp>
      <p:grpSp>
        <p:nvGrpSpPr>
          <p:cNvPr id="850064" name="Group 144"/>
          <p:cNvGrpSpPr>
            <a:grpSpLocks/>
          </p:cNvGrpSpPr>
          <p:nvPr/>
        </p:nvGrpSpPr>
        <p:grpSpPr bwMode="auto">
          <a:xfrm>
            <a:off x="7998569" y="5445126"/>
            <a:ext cx="334962" cy="360363"/>
            <a:chOff x="4313" y="3430"/>
            <a:chExt cx="211" cy="227"/>
          </a:xfrm>
        </p:grpSpPr>
        <p:sp>
          <p:nvSpPr>
            <p:cNvPr id="850058" name="Text Box 138"/>
            <p:cNvSpPr txBox="1">
              <a:spLocks noChangeArrowheads="1"/>
            </p:cNvSpPr>
            <p:nvPr/>
          </p:nvSpPr>
          <p:spPr bwMode="auto">
            <a:xfrm rot="10800000" flipV="1">
              <a:off x="4313" y="3430"/>
              <a:ext cx="211" cy="182"/>
            </a:xfrm>
            <a:prstGeom prst="rect">
              <a:avLst/>
            </a:prstGeom>
            <a:noFill/>
            <a:ln w="9525">
              <a:noFill/>
              <a:miter lim="800000"/>
              <a:headEnd/>
              <a:tailEnd/>
            </a:ln>
          </p:spPr>
          <p:txBody>
            <a:bodyPr/>
            <a:lstStyle/>
            <a:p>
              <a:pPr algn="just"/>
              <a:r>
                <a:rPr lang="en-US" altLang="zh-CN" sz="1800" b="1"/>
                <a:t>T</a:t>
              </a:r>
            </a:p>
          </p:txBody>
        </p:sp>
        <p:sp>
          <p:nvSpPr>
            <p:cNvPr id="850057" name="Line 137"/>
            <p:cNvSpPr>
              <a:spLocks noChangeShapeType="1"/>
            </p:cNvSpPr>
            <p:nvPr/>
          </p:nvSpPr>
          <p:spPr bwMode="auto">
            <a:xfrm flipH="1">
              <a:off x="4513" y="3475"/>
              <a:ext cx="0" cy="182"/>
            </a:xfrm>
            <a:prstGeom prst="line">
              <a:avLst/>
            </a:prstGeom>
            <a:noFill/>
            <a:ln w="28575">
              <a:solidFill>
                <a:srgbClr val="FF00FF"/>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850065" name="Text Box 145"/>
          <p:cNvSpPr txBox="1">
            <a:spLocks noChangeArrowheads="1"/>
          </p:cNvSpPr>
          <p:nvPr/>
        </p:nvSpPr>
        <p:spPr bwMode="auto">
          <a:xfrm>
            <a:off x="6155482" y="5802313"/>
            <a:ext cx="1008063" cy="4064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zh-CN" altLang="en-US" sz="2000" b="1">
                <a:effectLst>
                  <a:outerShdw blurRad="38100" dist="38100" dir="2700000" algn="tl">
                    <a:srgbClr val="FFFFFF"/>
                  </a:outerShdw>
                </a:effectLst>
                <a:ea typeface="楷体" pitchFamily="49" charset="-122"/>
              </a:rPr>
              <a:t>语句</a:t>
            </a:r>
            <a:r>
              <a:rPr lang="en-US" altLang="zh-CN" sz="2000" b="1">
                <a:effectLst>
                  <a:outerShdw blurRad="38100" dist="38100" dir="2700000" algn="tl">
                    <a:srgbClr val="FFFFFF"/>
                  </a:outerShdw>
                </a:effectLst>
                <a:ea typeface="楷体" pitchFamily="49" charset="-122"/>
              </a:rPr>
              <a:t>3</a:t>
            </a:r>
          </a:p>
        </p:txBody>
      </p:sp>
      <p:sp>
        <p:nvSpPr>
          <p:cNvPr id="850066" name="Text Box 146"/>
          <p:cNvSpPr txBox="1">
            <a:spLocks noChangeArrowheads="1"/>
          </p:cNvSpPr>
          <p:nvPr/>
        </p:nvSpPr>
        <p:spPr bwMode="auto">
          <a:xfrm>
            <a:off x="4715619" y="5805488"/>
            <a:ext cx="1008062" cy="4064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zh-CN" altLang="en-US" sz="2000" b="1">
                <a:effectLst>
                  <a:outerShdw blurRad="38100" dist="38100" dir="2700000" algn="tl">
                    <a:srgbClr val="FFFFFF"/>
                  </a:outerShdw>
                </a:effectLst>
                <a:ea typeface="楷体" pitchFamily="49" charset="-122"/>
              </a:rPr>
              <a:t>语句</a:t>
            </a:r>
            <a:r>
              <a:rPr lang="en-US" altLang="zh-CN" sz="2000" b="1">
                <a:effectLst>
                  <a:outerShdw blurRad="38100" dist="38100" dir="2700000" algn="tl">
                    <a:srgbClr val="FFFFFF"/>
                  </a:outerShdw>
                </a:effectLst>
                <a:ea typeface="楷体" pitchFamily="49" charset="-122"/>
              </a:rPr>
              <a:t>2</a:t>
            </a:r>
          </a:p>
        </p:txBody>
      </p:sp>
      <p:sp>
        <p:nvSpPr>
          <p:cNvPr id="850067" name="Text Box 147"/>
          <p:cNvSpPr txBox="1">
            <a:spLocks noChangeArrowheads="1"/>
          </p:cNvSpPr>
          <p:nvPr/>
        </p:nvSpPr>
        <p:spPr bwMode="auto">
          <a:xfrm>
            <a:off x="3202732" y="5805488"/>
            <a:ext cx="1008063" cy="4064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zh-CN" altLang="en-US" sz="2000" b="1">
                <a:effectLst>
                  <a:outerShdw blurRad="38100" dist="38100" dir="2700000" algn="tl">
                    <a:srgbClr val="FFFFFF"/>
                  </a:outerShdw>
                </a:effectLst>
                <a:ea typeface="楷体" pitchFamily="49" charset="-122"/>
              </a:rPr>
              <a:t>语句</a:t>
            </a:r>
            <a:r>
              <a:rPr lang="en-US" altLang="zh-CN" sz="2000" b="1">
                <a:effectLst>
                  <a:outerShdw blurRad="38100" dist="38100" dir="2700000" algn="tl">
                    <a:srgbClr val="FFFFFF"/>
                  </a:outerShdw>
                </a:effectLst>
                <a:ea typeface="楷体" pitchFamily="49" charset="-122"/>
              </a:rPr>
              <a:t>1</a:t>
            </a:r>
          </a:p>
        </p:txBody>
      </p:sp>
      <p:grpSp>
        <p:nvGrpSpPr>
          <p:cNvPr id="850072" name="Group 152"/>
          <p:cNvGrpSpPr>
            <a:grpSpLocks/>
          </p:cNvGrpSpPr>
          <p:nvPr/>
        </p:nvGrpSpPr>
        <p:grpSpPr bwMode="auto">
          <a:xfrm>
            <a:off x="3649010" y="6232525"/>
            <a:ext cx="2314575" cy="552450"/>
            <a:chOff x="1583" y="3926"/>
            <a:chExt cx="1458" cy="348"/>
          </a:xfrm>
        </p:grpSpPr>
        <p:sp>
          <p:nvSpPr>
            <p:cNvPr id="850019" name="Line 99"/>
            <p:cNvSpPr>
              <a:spLocks noChangeShapeType="1"/>
            </p:cNvSpPr>
            <p:nvPr/>
          </p:nvSpPr>
          <p:spPr bwMode="auto">
            <a:xfrm>
              <a:off x="1592" y="3926"/>
              <a:ext cx="0" cy="182"/>
            </a:xfrm>
            <a:prstGeom prst="line">
              <a:avLst/>
            </a:prstGeom>
            <a:noFill/>
            <a:ln w="28575">
              <a:solidFill>
                <a:srgbClr val="FF3300"/>
              </a:solidFill>
              <a:round/>
              <a:headEnd/>
              <a:tailEnd type="stealth" w="lg" len="lg"/>
            </a:ln>
            <a:effectLst>
              <a:outerShdw dist="35921" dir="2700000" algn="ctr" rotWithShape="0">
                <a:srgbClr val="808080"/>
              </a:outerShdw>
            </a:effectLst>
          </p:spPr>
          <p:txBody>
            <a:bodyPr/>
            <a:lstStyle/>
            <a:p>
              <a:endParaRPr lang="zh-CN" altLang="en-US"/>
            </a:p>
          </p:txBody>
        </p:sp>
        <p:sp>
          <p:nvSpPr>
            <p:cNvPr id="850023" name="Line 103"/>
            <p:cNvSpPr>
              <a:spLocks noChangeShapeType="1"/>
            </p:cNvSpPr>
            <p:nvPr/>
          </p:nvSpPr>
          <p:spPr bwMode="auto">
            <a:xfrm>
              <a:off x="3041" y="4092"/>
              <a:ext cx="0" cy="182"/>
            </a:xfrm>
            <a:prstGeom prst="line">
              <a:avLst/>
            </a:prstGeom>
            <a:noFill/>
            <a:ln w="28575">
              <a:solidFill>
                <a:srgbClr val="FF3300"/>
              </a:solidFill>
              <a:round/>
              <a:headEnd/>
              <a:tailEnd type="stealth" w="lg" len="lg"/>
            </a:ln>
            <a:effectLst>
              <a:outerShdw dist="35921" dir="2700000" algn="ctr" rotWithShape="0">
                <a:srgbClr val="808080"/>
              </a:outerShdw>
            </a:effectLst>
          </p:spPr>
          <p:txBody>
            <a:bodyPr/>
            <a:lstStyle/>
            <a:p>
              <a:endParaRPr lang="zh-CN" altLang="en-US"/>
            </a:p>
          </p:txBody>
        </p:sp>
        <p:sp>
          <p:nvSpPr>
            <p:cNvPr id="850070" name="Line 150"/>
            <p:cNvSpPr>
              <a:spLocks noChangeShapeType="1"/>
            </p:cNvSpPr>
            <p:nvPr/>
          </p:nvSpPr>
          <p:spPr bwMode="auto">
            <a:xfrm>
              <a:off x="1583" y="4101"/>
              <a:ext cx="1451" cy="0"/>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grpSp>
      <p:grpSp>
        <p:nvGrpSpPr>
          <p:cNvPr id="850075" name="Group 155"/>
          <p:cNvGrpSpPr>
            <a:grpSpLocks/>
          </p:cNvGrpSpPr>
          <p:nvPr/>
        </p:nvGrpSpPr>
        <p:grpSpPr bwMode="auto">
          <a:xfrm>
            <a:off x="5174597" y="6213475"/>
            <a:ext cx="792163" cy="571500"/>
            <a:chOff x="2544" y="3914"/>
            <a:chExt cx="499" cy="360"/>
          </a:xfrm>
        </p:grpSpPr>
        <p:sp>
          <p:nvSpPr>
            <p:cNvPr id="850020" name="Line 100"/>
            <p:cNvSpPr>
              <a:spLocks noChangeShapeType="1"/>
            </p:cNvSpPr>
            <p:nvPr/>
          </p:nvSpPr>
          <p:spPr bwMode="auto">
            <a:xfrm>
              <a:off x="2562" y="3914"/>
              <a:ext cx="0" cy="182"/>
            </a:xfrm>
            <a:prstGeom prst="line">
              <a:avLst/>
            </a:prstGeom>
            <a:noFill/>
            <a:ln w="28575">
              <a:solidFill>
                <a:srgbClr val="0000FF"/>
              </a:solidFill>
              <a:round/>
              <a:headEnd/>
              <a:tailEnd type="stealth" w="lg" len="lg"/>
            </a:ln>
            <a:effectLst>
              <a:outerShdw dist="35921" dir="2700000" algn="ctr" rotWithShape="0">
                <a:srgbClr val="808080"/>
              </a:outerShdw>
            </a:effectLst>
          </p:spPr>
          <p:txBody>
            <a:bodyPr/>
            <a:lstStyle/>
            <a:p>
              <a:endParaRPr lang="zh-CN" altLang="en-US"/>
            </a:p>
          </p:txBody>
        </p:sp>
        <p:sp>
          <p:nvSpPr>
            <p:cNvPr id="850071" name="Line 151"/>
            <p:cNvSpPr>
              <a:spLocks noChangeShapeType="1"/>
            </p:cNvSpPr>
            <p:nvPr/>
          </p:nvSpPr>
          <p:spPr bwMode="auto">
            <a:xfrm>
              <a:off x="3043" y="4092"/>
              <a:ext cx="0" cy="182"/>
            </a:xfrm>
            <a:prstGeom prst="line">
              <a:avLst/>
            </a:prstGeom>
            <a:noFill/>
            <a:ln w="28575">
              <a:solidFill>
                <a:srgbClr val="0000FF"/>
              </a:solidFill>
              <a:round/>
              <a:headEnd/>
              <a:tailEnd type="stealth" w="lg" len="lg"/>
            </a:ln>
            <a:effectLst>
              <a:outerShdw dist="35921" dir="2700000" algn="ctr" rotWithShape="0">
                <a:srgbClr val="808080"/>
              </a:outerShdw>
            </a:effectLst>
          </p:spPr>
          <p:txBody>
            <a:bodyPr/>
            <a:lstStyle/>
            <a:p>
              <a:endParaRPr lang="zh-CN" altLang="en-US"/>
            </a:p>
          </p:txBody>
        </p:sp>
        <p:sp>
          <p:nvSpPr>
            <p:cNvPr id="850074" name="Line 154"/>
            <p:cNvSpPr>
              <a:spLocks noChangeShapeType="1"/>
            </p:cNvSpPr>
            <p:nvPr/>
          </p:nvSpPr>
          <p:spPr bwMode="auto">
            <a:xfrm>
              <a:off x="2544" y="4101"/>
              <a:ext cx="499" cy="0"/>
            </a:xfrm>
            <a:prstGeom prst="line">
              <a:avLst/>
            </a:prstGeom>
            <a:noFill/>
            <a:ln w="28575">
              <a:solidFill>
                <a:srgbClr val="0000FF"/>
              </a:solidFill>
              <a:round/>
              <a:headEnd/>
              <a:tailEnd/>
            </a:ln>
            <a:effectLst>
              <a:outerShdw dist="35921" dir="2700000" algn="ctr" rotWithShape="0">
                <a:schemeClr val="bg2"/>
              </a:outerShdw>
            </a:effectLst>
          </p:spPr>
          <p:txBody>
            <a:bodyPr/>
            <a:lstStyle/>
            <a:p>
              <a:endParaRPr lang="zh-CN" altLang="en-US"/>
            </a:p>
          </p:txBody>
        </p:sp>
      </p:grpSp>
      <p:grpSp>
        <p:nvGrpSpPr>
          <p:cNvPr id="850078" name="Group 158"/>
          <p:cNvGrpSpPr>
            <a:grpSpLocks/>
          </p:cNvGrpSpPr>
          <p:nvPr/>
        </p:nvGrpSpPr>
        <p:grpSpPr bwMode="auto">
          <a:xfrm>
            <a:off x="5966760" y="6208713"/>
            <a:ext cx="649287" cy="576262"/>
            <a:chOff x="3043" y="3911"/>
            <a:chExt cx="409" cy="363"/>
          </a:xfrm>
        </p:grpSpPr>
        <p:sp>
          <p:nvSpPr>
            <p:cNvPr id="850021" name="Line 101"/>
            <p:cNvSpPr>
              <a:spLocks noChangeShapeType="1"/>
            </p:cNvSpPr>
            <p:nvPr/>
          </p:nvSpPr>
          <p:spPr bwMode="auto">
            <a:xfrm>
              <a:off x="3435" y="3911"/>
              <a:ext cx="0" cy="182"/>
            </a:xfrm>
            <a:prstGeom prst="line">
              <a:avLst/>
            </a:prstGeom>
            <a:noFill/>
            <a:ln w="28575">
              <a:solidFill>
                <a:srgbClr val="008000"/>
              </a:solidFill>
              <a:round/>
              <a:headEnd/>
              <a:tailEnd type="stealth" w="lg" len="lg"/>
            </a:ln>
            <a:effectLst>
              <a:outerShdw dist="35921" dir="2700000" algn="ctr" rotWithShape="0">
                <a:srgbClr val="808080"/>
              </a:outerShdw>
            </a:effectLst>
          </p:spPr>
          <p:txBody>
            <a:bodyPr/>
            <a:lstStyle/>
            <a:p>
              <a:endParaRPr lang="zh-CN" altLang="en-US"/>
            </a:p>
          </p:txBody>
        </p:sp>
        <p:sp>
          <p:nvSpPr>
            <p:cNvPr id="850076" name="Line 156"/>
            <p:cNvSpPr>
              <a:spLocks noChangeShapeType="1"/>
            </p:cNvSpPr>
            <p:nvPr/>
          </p:nvSpPr>
          <p:spPr bwMode="auto">
            <a:xfrm>
              <a:off x="3043" y="4101"/>
              <a:ext cx="409" cy="0"/>
            </a:xfrm>
            <a:prstGeom prst="line">
              <a:avLst/>
            </a:prstGeom>
            <a:noFill/>
            <a:ln w="28575">
              <a:solidFill>
                <a:srgbClr val="008000"/>
              </a:solidFill>
              <a:round/>
              <a:headEnd/>
              <a:tailEnd/>
            </a:ln>
            <a:effectLst>
              <a:outerShdw dist="35921" dir="2700000" algn="ctr" rotWithShape="0">
                <a:schemeClr val="bg2"/>
              </a:outerShdw>
            </a:effectLst>
          </p:spPr>
          <p:txBody>
            <a:bodyPr/>
            <a:lstStyle/>
            <a:p>
              <a:endParaRPr lang="zh-CN" altLang="en-US"/>
            </a:p>
          </p:txBody>
        </p:sp>
        <p:sp>
          <p:nvSpPr>
            <p:cNvPr id="850077" name="Line 157"/>
            <p:cNvSpPr>
              <a:spLocks noChangeShapeType="1"/>
            </p:cNvSpPr>
            <p:nvPr/>
          </p:nvSpPr>
          <p:spPr bwMode="auto">
            <a:xfrm>
              <a:off x="3043" y="4092"/>
              <a:ext cx="0" cy="182"/>
            </a:xfrm>
            <a:prstGeom prst="line">
              <a:avLst/>
            </a:prstGeom>
            <a:noFill/>
            <a:ln w="28575">
              <a:solidFill>
                <a:srgbClr val="008000"/>
              </a:solidFill>
              <a:round/>
              <a:headEnd/>
              <a:tailEnd type="stealth" w="lg" len="lg"/>
            </a:ln>
            <a:effectLst>
              <a:outerShdw dist="35921" dir="2700000" algn="ctr" rotWithShape="0">
                <a:srgbClr val="808080"/>
              </a:outerShdw>
            </a:effectLst>
          </p:spPr>
          <p:txBody>
            <a:bodyPr/>
            <a:lstStyle/>
            <a:p>
              <a:endParaRPr lang="zh-CN" altLang="en-US"/>
            </a:p>
          </p:txBody>
        </p:sp>
      </p:grpSp>
      <p:grpSp>
        <p:nvGrpSpPr>
          <p:cNvPr id="850081" name="Group 161"/>
          <p:cNvGrpSpPr>
            <a:grpSpLocks/>
          </p:cNvGrpSpPr>
          <p:nvPr/>
        </p:nvGrpSpPr>
        <p:grpSpPr bwMode="auto">
          <a:xfrm>
            <a:off x="5968156" y="6235700"/>
            <a:ext cx="2374900" cy="534988"/>
            <a:chOff x="3034" y="3928"/>
            <a:chExt cx="1496" cy="337"/>
          </a:xfrm>
        </p:grpSpPr>
        <p:sp>
          <p:nvSpPr>
            <p:cNvPr id="850022" name="Line 102"/>
            <p:cNvSpPr>
              <a:spLocks noChangeShapeType="1"/>
            </p:cNvSpPr>
            <p:nvPr/>
          </p:nvSpPr>
          <p:spPr bwMode="auto">
            <a:xfrm>
              <a:off x="4513" y="3928"/>
              <a:ext cx="0" cy="182"/>
            </a:xfrm>
            <a:prstGeom prst="line">
              <a:avLst/>
            </a:prstGeom>
            <a:noFill/>
            <a:ln w="28575">
              <a:solidFill>
                <a:srgbClr val="FF00FF"/>
              </a:solidFill>
              <a:round/>
              <a:headEnd/>
              <a:tailEnd type="stealth" w="lg" len="lg"/>
            </a:ln>
            <a:effectLst>
              <a:outerShdw dist="35921" dir="2700000" algn="ctr" rotWithShape="0">
                <a:srgbClr val="808080"/>
              </a:outerShdw>
            </a:effectLst>
          </p:spPr>
          <p:txBody>
            <a:bodyPr/>
            <a:lstStyle/>
            <a:p>
              <a:endParaRPr lang="zh-CN" altLang="en-US"/>
            </a:p>
          </p:txBody>
        </p:sp>
        <p:sp>
          <p:nvSpPr>
            <p:cNvPr id="850079" name="Line 159"/>
            <p:cNvSpPr>
              <a:spLocks noChangeShapeType="1"/>
            </p:cNvSpPr>
            <p:nvPr/>
          </p:nvSpPr>
          <p:spPr bwMode="auto">
            <a:xfrm>
              <a:off x="3034" y="4101"/>
              <a:ext cx="1496" cy="0"/>
            </a:xfrm>
            <a:prstGeom prst="line">
              <a:avLst/>
            </a:prstGeom>
            <a:noFill/>
            <a:ln w="28575">
              <a:solidFill>
                <a:srgbClr val="FF00FF"/>
              </a:solidFill>
              <a:round/>
              <a:headEnd/>
              <a:tailEnd/>
            </a:ln>
            <a:effectLst>
              <a:outerShdw dist="35921" dir="2700000" algn="ctr" rotWithShape="0">
                <a:schemeClr val="bg2"/>
              </a:outerShdw>
            </a:effectLst>
          </p:spPr>
          <p:txBody>
            <a:bodyPr/>
            <a:lstStyle/>
            <a:p>
              <a:endParaRPr lang="zh-CN" altLang="en-US"/>
            </a:p>
          </p:txBody>
        </p:sp>
        <p:sp>
          <p:nvSpPr>
            <p:cNvPr id="850080" name="Line 160"/>
            <p:cNvSpPr>
              <a:spLocks noChangeShapeType="1"/>
            </p:cNvSpPr>
            <p:nvPr/>
          </p:nvSpPr>
          <p:spPr bwMode="auto">
            <a:xfrm>
              <a:off x="3034" y="4083"/>
              <a:ext cx="0" cy="182"/>
            </a:xfrm>
            <a:prstGeom prst="line">
              <a:avLst/>
            </a:prstGeom>
            <a:noFill/>
            <a:ln w="28575">
              <a:solidFill>
                <a:srgbClr val="FF00FF"/>
              </a:solidFill>
              <a:round/>
              <a:headEnd/>
              <a:tailEnd type="stealth" w="lg" len="lg"/>
            </a:ln>
            <a:effectLst>
              <a:outerShdw dist="35921" dir="2700000" algn="ctr" rotWithShape="0">
                <a:srgbClr val="808080"/>
              </a:outerShdw>
            </a:effectLst>
          </p:spPr>
          <p:txBody>
            <a:bodyPr/>
            <a:lstStyle/>
            <a:p>
              <a:endParaRPr lang="zh-CN" altLang="en-US"/>
            </a:p>
          </p:txBody>
        </p:sp>
      </p:grpSp>
      <p:grpSp>
        <p:nvGrpSpPr>
          <p:cNvPr id="850084" name="Group 164"/>
          <p:cNvGrpSpPr>
            <a:grpSpLocks/>
          </p:cNvGrpSpPr>
          <p:nvPr/>
        </p:nvGrpSpPr>
        <p:grpSpPr bwMode="auto">
          <a:xfrm>
            <a:off x="5938184" y="6237289"/>
            <a:ext cx="3744912" cy="549275"/>
            <a:chOff x="3025" y="3929"/>
            <a:chExt cx="2359" cy="346"/>
          </a:xfrm>
        </p:grpSpPr>
        <p:sp>
          <p:nvSpPr>
            <p:cNvPr id="850068" name="Line 148"/>
            <p:cNvSpPr>
              <a:spLocks noChangeShapeType="1"/>
            </p:cNvSpPr>
            <p:nvPr/>
          </p:nvSpPr>
          <p:spPr bwMode="auto">
            <a:xfrm>
              <a:off x="5375" y="3929"/>
              <a:ext cx="0" cy="182"/>
            </a:xfrm>
            <a:prstGeom prst="line">
              <a:avLst/>
            </a:prstGeom>
            <a:noFill/>
            <a:ln w="28575">
              <a:solidFill>
                <a:srgbClr val="800000"/>
              </a:solidFill>
              <a:round/>
              <a:headEnd/>
              <a:tailEnd type="stealth" w="lg" len="lg"/>
            </a:ln>
            <a:effectLst>
              <a:outerShdw dist="35921" dir="2700000" algn="ctr" rotWithShape="0">
                <a:srgbClr val="808080"/>
              </a:outerShdw>
            </a:effectLst>
          </p:spPr>
          <p:txBody>
            <a:bodyPr/>
            <a:lstStyle/>
            <a:p>
              <a:endParaRPr lang="zh-CN" altLang="en-US"/>
            </a:p>
          </p:txBody>
        </p:sp>
        <p:sp>
          <p:nvSpPr>
            <p:cNvPr id="850082" name="Line 162"/>
            <p:cNvSpPr>
              <a:spLocks noChangeShapeType="1"/>
            </p:cNvSpPr>
            <p:nvPr/>
          </p:nvSpPr>
          <p:spPr bwMode="auto">
            <a:xfrm>
              <a:off x="3025" y="4101"/>
              <a:ext cx="2359" cy="0"/>
            </a:xfrm>
            <a:prstGeom prst="line">
              <a:avLst/>
            </a:prstGeom>
            <a:noFill/>
            <a:ln w="28575">
              <a:solidFill>
                <a:srgbClr val="800000"/>
              </a:solidFill>
              <a:round/>
              <a:headEnd/>
              <a:tailEnd/>
            </a:ln>
            <a:effectLst>
              <a:outerShdw dist="35921" dir="2700000" algn="ctr" rotWithShape="0">
                <a:schemeClr val="bg2"/>
              </a:outerShdw>
            </a:effectLst>
          </p:spPr>
          <p:txBody>
            <a:bodyPr/>
            <a:lstStyle/>
            <a:p>
              <a:endParaRPr lang="zh-CN" altLang="en-US"/>
            </a:p>
          </p:txBody>
        </p:sp>
        <p:sp>
          <p:nvSpPr>
            <p:cNvPr id="850083" name="Line 163"/>
            <p:cNvSpPr>
              <a:spLocks noChangeShapeType="1"/>
            </p:cNvSpPr>
            <p:nvPr/>
          </p:nvSpPr>
          <p:spPr bwMode="auto">
            <a:xfrm>
              <a:off x="3034" y="4093"/>
              <a:ext cx="0" cy="182"/>
            </a:xfrm>
            <a:prstGeom prst="line">
              <a:avLst/>
            </a:prstGeom>
            <a:noFill/>
            <a:ln w="28575">
              <a:solidFill>
                <a:srgbClr val="80000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850042" name="Text Box 122" descr="信纸"/>
          <p:cNvSpPr txBox="1">
            <a:spLocks noChangeArrowheads="1"/>
          </p:cNvSpPr>
          <p:nvPr/>
        </p:nvSpPr>
        <p:spPr bwMode="auto">
          <a:xfrm>
            <a:off x="2136992" y="1455737"/>
            <a:ext cx="8999565" cy="5241925"/>
          </a:xfrm>
          <a:prstGeom prst="rect">
            <a:avLst/>
          </a:prstGeom>
          <a:blipFill dpi="0" rotWithShape="0">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r>
              <a:rPr lang="zh-CN" altLang="en-US" b="1" dirty="0">
                <a:solidFill>
                  <a:srgbClr val="FF33CC"/>
                </a:solidFill>
                <a:effectLst>
                  <a:outerShdw blurRad="38100" dist="38100" dir="2700000" algn="tl">
                    <a:srgbClr val="000000"/>
                  </a:outerShdw>
                </a:effectLst>
                <a:ea typeface="隶书" pitchFamily="49" charset="-122"/>
              </a:rPr>
              <a:t>   例如：下面的程序段是判断输入字符的种类。</a:t>
            </a:r>
          </a:p>
          <a:p>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char c;</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("Enter a character: ");</a:t>
            </a:r>
          </a:p>
          <a:p>
            <a:r>
              <a:rPr lang="en-US" altLang="zh-CN" b="1" dirty="0">
                <a:effectLst>
                  <a:outerShdw blurRad="38100" dist="38100" dir="2700000" algn="tl">
                    <a:srgbClr val="FFFFFF"/>
                  </a:outerShdw>
                </a:effectLst>
              </a:rPr>
              <a:t>    c = </a:t>
            </a:r>
            <a:r>
              <a:rPr lang="en-US" altLang="zh-CN" b="1" dirty="0" err="1">
                <a:effectLst>
                  <a:outerShdw blurRad="38100" dist="38100" dir="2700000" algn="tl">
                    <a:srgbClr val="FFFFFF"/>
                  </a:outerShdw>
                </a:effectLst>
              </a:rPr>
              <a:t>getchar</a:t>
            </a:r>
            <a:r>
              <a:rPr lang="en-US" altLang="zh-CN" b="1" dirty="0">
                <a:effectLst>
                  <a:outerShdw blurRad="38100" dist="38100" dir="2700000" algn="tl">
                    <a:srgbClr val="FFFFFF"/>
                  </a:outerShdw>
                </a:effectLst>
              </a:rPr>
              <a:t> ( );</a:t>
            </a:r>
          </a:p>
          <a:p>
            <a:r>
              <a:rPr lang="en-US" altLang="zh-CN" b="1" dirty="0">
                <a:effectLst>
                  <a:outerShdw blurRad="38100" dist="38100" dir="2700000" algn="tl">
                    <a:srgbClr val="FFFFFF"/>
                  </a:outerShdw>
                </a:effectLst>
              </a:rPr>
              <a:t>    </a:t>
            </a:r>
            <a:r>
              <a:rPr lang="en-US" altLang="zh-CN" b="1" dirty="0">
                <a:solidFill>
                  <a:srgbClr val="CC3300"/>
                </a:solidFill>
                <a:effectLst>
                  <a:outerShdw blurRad="38100" dist="38100" dir="2700000" algn="tl">
                    <a:srgbClr val="000000"/>
                  </a:outerShdw>
                </a:effectLst>
              </a:rPr>
              <a:t>if</a:t>
            </a:r>
            <a:r>
              <a:rPr lang="en-US" altLang="zh-CN" b="1" dirty="0">
                <a:effectLst>
                  <a:outerShdw blurRad="38100" dist="38100" dir="2700000" algn="tl">
                    <a:srgbClr val="FFFFFF"/>
                  </a:outerShdw>
                </a:effectLst>
              </a:rPr>
              <a:t> (c &lt; 0x20)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("The character is a control character\n");</a:t>
            </a:r>
          </a:p>
          <a:p>
            <a:r>
              <a:rPr lang="en-US" altLang="zh-CN" b="1" dirty="0">
                <a:effectLst>
                  <a:outerShdw blurRad="38100" dist="38100" dir="2700000" algn="tl">
                    <a:srgbClr val="FFFFFF"/>
                  </a:outerShdw>
                </a:effectLst>
              </a:rPr>
              <a:t>    </a:t>
            </a:r>
            <a:r>
              <a:rPr lang="en-US" altLang="zh-CN" b="1" dirty="0">
                <a:solidFill>
                  <a:srgbClr val="CC3300"/>
                </a:solidFill>
                <a:effectLst>
                  <a:outerShdw blurRad="38100" dist="38100" dir="2700000" algn="tl">
                    <a:srgbClr val="000000"/>
                  </a:outerShdw>
                </a:effectLst>
              </a:rPr>
              <a:t>else if</a:t>
            </a:r>
            <a:r>
              <a:rPr lang="en-US" altLang="zh-CN" b="1" dirty="0">
                <a:effectLst>
                  <a:outerShdw blurRad="38100" dist="38100" dir="2700000" algn="tl">
                    <a:srgbClr val="FFFFFF"/>
                  </a:outerShdw>
                </a:effectLst>
              </a:rPr>
              <a:t> (c &gt;= '0' &amp;&amp; c &lt;= '9')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("The character is a digit\n");</a:t>
            </a:r>
          </a:p>
          <a:p>
            <a:r>
              <a:rPr lang="en-US" altLang="zh-CN" b="1" dirty="0">
                <a:effectLst>
                  <a:outerShdw blurRad="38100" dist="38100" dir="2700000" algn="tl">
                    <a:srgbClr val="FFFFFF"/>
                  </a:outerShdw>
                </a:effectLst>
              </a:rPr>
              <a:t>    </a:t>
            </a:r>
            <a:r>
              <a:rPr lang="en-US" altLang="zh-CN" b="1" dirty="0">
                <a:solidFill>
                  <a:srgbClr val="CC3300"/>
                </a:solidFill>
                <a:effectLst>
                  <a:outerShdw blurRad="38100" dist="38100" dir="2700000" algn="tl">
                    <a:srgbClr val="000000"/>
                  </a:outerShdw>
                </a:effectLst>
              </a:rPr>
              <a:t>else if</a:t>
            </a:r>
            <a:r>
              <a:rPr lang="en-US" altLang="zh-CN" b="1" dirty="0">
                <a:effectLst>
                  <a:outerShdw blurRad="38100" dist="38100" dir="2700000" algn="tl">
                    <a:srgbClr val="FFFFFF"/>
                  </a:outerShdw>
                </a:effectLst>
              </a:rPr>
              <a:t> (c &gt;= 'A' &amp;&amp; c &lt;= 'Z')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("The character is a capital letter\n");</a:t>
            </a:r>
          </a:p>
          <a:p>
            <a:r>
              <a:rPr lang="en-US" altLang="zh-CN" b="1" dirty="0">
                <a:effectLst>
                  <a:outerShdw blurRad="38100" dist="38100" dir="2700000" algn="tl">
                    <a:srgbClr val="FFFFFF"/>
                  </a:outerShdw>
                </a:effectLst>
              </a:rPr>
              <a:t>    </a:t>
            </a:r>
            <a:r>
              <a:rPr lang="en-US" altLang="zh-CN" b="1" dirty="0">
                <a:solidFill>
                  <a:srgbClr val="CC3300"/>
                </a:solidFill>
                <a:effectLst>
                  <a:outerShdw blurRad="38100" dist="38100" dir="2700000" algn="tl">
                    <a:srgbClr val="000000"/>
                  </a:outerShdw>
                </a:effectLst>
              </a:rPr>
              <a:t>else if</a:t>
            </a:r>
            <a:r>
              <a:rPr lang="en-US" altLang="zh-CN" b="1" dirty="0">
                <a:effectLst>
                  <a:outerShdw blurRad="38100" dist="38100" dir="2700000" algn="tl">
                    <a:srgbClr val="FFFFFF"/>
                  </a:outerShdw>
                </a:effectLst>
              </a:rPr>
              <a:t> (c &gt;= 'a' &amp;&amp; c &lt;= 'z')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("The character is a lower letter\n");</a:t>
            </a:r>
          </a:p>
          <a:p>
            <a:r>
              <a:rPr lang="en-US" altLang="zh-CN" b="1" dirty="0">
                <a:solidFill>
                  <a:srgbClr val="CC3300"/>
                </a:solidFill>
                <a:effectLst>
                  <a:outerShdw blurRad="38100" dist="38100" dir="2700000" algn="tl">
                    <a:srgbClr val="000000"/>
                  </a:outerShdw>
                </a:effectLst>
              </a:rPr>
              <a:t>    else</a:t>
            </a:r>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("The character is other character\n");</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49927"/>
                                        </p:tgtEl>
                                        <p:attrNameLst>
                                          <p:attrName>style.visibility</p:attrName>
                                        </p:attrNameLst>
                                      </p:cBhvr>
                                      <p:to>
                                        <p:strVal val="visible"/>
                                      </p:to>
                                    </p:set>
                                    <p:animEffect transition="in" filter="box(in)">
                                      <p:cBhvr>
                                        <p:cTn id="7" dur="500"/>
                                        <p:tgtEl>
                                          <p:spTgt spid="84992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49929"/>
                                        </p:tgtEl>
                                        <p:attrNameLst>
                                          <p:attrName>style.visibility</p:attrName>
                                        </p:attrNameLst>
                                      </p:cBhvr>
                                      <p:to>
                                        <p:strVal val="visible"/>
                                      </p:to>
                                    </p:set>
                                    <p:animEffect transition="in" filter="box(in)">
                                      <p:cBhvr>
                                        <p:cTn id="12" dur="500"/>
                                        <p:tgtEl>
                                          <p:spTgt spid="84992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par>
                                <p:cTn id="13" presetID="4" presetClass="entr" presetSubtype="16" fill="hold" grpId="0" nodeType="withEffect">
                                  <p:stCondLst>
                                    <p:cond delay="0"/>
                                  </p:stCondLst>
                                  <p:childTnLst>
                                    <p:set>
                                      <p:cBhvr>
                                        <p:cTn id="14" dur="1" fill="hold">
                                          <p:stCondLst>
                                            <p:cond delay="0"/>
                                          </p:stCondLst>
                                        </p:cTn>
                                        <p:tgtEl>
                                          <p:spTgt spid="849928"/>
                                        </p:tgtEl>
                                        <p:attrNameLst>
                                          <p:attrName>style.visibility</p:attrName>
                                        </p:attrNameLst>
                                      </p:cBhvr>
                                      <p:to>
                                        <p:strVal val="visible"/>
                                      </p:to>
                                    </p:set>
                                    <p:animEffect transition="in" filter="box(in)">
                                      <p:cBhvr>
                                        <p:cTn id="15" dur="500"/>
                                        <p:tgtEl>
                                          <p:spTgt spid="849928"/>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849930"/>
                                        </p:tgtEl>
                                        <p:attrNameLst>
                                          <p:attrName>style.visibility</p:attrName>
                                        </p:attrNameLst>
                                      </p:cBhvr>
                                      <p:to>
                                        <p:strVal val="visible"/>
                                      </p:to>
                                    </p:set>
                                    <p:animEffect transition="in" filter="box(in)">
                                      <p:cBhvr>
                                        <p:cTn id="20" dur="500"/>
                                        <p:tgtEl>
                                          <p:spTgt spid="849930"/>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par>
                          <p:cTn id="21" fill="hold">
                            <p:stCondLst>
                              <p:cond delay="500"/>
                            </p:stCondLst>
                            <p:childTnLst>
                              <p:par>
                                <p:cTn id="22" presetID="18" presetClass="entr" presetSubtype="12" fill="hold" grpId="0" nodeType="afterEffect">
                                  <p:stCondLst>
                                    <p:cond delay="0"/>
                                  </p:stCondLst>
                                  <p:childTnLst>
                                    <p:set>
                                      <p:cBhvr>
                                        <p:cTn id="23" dur="1" fill="hold">
                                          <p:stCondLst>
                                            <p:cond delay="0"/>
                                          </p:stCondLst>
                                        </p:cTn>
                                        <p:tgtEl>
                                          <p:spTgt spid="849980"/>
                                        </p:tgtEl>
                                        <p:attrNameLst>
                                          <p:attrName>style.visibility</p:attrName>
                                        </p:attrNameLst>
                                      </p:cBhvr>
                                      <p:to>
                                        <p:strVal val="visible"/>
                                      </p:to>
                                    </p:set>
                                    <p:animEffect transition="in" filter="strips(downLeft)">
                                      <p:cBhvr>
                                        <p:cTn id="24" dur="500"/>
                                        <p:tgtEl>
                                          <p:spTgt spid="849980"/>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5" fill="hold">
                            <p:stCondLst>
                              <p:cond delay="1000"/>
                            </p:stCondLst>
                            <p:childTnLst>
                              <p:par>
                                <p:cTn id="26" presetID="8" presetClass="entr" presetSubtype="32" fill="hold" nodeType="afterEffect">
                                  <p:stCondLst>
                                    <p:cond delay="0"/>
                                  </p:stCondLst>
                                  <p:childTnLst>
                                    <p:set>
                                      <p:cBhvr>
                                        <p:cTn id="27" dur="1" fill="hold">
                                          <p:stCondLst>
                                            <p:cond delay="0"/>
                                          </p:stCondLst>
                                        </p:cTn>
                                        <p:tgtEl>
                                          <p:spTgt spid="849974"/>
                                        </p:tgtEl>
                                        <p:attrNameLst>
                                          <p:attrName>style.visibility</p:attrName>
                                        </p:attrNameLst>
                                      </p:cBhvr>
                                      <p:to>
                                        <p:strVal val="visible"/>
                                      </p:to>
                                    </p:set>
                                    <p:animEffect transition="in" filter="diamond(out)">
                                      <p:cBhvr>
                                        <p:cTn id="28" dur="500"/>
                                        <p:tgtEl>
                                          <p:spTgt spid="849974"/>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29" fill="hold">
                            <p:stCondLst>
                              <p:cond delay="1500"/>
                            </p:stCondLst>
                            <p:childTnLst>
                              <p:par>
                                <p:cTn id="30" presetID="18" presetClass="entr" presetSubtype="12" fill="hold" nodeType="afterEffect">
                                  <p:stCondLst>
                                    <p:cond delay="0"/>
                                  </p:stCondLst>
                                  <p:childTnLst>
                                    <p:set>
                                      <p:cBhvr>
                                        <p:cTn id="31" dur="1" fill="hold">
                                          <p:stCondLst>
                                            <p:cond delay="0"/>
                                          </p:stCondLst>
                                        </p:cTn>
                                        <p:tgtEl>
                                          <p:spTgt spid="850036"/>
                                        </p:tgtEl>
                                        <p:attrNameLst>
                                          <p:attrName>style.visibility</p:attrName>
                                        </p:attrNameLst>
                                      </p:cBhvr>
                                      <p:to>
                                        <p:strVal val="visible"/>
                                      </p:to>
                                    </p:set>
                                    <p:animEffect transition="in" filter="strips(downLeft)">
                                      <p:cBhvr>
                                        <p:cTn id="32" dur="500"/>
                                        <p:tgtEl>
                                          <p:spTgt spid="850036"/>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2000"/>
                            </p:stCondLst>
                            <p:childTnLst>
                              <p:par>
                                <p:cTn id="34" presetID="4" presetClass="entr" presetSubtype="32" fill="hold" grpId="0" nodeType="afterEffect">
                                  <p:stCondLst>
                                    <p:cond delay="0"/>
                                  </p:stCondLst>
                                  <p:childTnLst>
                                    <p:set>
                                      <p:cBhvr>
                                        <p:cTn id="35" dur="1" fill="hold">
                                          <p:stCondLst>
                                            <p:cond delay="0"/>
                                          </p:stCondLst>
                                        </p:cTn>
                                        <p:tgtEl>
                                          <p:spTgt spid="850067"/>
                                        </p:tgtEl>
                                        <p:attrNameLst>
                                          <p:attrName>style.visibility</p:attrName>
                                        </p:attrNameLst>
                                      </p:cBhvr>
                                      <p:to>
                                        <p:strVal val="visible"/>
                                      </p:to>
                                    </p:set>
                                    <p:animEffect transition="in" filter="box(out)">
                                      <p:cBhvr>
                                        <p:cTn id="36" dur="500"/>
                                        <p:tgtEl>
                                          <p:spTgt spid="850067"/>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par>
                          <p:cTn id="37" fill="hold">
                            <p:stCondLst>
                              <p:cond delay="2500"/>
                            </p:stCondLst>
                            <p:childTnLst>
                              <p:par>
                                <p:cTn id="38" presetID="18" presetClass="entr" presetSubtype="6" fill="hold" nodeType="afterEffect">
                                  <p:stCondLst>
                                    <p:cond delay="0"/>
                                  </p:stCondLst>
                                  <p:childTnLst>
                                    <p:set>
                                      <p:cBhvr>
                                        <p:cTn id="39" dur="1" fill="hold">
                                          <p:stCondLst>
                                            <p:cond delay="0"/>
                                          </p:stCondLst>
                                        </p:cTn>
                                        <p:tgtEl>
                                          <p:spTgt spid="850072"/>
                                        </p:tgtEl>
                                        <p:attrNameLst>
                                          <p:attrName>style.visibility</p:attrName>
                                        </p:attrNameLst>
                                      </p:cBhvr>
                                      <p:to>
                                        <p:strVal val="visible"/>
                                      </p:to>
                                    </p:set>
                                    <p:animEffect transition="in" filter="strips(downRight)">
                                      <p:cBhvr>
                                        <p:cTn id="40" dur="500"/>
                                        <p:tgtEl>
                                          <p:spTgt spid="850072"/>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par>
                          <p:cTn id="41" fill="hold">
                            <p:stCondLst>
                              <p:cond delay="3000"/>
                            </p:stCondLst>
                            <p:childTnLst>
                              <p:par>
                                <p:cTn id="42" presetID="18" presetClass="entr" presetSubtype="6" fill="hold" nodeType="afterEffect">
                                  <p:stCondLst>
                                    <p:cond delay="0"/>
                                  </p:stCondLst>
                                  <p:childTnLst>
                                    <p:set>
                                      <p:cBhvr>
                                        <p:cTn id="43" dur="1" fill="hold">
                                          <p:stCondLst>
                                            <p:cond delay="0"/>
                                          </p:stCondLst>
                                        </p:cTn>
                                        <p:tgtEl>
                                          <p:spTgt spid="850037"/>
                                        </p:tgtEl>
                                        <p:attrNameLst>
                                          <p:attrName>style.visibility</p:attrName>
                                        </p:attrNameLst>
                                      </p:cBhvr>
                                      <p:to>
                                        <p:strVal val="visible"/>
                                      </p:to>
                                    </p:set>
                                    <p:animEffect transition="in" filter="strips(downRight)">
                                      <p:cBhvr>
                                        <p:cTn id="44" dur="500"/>
                                        <p:tgtEl>
                                          <p:spTgt spid="850037"/>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5" fill="hold">
                            <p:stCondLst>
                              <p:cond delay="3500"/>
                            </p:stCondLst>
                            <p:childTnLst>
                              <p:par>
                                <p:cTn id="46" presetID="8" presetClass="entr" presetSubtype="32" fill="hold" nodeType="afterEffect">
                                  <p:stCondLst>
                                    <p:cond delay="0"/>
                                  </p:stCondLst>
                                  <p:childTnLst>
                                    <p:set>
                                      <p:cBhvr>
                                        <p:cTn id="47" dur="1" fill="hold">
                                          <p:stCondLst>
                                            <p:cond delay="0"/>
                                          </p:stCondLst>
                                        </p:cTn>
                                        <p:tgtEl>
                                          <p:spTgt spid="849988"/>
                                        </p:tgtEl>
                                        <p:attrNameLst>
                                          <p:attrName>style.visibility</p:attrName>
                                        </p:attrNameLst>
                                      </p:cBhvr>
                                      <p:to>
                                        <p:strVal val="visible"/>
                                      </p:to>
                                    </p:set>
                                    <p:animEffect transition="in" filter="diamond(out)">
                                      <p:cBhvr>
                                        <p:cTn id="48" dur="500"/>
                                        <p:tgtEl>
                                          <p:spTgt spid="849988"/>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49" fill="hold">
                            <p:stCondLst>
                              <p:cond delay="4000"/>
                            </p:stCondLst>
                            <p:childTnLst>
                              <p:par>
                                <p:cTn id="50" presetID="18" presetClass="entr" presetSubtype="12" fill="hold" nodeType="afterEffect">
                                  <p:stCondLst>
                                    <p:cond delay="0"/>
                                  </p:stCondLst>
                                  <p:childTnLst>
                                    <p:set>
                                      <p:cBhvr>
                                        <p:cTn id="51" dur="1" fill="hold">
                                          <p:stCondLst>
                                            <p:cond delay="0"/>
                                          </p:stCondLst>
                                        </p:cTn>
                                        <p:tgtEl>
                                          <p:spTgt spid="850035"/>
                                        </p:tgtEl>
                                        <p:attrNameLst>
                                          <p:attrName>style.visibility</p:attrName>
                                        </p:attrNameLst>
                                      </p:cBhvr>
                                      <p:to>
                                        <p:strVal val="visible"/>
                                      </p:to>
                                    </p:set>
                                    <p:animEffect transition="in" filter="strips(downLeft)">
                                      <p:cBhvr>
                                        <p:cTn id="52" dur="500"/>
                                        <p:tgtEl>
                                          <p:spTgt spid="850035"/>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3" fill="hold">
                            <p:stCondLst>
                              <p:cond delay="4500"/>
                            </p:stCondLst>
                            <p:childTnLst>
                              <p:par>
                                <p:cTn id="54" presetID="4" presetClass="entr" presetSubtype="32" fill="hold" grpId="0" nodeType="afterEffect">
                                  <p:stCondLst>
                                    <p:cond delay="0"/>
                                  </p:stCondLst>
                                  <p:childTnLst>
                                    <p:set>
                                      <p:cBhvr>
                                        <p:cTn id="55" dur="1" fill="hold">
                                          <p:stCondLst>
                                            <p:cond delay="0"/>
                                          </p:stCondLst>
                                        </p:cTn>
                                        <p:tgtEl>
                                          <p:spTgt spid="850066"/>
                                        </p:tgtEl>
                                        <p:attrNameLst>
                                          <p:attrName>style.visibility</p:attrName>
                                        </p:attrNameLst>
                                      </p:cBhvr>
                                      <p:to>
                                        <p:strVal val="visible"/>
                                      </p:to>
                                    </p:set>
                                    <p:animEffect transition="in" filter="box(out)">
                                      <p:cBhvr>
                                        <p:cTn id="56" dur="500"/>
                                        <p:tgtEl>
                                          <p:spTgt spid="850066"/>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par>
                          <p:cTn id="57" fill="hold">
                            <p:stCondLst>
                              <p:cond delay="5000"/>
                            </p:stCondLst>
                            <p:childTnLst>
                              <p:par>
                                <p:cTn id="58" presetID="18" presetClass="entr" presetSubtype="6" fill="hold" nodeType="afterEffect">
                                  <p:stCondLst>
                                    <p:cond delay="0"/>
                                  </p:stCondLst>
                                  <p:childTnLst>
                                    <p:set>
                                      <p:cBhvr>
                                        <p:cTn id="59" dur="1" fill="hold">
                                          <p:stCondLst>
                                            <p:cond delay="0"/>
                                          </p:stCondLst>
                                        </p:cTn>
                                        <p:tgtEl>
                                          <p:spTgt spid="850075"/>
                                        </p:tgtEl>
                                        <p:attrNameLst>
                                          <p:attrName>style.visibility</p:attrName>
                                        </p:attrNameLst>
                                      </p:cBhvr>
                                      <p:to>
                                        <p:strVal val="visible"/>
                                      </p:to>
                                    </p:set>
                                    <p:animEffect transition="in" filter="strips(downRight)">
                                      <p:cBhvr>
                                        <p:cTn id="60" dur="500"/>
                                        <p:tgtEl>
                                          <p:spTgt spid="850075"/>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par>
                          <p:cTn id="61" fill="hold">
                            <p:stCondLst>
                              <p:cond delay="5500"/>
                            </p:stCondLst>
                            <p:childTnLst>
                              <p:par>
                                <p:cTn id="62" presetID="18" presetClass="entr" presetSubtype="6" fill="hold" nodeType="afterEffect">
                                  <p:stCondLst>
                                    <p:cond delay="0"/>
                                  </p:stCondLst>
                                  <p:childTnLst>
                                    <p:set>
                                      <p:cBhvr>
                                        <p:cTn id="63" dur="1" fill="hold">
                                          <p:stCondLst>
                                            <p:cond delay="0"/>
                                          </p:stCondLst>
                                        </p:cTn>
                                        <p:tgtEl>
                                          <p:spTgt spid="850040"/>
                                        </p:tgtEl>
                                        <p:attrNameLst>
                                          <p:attrName>style.visibility</p:attrName>
                                        </p:attrNameLst>
                                      </p:cBhvr>
                                      <p:to>
                                        <p:strVal val="visible"/>
                                      </p:to>
                                    </p:set>
                                    <p:animEffect transition="in" filter="strips(downRight)">
                                      <p:cBhvr>
                                        <p:cTn id="64" dur="500"/>
                                        <p:tgtEl>
                                          <p:spTgt spid="850040"/>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par>
                          <p:cTn id="65" fill="hold">
                            <p:stCondLst>
                              <p:cond delay="6000"/>
                            </p:stCondLst>
                            <p:childTnLst>
                              <p:par>
                                <p:cTn id="66" presetID="8" presetClass="entr" presetSubtype="32" fill="hold" nodeType="afterEffect">
                                  <p:stCondLst>
                                    <p:cond delay="0"/>
                                  </p:stCondLst>
                                  <p:childTnLst>
                                    <p:set>
                                      <p:cBhvr>
                                        <p:cTn id="67" dur="1" fill="hold">
                                          <p:stCondLst>
                                            <p:cond delay="0"/>
                                          </p:stCondLst>
                                        </p:cTn>
                                        <p:tgtEl>
                                          <p:spTgt spid="849991"/>
                                        </p:tgtEl>
                                        <p:attrNameLst>
                                          <p:attrName>style.visibility</p:attrName>
                                        </p:attrNameLst>
                                      </p:cBhvr>
                                      <p:to>
                                        <p:strVal val="visible"/>
                                      </p:to>
                                    </p:set>
                                    <p:animEffect transition="in" filter="diamond(out)">
                                      <p:cBhvr>
                                        <p:cTn id="68" dur="500"/>
                                        <p:tgtEl>
                                          <p:spTgt spid="849991"/>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par>
                          <p:cTn id="69" fill="hold">
                            <p:stCondLst>
                              <p:cond delay="6500"/>
                            </p:stCondLst>
                            <p:childTnLst>
                              <p:par>
                                <p:cTn id="70" presetID="18" presetClass="entr" presetSubtype="6" fill="hold" nodeType="afterEffect">
                                  <p:stCondLst>
                                    <p:cond delay="0"/>
                                  </p:stCondLst>
                                  <p:childTnLst>
                                    <p:set>
                                      <p:cBhvr>
                                        <p:cTn id="71" dur="1" fill="hold">
                                          <p:stCondLst>
                                            <p:cond delay="0"/>
                                          </p:stCondLst>
                                        </p:cTn>
                                        <p:tgtEl>
                                          <p:spTgt spid="850055"/>
                                        </p:tgtEl>
                                        <p:attrNameLst>
                                          <p:attrName>style.visibility</p:attrName>
                                        </p:attrNameLst>
                                      </p:cBhvr>
                                      <p:to>
                                        <p:strVal val="visible"/>
                                      </p:to>
                                    </p:set>
                                    <p:animEffect transition="in" filter="strips(downRight)">
                                      <p:cBhvr>
                                        <p:cTn id="72" dur="500"/>
                                        <p:tgtEl>
                                          <p:spTgt spid="850055"/>
                                        </p:tgtEl>
                                      </p:cBhvr>
                                    </p:animEffect>
                                  </p:childTnLst>
                                  <p:subTnLst>
                                    <p:audio>
                                      <p:cMediaNode>
                                        <p:cTn display="0" masterRel="sameClick">
                                          <p:stCondLst>
                                            <p:cond evt="begin" delay="0">
                                              <p:tn val="70"/>
                                            </p:cond>
                                          </p:stCondLst>
                                          <p:endCondLst>
                                            <p:cond evt="onStopAudio" delay="0">
                                              <p:tgtEl>
                                                <p:sldTgt/>
                                              </p:tgtEl>
                                            </p:cond>
                                          </p:endCondLst>
                                        </p:cTn>
                                        <p:tgtEl>
                                          <p:sndTgt r:embed="rId3" name="camera.wav"/>
                                        </p:tgtEl>
                                      </p:cMediaNode>
                                    </p:audio>
                                  </p:subTnLst>
                                </p:cTn>
                              </p:par>
                            </p:childTnLst>
                          </p:cTn>
                        </p:par>
                        <p:par>
                          <p:cTn id="73" fill="hold">
                            <p:stCondLst>
                              <p:cond delay="7000"/>
                            </p:stCondLst>
                            <p:childTnLst>
                              <p:par>
                                <p:cTn id="74" presetID="4" presetClass="entr" presetSubtype="32" fill="hold" grpId="0" nodeType="afterEffect">
                                  <p:stCondLst>
                                    <p:cond delay="0"/>
                                  </p:stCondLst>
                                  <p:childTnLst>
                                    <p:set>
                                      <p:cBhvr>
                                        <p:cTn id="75" dur="1" fill="hold">
                                          <p:stCondLst>
                                            <p:cond delay="0"/>
                                          </p:stCondLst>
                                        </p:cTn>
                                        <p:tgtEl>
                                          <p:spTgt spid="850065"/>
                                        </p:tgtEl>
                                        <p:attrNameLst>
                                          <p:attrName>style.visibility</p:attrName>
                                        </p:attrNameLst>
                                      </p:cBhvr>
                                      <p:to>
                                        <p:strVal val="visible"/>
                                      </p:to>
                                    </p:set>
                                    <p:animEffect transition="in" filter="box(out)">
                                      <p:cBhvr>
                                        <p:cTn id="76" dur="500"/>
                                        <p:tgtEl>
                                          <p:spTgt spid="850065"/>
                                        </p:tgtEl>
                                      </p:cBhvr>
                                    </p:animEffect>
                                  </p:childTnLst>
                                  <p:subTnLst>
                                    <p:audio>
                                      <p:cMediaNode>
                                        <p:cTn display="0" masterRel="sameClick">
                                          <p:stCondLst>
                                            <p:cond evt="begin" delay="0">
                                              <p:tn val="74"/>
                                            </p:cond>
                                          </p:stCondLst>
                                          <p:endCondLst>
                                            <p:cond evt="onStopAudio" delay="0">
                                              <p:tgtEl>
                                                <p:sldTgt/>
                                              </p:tgtEl>
                                            </p:cond>
                                          </p:endCondLst>
                                        </p:cTn>
                                        <p:tgtEl>
                                          <p:sndTgt r:embed="rId3" name="camera.wav"/>
                                        </p:tgtEl>
                                      </p:cMediaNode>
                                    </p:audio>
                                  </p:subTnLst>
                                </p:cTn>
                              </p:par>
                            </p:childTnLst>
                          </p:cTn>
                        </p:par>
                        <p:par>
                          <p:cTn id="77" fill="hold">
                            <p:stCondLst>
                              <p:cond delay="7500"/>
                            </p:stCondLst>
                            <p:childTnLst>
                              <p:par>
                                <p:cTn id="78" presetID="18" presetClass="entr" presetSubtype="12" fill="hold" nodeType="afterEffect">
                                  <p:stCondLst>
                                    <p:cond delay="0"/>
                                  </p:stCondLst>
                                  <p:childTnLst>
                                    <p:set>
                                      <p:cBhvr>
                                        <p:cTn id="79" dur="1" fill="hold">
                                          <p:stCondLst>
                                            <p:cond delay="0"/>
                                          </p:stCondLst>
                                        </p:cTn>
                                        <p:tgtEl>
                                          <p:spTgt spid="850078"/>
                                        </p:tgtEl>
                                        <p:attrNameLst>
                                          <p:attrName>style.visibility</p:attrName>
                                        </p:attrNameLst>
                                      </p:cBhvr>
                                      <p:to>
                                        <p:strVal val="visible"/>
                                      </p:to>
                                    </p:set>
                                    <p:animEffect transition="in" filter="strips(downLeft)">
                                      <p:cBhvr>
                                        <p:cTn id="80" dur="500"/>
                                        <p:tgtEl>
                                          <p:spTgt spid="850078"/>
                                        </p:tgtEl>
                                      </p:cBhvr>
                                    </p:animEffect>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par>
                          <p:cTn id="81" fill="hold">
                            <p:stCondLst>
                              <p:cond delay="8000"/>
                            </p:stCondLst>
                            <p:childTnLst>
                              <p:par>
                                <p:cTn id="82" presetID="18" presetClass="entr" presetSubtype="6" fill="hold" nodeType="afterEffect">
                                  <p:stCondLst>
                                    <p:cond delay="0"/>
                                  </p:stCondLst>
                                  <p:childTnLst>
                                    <p:set>
                                      <p:cBhvr>
                                        <p:cTn id="83" dur="1" fill="hold">
                                          <p:stCondLst>
                                            <p:cond delay="0"/>
                                          </p:stCondLst>
                                        </p:cTn>
                                        <p:tgtEl>
                                          <p:spTgt spid="850069"/>
                                        </p:tgtEl>
                                        <p:attrNameLst>
                                          <p:attrName>style.visibility</p:attrName>
                                        </p:attrNameLst>
                                      </p:cBhvr>
                                      <p:to>
                                        <p:strVal val="visible"/>
                                      </p:to>
                                    </p:set>
                                    <p:animEffect transition="in" filter="strips(downRight)">
                                      <p:cBhvr>
                                        <p:cTn id="84" dur="500"/>
                                        <p:tgtEl>
                                          <p:spTgt spid="850069"/>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par>
                          <p:cTn id="85" fill="hold">
                            <p:stCondLst>
                              <p:cond delay="8500"/>
                            </p:stCondLst>
                            <p:childTnLst>
                              <p:par>
                                <p:cTn id="86" presetID="8" presetClass="entr" presetSubtype="32" fill="hold" nodeType="afterEffect">
                                  <p:stCondLst>
                                    <p:cond delay="0"/>
                                  </p:stCondLst>
                                  <p:childTnLst>
                                    <p:set>
                                      <p:cBhvr>
                                        <p:cTn id="87" dur="1" fill="hold">
                                          <p:stCondLst>
                                            <p:cond delay="0"/>
                                          </p:stCondLst>
                                        </p:cTn>
                                        <p:tgtEl>
                                          <p:spTgt spid="850052"/>
                                        </p:tgtEl>
                                        <p:attrNameLst>
                                          <p:attrName>style.visibility</p:attrName>
                                        </p:attrNameLst>
                                      </p:cBhvr>
                                      <p:to>
                                        <p:strVal val="visible"/>
                                      </p:to>
                                    </p:set>
                                    <p:animEffect transition="in" filter="diamond(out)">
                                      <p:cBhvr>
                                        <p:cTn id="88" dur="500"/>
                                        <p:tgtEl>
                                          <p:spTgt spid="850052"/>
                                        </p:tgtEl>
                                      </p:cBhvr>
                                    </p:animEffect>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89" fill="hold">
                            <p:stCondLst>
                              <p:cond delay="9000"/>
                            </p:stCondLst>
                            <p:childTnLst>
                              <p:par>
                                <p:cTn id="90" presetID="18" presetClass="entr" presetSubtype="12" fill="hold" nodeType="afterEffect">
                                  <p:stCondLst>
                                    <p:cond delay="0"/>
                                  </p:stCondLst>
                                  <p:childTnLst>
                                    <p:set>
                                      <p:cBhvr>
                                        <p:cTn id="91" dur="1" fill="hold">
                                          <p:stCondLst>
                                            <p:cond delay="0"/>
                                          </p:stCondLst>
                                        </p:cTn>
                                        <p:tgtEl>
                                          <p:spTgt spid="850064"/>
                                        </p:tgtEl>
                                        <p:attrNameLst>
                                          <p:attrName>style.visibility</p:attrName>
                                        </p:attrNameLst>
                                      </p:cBhvr>
                                      <p:to>
                                        <p:strVal val="visible"/>
                                      </p:to>
                                    </p:set>
                                    <p:animEffect transition="in" filter="strips(downLeft)">
                                      <p:cBhvr>
                                        <p:cTn id="92" dur="500"/>
                                        <p:tgtEl>
                                          <p:spTgt spid="850064"/>
                                        </p:tgtEl>
                                      </p:cBhvr>
                                    </p:animEffect>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par>
                          <p:cTn id="93" fill="hold">
                            <p:stCondLst>
                              <p:cond delay="9500"/>
                            </p:stCondLst>
                            <p:childTnLst>
                              <p:par>
                                <p:cTn id="94" presetID="4" presetClass="entr" presetSubtype="32" fill="hold" grpId="0" nodeType="afterEffect">
                                  <p:stCondLst>
                                    <p:cond delay="0"/>
                                  </p:stCondLst>
                                  <p:childTnLst>
                                    <p:set>
                                      <p:cBhvr>
                                        <p:cTn id="95" dur="1" fill="hold">
                                          <p:stCondLst>
                                            <p:cond delay="0"/>
                                          </p:stCondLst>
                                        </p:cTn>
                                        <p:tgtEl>
                                          <p:spTgt spid="850059"/>
                                        </p:tgtEl>
                                        <p:attrNameLst>
                                          <p:attrName>style.visibility</p:attrName>
                                        </p:attrNameLst>
                                      </p:cBhvr>
                                      <p:to>
                                        <p:strVal val="visible"/>
                                      </p:to>
                                    </p:set>
                                    <p:animEffect transition="in" filter="box(out)">
                                      <p:cBhvr>
                                        <p:cTn id="96" dur="500"/>
                                        <p:tgtEl>
                                          <p:spTgt spid="850059"/>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par>
                          <p:cTn id="97" fill="hold">
                            <p:stCondLst>
                              <p:cond delay="10000"/>
                            </p:stCondLst>
                            <p:childTnLst>
                              <p:par>
                                <p:cTn id="98" presetID="18" presetClass="entr" presetSubtype="12" fill="hold" nodeType="afterEffect">
                                  <p:stCondLst>
                                    <p:cond delay="0"/>
                                  </p:stCondLst>
                                  <p:childTnLst>
                                    <p:set>
                                      <p:cBhvr>
                                        <p:cTn id="99" dur="1" fill="hold">
                                          <p:stCondLst>
                                            <p:cond delay="0"/>
                                          </p:stCondLst>
                                        </p:cTn>
                                        <p:tgtEl>
                                          <p:spTgt spid="850081"/>
                                        </p:tgtEl>
                                        <p:attrNameLst>
                                          <p:attrName>style.visibility</p:attrName>
                                        </p:attrNameLst>
                                      </p:cBhvr>
                                      <p:to>
                                        <p:strVal val="visible"/>
                                      </p:to>
                                    </p:set>
                                    <p:animEffect transition="in" filter="strips(downLeft)">
                                      <p:cBhvr>
                                        <p:cTn id="100" dur="500"/>
                                        <p:tgtEl>
                                          <p:spTgt spid="850081"/>
                                        </p:tgtEl>
                                      </p:cBhvr>
                                    </p:animEffect>
                                  </p:childTnLst>
                                  <p:subTnLst>
                                    <p:audio>
                                      <p:cMediaNode>
                                        <p:cTn display="0" masterRel="sameClick">
                                          <p:stCondLst>
                                            <p:cond evt="begin" delay="0">
                                              <p:tn val="98"/>
                                            </p:cond>
                                          </p:stCondLst>
                                          <p:endCondLst>
                                            <p:cond evt="onStopAudio" delay="0">
                                              <p:tgtEl>
                                                <p:sldTgt/>
                                              </p:tgtEl>
                                            </p:cond>
                                          </p:endCondLst>
                                        </p:cTn>
                                        <p:tgtEl>
                                          <p:sndTgt r:embed="rId3" name="camera.wav"/>
                                        </p:tgtEl>
                                      </p:cMediaNode>
                                    </p:audio>
                                  </p:subTnLst>
                                </p:cTn>
                              </p:par>
                            </p:childTnLst>
                          </p:cTn>
                        </p:par>
                        <p:par>
                          <p:cTn id="101" fill="hold">
                            <p:stCondLst>
                              <p:cond delay="10500"/>
                            </p:stCondLst>
                            <p:childTnLst>
                              <p:par>
                                <p:cTn id="102" presetID="18" presetClass="entr" presetSubtype="6" fill="hold" nodeType="afterEffect">
                                  <p:stCondLst>
                                    <p:cond delay="0"/>
                                  </p:stCondLst>
                                  <p:childTnLst>
                                    <p:set>
                                      <p:cBhvr>
                                        <p:cTn id="103" dur="1" fill="hold">
                                          <p:stCondLst>
                                            <p:cond delay="0"/>
                                          </p:stCondLst>
                                        </p:cTn>
                                        <p:tgtEl>
                                          <p:spTgt spid="850034"/>
                                        </p:tgtEl>
                                        <p:attrNameLst>
                                          <p:attrName>style.visibility</p:attrName>
                                        </p:attrNameLst>
                                      </p:cBhvr>
                                      <p:to>
                                        <p:strVal val="visible"/>
                                      </p:to>
                                    </p:set>
                                    <p:animEffect transition="in" filter="strips(downRight)">
                                      <p:cBhvr>
                                        <p:cTn id="104" dur="500"/>
                                        <p:tgtEl>
                                          <p:spTgt spid="850034"/>
                                        </p:tgtEl>
                                      </p:cBhvr>
                                    </p:animEffect>
                                  </p:childTnLst>
                                  <p:subTnLst>
                                    <p:audio>
                                      <p:cMediaNode>
                                        <p:cTn display="0" masterRel="sameClick">
                                          <p:stCondLst>
                                            <p:cond evt="begin" delay="0">
                                              <p:tn val="102"/>
                                            </p:cond>
                                          </p:stCondLst>
                                          <p:endCondLst>
                                            <p:cond evt="onStopAudio" delay="0">
                                              <p:tgtEl>
                                                <p:sldTgt/>
                                              </p:tgtEl>
                                            </p:cond>
                                          </p:endCondLst>
                                        </p:cTn>
                                        <p:tgtEl>
                                          <p:sndTgt r:embed="rId3" name="camera.wav"/>
                                        </p:tgtEl>
                                      </p:cMediaNode>
                                    </p:audio>
                                  </p:subTnLst>
                                </p:cTn>
                              </p:par>
                            </p:childTnLst>
                          </p:cTn>
                        </p:par>
                        <p:par>
                          <p:cTn id="105" fill="hold">
                            <p:stCondLst>
                              <p:cond delay="11000"/>
                            </p:stCondLst>
                            <p:childTnLst>
                              <p:par>
                                <p:cTn id="106" presetID="4" presetClass="entr" presetSubtype="32" fill="hold" grpId="0" nodeType="afterEffect">
                                  <p:stCondLst>
                                    <p:cond delay="0"/>
                                  </p:stCondLst>
                                  <p:childTnLst>
                                    <p:set>
                                      <p:cBhvr>
                                        <p:cTn id="107" dur="1" fill="hold">
                                          <p:stCondLst>
                                            <p:cond delay="0"/>
                                          </p:stCondLst>
                                        </p:cTn>
                                        <p:tgtEl>
                                          <p:spTgt spid="850063"/>
                                        </p:tgtEl>
                                        <p:attrNameLst>
                                          <p:attrName>style.visibility</p:attrName>
                                        </p:attrNameLst>
                                      </p:cBhvr>
                                      <p:to>
                                        <p:strVal val="visible"/>
                                      </p:to>
                                    </p:set>
                                    <p:animEffect transition="in" filter="box(out)">
                                      <p:cBhvr>
                                        <p:cTn id="108" dur="500"/>
                                        <p:tgtEl>
                                          <p:spTgt spid="850063"/>
                                        </p:tgtEl>
                                      </p:cBhvr>
                                    </p:animEffect>
                                  </p:childTnLst>
                                  <p:subTnLst>
                                    <p:audio>
                                      <p:cMediaNode>
                                        <p:cTn display="0" masterRel="sameClick">
                                          <p:stCondLst>
                                            <p:cond evt="begin" delay="0">
                                              <p:tn val="106"/>
                                            </p:cond>
                                          </p:stCondLst>
                                          <p:endCondLst>
                                            <p:cond evt="onStopAudio" delay="0">
                                              <p:tgtEl>
                                                <p:sldTgt/>
                                              </p:tgtEl>
                                            </p:cond>
                                          </p:endCondLst>
                                        </p:cTn>
                                        <p:tgtEl>
                                          <p:sndTgt r:embed="rId3" name="camera.wav"/>
                                        </p:tgtEl>
                                      </p:cMediaNode>
                                    </p:audio>
                                  </p:subTnLst>
                                </p:cTn>
                              </p:par>
                            </p:childTnLst>
                          </p:cTn>
                        </p:par>
                        <p:par>
                          <p:cTn id="109" fill="hold">
                            <p:stCondLst>
                              <p:cond delay="11500"/>
                            </p:stCondLst>
                            <p:childTnLst>
                              <p:par>
                                <p:cTn id="110" presetID="18" presetClass="entr" presetSubtype="12" fill="hold" nodeType="afterEffect">
                                  <p:stCondLst>
                                    <p:cond delay="0"/>
                                  </p:stCondLst>
                                  <p:childTnLst>
                                    <p:set>
                                      <p:cBhvr>
                                        <p:cTn id="111" dur="1" fill="hold">
                                          <p:stCondLst>
                                            <p:cond delay="0"/>
                                          </p:stCondLst>
                                        </p:cTn>
                                        <p:tgtEl>
                                          <p:spTgt spid="850084"/>
                                        </p:tgtEl>
                                        <p:attrNameLst>
                                          <p:attrName>style.visibility</p:attrName>
                                        </p:attrNameLst>
                                      </p:cBhvr>
                                      <p:to>
                                        <p:strVal val="visible"/>
                                      </p:to>
                                    </p:set>
                                    <p:animEffect transition="in" filter="strips(downLeft)">
                                      <p:cBhvr>
                                        <p:cTn id="112" dur="500"/>
                                        <p:tgtEl>
                                          <p:spTgt spid="850084"/>
                                        </p:tgtEl>
                                      </p:cBhvr>
                                    </p:animEffect>
                                  </p:childTnLst>
                                  <p:subTnLst>
                                    <p:audio>
                                      <p:cMediaNode>
                                        <p:cTn display="0" masterRel="sameClick">
                                          <p:stCondLst>
                                            <p:cond evt="begin" delay="0">
                                              <p:tn val="110"/>
                                            </p:cond>
                                          </p:stCondLst>
                                          <p:endCondLst>
                                            <p:cond evt="onStopAudio" delay="0">
                                              <p:tgtEl>
                                                <p:sldTgt/>
                                              </p:tgtEl>
                                            </p:cond>
                                          </p:endCondLst>
                                        </p:cTn>
                                        <p:tgtEl>
                                          <p:sndTgt r:embed="rId3"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4" presetClass="entr" presetSubtype="32" fill="hold" grpId="0" nodeType="clickEffect">
                                  <p:stCondLst>
                                    <p:cond delay="0"/>
                                  </p:stCondLst>
                                  <p:childTnLst>
                                    <p:set>
                                      <p:cBhvr>
                                        <p:cTn id="116" dur="1" fill="hold">
                                          <p:stCondLst>
                                            <p:cond delay="0"/>
                                          </p:stCondLst>
                                        </p:cTn>
                                        <p:tgtEl>
                                          <p:spTgt spid="850042"/>
                                        </p:tgtEl>
                                        <p:attrNameLst>
                                          <p:attrName>style.visibility</p:attrName>
                                        </p:attrNameLst>
                                      </p:cBhvr>
                                      <p:to>
                                        <p:strVal val="visible"/>
                                      </p:to>
                                    </p:set>
                                    <p:animEffect transition="in" filter="box(out)">
                                      <p:cBhvr>
                                        <p:cTn id="117" dur="500"/>
                                        <p:tgtEl>
                                          <p:spTgt spid="850042"/>
                                        </p:tgtEl>
                                      </p:cBhvr>
                                    </p:animEffect>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27" grpId="0"/>
      <p:bldP spid="849928" grpId="0" animBg="1"/>
      <p:bldP spid="849929" grpId="0"/>
      <p:bldP spid="849930" grpId="0"/>
      <p:bldP spid="849980" grpId="0" animBg="1"/>
      <p:bldP spid="850059" grpId="0" animBg="1"/>
      <p:bldP spid="850063" grpId="0" animBg="1"/>
      <p:bldP spid="850065" grpId="0" animBg="1"/>
      <p:bldP spid="850066" grpId="0" animBg="1"/>
      <p:bldP spid="850067" grpId="0" animBg="1"/>
      <p:bldP spid="850042"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2033" name="Rectangle 65"/>
          <p:cNvSpPr>
            <a:spLocks noChangeArrowheads="1"/>
          </p:cNvSpPr>
          <p:nvPr/>
        </p:nvSpPr>
        <p:spPr bwMode="auto">
          <a:xfrm>
            <a:off x="741736" y="692150"/>
            <a:ext cx="10826871" cy="3416320"/>
          </a:xfrm>
          <a:prstGeom prst="rect">
            <a:avLst/>
          </a:prstGeom>
          <a:noFill/>
          <a:ln w="38100">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(1) if</a:t>
            </a:r>
            <a:r>
              <a:rPr lang="zh-CN" altLang="en-US" b="1" dirty="0">
                <a:effectLst>
                  <a:outerShdw blurRad="38100" dist="38100" dir="2700000" algn="tl">
                    <a:srgbClr val="FFFFFF"/>
                  </a:outerShdw>
                </a:effectLst>
                <a:latin typeface="+mn-lt"/>
                <a:ea typeface="楷体" pitchFamily="49" charset="-122"/>
              </a:rPr>
              <a:t>语句后面的表达式必须用括号括起来</a:t>
            </a:r>
            <a:r>
              <a:rPr lang="zh-CN" altLang="en-US" b="1" dirty="0">
                <a:latin typeface="+mn-lt"/>
                <a:ea typeface="楷体" pitchFamily="49" charset="-122"/>
              </a:rPr>
              <a:t> 。</a:t>
            </a: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(2) </a:t>
            </a:r>
            <a:r>
              <a:rPr lang="zh-CN" altLang="en-US" b="1" dirty="0">
                <a:effectLst>
                  <a:outerShdw blurRad="38100" dist="38100" dir="2700000" algn="tl">
                    <a:srgbClr val="FFFFFF"/>
                  </a:outerShdw>
                </a:effectLst>
                <a:latin typeface="+mn-lt"/>
                <a:ea typeface="楷体" pitchFamily="49" charset="-122"/>
              </a:rPr>
              <a:t>表达式通常是逻辑表达式或关系表达式，但也可以是其它任何表达式，如赋值表达式等，甚至也可以是一个变量。</a:t>
            </a:r>
            <a:r>
              <a:rPr lang="zh-CN" altLang="en-US" b="1" dirty="0">
                <a:solidFill>
                  <a:srgbClr val="C00000"/>
                </a:solidFill>
                <a:effectLst>
                  <a:outerShdw blurRad="38100" dist="38100" dir="2700000" algn="tl">
                    <a:srgbClr val="FFFFFF"/>
                  </a:outerShdw>
                </a:effectLst>
                <a:latin typeface="+mn-lt"/>
                <a:ea typeface="楷体" pitchFamily="49" charset="-122"/>
              </a:rPr>
              <a:t>只要表达式非零时，表达式的值就为真，否则就是假</a:t>
            </a:r>
            <a:r>
              <a:rPr lang="zh-CN" altLang="en-US" b="1" dirty="0">
                <a:effectLst>
                  <a:outerShdw blurRad="38100" dist="38100" dir="2700000" algn="tl">
                    <a:srgbClr val="FFFFFF"/>
                  </a:outerShdw>
                </a:effectLst>
                <a:latin typeface="+mn-lt"/>
                <a:ea typeface="楷体" pitchFamily="49" charset="-122"/>
              </a:rPr>
              <a:t>。</a:t>
            </a: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(3) </a:t>
            </a:r>
            <a:r>
              <a:rPr lang="zh-CN" altLang="zh-CN" b="1" dirty="0">
                <a:effectLst>
                  <a:outerShdw blurRad="38100" dist="38100" dir="2700000" algn="tl">
                    <a:srgbClr val="FFFFFF"/>
                  </a:outerShdw>
                </a:effectLst>
                <a:latin typeface="+mn-lt"/>
                <a:ea typeface="楷体" pitchFamily="49" charset="-122"/>
              </a:rPr>
              <a:t>在</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语句的三种形式中，所有的语句应为单个语句，如果要想在满足条件时执行一组</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多个</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语句，则必须把这一组语句用</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括起来组成一个复合语句。但要注意的是在</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之后不能再加分号。</a:t>
            </a: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(4) </a:t>
            </a:r>
            <a:r>
              <a:rPr lang="zh-CN" altLang="zh-CN" b="1" dirty="0">
                <a:effectLst>
                  <a:outerShdw blurRad="38100" dist="38100" dir="2700000" algn="tl">
                    <a:srgbClr val="FFFFFF"/>
                  </a:outerShdw>
                </a:effectLst>
                <a:latin typeface="+mn-lt"/>
                <a:ea typeface="楷体" pitchFamily="49" charset="-122"/>
              </a:rPr>
              <a:t>在</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语句中，如果表达式是一个判断两个数是否相等的关系表达式，要当心不要将</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写成了赋值运算符</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a:t>
            </a:r>
          </a:p>
        </p:txBody>
      </p:sp>
      <p:sp>
        <p:nvSpPr>
          <p:cNvPr id="851974" name="Rectangle 6"/>
          <p:cNvSpPr>
            <a:spLocks noChangeArrowheads="1"/>
          </p:cNvSpPr>
          <p:nvPr/>
        </p:nvSpPr>
        <p:spPr bwMode="auto">
          <a:xfrm>
            <a:off x="741737" y="188914"/>
            <a:ext cx="2627642"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008000"/>
                </a:solidFill>
                <a:effectLst>
                  <a:outerShdw blurRad="38100" dist="38100" dir="2700000" algn="tl">
                    <a:srgbClr val="000000"/>
                  </a:outerShdw>
                </a:effectLst>
                <a:latin typeface="+mn-lt"/>
                <a:ea typeface="楷体" pitchFamily="49" charset="-122"/>
              </a:rPr>
              <a:t> if</a:t>
            </a:r>
            <a:r>
              <a:rPr lang="zh-CN" altLang="en-US" b="1" dirty="0">
                <a:solidFill>
                  <a:srgbClr val="008000"/>
                </a:solidFill>
                <a:effectLst>
                  <a:outerShdw blurRad="38100" dist="38100" dir="2700000" algn="tl">
                    <a:srgbClr val="000000"/>
                  </a:outerShdw>
                </a:effectLst>
                <a:latin typeface="+mn-lt"/>
                <a:ea typeface="楷体" pitchFamily="49" charset="-122"/>
              </a:rPr>
              <a:t>语句注意事项</a:t>
            </a:r>
            <a:r>
              <a:rPr lang="zh-CN" altLang="en-US" dirty="0">
                <a:latin typeface="+mn-lt"/>
                <a:ea typeface="楷体" pitchFamily="49" charset="-122"/>
              </a:rPr>
              <a:t> </a:t>
            </a:r>
          </a:p>
        </p:txBody>
      </p:sp>
      <p:grpSp>
        <p:nvGrpSpPr>
          <p:cNvPr id="27" name="组合 26"/>
          <p:cNvGrpSpPr/>
          <p:nvPr/>
        </p:nvGrpSpPr>
        <p:grpSpPr>
          <a:xfrm>
            <a:off x="1918872" y="1214423"/>
            <a:ext cx="7345480" cy="860425"/>
            <a:chOff x="1907405" y="4929198"/>
            <a:chExt cx="7345480" cy="860425"/>
          </a:xfrm>
        </p:grpSpPr>
        <p:sp>
          <p:nvSpPr>
            <p:cNvPr id="852034" name="Rectangle 66"/>
            <p:cNvSpPr>
              <a:spLocks noChangeArrowheads="1"/>
            </p:cNvSpPr>
            <p:nvPr/>
          </p:nvSpPr>
          <p:spPr bwMode="auto">
            <a:xfrm>
              <a:off x="1907405" y="4929198"/>
              <a:ext cx="3502932" cy="860425"/>
            </a:xfrm>
            <a:prstGeom prst="rect">
              <a:avLst/>
            </a:prstGeom>
            <a:solidFill>
              <a:srgbClr val="FFFFFF"/>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FF3300"/>
                  </a:solidFill>
                  <a:effectLst>
                    <a:outerShdw blurRad="38100" dist="38100" dir="2700000" algn="tl">
                      <a:srgbClr val="C0C0C0"/>
                    </a:outerShdw>
                  </a:effectLst>
                  <a:latin typeface="隶书" pitchFamily="49" charset="-122"/>
                  <a:ea typeface="隶书" pitchFamily="49" charset="-122"/>
                </a:rPr>
                <a:t>例</a:t>
              </a:r>
              <a:r>
                <a:rPr lang="en-US" altLang="zh-CN" b="1" dirty="0">
                  <a:solidFill>
                    <a:srgbClr val="FF3300"/>
                  </a:solidFill>
                  <a:effectLst>
                    <a:outerShdw blurRad="38100" dist="38100" dir="2700000" algn="tl">
                      <a:srgbClr val="C0C0C0"/>
                    </a:outerShdw>
                  </a:effectLst>
                  <a:latin typeface="隶书" pitchFamily="49" charset="-122"/>
                  <a:ea typeface="隶书" pitchFamily="49" charset="-122"/>
                </a:rPr>
                <a:t>:  </a:t>
              </a:r>
              <a:r>
                <a:rPr lang="en-US" altLang="zh-CN" b="1" dirty="0">
                  <a:effectLst>
                    <a:outerShdw blurRad="38100" dist="38100" dir="2700000" algn="tl">
                      <a:srgbClr val="C0C0C0"/>
                    </a:outerShdw>
                  </a:effectLst>
                  <a:ea typeface="楷体_GB2312" pitchFamily="49" charset="-122"/>
                </a:rPr>
                <a:t>if x &gt; 0 </a:t>
              </a:r>
            </a:p>
            <a:p>
              <a:r>
                <a:rPr lang="en-US" altLang="zh-CN" b="1" dirty="0">
                  <a:effectLst>
                    <a:outerShdw blurRad="38100" dist="38100" dir="2700000" algn="tl">
                      <a:srgbClr val="C0C0C0"/>
                    </a:outerShdw>
                  </a:effectLst>
                  <a:ea typeface="楷体_GB2312" pitchFamily="49" charset="-122"/>
                </a:rPr>
                <a:t>          </a:t>
              </a:r>
              <a:r>
                <a:rPr lang="en-US" altLang="zh-CN" b="1" dirty="0" err="1">
                  <a:effectLst>
                    <a:outerShdw blurRad="38100" dist="38100" dir="2700000" algn="tl">
                      <a:srgbClr val="C0C0C0"/>
                    </a:outerShdw>
                  </a:effectLst>
                  <a:ea typeface="楷体_GB2312" pitchFamily="49" charset="-122"/>
                </a:rPr>
                <a:t>printf</a:t>
              </a:r>
              <a:r>
                <a:rPr lang="en-US" altLang="zh-CN" b="1" dirty="0">
                  <a:effectLst>
                    <a:outerShdw blurRad="38100" dist="38100" dir="2700000" algn="tl">
                      <a:srgbClr val="C0C0C0"/>
                    </a:outerShdw>
                  </a:effectLst>
                  <a:ea typeface="楷体_GB2312" pitchFamily="49" charset="-122"/>
                </a:rPr>
                <a:t> (“x &gt; 0”);</a:t>
              </a:r>
              <a:endParaRPr lang="en-US" altLang="zh-CN" sz="2000" b="1" dirty="0">
                <a:effectLst>
                  <a:outerShdw blurRad="38100" dist="38100" dir="2700000" algn="tl">
                    <a:srgbClr val="C0C0C0"/>
                  </a:outerShdw>
                </a:effectLst>
                <a:ea typeface="楷体_GB2312" pitchFamily="49" charset="-122"/>
              </a:endParaRPr>
            </a:p>
          </p:txBody>
        </p:sp>
        <p:sp>
          <p:nvSpPr>
            <p:cNvPr id="852035" name="Rectangle 67"/>
            <p:cNvSpPr>
              <a:spLocks noChangeArrowheads="1"/>
            </p:cNvSpPr>
            <p:nvPr/>
          </p:nvSpPr>
          <p:spPr bwMode="auto">
            <a:xfrm>
              <a:off x="5749953" y="4929198"/>
              <a:ext cx="3502932" cy="860425"/>
            </a:xfrm>
            <a:prstGeom prst="rect">
              <a:avLst/>
            </a:prstGeom>
            <a:solidFill>
              <a:srgbClr val="FFFFFF"/>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FF3300"/>
                  </a:solidFill>
                  <a:effectLst>
                    <a:outerShdw blurRad="38100" dist="38100" dir="2700000" algn="tl">
                      <a:srgbClr val="C0C0C0"/>
                    </a:outerShdw>
                  </a:effectLst>
                  <a:latin typeface="隶书" pitchFamily="49" charset="-122"/>
                  <a:ea typeface="隶书" pitchFamily="49" charset="-122"/>
                </a:rPr>
                <a:t>例</a:t>
              </a:r>
              <a:r>
                <a:rPr lang="en-US" altLang="zh-CN" b="1" dirty="0">
                  <a:solidFill>
                    <a:srgbClr val="FF3300"/>
                  </a:solidFill>
                  <a:effectLst>
                    <a:outerShdw blurRad="38100" dist="38100" dir="2700000" algn="tl">
                      <a:srgbClr val="C0C0C0"/>
                    </a:outerShdw>
                  </a:effectLst>
                  <a:latin typeface="隶书" pitchFamily="49" charset="-122"/>
                  <a:ea typeface="隶书" pitchFamily="49" charset="-122"/>
                </a:rPr>
                <a:t>:  </a:t>
              </a:r>
              <a:r>
                <a:rPr lang="en-US" altLang="zh-CN" b="1" dirty="0">
                  <a:effectLst>
                    <a:outerShdw blurRad="38100" dist="38100" dir="2700000" algn="tl">
                      <a:srgbClr val="C0C0C0"/>
                    </a:outerShdw>
                  </a:effectLst>
                  <a:ea typeface="楷体_GB2312" pitchFamily="49" charset="-122"/>
                </a:rPr>
                <a:t>if (x &gt; 0) </a:t>
              </a:r>
            </a:p>
            <a:p>
              <a:r>
                <a:rPr lang="en-US" altLang="zh-CN" b="1" dirty="0">
                  <a:effectLst>
                    <a:outerShdw blurRad="38100" dist="38100" dir="2700000" algn="tl">
                      <a:srgbClr val="C0C0C0"/>
                    </a:outerShdw>
                  </a:effectLst>
                  <a:ea typeface="楷体_GB2312" pitchFamily="49" charset="-122"/>
                </a:rPr>
                <a:t>          </a:t>
              </a:r>
              <a:r>
                <a:rPr lang="en-US" altLang="zh-CN" b="1" dirty="0" err="1">
                  <a:effectLst>
                    <a:outerShdw blurRad="38100" dist="38100" dir="2700000" algn="tl">
                      <a:srgbClr val="C0C0C0"/>
                    </a:outerShdw>
                  </a:effectLst>
                  <a:ea typeface="楷体_GB2312" pitchFamily="49" charset="-122"/>
                </a:rPr>
                <a:t>printf</a:t>
              </a:r>
              <a:r>
                <a:rPr lang="en-US" altLang="zh-CN" b="1" dirty="0">
                  <a:effectLst>
                    <a:outerShdw blurRad="38100" dist="38100" dir="2700000" algn="tl">
                      <a:srgbClr val="C0C0C0"/>
                    </a:outerShdw>
                  </a:effectLst>
                  <a:ea typeface="楷体_GB2312" pitchFamily="49" charset="-122"/>
                </a:rPr>
                <a:t> (“x &gt; 0”);</a:t>
              </a:r>
              <a:endParaRPr lang="en-US" altLang="zh-CN" sz="2000" b="1" dirty="0">
                <a:effectLst>
                  <a:outerShdw blurRad="38100" dist="38100" dir="2700000" algn="tl">
                    <a:srgbClr val="C0C0C0"/>
                  </a:outerShdw>
                </a:effectLst>
                <a:ea typeface="楷体_GB2312" pitchFamily="49" charset="-122"/>
              </a:endParaRPr>
            </a:p>
          </p:txBody>
        </p:sp>
        <p:grpSp>
          <p:nvGrpSpPr>
            <p:cNvPr id="852036" name="Group 68"/>
            <p:cNvGrpSpPr>
              <a:grpSpLocks/>
            </p:cNvGrpSpPr>
            <p:nvPr/>
          </p:nvGrpSpPr>
          <p:grpSpPr bwMode="auto">
            <a:xfrm>
              <a:off x="4279877" y="5002223"/>
              <a:ext cx="381000" cy="381000"/>
              <a:chOff x="4870" y="3540"/>
              <a:chExt cx="240" cy="240"/>
            </a:xfrm>
          </p:grpSpPr>
          <p:sp>
            <p:nvSpPr>
              <p:cNvPr id="852037" name="Line 69"/>
              <p:cNvSpPr>
                <a:spLocks noChangeShapeType="1"/>
              </p:cNvSpPr>
              <p:nvPr/>
            </p:nvSpPr>
            <p:spPr bwMode="auto">
              <a:xfrm flipH="1">
                <a:off x="4870" y="3540"/>
                <a:ext cx="240" cy="240"/>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sp>
            <p:nvSpPr>
              <p:cNvPr id="852038" name="Line 70"/>
              <p:cNvSpPr>
                <a:spLocks noChangeShapeType="1"/>
              </p:cNvSpPr>
              <p:nvPr/>
            </p:nvSpPr>
            <p:spPr bwMode="auto">
              <a:xfrm>
                <a:off x="4882" y="3540"/>
                <a:ext cx="228" cy="216"/>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grpSp>
        <p:sp>
          <p:nvSpPr>
            <p:cNvPr id="852039" name="Freeform 71"/>
            <p:cNvSpPr>
              <a:spLocks/>
            </p:cNvSpPr>
            <p:nvPr/>
          </p:nvSpPr>
          <p:spPr bwMode="auto">
            <a:xfrm>
              <a:off x="8173597" y="4929198"/>
              <a:ext cx="609600" cy="396875"/>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rgbClr val="008000"/>
              </a:solidFill>
              <a:prstDash val="solid"/>
              <a:round/>
              <a:headEnd/>
              <a:tailEnd/>
            </a:ln>
            <a:effectLst/>
          </p:spPr>
          <p:txBody>
            <a:bodyPr wrap="none" lIns="90000" tIns="46800" rIns="90000" bIns="46800" anchor="ctr"/>
            <a:lstStyle/>
            <a:p>
              <a:endParaRPr lang="zh-CN" altLang="en-US"/>
            </a:p>
          </p:txBody>
        </p:sp>
      </p:grpSp>
      <p:sp>
        <p:nvSpPr>
          <p:cNvPr id="852041" name="Rectangle 73"/>
          <p:cNvSpPr>
            <a:spLocks noChangeArrowheads="1"/>
          </p:cNvSpPr>
          <p:nvPr/>
        </p:nvSpPr>
        <p:spPr bwMode="auto">
          <a:xfrm>
            <a:off x="1908247" y="2276872"/>
            <a:ext cx="9005085" cy="830997"/>
          </a:xfrm>
          <a:prstGeom prst="rect">
            <a:avLst/>
          </a:prstGeom>
          <a:solidFill>
            <a:srgbClr val="FFFFFF"/>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b="1" dirty="0">
                <a:ea typeface="楷体_GB2312" pitchFamily="49" charset="-122"/>
              </a:rPr>
              <a:t>  </a:t>
            </a:r>
            <a:r>
              <a:rPr lang="en-US" altLang="zh-CN" b="1" dirty="0">
                <a:effectLst>
                  <a:outerShdw blurRad="38100" dist="38100" dir="2700000" algn="tl">
                    <a:srgbClr val="C0C0C0"/>
                  </a:outerShdw>
                </a:effectLst>
                <a:ea typeface="楷体_GB2312" pitchFamily="49" charset="-122"/>
              </a:rPr>
              <a:t>if (a = 5)   </a:t>
            </a:r>
            <a:r>
              <a:rPr lang="zh-CN" altLang="en-US" sz="2000" b="1" dirty="0">
                <a:effectLst>
                  <a:outerShdw blurRad="38100" dist="38100" dir="2700000" algn="tl">
                    <a:srgbClr val="C0C0C0"/>
                  </a:outerShdw>
                </a:effectLst>
                <a:latin typeface="楷体" panose="02010609060101010101" pitchFamily="49" charset="-122"/>
                <a:ea typeface="楷体" panose="02010609060101010101" pitchFamily="49" charset="-122"/>
              </a:rPr>
              <a:t>语句；</a:t>
            </a:r>
            <a:r>
              <a:rPr lang="zh-CN" altLang="en-US" b="1" dirty="0">
                <a:effectLst>
                  <a:outerShdw blurRad="38100" dist="38100" dir="2700000" algn="tl">
                    <a:srgbClr val="C0C0C0"/>
                  </a:outerShdw>
                </a:effectLst>
                <a:ea typeface="楷体_GB2312" pitchFamily="49" charset="-122"/>
              </a:rPr>
              <a:t>  </a:t>
            </a:r>
            <a:r>
              <a:rPr lang="en-US" altLang="zh-CN" sz="1800" b="1" dirty="0">
                <a:solidFill>
                  <a:schemeClr val="accent2"/>
                </a:solidFill>
                <a:effectLst>
                  <a:outerShdw blurRad="38100" dist="38100" dir="2700000" algn="tl">
                    <a:srgbClr val="C0C0C0"/>
                  </a:outerShdw>
                </a:effectLst>
                <a:latin typeface="+mn-lt"/>
                <a:ea typeface="楷体" pitchFamily="49" charset="-122"/>
              </a:rPr>
              <a:t>//</a:t>
            </a:r>
            <a:r>
              <a:rPr lang="zh-CN" altLang="en-US" sz="1800" b="1" dirty="0">
                <a:solidFill>
                  <a:schemeClr val="accent2"/>
                </a:solidFill>
                <a:effectLst>
                  <a:outerShdw blurRad="38100" dist="38100" dir="2700000" algn="tl">
                    <a:srgbClr val="C0C0C0"/>
                  </a:outerShdw>
                </a:effectLst>
                <a:latin typeface="+mn-lt"/>
                <a:ea typeface="楷体" pitchFamily="49" charset="-122"/>
              </a:rPr>
              <a:t>表达式的值永远为非</a:t>
            </a:r>
            <a:r>
              <a:rPr lang="en-US" altLang="zh-CN" sz="1800" b="1" dirty="0">
                <a:solidFill>
                  <a:schemeClr val="accent2"/>
                </a:solidFill>
                <a:effectLst>
                  <a:outerShdw blurRad="38100" dist="38100" dir="2700000" algn="tl">
                    <a:srgbClr val="C0C0C0"/>
                  </a:outerShdw>
                </a:effectLst>
                <a:latin typeface="+mn-lt"/>
                <a:ea typeface="楷体" pitchFamily="49" charset="-122"/>
              </a:rPr>
              <a:t>0</a:t>
            </a:r>
            <a:r>
              <a:rPr lang="zh-CN" altLang="en-US" sz="1800" b="1" dirty="0">
                <a:solidFill>
                  <a:schemeClr val="accent2"/>
                </a:solidFill>
                <a:effectLst>
                  <a:outerShdw blurRad="38100" dist="38100" dir="2700000" algn="tl">
                    <a:srgbClr val="C0C0C0"/>
                  </a:outerShdw>
                </a:effectLst>
                <a:latin typeface="+mn-lt"/>
                <a:ea typeface="楷体" pitchFamily="49" charset="-122"/>
              </a:rPr>
              <a:t>，所以其后的语句总是要执行的</a:t>
            </a:r>
          </a:p>
          <a:p>
            <a:pPr indent="266700"/>
            <a:r>
              <a:rPr lang="zh-CN" altLang="en-US" b="1" dirty="0">
                <a:effectLst>
                  <a:outerShdw blurRad="38100" dist="38100" dir="2700000" algn="tl">
                    <a:srgbClr val="C0C0C0"/>
                  </a:outerShdw>
                </a:effectLst>
                <a:ea typeface="楷体_GB2312" pitchFamily="49" charset="-122"/>
              </a:rPr>
              <a:t>  </a:t>
            </a:r>
            <a:r>
              <a:rPr lang="en-US" altLang="zh-CN" b="1" dirty="0">
                <a:effectLst>
                  <a:outerShdw blurRad="38100" dist="38100" dir="2700000" algn="tl">
                    <a:srgbClr val="C0C0C0"/>
                  </a:outerShdw>
                </a:effectLst>
                <a:ea typeface="楷体_GB2312" pitchFamily="49" charset="-122"/>
              </a:rPr>
              <a:t>if (b)    </a:t>
            </a:r>
            <a:r>
              <a:rPr lang="zh-CN" altLang="en-US" sz="2000" b="1" dirty="0">
                <a:effectLst>
                  <a:outerShdw blurRad="38100" dist="38100" dir="2700000" algn="tl">
                    <a:srgbClr val="C0C0C0"/>
                  </a:outerShdw>
                </a:effectLst>
                <a:latin typeface="楷体" panose="02010609060101010101" pitchFamily="49" charset="-122"/>
                <a:ea typeface="楷体" panose="02010609060101010101" pitchFamily="49" charset="-122"/>
              </a:rPr>
              <a:t>语句；</a:t>
            </a:r>
            <a:r>
              <a:rPr lang="zh-CN" altLang="en-US" b="1" dirty="0">
                <a:effectLst>
                  <a:outerShdw blurRad="38100" dist="38100" dir="2700000" algn="tl">
                    <a:srgbClr val="C0C0C0"/>
                  </a:outerShdw>
                </a:effectLst>
                <a:ea typeface="楷体_GB2312" pitchFamily="49" charset="-122"/>
              </a:rPr>
              <a:t>       </a:t>
            </a:r>
            <a:r>
              <a:rPr lang="en-US" altLang="zh-CN" sz="1800" b="1" dirty="0">
                <a:solidFill>
                  <a:schemeClr val="accent2"/>
                </a:solidFill>
                <a:effectLst>
                  <a:outerShdw blurRad="38100" dist="38100" dir="2700000" algn="tl">
                    <a:srgbClr val="C0C0C0"/>
                  </a:outerShdw>
                </a:effectLst>
                <a:latin typeface="+mn-lt"/>
                <a:ea typeface="楷体" pitchFamily="49" charset="-122"/>
              </a:rPr>
              <a:t>//</a:t>
            </a:r>
            <a:r>
              <a:rPr lang="zh-CN" altLang="en-US" sz="1800" b="1" dirty="0">
                <a:solidFill>
                  <a:schemeClr val="accent2"/>
                </a:solidFill>
                <a:effectLst>
                  <a:outerShdw blurRad="38100" dist="38100" dir="2700000" algn="tl">
                    <a:srgbClr val="C0C0C0"/>
                  </a:outerShdw>
                </a:effectLst>
                <a:latin typeface="+mn-lt"/>
                <a:ea typeface="楷体" pitchFamily="49" charset="-122"/>
              </a:rPr>
              <a:t>等价于</a:t>
            </a:r>
            <a:r>
              <a:rPr lang="en-US" altLang="zh-CN" sz="1800" b="1" dirty="0">
                <a:solidFill>
                  <a:schemeClr val="accent2"/>
                </a:solidFill>
                <a:effectLst>
                  <a:outerShdw blurRad="38100" dist="38100" dir="2700000" algn="tl">
                    <a:srgbClr val="C0C0C0"/>
                  </a:outerShdw>
                </a:effectLst>
                <a:latin typeface="+mn-lt"/>
                <a:ea typeface="楷体" pitchFamily="49" charset="-122"/>
              </a:rPr>
              <a:t>if (b != 0) </a:t>
            </a:r>
            <a:r>
              <a:rPr lang="zh-CN" altLang="en-US" sz="1800" b="1" dirty="0">
                <a:solidFill>
                  <a:schemeClr val="accent2"/>
                </a:solidFill>
                <a:effectLst>
                  <a:outerShdw blurRad="38100" dist="38100" dir="2700000" algn="tl">
                    <a:srgbClr val="C0C0C0"/>
                  </a:outerShdw>
                </a:effectLst>
                <a:latin typeface="+mn-lt"/>
                <a:ea typeface="楷体" pitchFamily="49" charset="-122"/>
              </a:rPr>
              <a:t>语句；</a:t>
            </a:r>
          </a:p>
        </p:txBody>
      </p:sp>
      <p:grpSp>
        <p:nvGrpSpPr>
          <p:cNvPr id="28" name="组合 27"/>
          <p:cNvGrpSpPr/>
          <p:nvPr/>
        </p:nvGrpSpPr>
        <p:grpSpPr>
          <a:xfrm>
            <a:off x="2495575" y="2887935"/>
            <a:ext cx="6408737" cy="3781425"/>
            <a:chOff x="4861241" y="9823461"/>
            <a:chExt cx="6408737" cy="3781425"/>
          </a:xfrm>
        </p:grpSpPr>
        <p:sp>
          <p:nvSpPr>
            <p:cNvPr id="852043" name="Rectangle 75"/>
            <p:cNvSpPr>
              <a:spLocks noChangeArrowheads="1"/>
            </p:cNvSpPr>
            <p:nvPr/>
          </p:nvSpPr>
          <p:spPr bwMode="auto">
            <a:xfrm>
              <a:off x="4861241" y="9823461"/>
              <a:ext cx="3097212" cy="305117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b="1" dirty="0">
                  <a:solidFill>
                    <a:srgbClr val="FF3300"/>
                  </a:solidFill>
                  <a:effectLst>
                    <a:outerShdw blurRad="38100" dist="38100" dir="2700000" algn="tl">
                      <a:srgbClr val="C0C0C0"/>
                    </a:outerShdw>
                  </a:effectLst>
                  <a:latin typeface="隶书" pitchFamily="49" charset="-122"/>
                  <a:ea typeface="隶书" pitchFamily="49" charset="-122"/>
                </a:rPr>
                <a:t>例</a:t>
              </a:r>
              <a:r>
                <a:rPr lang="en-US" altLang="zh-CN" b="1" dirty="0">
                  <a:solidFill>
                    <a:srgbClr val="FF3300"/>
                  </a:solidFill>
                  <a:effectLst>
                    <a:outerShdw blurRad="38100" dist="38100" dir="2700000" algn="tl">
                      <a:srgbClr val="C0C0C0"/>
                    </a:outerShdw>
                  </a:effectLst>
                  <a:latin typeface="隶书" pitchFamily="49" charset="-122"/>
                  <a:ea typeface="隶书" pitchFamily="49" charset="-122"/>
                </a:rPr>
                <a:t>: </a:t>
              </a:r>
              <a:r>
                <a:rPr lang="en-US" altLang="zh-CN" b="1" dirty="0">
                  <a:effectLst>
                    <a:outerShdw blurRad="38100" dist="38100" dir="2700000" algn="tl">
                      <a:srgbClr val="C0C0C0"/>
                    </a:outerShdw>
                  </a:effectLst>
                  <a:ea typeface="楷体_GB2312" pitchFamily="49" charset="-122"/>
                </a:rPr>
                <a:t>if (a &gt; b) </a:t>
              </a:r>
            </a:p>
            <a:p>
              <a:r>
                <a:rPr lang="en-US" altLang="zh-CN" b="1" dirty="0">
                  <a:effectLst>
                    <a:outerShdw blurRad="38100" dist="38100" dir="2700000" algn="tl">
                      <a:srgbClr val="C0C0C0"/>
                    </a:outerShdw>
                  </a:effectLst>
                  <a:ea typeface="楷体_GB2312" pitchFamily="49" charset="-122"/>
                </a:rPr>
                <a:t>           a++;</a:t>
              </a:r>
            </a:p>
            <a:p>
              <a:r>
                <a:rPr lang="en-US" altLang="zh-CN" b="1" dirty="0">
                  <a:effectLst>
                    <a:outerShdw blurRad="38100" dist="38100" dir="2700000" algn="tl">
                      <a:srgbClr val="C0C0C0"/>
                    </a:outerShdw>
                  </a:effectLst>
                  <a:ea typeface="楷体_GB2312" pitchFamily="49" charset="-122"/>
                </a:rPr>
                <a:t>           b++;</a:t>
              </a:r>
            </a:p>
            <a:p>
              <a:r>
                <a:rPr lang="en-US" altLang="zh-CN" b="1" dirty="0">
                  <a:effectLst>
                    <a:outerShdw blurRad="38100" dist="38100" dir="2700000" algn="tl">
                      <a:srgbClr val="C0C0C0"/>
                    </a:outerShdw>
                  </a:effectLst>
                  <a:ea typeface="楷体_GB2312" pitchFamily="49" charset="-122"/>
                </a:rPr>
                <a:t>        else</a:t>
              </a:r>
            </a:p>
            <a:p>
              <a:r>
                <a:rPr lang="en-US" altLang="zh-CN" b="1" dirty="0">
                  <a:effectLst>
                    <a:outerShdw blurRad="38100" dist="38100" dir="2700000" algn="tl">
                      <a:srgbClr val="C0C0C0"/>
                    </a:outerShdw>
                  </a:effectLst>
                  <a:ea typeface="楷体_GB2312" pitchFamily="49" charset="-122"/>
                </a:rPr>
                <a:t>        {</a:t>
              </a:r>
            </a:p>
            <a:p>
              <a:r>
                <a:rPr lang="en-US" altLang="zh-CN" b="1" dirty="0">
                  <a:effectLst>
                    <a:outerShdw blurRad="38100" dist="38100" dir="2700000" algn="tl">
                      <a:srgbClr val="C0C0C0"/>
                    </a:outerShdw>
                  </a:effectLst>
                  <a:ea typeface="楷体_GB2312" pitchFamily="49" charset="-122"/>
                </a:rPr>
                <a:t>          a = 0;</a:t>
              </a:r>
            </a:p>
            <a:p>
              <a:r>
                <a:rPr lang="en-US" altLang="zh-CN" b="1" dirty="0">
                  <a:effectLst>
                    <a:outerShdw blurRad="38100" dist="38100" dir="2700000" algn="tl">
                      <a:srgbClr val="C0C0C0"/>
                    </a:outerShdw>
                  </a:effectLst>
                  <a:ea typeface="楷体_GB2312" pitchFamily="49" charset="-122"/>
                </a:rPr>
                <a:t>          b = 1;</a:t>
              </a:r>
            </a:p>
            <a:p>
              <a:r>
                <a:rPr lang="en-US" altLang="zh-CN" b="1" dirty="0">
                  <a:effectLst>
                    <a:outerShdw blurRad="38100" dist="38100" dir="2700000" algn="tl">
                      <a:srgbClr val="C0C0C0"/>
                    </a:outerShdw>
                  </a:effectLst>
                  <a:ea typeface="楷体_GB2312" pitchFamily="49" charset="-122"/>
                </a:rPr>
                <a:t>        }</a:t>
              </a:r>
              <a:endParaRPr lang="en-US" altLang="zh-CN" sz="2000" b="1" dirty="0">
                <a:effectLst>
                  <a:outerShdw blurRad="38100" dist="38100" dir="2700000" algn="tl">
                    <a:srgbClr val="C0C0C0"/>
                  </a:outerShdw>
                </a:effectLst>
                <a:ea typeface="楷体_GB2312" pitchFamily="49" charset="-122"/>
              </a:endParaRPr>
            </a:p>
          </p:txBody>
        </p:sp>
        <p:grpSp>
          <p:nvGrpSpPr>
            <p:cNvPr id="852045" name="Group 77"/>
            <p:cNvGrpSpPr>
              <a:grpSpLocks/>
            </p:cNvGrpSpPr>
            <p:nvPr/>
          </p:nvGrpSpPr>
          <p:grpSpPr bwMode="auto">
            <a:xfrm>
              <a:off x="6732589" y="10458484"/>
              <a:ext cx="381000" cy="381000"/>
              <a:chOff x="4436" y="4500"/>
              <a:chExt cx="240" cy="240"/>
            </a:xfrm>
          </p:grpSpPr>
          <p:sp>
            <p:nvSpPr>
              <p:cNvPr id="852046" name="Line 78"/>
              <p:cNvSpPr>
                <a:spLocks noChangeShapeType="1"/>
              </p:cNvSpPr>
              <p:nvPr/>
            </p:nvSpPr>
            <p:spPr bwMode="auto">
              <a:xfrm flipH="1">
                <a:off x="4436" y="4500"/>
                <a:ext cx="240" cy="240"/>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sp>
            <p:nvSpPr>
              <p:cNvPr id="852047" name="Line 79"/>
              <p:cNvSpPr>
                <a:spLocks noChangeShapeType="1"/>
              </p:cNvSpPr>
              <p:nvPr/>
            </p:nvSpPr>
            <p:spPr bwMode="auto">
              <a:xfrm>
                <a:off x="4448" y="4500"/>
                <a:ext cx="228" cy="216"/>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grpSp>
        <p:sp>
          <p:nvSpPr>
            <p:cNvPr id="852049" name="Rectangle 81"/>
            <p:cNvSpPr>
              <a:spLocks noChangeArrowheads="1"/>
            </p:cNvSpPr>
            <p:nvPr/>
          </p:nvSpPr>
          <p:spPr bwMode="auto">
            <a:xfrm>
              <a:off x="8172766" y="9823461"/>
              <a:ext cx="3097212" cy="378142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b="1" dirty="0">
                  <a:solidFill>
                    <a:srgbClr val="FF3300"/>
                  </a:solidFill>
                  <a:effectLst>
                    <a:outerShdw blurRad="38100" dist="38100" dir="2700000" algn="tl">
                      <a:srgbClr val="C0C0C0"/>
                    </a:outerShdw>
                  </a:effectLst>
                  <a:latin typeface="隶书" pitchFamily="49" charset="-122"/>
                  <a:ea typeface="隶书" pitchFamily="49" charset="-122"/>
                </a:rPr>
                <a:t>例</a:t>
              </a:r>
              <a:r>
                <a:rPr lang="en-US" altLang="zh-CN" b="1" dirty="0">
                  <a:solidFill>
                    <a:srgbClr val="FF3300"/>
                  </a:solidFill>
                  <a:effectLst>
                    <a:outerShdw blurRad="38100" dist="38100" dir="2700000" algn="tl">
                      <a:srgbClr val="C0C0C0"/>
                    </a:outerShdw>
                  </a:effectLst>
                  <a:latin typeface="隶书" pitchFamily="49" charset="-122"/>
                  <a:ea typeface="隶书" pitchFamily="49" charset="-122"/>
                </a:rPr>
                <a:t>: </a:t>
              </a:r>
              <a:r>
                <a:rPr lang="en-US" altLang="zh-CN" b="1" dirty="0">
                  <a:effectLst>
                    <a:outerShdw blurRad="38100" dist="38100" dir="2700000" algn="tl">
                      <a:srgbClr val="C0C0C0"/>
                    </a:outerShdw>
                  </a:effectLst>
                  <a:ea typeface="楷体_GB2312" pitchFamily="49" charset="-122"/>
                </a:rPr>
                <a:t>if (a &gt; b) </a:t>
              </a:r>
            </a:p>
            <a:p>
              <a:r>
                <a:rPr lang="en-US" altLang="zh-CN" b="1" dirty="0">
                  <a:effectLst>
                    <a:outerShdw blurRad="38100" dist="38100" dir="2700000" algn="tl">
                      <a:srgbClr val="C0C0C0"/>
                    </a:outerShdw>
                  </a:effectLst>
                  <a:ea typeface="楷体_GB2312" pitchFamily="49" charset="-122"/>
                </a:rPr>
                <a:t>        {</a:t>
              </a:r>
            </a:p>
            <a:p>
              <a:r>
                <a:rPr lang="en-US" altLang="zh-CN" b="1" dirty="0">
                  <a:effectLst>
                    <a:outerShdw blurRad="38100" dist="38100" dir="2700000" algn="tl">
                      <a:srgbClr val="C0C0C0"/>
                    </a:outerShdw>
                  </a:effectLst>
                  <a:ea typeface="楷体_GB2312" pitchFamily="49" charset="-122"/>
                </a:rPr>
                <a:t>           a++;</a:t>
              </a:r>
            </a:p>
            <a:p>
              <a:r>
                <a:rPr lang="en-US" altLang="zh-CN" b="1" dirty="0">
                  <a:effectLst>
                    <a:outerShdw blurRad="38100" dist="38100" dir="2700000" algn="tl">
                      <a:srgbClr val="C0C0C0"/>
                    </a:outerShdw>
                  </a:effectLst>
                  <a:ea typeface="楷体_GB2312" pitchFamily="49" charset="-122"/>
                </a:rPr>
                <a:t>           b++;</a:t>
              </a:r>
            </a:p>
            <a:p>
              <a:r>
                <a:rPr lang="en-US" altLang="zh-CN" b="1" dirty="0">
                  <a:effectLst>
                    <a:outerShdw blurRad="38100" dist="38100" dir="2700000" algn="tl">
                      <a:srgbClr val="C0C0C0"/>
                    </a:outerShdw>
                  </a:effectLst>
                  <a:ea typeface="楷体_GB2312" pitchFamily="49" charset="-122"/>
                </a:rPr>
                <a:t>        }</a:t>
              </a:r>
            </a:p>
            <a:p>
              <a:r>
                <a:rPr lang="en-US" altLang="zh-CN" b="1" dirty="0">
                  <a:effectLst>
                    <a:outerShdw blurRad="38100" dist="38100" dir="2700000" algn="tl">
                      <a:srgbClr val="C0C0C0"/>
                    </a:outerShdw>
                  </a:effectLst>
                  <a:ea typeface="楷体_GB2312" pitchFamily="49" charset="-122"/>
                </a:rPr>
                <a:t>        else</a:t>
              </a:r>
            </a:p>
            <a:p>
              <a:r>
                <a:rPr lang="en-US" altLang="zh-CN" b="1" dirty="0">
                  <a:effectLst>
                    <a:outerShdw blurRad="38100" dist="38100" dir="2700000" algn="tl">
                      <a:srgbClr val="C0C0C0"/>
                    </a:outerShdw>
                  </a:effectLst>
                  <a:ea typeface="楷体_GB2312" pitchFamily="49" charset="-122"/>
                </a:rPr>
                <a:t>        {</a:t>
              </a:r>
            </a:p>
            <a:p>
              <a:r>
                <a:rPr lang="en-US" altLang="zh-CN" b="1" dirty="0">
                  <a:effectLst>
                    <a:outerShdw blurRad="38100" dist="38100" dir="2700000" algn="tl">
                      <a:srgbClr val="C0C0C0"/>
                    </a:outerShdw>
                  </a:effectLst>
                  <a:ea typeface="楷体_GB2312" pitchFamily="49" charset="-122"/>
                </a:rPr>
                <a:t>           a = 0;</a:t>
              </a:r>
            </a:p>
            <a:p>
              <a:r>
                <a:rPr lang="en-US" altLang="zh-CN" b="1" dirty="0">
                  <a:effectLst>
                    <a:outerShdw blurRad="38100" dist="38100" dir="2700000" algn="tl">
                      <a:srgbClr val="C0C0C0"/>
                    </a:outerShdw>
                  </a:effectLst>
                  <a:ea typeface="楷体_GB2312" pitchFamily="49" charset="-122"/>
                </a:rPr>
                <a:t>           b = 1;</a:t>
              </a:r>
            </a:p>
            <a:p>
              <a:r>
                <a:rPr lang="en-US" altLang="zh-CN" b="1" dirty="0">
                  <a:effectLst>
                    <a:outerShdw blurRad="38100" dist="38100" dir="2700000" algn="tl">
                      <a:srgbClr val="C0C0C0"/>
                    </a:outerShdw>
                  </a:effectLst>
                  <a:ea typeface="楷体_GB2312" pitchFamily="49" charset="-122"/>
                </a:rPr>
                <a:t>         }</a:t>
              </a:r>
              <a:endParaRPr lang="en-US" altLang="zh-CN" sz="2000" b="1" dirty="0">
                <a:effectLst>
                  <a:outerShdw blurRad="38100" dist="38100" dir="2700000" algn="tl">
                    <a:srgbClr val="C0C0C0"/>
                  </a:outerShdw>
                </a:effectLst>
                <a:ea typeface="楷体_GB2312" pitchFamily="49" charset="-122"/>
              </a:endParaRPr>
            </a:p>
          </p:txBody>
        </p:sp>
        <p:sp>
          <p:nvSpPr>
            <p:cNvPr id="852048" name="Freeform 80"/>
            <p:cNvSpPr>
              <a:spLocks/>
            </p:cNvSpPr>
            <p:nvPr/>
          </p:nvSpPr>
          <p:spPr bwMode="auto">
            <a:xfrm>
              <a:off x="10261916" y="10326699"/>
              <a:ext cx="609600" cy="396875"/>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rgbClr val="008000"/>
              </a:solidFill>
              <a:prstDash val="solid"/>
              <a:round/>
              <a:headEnd/>
              <a:tailEnd/>
            </a:ln>
            <a:effectLst/>
          </p:spPr>
          <p:txBody>
            <a:bodyPr wrap="none" lIns="90000" tIns="46800" rIns="90000" bIns="46800" anchor="ctr"/>
            <a:lstStyle/>
            <a:p>
              <a:endParaRPr lang="zh-CN" altLang="en-US"/>
            </a:p>
          </p:txBody>
        </p:sp>
      </p:grpSp>
      <p:grpSp>
        <p:nvGrpSpPr>
          <p:cNvPr id="29" name="组合 28"/>
          <p:cNvGrpSpPr/>
          <p:nvPr/>
        </p:nvGrpSpPr>
        <p:grpSpPr>
          <a:xfrm>
            <a:off x="2422351" y="2132856"/>
            <a:ext cx="7058025" cy="4593809"/>
            <a:chOff x="785786" y="7643842"/>
            <a:chExt cx="7058025" cy="4593809"/>
          </a:xfrm>
        </p:grpSpPr>
        <p:sp>
          <p:nvSpPr>
            <p:cNvPr id="852052" name="Rectangle 84" descr="信纸"/>
            <p:cNvSpPr>
              <a:spLocks noChangeArrowheads="1"/>
            </p:cNvSpPr>
            <p:nvPr/>
          </p:nvSpPr>
          <p:spPr bwMode="auto">
            <a:xfrm>
              <a:off x="785786" y="7643842"/>
              <a:ext cx="3457575" cy="4585871"/>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sp3d/>
            </a:bodyPr>
            <a:lstStyle/>
            <a:p>
              <a:r>
                <a:rPr lang="zh-CN" altLang="en-US" b="1" dirty="0">
                  <a:solidFill>
                    <a:srgbClr val="FF33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3300"/>
                  </a:solidFill>
                  <a:effectLst>
                    <a:outerShdw blurRad="38100" dist="38100" dir="2700000" algn="tl">
                      <a:srgbClr val="000000"/>
                    </a:outerShdw>
                  </a:effectLst>
                  <a:latin typeface="隶书" pitchFamily="49" charset="-122"/>
                  <a:ea typeface="隶书" pitchFamily="49" charset="-122"/>
                </a:rPr>
                <a:t>:  </a:t>
              </a:r>
            </a:p>
            <a:p>
              <a:r>
                <a:rPr lang="en-US" altLang="zh-CN" b="1" dirty="0">
                  <a:solidFill>
                    <a:srgbClr val="FF3300"/>
                  </a:solidFill>
                  <a:effectLst>
                    <a:outerShdw blurRad="38100" dist="38100" dir="2700000" algn="tl">
                      <a:srgbClr val="000000"/>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#include &lt;</a:t>
              </a:r>
              <a:r>
                <a:rPr lang="en-US" altLang="zh-CN" b="1" dirty="0" err="1">
                  <a:effectLst>
                    <a:outerShdw blurRad="38100" dist="38100" dir="2700000" algn="tl">
                      <a:srgbClr val="FFFFFF"/>
                    </a:outerShdw>
                  </a:effectLst>
                  <a:ea typeface="楷体_GB2312" pitchFamily="49" charset="-122"/>
                </a:rPr>
                <a:t>stdio.h</a:t>
              </a:r>
              <a:r>
                <a:rPr lang="en-US" altLang="zh-CN" b="1" dirty="0">
                  <a:effectLst>
                    <a:outerShdw blurRad="38100" dist="38100" dir="2700000" algn="tl">
                      <a:srgbClr val="FFFFFF"/>
                    </a:outerShdw>
                  </a:effectLst>
                  <a:ea typeface="楷体_GB2312" pitchFamily="49" charset="-122"/>
                </a:rPr>
                <a:t>&gt;</a:t>
              </a:r>
            </a:p>
            <a:p>
              <a:r>
                <a:rPr lang="en-US" altLang="zh-CN" b="1" dirty="0">
                  <a:solidFill>
                    <a:srgbClr val="C00000"/>
                  </a:solidFill>
                  <a:effectLst>
                    <a:outerShdw blurRad="38100" dist="38100" dir="2700000" algn="tl">
                      <a:srgbClr val="FFFFFF"/>
                    </a:outerShdw>
                  </a:effectLst>
                  <a:ea typeface="楷体_GB2312" pitchFamily="49" charset="-122"/>
                </a:rPr>
                <a:t>   </a:t>
              </a:r>
              <a:r>
                <a:rPr lang="en-US" altLang="zh-CN" b="1" dirty="0" err="1">
                  <a:solidFill>
                    <a:srgbClr val="C00000"/>
                  </a:solidFill>
                  <a:effectLst>
                    <a:outerShdw blurRad="38100" dist="38100" dir="2700000" algn="tl">
                      <a:srgbClr val="FFFFFF"/>
                    </a:outerShdw>
                  </a:effectLst>
                  <a:ea typeface="楷体_GB2312" pitchFamily="49" charset="-122"/>
                </a:rPr>
                <a:t>int</a:t>
              </a:r>
              <a:r>
                <a:rPr lang="en-US" altLang="zh-CN" b="1" dirty="0">
                  <a:solidFill>
                    <a:srgbClr val="C00000"/>
                  </a:solidFill>
                  <a:effectLst>
                    <a:outerShdw blurRad="38100" dist="38100" dir="2700000" algn="tl">
                      <a:srgbClr val="FFFFFF"/>
                    </a:outerShdw>
                  </a:effectLst>
                  <a:ea typeface="楷体_GB2312" pitchFamily="49" charset="-122"/>
                </a:rPr>
                <a:t> main ( )</a:t>
              </a:r>
            </a:p>
            <a:p>
              <a:r>
                <a:rPr lang="en-US" altLang="zh-CN" b="1" dirty="0">
                  <a:effectLst>
                    <a:outerShdw blurRad="38100" dist="38100" dir="2700000" algn="tl">
                      <a:srgbClr val="FFFFFF"/>
                    </a:outerShdw>
                  </a:effectLst>
                  <a:ea typeface="楷体_GB2312" pitchFamily="49" charset="-122"/>
                </a:rPr>
                <a:t>   {</a:t>
              </a:r>
            </a:p>
            <a:p>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int</a:t>
              </a:r>
              <a:r>
                <a:rPr lang="en-US" altLang="zh-CN" b="1" dirty="0">
                  <a:effectLst>
                    <a:outerShdw blurRad="38100" dist="38100" dir="2700000" algn="tl">
                      <a:srgbClr val="FFFFFF"/>
                    </a:outerShdw>
                  </a:effectLst>
                  <a:ea typeface="楷体_GB2312" pitchFamily="49" charset="-122"/>
                </a:rPr>
                <a:t> x = 0;</a:t>
              </a:r>
            </a:p>
            <a:p>
              <a:r>
                <a:rPr lang="en-US" altLang="zh-CN" b="1" dirty="0">
                  <a:effectLst>
                    <a:outerShdw blurRad="38100" dist="38100" dir="2700000" algn="tl">
                      <a:srgbClr val="FFFFFF"/>
                    </a:outerShdw>
                  </a:effectLst>
                  <a:ea typeface="楷体_GB2312" pitchFamily="49" charset="-122"/>
                </a:rPr>
                <a:t>      if (</a:t>
              </a:r>
              <a:r>
                <a:rPr lang="en-US" altLang="zh-CN" b="1" dirty="0">
                  <a:solidFill>
                    <a:srgbClr val="FF33CC"/>
                  </a:solidFill>
                  <a:effectLst>
                    <a:outerShdw blurRad="38100" dist="38100" dir="2700000" algn="tl">
                      <a:srgbClr val="000000"/>
                    </a:outerShdw>
                  </a:effectLst>
                  <a:ea typeface="楷体_GB2312" pitchFamily="49" charset="-122"/>
                </a:rPr>
                <a:t>x == 0</a:t>
              </a:r>
              <a:r>
                <a:rPr lang="en-US" altLang="zh-CN" b="1" dirty="0">
                  <a:effectLst>
                    <a:outerShdw blurRad="38100" dist="38100" dir="2700000" algn="tl">
                      <a:srgbClr val="FFFFFF"/>
                    </a:outerShdw>
                  </a:effectLst>
                  <a:ea typeface="楷体_GB2312" pitchFamily="49" charset="-122"/>
                </a:rPr>
                <a:t>)</a:t>
              </a:r>
            </a:p>
            <a:p>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printf</a:t>
              </a:r>
              <a:r>
                <a:rPr lang="en-US" altLang="zh-CN"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楷体_GB2312" pitchFamily="49" charset="-122"/>
                </a:rPr>
                <a:t>x = 0\n</a:t>
              </a:r>
              <a:r>
                <a:rPr lang="en-US" altLang="zh-CN" b="1"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楷体_GB2312" pitchFamily="49" charset="-122"/>
                </a:rPr>
                <a:t>);</a:t>
              </a:r>
            </a:p>
            <a:p>
              <a:r>
                <a:rPr lang="en-US" altLang="zh-CN" b="1" dirty="0">
                  <a:effectLst>
                    <a:outerShdw blurRad="38100" dist="38100" dir="2700000" algn="tl">
                      <a:srgbClr val="FFFFFF"/>
                    </a:outerShdw>
                  </a:effectLst>
                  <a:ea typeface="楷体_GB2312" pitchFamily="49" charset="-122"/>
                </a:rPr>
                <a:t>      else</a:t>
              </a:r>
            </a:p>
            <a:p>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printf</a:t>
              </a:r>
              <a:r>
                <a:rPr lang="en-US" altLang="zh-CN"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楷体_GB2312" pitchFamily="49" charset="-122"/>
                </a:rPr>
                <a:t>x != 0\n</a:t>
              </a:r>
              <a:r>
                <a:rPr lang="en-US" altLang="zh-CN" b="1"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楷体_GB2312" pitchFamily="49" charset="-122"/>
                </a:rPr>
                <a:t>);</a:t>
              </a:r>
            </a:p>
            <a:p>
              <a:r>
                <a:rPr lang="en-US" altLang="zh-CN" b="1" dirty="0">
                  <a:effectLst>
                    <a:outerShdw blurRad="38100" dist="38100" dir="2700000" algn="tl">
                      <a:srgbClr val="FFFFFF"/>
                    </a:outerShdw>
                  </a:effectLst>
                  <a:ea typeface="楷体_GB2312" pitchFamily="49" charset="-122"/>
                </a:rPr>
                <a:t>      return 0;</a:t>
              </a:r>
            </a:p>
            <a:p>
              <a:r>
                <a:rPr lang="en-US" altLang="zh-CN" b="1" dirty="0">
                  <a:effectLst>
                    <a:outerShdw blurRad="38100" dist="38100" dir="2700000" algn="tl">
                      <a:srgbClr val="FFFFFF"/>
                    </a:outerShdw>
                  </a:effectLst>
                  <a:ea typeface="楷体_GB2312" pitchFamily="49" charset="-122"/>
                </a:rPr>
                <a:t>   }</a:t>
              </a:r>
            </a:p>
            <a:p>
              <a:endParaRPr lang="en-US" altLang="zh-CN" b="1" dirty="0">
                <a:effectLst>
                  <a:outerShdw blurRad="38100" dist="38100" dir="2700000" algn="tl">
                    <a:srgbClr val="FFFFFF"/>
                  </a:outerShdw>
                </a:effectLst>
                <a:ea typeface="楷体_GB2312" pitchFamily="49" charset="-122"/>
              </a:endParaRPr>
            </a:p>
          </p:txBody>
        </p:sp>
        <p:sp>
          <p:nvSpPr>
            <p:cNvPr id="852058" name="Rectangle 90" descr="信纸"/>
            <p:cNvSpPr>
              <a:spLocks noChangeArrowheads="1"/>
            </p:cNvSpPr>
            <p:nvPr/>
          </p:nvSpPr>
          <p:spPr bwMode="auto">
            <a:xfrm>
              <a:off x="4386236" y="7651780"/>
              <a:ext cx="3457575" cy="4585871"/>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sp3d/>
            </a:bodyPr>
            <a:lstStyle/>
            <a:p>
              <a:r>
                <a:rPr lang="zh-CN" altLang="en-US" b="1" dirty="0">
                  <a:solidFill>
                    <a:srgbClr val="FF33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3300"/>
                  </a:solidFill>
                  <a:effectLst>
                    <a:outerShdw blurRad="38100" dist="38100" dir="2700000" algn="tl">
                      <a:srgbClr val="000000"/>
                    </a:outerShdw>
                  </a:effectLst>
                  <a:latin typeface="隶书" pitchFamily="49" charset="-122"/>
                  <a:ea typeface="隶书" pitchFamily="49" charset="-122"/>
                </a:rPr>
                <a:t>:  </a:t>
              </a:r>
            </a:p>
            <a:p>
              <a:r>
                <a:rPr lang="en-US" altLang="zh-CN" b="1" dirty="0">
                  <a:solidFill>
                    <a:srgbClr val="FF3300"/>
                  </a:solidFill>
                  <a:effectLst>
                    <a:outerShdw blurRad="38100" dist="38100" dir="2700000" algn="tl">
                      <a:srgbClr val="000000"/>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#include &lt;</a:t>
              </a:r>
              <a:r>
                <a:rPr lang="en-US" altLang="zh-CN" b="1" dirty="0" err="1">
                  <a:effectLst>
                    <a:outerShdw blurRad="38100" dist="38100" dir="2700000" algn="tl">
                      <a:srgbClr val="FFFFFF"/>
                    </a:outerShdw>
                  </a:effectLst>
                  <a:ea typeface="楷体_GB2312" pitchFamily="49" charset="-122"/>
                </a:rPr>
                <a:t>stdio.h</a:t>
              </a:r>
              <a:r>
                <a:rPr lang="en-US" altLang="zh-CN" b="1" dirty="0">
                  <a:effectLst>
                    <a:outerShdw blurRad="38100" dist="38100" dir="2700000" algn="tl">
                      <a:srgbClr val="FFFFFF"/>
                    </a:outerShdw>
                  </a:effectLst>
                  <a:ea typeface="楷体_GB2312" pitchFamily="49" charset="-122"/>
                </a:rPr>
                <a:t>&gt;</a:t>
              </a:r>
            </a:p>
            <a:p>
              <a:r>
                <a:rPr lang="en-US" altLang="zh-CN" b="1" dirty="0">
                  <a:effectLst>
                    <a:outerShdw blurRad="38100" dist="38100" dir="2700000" algn="tl">
                      <a:srgbClr val="FFFFFF"/>
                    </a:outerShdw>
                  </a:effectLst>
                  <a:ea typeface="楷体_GB2312" pitchFamily="49" charset="-122"/>
                </a:rPr>
                <a:t>   </a:t>
              </a:r>
              <a:r>
                <a:rPr lang="en-US" altLang="zh-CN" b="1" dirty="0" err="1">
                  <a:solidFill>
                    <a:srgbClr val="C00000"/>
                  </a:solidFill>
                  <a:effectLst>
                    <a:outerShdw blurRad="38100" dist="38100" dir="2700000" algn="tl">
                      <a:srgbClr val="FFFFFF"/>
                    </a:outerShdw>
                  </a:effectLst>
                  <a:ea typeface="楷体_GB2312" pitchFamily="49" charset="-122"/>
                </a:rPr>
                <a:t>int</a:t>
              </a:r>
              <a:r>
                <a:rPr lang="en-US" altLang="zh-CN" b="1" dirty="0">
                  <a:solidFill>
                    <a:srgbClr val="C00000"/>
                  </a:solidFill>
                  <a:effectLst>
                    <a:outerShdw blurRad="38100" dist="38100" dir="2700000" algn="tl">
                      <a:srgbClr val="FFFFFF"/>
                    </a:outerShdw>
                  </a:effectLst>
                  <a:ea typeface="楷体_GB2312" pitchFamily="49" charset="-122"/>
                </a:rPr>
                <a:t> main ( )</a:t>
              </a:r>
            </a:p>
            <a:p>
              <a:r>
                <a:rPr lang="en-US" altLang="zh-CN" b="1" dirty="0">
                  <a:effectLst>
                    <a:outerShdw blurRad="38100" dist="38100" dir="2700000" algn="tl">
                      <a:srgbClr val="FFFFFF"/>
                    </a:outerShdw>
                  </a:effectLst>
                  <a:ea typeface="楷体_GB2312" pitchFamily="49" charset="-122"/>
                </a:rPr>
                <a:t>   {</a:t>
              </a:r>
            </a:p>
            <a:p>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int</a:t>
              </a:r>
              <a:r>
                <a:rPr lang="en-US" altLang="zh-CN" b="1" dirty="0">
                  <a:effectLst>
                    <a:outerShdw blurRad="38100" dist="38100" dir="2700000" algn="tl">
                      <a:srgbClr val="FFFFFF"/>
                    </a:outerShdw>
                  </a:effectLst>
                  <a:ea typeface="楷体_GB2312" pitchFamily="49" charset="-122"/>
                </a:rPr>
                <a:t> x = 0;</a:t>
              </a:r>
            </a:p>
            <a:p>
              <a:r>
                <a:rPr lang="en-US" altLang="zh-CN" b="1" dirty="0">
                  <a:effectLst>
                    <a:outerShdw blurRad="38100" dist="38100" dir="2700000" algn="tl">
                      <a:srgbClr val="FFFFFF"/>
                    </a:outerShdw>
                  </a:effectLst>
                  <a:ea typeface="楷体_GB2312" pitchFamily="49" charset="-122"/>
                </a:rPr>
                <a:t>      if (</a:t>
              </a:r>
              <a:r>
                <a:rPr lang="en-US" altLang="zh-CN" b="1" dirty="0">
                  <a:solidFill>
                    <a:srgbClr val="FF33CC"/>
                  </a:solidFill>
                  <a:effectLst>
                    <a:outerShdw blurRad="38100" dist="38100" dir="2700000" algn="tl">
                      <a:srgbClr val="000000"/>
                    </a:outerShdw>
                  </a:effectLst>
                  <a:ea typeface="楷体_GB2312" pitchFamily="49" charset="-122"/>
                </a:rPr>
                <a:t>x = 0</a:t>
              </a:r>
              <a:r>
                <a:rPr lang="en-US" altLang="zh-CN" b="1" dirty="0">
                  <a:effectLst>
                    <a:outerShdw blurRad="38100" dist="38100" dir="2700000" algn="tl">
                      <a:srgbClr val="FFFFFF"/>
                    </a:outerShdw>
                  </a:effectLst>
                  <a:ea typeface="楷体_GB2312" pitchFamily="49" charset="-122"/>
                </a:rPr>
                <a:t>)</a:t>
              </a:r>
            </a:p>
            <a:p>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printf</a:t>
              </a:r>
              <a:r>
                <a:rPr lang="en-US" altLang="zh-CN"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楷体_GB2312" pitchFamily="49" charset="-122"/>
                </a:rPr>
                <a:t>x = 0\n</a:t>
              </a:r>
              <a:r>
                <a:rPr lang="en-US" altLang="zh-CN" b="1"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楷体_GB2312" pitchFamily="49" charset="-122"/>
                </a:rPr>
                <a:t>);</a:t>
              </a:r>
            </a:p>
            <a:p>
              <a:r>
                <a:rPr lang="en-US" altLang="zh-CN" b="1" dirty="0">
                  <a:effectLst>
                    <a:outerShdw blurRad="38100" dist="38100" dir="2700000" algn="tl">
                      <a:srgbClr val="FFFFFF"/>
                    </a:outerShdw>
                  </a:effectLst>
                  <a:ea typeface="楷体_GB2312" pitchFamily="49" charset="-122"/>
                </a:rPr>
                <a:t>      else</a:t>
              </a:r>
            </a:p>
            <a:p>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printf</a:t>
              </a:r>
              <a:r>
                <a:rPr lang="en-US" altLang="zh-CN"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楷体_GB2312" pitchFamily="49" charset="-122"/>
                </a:rPr>
                <a:t>x != 0\n</a:t>
              </a:r>
              <a:r>
                <a:rPr lang="en-US" altLang="zh-CN" b="1"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楷体_GB2312" pitchFamily="49" charset="-122"/>
                </a:rPr>
                <a:t>);</a:t>
              </a:r>
            </a:p>
            <a:p>
              <a:r>
                <a:rPr lang="en-US" altLang="zh-CN" b="1" dirty="0">
                  <a:effectLst>
                    <a:outerShdw blurRad="38100" dist="38100" dir="2700000" algn="tl">
                      <a:srgbClr val="FFFFFF"/>
                    </a:outerShdw>
                  </a:effectLst>
                  <a:ea typeface="楷体_GB2312" pitchFamily="49" charset="-122"/>
                </a:rPr>
                <a:t>      return 0;</a:t>
              </a:r>
            </a:p>
            <a:p>
              <a:r>
                <a:rPr lang="en-US" altLang="zh-CN" b="1" dirty="0">
                  <a:effectLst>
                    <a:outerShdw blurRad="38100" dist="38100" dir="2700000" algn="tl">
                      <a:srgbClr val="FFFFFF"/>
                    </a:outerShdw>
                  </a:effectLst>
                  <a:ea typeface="楷体_GB2312" pitchFamily="49" charset="-122"/>
                </a:rPr>
                <a:t>   }</a:t>
              </a:r>
            </a:p>
            <a:p>
              <a:endParaRPr lang="en-US" altLang="zh-CN" b="1" dirty="0">
                <a:effectLst>
                  <a:outerShdw blurRad="38100" dist="38100" dir="2700000" algn="tl">
                    <a:srgbClr val="FFFFFF"/>
                  </a:outerShdw>
                </a:effectLst>
                <a:ea typeface="楷体_GB2312" pitchFamily="49" charset="-122"/>
              </a:endParaRPr>
            </a:p>
          </p:txBody>
        </p:sp>
      </p:grpSp>
      <p:sp>
        <p:nvSpPr>
          <p:cNvPr id="852061" name="Rectangle 93"/>
          <p:cNvSpPr>
            <a:spLocks noChangeArrowheads="1"/>
          </p:cNvSpPr>
          <p:nvPr/>
        </p:nvSpPr>
        <p:spPr bwMode="auto">
          <a:xfrm>
            <a:off x="3402068" y="6026050"/>
            <a:ext cx="2305050" cy="461665"/>
          </a:xfrm>
          <a:prstGeom prst="rect">
            <a:avLst/>
          </a:prstGeom>
          <a:solidFill>
            <a:srgbClr val="FFFFFF"/>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kumimoji="0"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运行结</a:t>
            </a:r>
            <a:r>
              <a:rPr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果：</a:t>
            </a:r>
            <a:r>
              <a:rPr lang="en-US" altLang="zh-CN" b="1" dirty="0">
                <a:effectLst>
                  <a:outerShdw blurRad="38100" dist="38100" dir="2700000" algn="tl">
                    <a:srgbClr val="C0C0C0"/>
                  </a:outerShdw>
                </a:effectLst>
              </a:rPr>
              <a:t>x = 0</a:t>
            </a:r>
          </a:p>
        </p:txBody>
      </p:sp>
      <p:sp>
        <p:nvSpPr>
          <p:cNvPr id="852062" name="Rectangle 94"/>
          <p:cNvSpPr>
            <a:spLocks noChangeArrowheads="1"/>
          </p:cNvSpPr>
          <p:nvPr/>
        </p:nvSpPr>
        <p:spPr bwMode="auto">
          <a:xfrm>
            <a:off x="6981880" y="6021288"/>
            <a:ext cx="2305050" cy="461665"/>
          </a:xfrm>
          <a:prstGeom prst="rect">
            <a:avLst/>
          </a:prstGeom>
          <a:solidFill>
            <a:srgbClr val="FFFFFF"/>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kumimoji="0"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运行结</a:t>
            </a:r>
            <a:r>
              <a:rPr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果：</a:t>
            </a:r>
            <a:r>
              <a:rPr lang="en-US" altLang="zh-CN" b="1" dirty="0">
                <a:effectLst>
                  <a:outerShdw blurRad="38100" dist="38100" dir="2700000" algn="tl">
                    <a:srgbClr val="C0C0C0"/>
                  </a:outerShdw>
                </a:effectLst>
              </a:rPr>
              <a:t>x != 0</a:t>
            </a:r>
          </a:p>
        </p:txBody>
      </p:sp>
      <p:grpSp>
        <p:nvGrpSpPr>
          <p:cNvPr id="852063" name="Group 95"/>
          <p:cNvGrpSpPr>
            <a:grpSpLocks/>
          </p:cNvGrpSpPr>
          <p:nvPr/>
        </p:nvGrpSpPr>
        <p:grpSpPr bwMode="auto">
          <a:xfrm>
            <a:off x="-13913" y="0"/>
            <a:ext cx="446088" cy="6858000"/>
            <a:chOff x="0" y="0"/>
            <a:chExt cx="281" cy="4320"/>
          </a:xfrm>
        </p:grpSpPr>
        <p:sp>
          <p:nvSpPr>
            <p:cNvPr id="852064" name="Text Box 9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52065" name="Text Box 9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2033">
                                            <p:txEl>
                                              <p:pRg st="0" end="0"/>
                                            </p:txEl>
                                          </p:spTgt>
                                        </p:tgtEl>
                                        <p:attrNameLst>
                                          <p:attrName>style.visibility</p:attrName>
                                        </p:attrNameLst>
                                      </p:cBhvr>
                                      <p:to>
                                        <p:strVal val="visible"/>
                                      </p:to>
                                    </p:set>
                                    <p:anim calcmode="lin" valueType="num">
                                      <p:cBhvr additive="base">
                                        <p:cTn id="7" dur="500" fill="hold"/>
                                        <p:tgtEl>
                                          <p:spTgt spid="85203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2033">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18" presetClass="entr" presetSubtype="6"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strips(downRight)">
                                      <p:cBhvr>
                                        <p:cTn id="13" dur="500"/>
                                        <p:tgtEl>
                                          <p:spTgt spid="27"/>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52033">
                                            <p:txEl>
                                              <p:pRg st="1" end="1"/>
                                            </p:txEl>
                                          </p:spTgt>
                                        </p:tgtEl>
                                        <p:attrNameLst>
                                          <p:attrName>style.visibility</p:attrName>
                                        </p:attrNameLst>
                                      </p:cBhvr>
                                      <p:to>
                                        <p:strVal val="visible"/>
                                      </p:to>
                                    </p:set>
                                    <p:anim calcmode="lin" valueType="num">
                                      <p:cBhvr additive="base">
                                        <p:cTn id="18" dur="500" fill="hold"/>
                                        <p:tgtEl>
                                          <p:spTgt spid="85203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852033">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852041"/>
                                        </p:tgtEl>
                                        <p:attrNameLst>
                                          <p:attrName>style.visibility</p:attrName>
                                        </p:attrNameLst>
                                      </p:cBhvr>
                                      <p:to>
                                        <p:strVal val="visible"/>
                                      </p:to>
                                    </p:set>
                                    <p:animEffect transition="in" filter="box(out)">
                                      <p:cBhvr>
                                        <p:cTn id="24" dur="500"/>
                                        <p:tgtEl>
                                          <p:spTgt spid="852041"/>
                                        </p:tgtEl>
                                      </p:cBhvr>
                                    </p:animEffect>
                                  </p:childTnLst>
                                  <p:subTnLst>
                                    <p:set>
                                      <p:cBhvr override="childStyle">
                                        <p:cTn dur="1" fill="hold" display="0" masterRel="nextClick" afterEffect="1"/>
                                        <p:tgtEl>
                                          <p:spTgt spid="852041"/>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852033">
                                            <p:txEl>
                                              <p:pRg st="2" end="2"/>
                                            </p:txEl>
                                          </p:spTgt>
                                        </p:tgtEl>
                                        <p:attrNameLst>
                                          <p:attrName>style.visibility</p:attrName>
                                        </p:attrNameLst>
                                      </p:cBhvr>
                                      <p:to>
                                        <p:strVal val="visible"/>
                                      </p:to>
                                    </p:set>
                                    <p:anim calcmode="lin" valueType="num">
                                      <p:cBhvr additive="base">
                                        <p:cTn id="29" dur="500" fill="hold"/>
                                        <p:tgtEl>
                                          <p:spTgt spid="85203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52033">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18" presetClass="entr" presetSubtype="6"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strips(downRight)">
                                      <p:cBhvr>
                                        <p:cTn id="35" dur="500"/>
                                        <p:tgtEl>
                                          <p:spTgt spid="28"/>
                                        </p:tgtEl>
                                      </p:cBhvr>
                                    </p:animEffect>
                                  </p:childTnLst>
                                  <p:subTnLst>
                                    <p:set>
                                      <p:cBhvr override="childStyle">
                                        <p:cTn dur="1" fill="hold" display="0" masterRel="nextClick" afterEffect="1"/>
                                        <p:tgtEl>
                                          <p:spTgt spid="28"/>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852033">
                                            <p:txEl>
                                              <p:pRg st="3" end="3"/>
                                            </p:txEl>
                                          </p:spTgt>
                                        </p:tgtEl>
                                        <p:attrNameLst>
                                          <p:attrName>style.visibility</p:attrName>
                                        </p:attrNameLst>
                                      </p:cBhvr>
                                      <p:to>
                                        <p:strVal val="visible"/>
                                      </p:to>
                                    </p:set>
                                    <p:anim calcmode="lin" valueType="num">
                                      <p:cBhvr additive="base">
                                        <p:cTn id="40" dur="500" fill="hold"/>
                                        <p:tgtEl>
                                          <p:spTgt spid="852033">
                                            <p:txEl>
                                              <p:pRg st="3" end="3"/>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852033">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blinds(horizontal)">
                                      <p:cBhvr>
                                        <p:cTn id="46" dur="500"/>
                                        <p:tgtEl>
                                          <p:spTgt spid="29"/>
                                        </p:tgtEl>
                                      </p:cBhvr>
                                    </p:animEffect>
                                  </p:childTnLst>
                                  <p:subTnLst>
                                    <p:audio>
                                      <p:cMediaNode>
                                        <p:cTn display="0" masterRel="sameClick">
                                          <p:stCondLst>
                                            <p:cond evt="begin" delay="0">
                                              <p:tn val="44"/>
                                            </p:cond>
                                          </p:stCondLst>
                                          <p:endCondLst>
                                            <p:cond evt="onStopAudio" delay="0">
                                              <p:tgtEl>
                                                <p:sldTgt/>
                                              </p:tgtEl>
                                            </p:cond>
                                          </p:endCondLst>
                                        </p:cTn>
                                        <p:tgtEl>
                                          <p:sndTgt r:embed="rId4" name="chimes.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16" fill="hold" grpId="0" nodeType="clickEffect">
                                  <p:stCondLst>
                                    <p:cond delay="0"/>
                                  </p:stCondLst>
                                  <p:childTnLst>
                                    <p:set>
                                      <p:cBhvr>
                                        <p:cTn id="50" dur="1" fill="hold">
                                          <p:stCondLst>
                                            <p:cond delay="0"/>
                                          </p:stCondLst>
                                        </p:cTn>
                                        <p:tgtEl>
                                          <p:spTgt spid="852061"/>
                                        </p:tgtEl>
                                        <p:attrNameLst>
                                          <p:attrName>style.visibility</p:attrName>
                                        </p:attrNameLst>
                                      </p:cBhvr>
                                      <p:to>
                                        <p:strVal val="visible"/>
                                      </p:to>
                                    </p:set>
                                    <p:animEffect transition="in" filter="box(in)">
                                      <p:cBhvr>
                                        <p:cTn id="51" dur="500"/>
                                        <p:tgtEl>
                                          <p:spTgt spid="852061"/>
                                        </p:tgtEl>
                                      </p:cBhvr>
                                    </p:animEffect>
                                  </p:childTnLst>
                                  <p:subTnLst>
                                    <p:audio>
                                      <p:cMediaNode>
                                        <p:cTn display="0" masterRel="sameClick">
                                          <p:stCondLst>
                                            <p:cond evt="begin" delay="0">
                                              <p:tn val="49"/>
                                            </p:cond>
                                          </p:stCondLst>
                                          <p:endCondLst>
                                            <p:cond evt="onStopAudio" delay="0">
                                              <p:tgtEl>
                                                <p:sldTgt/>
                                              </p:tgtEl>
                                            </p:cond>
                                          </p:endCondLst>
                                        </p:cTn>
                                        <p:tgtEl>
                                          <p:sndTgt r:embed="rId4" name="chimes.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1" nodeType="clickEffect">
                                  <p:stCondLst>
                                    <p:cond delay="0"/>
                                  </p:stCondLst>
                                  <p:childTnLst>
                                    <p:set>
                                      <p:cBhvr>
                                        <p:cTn id="55" dur="1" fill="hold">
                                          <p:stCondLst>
                                            <p:cond delay="0"/>
                                          </p:stCondLst>
                                        </p:cTn>
                                        <p:tgtEl>
                                          <p:spTgt spid="852062"/>
                                        </p:tgtEl>
                                        <p:attrNameLst>
                                          <p:attrName>style.visibility</p:attrName>
                                        </p:attrNameLst>
                                      </p:cBhvr>
                                      <p:to>
                                        <p:strVal val="visible"/>
                                      </p:to>
                                    </p:set>
                                    <p:animEffect transition="in" filter="box(out)">
                                      <p:cBhvr>
                                        <p:cTn id="56" dur="500"/>
                                        <p:tgtEl>
                                          <p:spTgt spid="852062"/>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041" grpId="0" animBg="1"/>
      <p:bldP spid="852061" grpId="0" animBg="1"/>
      <p:bldP spid="85206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Rectangle 2"/>
          <p:cNvSpPr>
            <a:spLocks noChangeArrowheads="1"/>
          </p:cNvSpPr>
          <p:nvPr/>
        </p:nvSpPr>
        <p:spPr bwMode="auto">
          <a:xfrm>
            <a:off x="617281" y="185738"/>
            <a:ext cx="3187700" cy="762000"/>
          </a:xfrm>
          <a:prstGeom prst="rect">
            <a:avLst/>
          </a:prstGeom>
          <a:noFill/>
          <a:ln w="9525" cap="flat" cmpd="sng">
            <a:noFill/>
            <a:prstDash val="solid"/>
            <a:miter lim="800000"/>
            <a:headEnd/>
            <a:tailEnd/>
          </a:ln>
          <a:effectLst/>
        </p:spPr>
        <p:txBody>
          <a:bodyPr/>
          <a:lstStyle/>
          <a:p>
            <a:pPr marL="342900" indent="-342900" eaLnBrk="0" hangingPunct="0">
              <a:spcBef>
                <a:spcPct val="20000"/>
              </a:spcBef>
              <a:buClr>
                <a:srgbClr val="008000"/>
              </a:buClr>
              <a:buFont typeface="Wingdings" pitchFamily="2" charset="2"/>
              <a:buChar char="Ø"/>
            </a:pPr>
            <a:r>
              <a:rPr lang="en-US" altLang="zh-CN" b="1" dirty="0">
                <a:solidFill>
                  <a:srgbClr val="008000"/>
                </a:solidFill>
                <a:effectLst>
                  <a:outerShdw blurRad="38100" dist="38100" dir="2700000" algn="tl">
                    <a:srgbClr val="000000"/>
                  </a:outerShdw>
                </a:effectLst>
                <a:latin typeface="+mn-lt"/>
                <a:ea typeface="楷体" pitchFamily="49" charset="-122"/>
              </a:rPr>
              <a:t>if</a:t>
            </a:r>
            <a:r>
              <a:rPr lang="zh-CN" altLang="zh-CN" b="1" dirty="0">
                <a:solidFill>
                  <a:srgbClr val="008000"/>
                </a:solidFill>
                <a:effectLst>
                  <a:outerShdw blurRad="38100" dist="38100" dir="2700000" algn="tl">
                    <a:srgbClr val="000000"/>
                  </a:outerShdw>
                </a:effectLst>
                <a:latin typeface="+mn-lt"/>
                <a:ea typeface="楷体" pitchFamily="49" charset="-122"/>
              </a:rPr>
              <a:t>语句嵌套</a:t>
            </a:r>
            <a:r>
              <a:rPr lang="zh-CN" altLang="en-US" b="1" dirty="0">
                <a:solidFill>
                  <a:srgbClr val="008000"/>
                </a:solidFill>
                <a:effectLst>
                  <a:outerShdw blurRad="38100" dist="38100" dir="2700000" algn="tl">
                    <a:srgbClr val="000000"/>
                  </a:outerShdw>
                </a:effectLst>
                <a:latin typeface="+mn-lt"/>
                <a:ea typeface="楷体" pitchFamily="49" charset="-122"/>
              </a:rPr>
              <a:t>：</a:t>
            </a:r>
          </a:p>
          <a:p>
            <a:pPr marL="742950" lvl="1" indent="-285750" eaLnBrk="0" hangingPunct="0">
              <a:spcBef>
                <a:spcPct val="20000"/>
              </a:spcBef>
              <a:buClr>
                <a:srgbClr val="CC3300"/>
              </a:buClr>
              <a:buFont typeface="Wingdings" pitchFamily="2" charset="2"/>
              <a:buChar char="l"/>
            </a:pPr>
            <a:r>
              <a:rPr lang="zh-CN" altLang="en-US" b="1" dirty="0">
                <a:solidFill>
                  <a:srgbClr val="FF33CC"/>
                </a:solidFill>
                <a:effectLst>
                  <a:outerShdw blurRad="38100" dist="38100" dir="2700000" algn="tl">
                    <a:srgbClr val="000000"/>
                  </a:outerShdw>
                </a:effectLst>
                <a:latin typeface="+mn-lt"/>
                <a:ea typeface="楷体" pitchFamily="49" charset="-122"/>
              </a:rPr>
              <a:t> </a:t>
            </a:r>
            <a:r>
              <a:rPr lang="zh-CN" altLang="en-US" b="1" dirty="0">
                <a:solidFill>
                  <a:srgbClr val="CC3300"/>
                </a:solidFill>
                <a:effectLst>
                  <a:outerShdw blurRad="38100" dist="38100" dir="2700000" algn="tl">
                    <a:srgbClr val="000000"/>
                  </a:outerShdw>
                </a:effectLst>
                <a:latin typeface="+mn-lt"/>
                <a:ea typeface="楷体" pitchFamily="49" charset="-122"/>
              </a:rPr>
              <a:t>一般形式：</a:t>
            </a:r>
          </a:p>
        </p:txBody>
      </p:sp>
      <p:grpSp>
        <p:nvGrpSpPr>
          <p:cNvPr id="858139" name="Group 27"/>
          <p:cNvGrpSpPr>
            <a:grpSpLocks/>
          </p:cNvGrpSpPr>
          <p:nvPr/>
        </p:nvGrpSpPr>
        <p:grpSpPr bwMode="auto">
          <a:xfrm>
            <a:off x="6168008" y="3821136"/>
            <a:ext cx="4357688" cy="2308225"/>
            <a:chOff x="2928" y="2392"/>
            <a:chExt cx="2745" cy="1454"/>
          </a:xfrm>
        </p:grpSpPr>
        <p:sp>
          <p:nvSpPr>
            <p:cNvPr id="858116" name="Text Box 4"/>
            <p:cNvSpPr txBox="1">
              <a:spLocks noChangeArrowheads="1"/>
            </p:cNvSpPr>
            <p:nvPr/>
          </p:nvSpPr>
          <p:spPr bwMode="auto">
            <a:xfrm>
              <a:off x="2928" y="2392"/>
              <a:ext cx="2097" cy="1454"/>
            </a:xfrm>
            <a:prstGeom prst="rect">
              <a:avLst/>
            </a:prstGeom>
            <a:noFill/>
            <a:ln w="9525">
              <a:noFill/>
              <a:miter lim="800000"/>
              <a:headEnd/>
              <a:tailEnd/>
            </a:ln>
            <a:effectLst/>
          </p:spPr>
          <p:txBody>
            <a:bodyPr wrap="none" anchor="ctr">
              <a:spAutoFit/>
            </a:bodyPr>
            <a:lstStyle/>
            <a:p>
              <a:pPr eaLnBrk="0" hangingPunct="0"/>
              <a:r>
                <a:rPr lang="en-US" altLang="zh-CN" b="1">
                  <a:solidFill>
                    <a:schemeClr val="tx2"/>
                  </a:solidFill>
                  <a:effectLst>
                    <a:outerShdw blurRad="38100" dist="38100" dir="2700000" algn="tl">
                      <a:srgbClr val="FFFFFF"/>
                    </a:outerShdw>
                  </a:effectLst>
                  <a:ea typeface="隶书" pitchFamily="49" charset="-122"/>
                </a:rPr>
                <a:t>if (expr1)</a:t>
              </a:r>
            </a:p>
            <a:p>
              <a:pPr eaLnBrk="0" hangingPunct="0"/>
              <a:r>
                <a:rPr lang="en-US" altLang="zh-CN" b="1">
                  <a:solidFill>
                    <a:schemeClr val="tx2"/>
                  </a:solidFill>
                  <a:effectLst>
                    <a:outerShdw blurRad="38100" dist="38100" dir="2700000" algn="tl">
                      <a:srgbClr val="FFFFFF"/>
                    </a:outerShdw>
                  </a:effectLst>
                  <a:ea typeface="隶书" pitchFamily="49" charset="-122"/>
                </a:rPr>
                <a:t>    </a:t>
              </a:r>
              <a:r>
                <a:rPr lang="en-US" altLang="zh-CN" b="1">
                  <a:solidFill>
                    <a:schemeClr val="accent2"/>
                  </a:solidFill>
                  <a:effectLst>
                    <a:outerShdw blurRad="38100" dist="38100" dir="2700000" algn="tl">
                      <a:srgbClr val="000000"/>
                    </a:outerShdw>
                  </a:effectLst>
                  <a:ea typeface="隶书" pitchFamily="49" charset="-122"/>
                </a:rPr>
                <a:t>if (expr2)  statement1</a:t>
              </a:r>
            </a:p>
            <a:p>
              <a:pPr eaLnBrk="0" hangingPunct="0"/>
              <a:r>
                <a:rPr lang="en-US" altLang="zh-CN" b="1">
                  <a:solidFill>
                    <a:schemeClr val="accent2"/>
                  </a:solidFill>
                  <a:effectLst>
                    <a:outerShdw blurRad="38100" dist="38100" dir="2700000" algn="tl">
                      <a:srgbClr val="000000"/>
                    </a:outerShdw>
                  </a:effectLst>
                  <a:ea typeface="隶书" pitchFamily="49" charset="-122"/>
                </a:rPr>
                <a:t>    else            statement2</a:t>
              </a:r>
            </a:p>
            <a:p>
              <a:pPr eaLnBrk="0" hangingPunct="0"/>
              <a:r>
                <a:rPr lang="en-US" altLang="zh-CN" b="1">
                  <a:solidFill>
                    <a:schemeClr val="tx2"/>
                  </a:solidFill>
                  <a:effectLst>
                    <a:outerShdw blurRad="38100" dist="38100" dir="2700000" algn="tl">
                      <a:srgbClr val="FFFFFF"/>
                    </a:outerShdw>
                  </a:effectLst>
                  <a:ea typeface="隶书" pitchFamily="49" charset="-122"/>
                </a:rPr>
                <a:t>else</a:t>
              </a:r>
            </a:p>
            <a:p>
              <a:pPr eaLnBrk="0" hangingPunct="0"/>
              <a:r>
                <a:rPr lang="en-US" altLang="zh-CN" b="1">
                  <a:solidFill>
                    <a:schemeClr val="tx2"/>
                  </a:solidFill>
                  <a:effectLst>
                    <a:outerShdw blurRad="38100" dist="38100" dir="2700000" algn="tl">
                      <a:srgbClr val="FFFFFF"/>
                    </a:outerShdw>
                  </a:effectLst>
                  <a:ea typeface="隶书" pitchFamily="49" charset="-122"/>
                </a:rPr>
                <a:t>    </a:t>
              </a:r>
              <a:r>
                <a:rPr lang="en-US" altLang="zh-CN" b="1">
                  <a:solidFill>
                    <a:schemeClr val="accent2"/>
                  </a:solidFill>
                  <a:effectLst>
                    <a:outerShdw blurRad="38100" dist="38100" dir="2700000" algn="tl">
                      <a:srgbClr val="000000"/>
                    </a:outerShdw>
                  </a:effectLst>
                  <a:ea typeface="隶书" pitchFamily="49" charset="-122"/>
                </a:rPr>
                <a:t>if (expr3)  statement3</a:t>
              </a:r>
            </a:p>
            <a:p>
              <a:pPr eaLnBrk="0" hangingPunct="0"/>
              <a:r>
                <a:rPr lang="en-US" altLang="zh-CN" b="1">
                  <a:solidFill>
                    <a:schemeClr val="accent2"/>
                  </a:solidFill>
                  <a:effectLst>
                    <a:outerShdw blurRad="38100" dist="38100" dir="2700000" algn="tl">
                      <a:srgbClr val="000000"/>
                    </a:outerShdw>
                  </a:effectLst>
                  <a:ea typeface="隶书" pitchFamily="49" charset="-122"/>
                </a:rPr>
                <a:t>    else            statement4</a:t>
              </a:r>
            </a:p>
          </p:txBody>
        </p:sp>
        <p:sp>
          <p:nvSpPr>
            <p:cNvPr id="858117" name="Text Box 5"/>
            <p:cNvSpPr txBox="1">
              <a:spLocks noChangeArrowheads="1"/>
            </p:cNvSpPr>
            <p:nvPr/>
          </p:nvSpPr>
          <p:spPr bwMode="auto">
            <a:xfrm>
              <a:off x="5049" y="2751"/>
              <a:ext cx="624" cy="291"/>
            </a:xfrm>
            <a:prstGeom prst="rect">
              <a:avLst/>
            </a:prstGeom>
            <a:noFill/>
            <a:ln w="9525">
              <a:noFill/>
              <a:miter lim="800000"/>
              <a:headEnd/>
              <a:tailEnd/>
            </a:ln>
            <a:effectLst/>
          </p:spPr>
          <p:txBody>
            <a:bodyPr wrap="none" anchor="ctr">
              <a:spAutoFit/>
            </a:bodyPr>
            <a:lstStyle/>
            <a:p>
              <a:pPr algn="ctr" eaLnBrk="0" hangingPunct="0"/>
              <a:r>
                <a:rPr lang="zh-CN" altLang="en-US" b="1">
                  <a:solidFill>
                    <a:srgbClr val="FF33CC"/>
                  </a:solidFill>
                  <a:effectLst>
                    <a:outerShdw blurRad="38100" dist="38100" dir="2700000" algn="tl">
                      <a:srgbClr val="000000"/>
                    </a:outerShdw>
                  </a:effectLst>
                  <a:ea typeface="隶书" pitchFamily="49" charset="-122"/>
                </a:rPr>
                <a:t>内嵌</a:t>
              </a:r>
              <a:r>
                <a:rPr lang="en-US" altLang="zh-CN" b="1">
                  <a:solidFill>
                    <a:srgbClr val="FF33CC"/>
                  </a:solidFill>
                  <a:effectLst>
                    <a:outerShdw blurRad="38100" dist="38100" dir="2700000" algn="tl">
                      <a:srgbClr val="000000"/>
                    </a:outerShdw>
                  </a:effectLst>
                  <a:ea typeface="隶书" pitchFamily="49" charset="-122"/>
                </a:rPr>
                <a:t>if</a:t>
              </a:r>
            </a:p>
          </p:txBody>
        </p:sp>
        <p:sp>
          <p:nvSpPr>
            <p:cNvPr id="858118" name="Text Box 6"/>
            <p:cNvSpPr txBox="1">
              <a:spLocks noChangeArrowheads="1"/>
            </p:cNvSpPr>
            <p:nvPr/>
          </p:nvSpPr>
          <p:spPr bwMode="auto">
            <a:xfrm>
              <a:off x="5049" y="3411"/>
              <a:ext cx="624" cy="291"/>
            </a:xfrm>
            <a:prstGeom prst="rect">
              <a:avLst/>
            </a:prstGeom>
            <a:noFill/>
            <a:ln w="9525">
              <a:noFill/>
              <a:miter lim="800000"/>
              <a:headEnd/>
              <a:tailEnd/>
            </a:ln>
            <a:effectLst/>
          </p:spPr>
          <p:txBody>
            <a:bodyPr wrap="none" anchor="ctr">
              <a:spAutoFit/>
            </a:bodyPr>
            <a:lstStyle/>
            <a:p>
              <a:pPr algn="ctr" eaLnBrk="0" hangingPunct="0"/>
              <a:r>
                <a:rPr lang="zh-CN" altLang="en-US" b="1">
                  <a:solidFill>
                    <a:srgbClr val="FF33CC"/>
                  </a:solidFill>
                  <a:effectLst>
                    <a:outerShdw blurRad="38100" dist="38100" dir="2700000" algn="tl">
                      <a:srgbClr val="000000"/>
                    </a:outerShdw>
                  </a:effectLst>
                  <a:ea typeface="隶书" pitchFamily="49" charset="-122"/>
                </a:rPr>
                <a:t>内嵌</a:t>
              </a:r>
              <a:r>
                <a:rPr lang="en-US" altLang="zh-CN" b="1">
                  <a:solidFill>
                    <a:srgbClr val="FF33CC"/>
                  </a:solidFill>
                  <a:effectLst>
                    <a:outerShdw blurRad="38100" dist="38100" dir="2700000" algn="tl">
                      <a:srgbClr val="000000"/>
                    </a:outerShdw>
                  </a:effectLst>
                  <a:ea typeface="隶书" pitchFamily="49" charset="-122"/>
                </a:rPr>
                <a:t>if</a:t>
              </a:r>
            </a:p>
          </p:txBody>
        </p:sp>
        <p:sp>
          <p:nvSpPr>
            <p:cNvPr id="858119" name="AutoShape 7"/>
            <p:cNvSpPr>
              <a:spLocks/>
            </p:cNvSpPr>
            <p:nvPr/>
          </p:nvSpPr>
          <p:spPr bwMode="auto">
            <a:xfrm>
              <a:off x="4988" y="2771"/>
              <a:ext cx="48" cy="288"/>
            </a:xfrm>
            <a:prstGeom prst="rightBracket">
              <a:avLst>
                <a:gd name="adj" fmla="val 50000"/>
              </a:avLst>
            </a:prstGeom>
            <a:noFill/>
            <a:ln w="25400">
              <a:solidFill>
                <a:srgbClr val="FF00FF"/>
              </a:solidFill>
              <a:round/>
              <a:headEnd/>
              <a:tailEnd/>
            </a:ln>
            <a:effectLst/>
          </p:spPr>
          <p:txBody>
            <a:bodyPr wrap="none" anchor="ctr"/>
            <a:lstStyle/>
            <a:p>
              <a:endParaRPr lang="zh-CN" altLang="en-US"/>
            </a:p>
          </p:txBody>
        </p:sp>
        <p:sp>
          <p:nvSpPr>
            <p:cNvPr id="858120" name="AutoShape 8"/>
            <p:cNvSpPr>
              <a:spLocks/>
            </p:cNvSpPr>
            <p:nvPr/>
          </p:nvSpPr>
          <p:spPr bwMode="auto">
            <a:xfrm>
              <a:off x="4995" y="3445"/>
              <a:ext cx="48" cy="288"/>
            </a:xfrm>
            <a:prstGeom prst="rightBracket">
              <a:avLst>
                <a:gd name="adj" fmla="val 50000"/>
              </a:avLst>
            </a:prstGeom>
            <a:noFill/>
            <a:ln w="25400">
              <a:solidFill>
                <a:srgbClr val="FF00FF"/>
              </a:solidFill>
              <a:round/>
              <a:headEnd/>
              <a:tailEnd/>
            </a:ln>
            <a:effectLst/>
          </p:spPr>
          <p:txBody>
            <a:bodyPr wrap="none" anchor="ctr"/>
            <a:lstStyle/>
            <a:p>
              <a:endParaRPr lang="zh-CN" altLang="en-US"/>
            </a:p>
          </p:txBody>
        </p:sp>
      </p:grpSp>
      <p:grpSp>
        <p:nvGrpSpPr>
          <p:cNvPr id="858136" name="Group 24"/>
          <p:cNvGrpSpPr>
            <a:grpSpLocks/>
          </p:cNvGrpSpPr>
          <p:nvPr/>
        </p:nvGrpSpPr>
        <p:grpSpPr bwMode="auto">
          <a:xfrm>
            <a:off x="1415480" y="1314473"/>
            <a:ext cx="3362326" cy="1938338"/>
            <a:chOff x="484" y="759"/>
            <a:chExt cx="2118" cy="1221"/>
          </a:xfrm>
        </p:grpSpPr>
        <p:sp>
          <p:nvSpPr>
            <p:cNvPr id="858122" name="Text Box 10"/>
            <p:cNvSpPr txBox="1">
              <a:spLocks noChangeArrowheads="1"/>
            </p:cNvSpPr>
            <p:nvPr/>
          </p:nvSpPr>
          <p:spPr bwMode="auto">
            <a:xfrm>
              <a:off x="484" y="759"/>
              <a:ext cx="1360" cy="1221"/>
            </a:xfrm>
            <a:prstGeom prst="rect">
              <a:avLst/>
            </a:prstGeom>
            <a:noFill/>
            <a:ln w="9525">
              <a:noFill/>
              <a:miter lim="800000"/>
              <a:headEnd/>
              <a:tailEnd/>
            </a:ln>
            <a:effectLst/>
          </p:spPr>
          <p:txBody>
            <a:bodyPr wrap="none" anchor="ctr">
              <a:spAutoFit/>
            </a:bodyPr>
            <a:lstStyle/>
            <a:p>
              <a:pPr eaLnBrk="0" hangingPunct="0"/>
              <a:r>
                <a:rPr lang="en-US" altLang="zh-CN" b="1" dirty="0">
                  <a:solidFill>
                    <a:schemeClr val="tx2"/>
                  </a:solidFill>
                  <a:effectLst>
                    <a:outerShdw blurRad="38100" dist="38100" dir="2700000" algn="tl">
                      <a:srgbClr val="FFFFFF"/>
                    </a:outerShdw>
                  </a:effectLst>
                  <a:ea typeface="隶书" pitchFamily="49" charset="-122"/>
                </a:rPr>
                <a:t>if (expr1)</a:t>
              </a:r>
            </a:p>
            <a:p>
              <a:pPr eaLnBrk="0" hangingPunct="0"/>
              <a:r>
                <a:rPr lang="en-US" altLang="zh-CN" b="1" dirty="0">
                  <a:solidFill>
                    <a:schemeClr val="tx2"/>
                  </a:solidFill>
                  <a:effectLst>
                    <a:outerShdw blurRad="38100" dist="38100" dir="2700000" algn="tl">
                      <a:srgbClr val="FFFFFF"/>
                    </a:outerShdw>
                  </a:effectLst>
                  <a:ea typeface="隶书" pitchFamily="49" charset="-122"/>
                </a:rPr>
                <a:t>   </a:t>
              </a:r>
              <a:r>
                <a:rPr lang="en-US" altLang="zh-CN" b="1" dirty="0">
                  <a:solidFill>
                    <a:schemeClr val="accent2"/>
                  </a:solidFill>
                  <a:effectLst>
                    <a:outerShdw blurRad="38100" dist="38100" dir="2700000" algn="tl">
                      <a:srgbClr val="000000"/>
                    </a:outerShdw>
                  </a:effectLst>
                  <a:ea typeface="隶书" pitchFamily="49" charset="-122"/>
                </a:rPr>
                <a:t>if (expr2)   </a:t>
              </a:r>
            </a:p>
            <a:p>
              <a:pPr eaLnBrk="0" hangingPunct="0"/>
              <a:r>
                <a:rPr lang="en-US" altLang="zh-CN" b="1" dirty="0">
                  <a:solidFill>
                    <a:schemeClr val="accent2"/>
                  </a:solidFill>
                  <a:effectLst>
                    <a:outerShdw blurRad="38100" dist="38100" dir="2700000" algn="tl">
                      <a:srgbClr val="000000"/>
                    </a:outerShdw>
                  </a:effectLst>
                  <a:ea typeface="隶书" pitchFamily="49" charset="-122"/>
                </a:rPr>
                <a:t>       statement1</a:t>
              </a:r>
            </a:p>
            <a:p>
              <a:pPr eaLnBrk="0" hangingPunct="0"/>
              <a:r>
                <a:rPr lang="en-US" altLang="zh-CN" b="1" dirty="0">
                  <a:solidFill>
                    <a:schemeClr val="accent2"/>
                  </a:solidFill>
                  <a:effectLst>
                    <a:outerShdw blurRad="38100" dist="38100" dir="2700000" algn="tl">
                      <a:srgbClr val="000000"/>
                    </a:outerShdw>
                  </a:effectLst>
                  <a:ea typeface="隶书" pitchFamily="49" charset="-122"/>
                </a:rPr>
                <a:t>   else   </a:t>
              </a:r>
            </a:p>
            <a:p>
              <a:pPr eaLnBrk="0" hangingPunct="0"/>
              <a:r>
                <a:rPr lang="en-US" altLang="zh-CN" b="1" dirty="0">
                  <a:solidFill>
                    <a:schemeClr val="accent2"/>
                  </a:solidFill>
                  <a:effectLst>
                    <a:outerShdw blurRad="38100" dist="38100" dir="2700000" algn="tl">
                      <a:srgbClr val="000000"/>
                    </a:outerShdw>
                  </a:effectLst>
                  <a:ea typeface="隶书" pitchFamily="49" charset="-122"/>
                </a:rPr>
                <a:t>       statement2</a:t>
              </a:r>
            </a:p>
          </p:txBody>
        </p:sp>
        <p:sp>
          <p:nvSpPr>
            <p:cNvPr id="858123" name="Text Box 11"/>
            <p:cNvSpPr txBox="1">
              <a:spLocks noChangeArrowheads="1"/>
            </p:cNvSpPr>
            <p:nvPr/>
          </p:nvSpPr>
          <p:spPr bwMode="auto">
            <a:xfrm>
              <a:off x="1978" y="1314"/>
              <a:ext cx="624" cy="291"/>
            </a:xfrm>
            <a:prstGeom prst="rect">
              <a:avLst/>
            </a:prstGeom>
            <a:noFill/>
            <a:ln w="9525">
              <a:noFill/>
              <a:miter lim="800000"/>
              <a:headEnd/>
              <a:tailEnd/>
            </a:ln>
            <a:effectLst/>
          </p:spPr>
          <p:txBody>
            <a:bodyPr wrap="none" anchor="ctr">
              <a:spAutoFit/>
            </a:bodyPr>
            <a:lstStyle/>
            <a:p>
              <a:pPr algn="ctr" eaLnBrk="0" hangingPunct="0"/>
              <a:r>
                <a:rPr lang="zh-CN" altLang="en-US" b="1" dirty="0">
                  <a:solidFill>
                    <a:srgbClr val="FF33CC"/>
                  </a:solidFill>
                  <a:effectLst>
                    <a:outerShdw blurRad="38100" dist="38100" dir="2700000" algn="tl">
                      <a:srgbClr val="000000"/>
                    </a:outerShdw>
                  </a:effectLst>
                  <a:ea typeface="隶书" pitchFamily="49" charset="-122"/>
                </a:rPr>
                <a:t>内嵌</a:t>
              </a:r>
              <a:r>
                <a:rPr lang="en-US" altLang="zh-CN" b="1" dirty="0">
                  <a:solidFill>
                    <a:srgbClr val="FF33CC"/>
                  </a:solidFill>
                  <a:effectLst>
                    <a:outerShdw blurRad="38100" dist="38100" dir="2700000" algn="tl">
                      <a:srgbClr val="000000"/>
                    </a:outerShdw>
                  </a:effectLst>
                  <a:ea typeface="隶书" pitchFamily="49" charset="-122"/>
                </a:rPr>
                <a:t>if</a:t>
              </a:r>
            </a:p>
          </p:txBody>
        </p:sp>
        <p:sp>
          <p:nvSpPr>
            <p:cNvPr id="858124" name="AutoShape 12"/>
            <p:cNvSpPr>
              <a:spLocks/>
            </p:cNvSpPr>
            <p:nvPr/>
          </p:nvSpPr>
          <p:spPr bwMode="auto">
            <a:xfrm>
              <a:off x="1895" y="1117"/>
              <a:ext cx="44" cy="757"/>
            </a:xfrm>
            <a:prstGeom prst="rightBracket">
              <a:avLst>
                <a:gd name="adj" fmla="val 118202"/>
              </a:avLst>
            </a:prstGeom>
            <a:noFill/>
            <a:ln w="25400">
              <a:solidFill>
                <a:srgbClr val="FF00FF"/>
              </a:solidFill>
              <a:round/>
              <a:headEnd/>
              <a:tailEnd/>
            </a:ln>
            <a:effectLst/>
          </p:spPr>
          <p:txBody>
            <a:bodyPr wrap="none" anchor="ctr"/>
            <a:lstStyle/>
            <a:p>
              <a:pPr algn="ctr"/>
              <a:endParaRPr lang="zh-CN" altLang="zh-CN">
                <a:solidFill>
                  <a:srgbClr val="FF33CC"/>
                </a:solidFill>
              </a:endParaRPr>
            </a:p>
          </p:txBody>
        </p:sp>
      </p:grpSp>
      <p:grpSp>
        <p:nvGrpSpPr>
          <p:cNvPr id="858137" name="Group 25"/>
          <p:cNvGrpSpPr>
            <a:grpSpLocks/>
          </p:cNvGrpSpPr>
          <p:nvPr/>
        </p:nvGrpSpPr>
        <p:grpSpPr bwMode="auto">
          <a:xfrm>
            <a:off x="6199758" y="1290661"/>
            <a:ext cx="3286126" cy="2308225"/>
            <a:chOff x="3344" y="744"/>
            <a:chExt cx="2070" cy="1454"/>
          </a:xfrm>
        </p:grpSpPr>
        <p:sp>
          <p:nvSpPr>
            <p:cNvPr id="858126" name="Text Box 14"/>
            <p:cNvSpPr txBox="1">
              <a:spLocks noChangeArrowheads="1"/>
            </p:cNvSpPr>
            <p:nvPr/>
          </p:nvSpPr>
          <p:spPr bwMode="auto">
            <a:xfrm>
              <a:off x="3344" y="744"/>
              <a:ext cx="1409" cy="1454"/>
            </a:xfrm>
            <a:prstGeom prst="rect">
              <a:avLst/>
            </a:prstGeom>
            <a:noFill/>
            <a:ln w="9525">
              <a:noFill/>
              <a:miter lim="800000"/>
              <a:headEnd/>
              <a:tailEnd/>
            </a:ln>
            <a:effectLst/>
          </p:spPr>
          <p:txBody>
            <a:bodyPr wrap="none" anchor="ctr">
              <a:spAutoFit/>
            </a:bodyPr>
            <a:lstStyle/>
            <a:p>
              <a:pPr eaLnBrk="0" hangingPunct="0"/>
              <a:r>
                <a:rPr lang="en-US" altLang="zh-CN" b="1">
                  <a:solidFill>
                    <a:schemeClr val="tx2"/>
                  </a:solidFill>
                  <a:effectLst>
                    <a:outerShdw blurRad="38100" dist="38100" dir="2700000" algn="tl">
                      <a:srgbClr val="FFFFFF"/>
                    </a:outerShdw>
                  </a:effectLst>
                  <a:ea typeface="隶书" pitchFamily="49" charset="-122"/>
                </a:rPr>
                <a:t>if (expr1)</a:t>
              </a:r>
            </a:p>
            <a:p>
              <a:pPr eaLnBrk="0" hangingPunct="0"/>
              <a:r>
                <a:rPr lang="en-US" altLang="zh-CN" b="1">
                  <a:solidFill>
                    <a:schemeClr val="tx2"/>
                  </a:solidFill>
                  <a:effectLst>
                    <a:outerShdw blurRad="38100" dist="38100" dir="2700000" algn="tl">
                      <a:srgbClr val="FFFFFF"/>
                    </a:outerShdw>
                  </a:effectLst>
                  <a:ea typeface="隶书" pitchFamily="49" charset="-122"/>
                </a:rPr>
                <a:t>    </a:t>
              </a:r>
              <a:r>
                <a:rPr lang="en-US" altLang="zh-CN" b="1">
                  <a:solidFill>
                    <a:schemeClr val="accent2"/>
                  </a:solidFill>
                  <a:effectLst>
                    <a:outerShdw blurRad="38100" dist="38100" dir="2700000" algn="tl">
                      <a:srgbClr val="000000"/>
                    </a:outerShdw>
                  </a:effectLst>
                  <a:ea typeface="隶书" pitchFamily="49" charset="-122"/>
                </a:rPr>
                <a:t>if (expr2)   </a:t>
              </a:r>
            </a:p>
            <a:p>
              <a:pPr eaLnBrk="0" hangingPunct="0"/>
              <a:r>
                <a:rPr lang="en-US" altLang="zh-CN" b="1">
                  <a:solidFill>
                    <a:schemeClr val="accent2"/>
                  </a:solidFill>
                  <a:effectLst>
                    <a:outerShdw blurRad="38100" dist="38100" dir="2700000" algn="tl">
                      <a:srgbClr val="000000"/>
                    </a:outerShdw>
                  </a:effectLst>
                  <a:ea typeface="隶书" pitchFamily="49" charset="-122"/>
                </a:rPr>
                <a:t>        statement1</a:t>
              </a:r>
            </a:p>
            <a:p>
              <a:pPr eaLnBrk="0" hangingPunct="0"/>
              <a:r>
                <a:rPr lang="en-US" altLang="zh-CN" b="1">
                  <a:solidFill>
                    <a:schemeClr val="tx2"/>
                  </a:solidFill>
                  <a:effectLst>
                    <a:outerShdw blurRad="38100" dist="38100" dir="2700000" algn="tl">
                      <a:srgbClr val="FFFFFF"/>
                    </a:outerShdw>
                  </a:effectLst>
                  <a:ea typeface="隶书" pitchFamily="49" charset="-122"/>
                </a:rPr>
                <a:t>else</a:t>
              </a:r>
            </a:p>
            <a:p>
              <a:pPr eaLnBrk="0" hangingPunct="0"/>
              <a:r>
                <a:rPr lang="en-US" altLang="zh-CN" b="1">
                  <a:solidFill>
                    <a:schemeClr val="tx2"/>
                  </a:solidFill>
                  <a:effectLst>
                    <a:outerShdw blurRad="38100" dist="38100" dir="2700000" algn="tl">
                      <a:srgbClr val="FFFFFF"/>
                    </a:outerShdw>
                  </a:effectLst>
                  <a:ea typeface="隶书" pitchFamily="49" charset="-122"/>
                </a:rPr>
                <a:t>    statement3</a:t>
              </a:r>
            </a:p>
            <a:p>
              <a:pPr eaLnBrk="0" hangingPunct="0"/>
              <a:r>
                <a:rPr lang="en-US" altLang="zh-CN" b="1">
                  <a:solidFill>
                    <a:schemeClr val="tx2"/>
                  </a:solidFill>
                  <a:effectLst>
                    <a:outerShdw blurRad="38100" dist="38100" dir="2700000" algn="tl">
                      <a:srgbClr val="FFFFFF"/>
                    </a:outerShdw>
                  </a:effectLst>
                  <a:ea typeface="隶书" pitchFamily="49" charset="-122"/>
                </a:rPr>
                <a:t>        </a:t>
              </a:r>
              <a:endParaRPr lang="en-US" altLang="zh-CN" b="1">
                <a:effectLst>
                  <a:outerShdw blurRad="38100" dist="38100" dir="2700000" algn="tl">
                    <a:srgbClr val="FFFFFF"/>
                  </a:outerShdw>
                </a:effectLst>
                <a:ea typeface="隶书" pitchFamily="49" charset="-122"/>
              </a:endParaRPr>
            </a:p>
          </p:txBody>
        </p:sp>
        <p:sp>
          <p:nvSpPr>
            <p:cNvPr id="858127" name="Text Box 15"/>
            <p:cNvSpPr txBox="1">
              <a:spLocks noChangeArrowheads="1"/>
            </p:cNvSpPr>
            <p:nvPr/>
          </p:nvSpPr>
          <p:spPr bwMode="auto">
            <a:xfrm>
              <a:off x="4790" y="1089"/>
              <a:ext cx="624" cy="291"/>
            </a:xfrm>
            <a:prstGeom prst="rect">
              <a:avLst/>
            </a:prstGeom>
            <a:noFill/>
            <a:ln w="9525">
              <a:noFill/>
              <a:miter lim="800000"/>
              <a:headEnd/>
              <a:tailEnd/>
            </a:ln>
            <a:effectLst/>
          </p:spPr>
          <p:txBody>
            <a:bodyPr wrap="none" anchor="ctr">
              <a:spAutoFit/>
            </a:bodyPr>
            <a:lstStyle/>
            <a:p>
              <a:pPr algn="ctr" eaLnBrk="0" hangingPunct="0"/>
              <a:r>
                <a:rPr lang="zh-CN" altLang="en-US" b="1">
                  <a:solidFill>
                    <a:srgbClr val="FF33CC"/>
                  </a:solidFill>
                  <a:effectLst>
                    <a:outerShdw blurRad="38100" dist="38100" dir="2700000" algn="tl">
                      <a:srgbClr val="000000"/>
                    </a:outerShdw>
                  </a:effectLst>
                  <a:ea typeface="隶书" pitchFamily="49" charset="-122"/>
                </a:rPr>
                <a:t>内嵌</a:t>
              </a:r>
              <a:r>
                <a:rPr lang="en-US" altLang="zh-CN" b="1">
                  <a:solidFill>
                    <a:srgbClr val="FF33CC"/>
                  </a:solidFill>
                  <a:effectLst>
                    <a:outerShdw blurRad="38100" dist="38100" dir="2700000" algn="tl">
                      <a:srgbClr val="000000"/>
                    </a:outerShdw>
                  </a:effectLst>
                  <a:ea typeface="隶书" pitchFamily="49" charset="-122"/>
                </a:rPr>
                <a:t>if</a:t>
              </a:r>
            </a:p>
          </p:txBody>
        </p:sp>
        <p:sp>
          <p:nvSpPr>
            <p:cNvPr id="858128" name="AutoShape 16"/>
            <p:cNvSpPr>
              <a:spLocks/>
            </p:cNvSpPr>
            <p:nvPr/>
          </p:nvSpPr>
          <p:spPr bwMode="auto">
            <a:xfrm>
              <a:off x="4722" y="1098"/>
              <a:ext cx="48" cy="288"/>
            </a:xfrm>
            <a:prstGeom prst="rightBracket">
              <a:avLst>
                <a:gd name="adj" fmla="val 50000"/>
              </a:avLst>
            </a:prstGeom>
            <a:noFill/>
            <a:ln w="25400">
              <a:solidFill>
                <a:srgbClr val="FF00FF"/>
              </a:solidFill>
              <a:round/>
              <a:headEnd/>
              <a:tailEnd/>
            </a:ln>
            <a:effectLst/>
          </p:spPr>
          <p:txBody>
            <a:bodyPr wrap="none" anchor="ctr"/>
            <a:lstStyle/>
            <a:p>
              <a:endParaRPr lang="zh-CN" altLang="en-US"/>
            </a:p>
          </p:txBody>
        </p:sp>
      </p:grpSp>
      <p:grpSp>
        <p:nvGrpSpPr>
          <p:cNvPr id="858138" name="Group 26"/>
          <p:cNvGrpSpPr>
            <a:grpSpLocks/>
          </p:cNvGrpSpPr>
          <p:nvPr/>
        </p:nvGrpSpPr>
        <p:grpSpPr bwMode="auto">
          <a:xfrm>
            <a:off x="1455168" y="3559199"/>
            <a:ext cx="3343274" cy="2678113"/>
            <a:chOff x="311" y="2290"/>
            <a:chExt cx="2106" cy="1687"/>
          </a:xfrm>
        </p:grpSpPr>
        <p:sp>
          <p:nvSpPr>
            <p:cNvPr id="858130" name="Text Box 18"/>
            <p:cNvSpPr txBox="1">
              <a:spLocks noChangeArrowheads="1"/>
            </p:cNvSpPr>
            <p:nvPr/>
          </p:nvSpPr>
          <p:spPr bwMode="auto">
            <a:xfrm>
              <a:off x="311" y="2290"/>
              <a:ext cx="1409" cy="1687"/>
            </a:xfrm>
            <a:prstGeom prst="rect">
              <a:avLst/>
            </a:prstGeom>
            <a:noFill/>
            <a:ln w="9525">
              <a:noFill/>
              <a:miter lim="800000"/>
              <a:headEnd/>
              <a:tailEnd/>
            </a:ln>
            <a:effectLst/>
          </p:spPr>
          <p:txBody>
            <a:bodyPr wrap="none" anchor="ctr">
              <a:spAutoFit/>
            </a:bodyPr>
            <a:lstStyle/>
            <a:p>
              <a:pPr eaLnBrk="0" hangingPunct="0"/>
              <a:r>
                <a:rPr lang="en-US" altLang="zh-CN" b="1">
                  <a:solidFill>
                    <a:schemeClr val="tx2"/>
                  </a:solidFill>
                  <a:effectLst>
                    <a:outerShdw blurRad="38100" dist="38100" dir="2700000" algn="tl">
                      <a:srgbClr val="FFFFFF"/>
                    </a:outerShdw>
                  </a:effectLst>
                  <a:ea typeface="隶书" pitchFamily="49" charset="-122"/>
                </a:rPr>
                <a:t>if (expr1)</a:t>
              </a:r>
            </a:p>
            <a:p>
              <a:pPr eaLnBrk="0" hangingPunct="0"/>
              <a:r>
                <a:rPr lang="en-US" altLang="zh-CN" b="1">
                  <a:solidFill>
                    <a:schemeClr val="tx2"/>
                  </a:solidFill>
                  <a:effectLst>
                    <a:outerShdw blurRad="38100" dist="38100" dir="2700000" algn="tl">
                      <a:srgbClr val="FFFFFF"/>
                    </a:outerShdw>
                  </a:effectLst>
                  <a:ea typeface="隶书" pitchFamily="49" charset="-122"/>
                </a:rPr>
                <a:t>    statement1</a:t>
              </a:r>
            </a:p>
            <a:p>
              <a:pPr eaLnBrk="0" hangingPunct="0"/>
              <a:r>
                <a:rPr lang="en-US" altLang="zh-CN" b="1">
                  <a:solidFill>
                    <a:schemeClr val="tx2"/>
                  </a:solidFill>
                  <a:effectLst>
                    <a:outerShdw blurRad="38100" dist="38100" dir="2700000" algn="tl">
                      <a:srgbClr val="FFFFFF"/>
                    </a:outerShdw>
                  </a:effectLst>
                  <a:ea typeface="隶书" pitchFamily="49" charset="-122"/>
                </a:rPr>
                <a:t>else</a:t>
              </a:r>
            </a:p>
            <a:p>
              <a:pPr eaLnBrk="0" hangingPunct="0"/>
              <a:r>
                <a:rPr lang="en-US" altLang="zh-CN" b="1">
                  <a:solidFill>
                    <a:schemeClr val="tx2"/>
                  </a:solidFill>
                  <a:effectLst>
                    <a:outerShdw blurRad="38100" dist="38100" dir="2700000" algn="tl">
                      <a:srgbClr val="FFFFFF"/>
                    </a:outerShdw>
                  </a:effectLst>
                  <a:ea typeface="隶书" pitchFamily="49" charset="-122"/>
                </a:rPr>
                <a:t>    </a:t>
              </a:r>
              <a:r>
                <a:rPr lang="en-US" altLang="zh-CN" b="1">
                  <a:solidFill>
                    <a:schemeClr val="accent2"/>
                  </a:solidFill>
                  <a:effectLst>
                    <a:outerShdw blurRad="38100" dist="38100" dir="2700000" algn="tl">
                      <a:srgbClr val="000000"/>
                    </a:outerShdw>
                  </a:effectLst>
                  <a:ea typeface="隶书" pitchFamily="49" charset="-122"/>
                </a:rPr>
                <a:t>if (expr3)    </a:t>
              </a:r>
            </a:p>
            <a:p>
              <a:pPr eaLnBrk="0" hangingPunct="0"/>
              <a:r>
                <a:rPr lang="en-US" altLang="zh-CN" b="1">
                  <a:solidFill>
                    <a:schemeClr val="accent2"/>
                  </a:solidFill>
                  <a:effectLst>
                    <a:outerShdw blurRad="38100" dist="38100" dir="2700000" algn="tl">
                      <a:srgbClr val="000000"/>
                    </a:outerShdw>
                  </a:effectLst>
                  <a:ea typeface="隶书" pitchFamily="49" charset="-122"/>
                </a:rPr>
                <a:t>        statement3</a:t>
              </a:r>
            </a:p>
            <a:p>
              <a:pPr eaLnBrk="0" hangingPunct="0"/>
              <a:r>
                <a:rPr lang="en-US" altLang="zh-CN" b="1">
                  <a:solidFill>
                    <a:schemeClr val="accent2"/>
                  </a:solidFill>
                  <a:effectLst>
                    <a:outerShdw blurRad="38100" dist="38100" dir="2700000" algn="tl">
                      <a:srgbClr val="000000"/>
                    </a:outerShdw>
                  </a:effectLst>
                  <a:ea typeface="隶书" pitchFamily="49" charset="-122"/>
                </a:rPr>
                <a:t>    else   </a:t>
              </a:r>
            </a:p>
            <a:p>
              <a:pPr eaLnBrk="0" hangingPunct="0"/>
              <a:r>
                <a:rPr lang="en-US" altLang="zh-CN" b="1">
                  <a:solidFill>
                    <a:schemeClr val="accent2"/>
                  </a:solidFill>
                  <a:effectLst>
                    <a:outerShdw blurRad="38100" dist="38100" dir="2700000" algn="tl">
                      <a:srgbClr val="000000"/>
                    </a:outerShdw>
                  </a:effectLst>
                  <a:ea typeface="隶书" pitchFamily="49" charset="-122"/>
                </a:rPr>
                <a:t>        statement4</a:t>
              </a:r>
            </a:p>
          </p:txBody>
        </p:sp>
        <p:sp>
          <p:nvSpPr>
            <p:cNvPr id="858131" name="Text Box 19"/>
            <p:cNvSpPr txBox="1">
              <a:spLocks noChangeArrowheads="1"/>
            </p:cNvSpPr>
            <p:nvPr/>
          </p:nvSpPr>
          <p:spPr bwMode="auto">
            <a:xfrm>
              <a:off x="1793" y="3309"/>
              <a:ext cx="624" cy="291"/>
            </a:xfrm>
            <a:prstGeom prst="rect">
              <a:avLst/>
            </a:prstGeom>
            <a:noFill/>
            <a:ln w="9525">
              <a:noFill/>
              <a:miter lim="800000"/>
              <a:headEnd/>
              <a:tailEnd/>
            </a:ln>
            <a:effectLst/>
          </p:spPr>
          <p:txBody>
            <a:bodyPr wrap="none" anchor="ctr">
              <a:spAutoFit/>
            </a:bodyPr>
            <a:lstStyle/>
            <a:p>
              <a:pPr algn="ctr" eaLnBrk="0" hangingPunct="0"/>
              <a:r>
                <a:rPr lang="zh-CN" altLang="en-US" b="1">
                  <a:solidFill>
                    <a:srgbClr val="FF33CC"/>
                  </a:solidFill>
                  <a:effectLst>
                    <a:outerShdw blurRad="38100" dist="38100" dir="2700000" algn="tl">
                      <a:srgbClr val="000000"/>
                    </a:outerShdw>
                  </a:effectLst>
                  <a:ea typeface="隶书" pitchFamily="49" charset="-122"/>
                </a:rPr>
                <a:t>内嵌</a:t>
              </a:r>
              <a:r>
                <a:rPr lang="en-US" altLang="zh-CN" b="1">
                  <a:solidFill>
                    <a:srgbClr val="FF33CC"/>
                  </a:solidFill>
                  <a:effectLst>
                    <a:outerShdw blurRad="38100" dist="38100" dir="2700000" algn="tl">
                      <a:srgbClr val="000000"/>
                    </a:outerShdw>
                  </a:effectLst>
                  <a:ea typeface="隶书" pitchFamily="49" charset="-122"/>
                </a:rPr>
                <a:t>if</a:t>
              </a:r>
            </a:p>
          </p:txBody>
        </p:sp>
        <p:sp>
          <p:nvSpPr>
            <p:cNvPr id="858132" name="AutoShape 20"/>
            <p:cNvSpPr>
              <a:spLocks/>
            </p:cNvSpPr>
            <p:nvPr/>
          </p:nvSpPr>
          <p:spPr bwMode="auto">
            <a:xfrm>
              <a:off x="1739" y="3118"/>
              <a:ext cx="47" cy="734"/>
            </a:xfrm>
            <a:prstGeom prst="rightBracket">
              <a:avLst>
                <a:gd name="adj" fmla="val 130142"/>
              </a:avLst>
            </a:prstGeom>
            <a:noFill/>
            <a:ln w="25400">
              <a:solidFill>
                <a:srgbClr val="FF00FF"/>
              </a:solidFill>
              <a:round/>
              <a:headEnd/>
              <a:tailEnd/>
            </a:ln>
            <a:effectLst/>
          </p:spPr>
          <p:txBody>
            <a:bodyPr wrap="none" anchor="ctr"/>
            <a:lstStyle/>
            <a:p>
              <a:endParaRPr lang="zh-CN" altLang="en-US"/>
            </a:p>
          </p:txBody>
        </p:sp>
      </p:grpSp>
      <p:grpSp>
        <p:nvGrpSpPr>
          <p:cNvPr id="858140" name="Group 28"/>
          <p:cNvGrpSpPr>
            <a:grpSpLocks/>
          </p:cNvGrpSpPr>
          <p:nvPr/>
        </p:nvGrpSpPr>
        <p:grpSpPr bwMode="auto">
          <a:xfrm>
            <a:off x="-16132" y="0"/>
            <a:ext cx="446088" cy="6858000"/>
            <a:chOff x="0" y="0"/>
            <a:chExt cx="281" cy="4320"/>
          </a:xfrm>
        </p:grpSpPr>
        <p:sp>
          <p:nvSpPr>
            <p:cNvPr id="858141" name="Text Box 2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58142" name="Text Box 3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58114">
                                            <p:txEl>
                                              <p:pRg st="0" end="0"/>
                                            </p:txEl>
                                          </p:spTgt>
                                        </p:tgtEl>
                                        <p:attrNameLst>
                                          <p:attrName>style.visibility</p:attrName>
                                        </p:attrNameLst>
                                      </p:cBhvr>
                                      <p:to>
                                        <p:strVal val="visible"/>
                                      </p:to>
                                    </p:set>
                                    <p:anim calcmode="lin" valueType="num">
                                      <p:cBhvr additive="base">
                                        <p:cTn id="7" dur="500" fill="hold"/>
                                        <p:tgtEl>
                                          <p:spTgt spid="8581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5811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58114">
                                            <p:txEl>
                                              <p:pRg st="1" end="1"/>
                                            </p:txEl>
                                          </p:spTgt>
                                        </p:tgtEl>
                                        <p:attrNameLst>
                                          <p:attrName>style.visibility</p:attrName>
                                        </p:attrNameLst>
                                      </p:cBhvr>
                                      <p:to>
                                        <p:strVal val="visible"/>
                                      </p:to>
                                    </p:set>
                                    <p:anim calcmode="lin" valueType="num">
                                      <p:cBhvr additive="base">
                                        <p:cTn id="13" dur="500" fill="hold"/>
                                        <p:tgtEl>
                                          <p:spTgt spid="85811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5811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858136"/>
                                        </p:tgtEl>
                                        <p:attrNameLst>
                                          <p:attrName>style.visibility</p:attrName>
                                        </p:attrNameLst>
                                      </p:cBhvr>
                                      <p:to>
                                        <p:strVal val="visible"/>
                                      </p:to>
                                    </p:set>
                                    <p:animEffect transition="in" filter="box(in)">
                                      <p:cBhvr>
                                        <p:cTn id="19" dur="500"/>
                                        <p:tgtEl>
                                          <p:spTgt spid="858136"/>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858137"/>
                                        </p:tgtEl>
                                        <p:attrNameLst>
                                          <p:attrName>style.visibility</p:attrName>
                                        </p:attrNameLst>
                                      </p:cBhvr>
                                      <p:to>
                                        <p:strVal val="visible"/>
                                      </p:to>
                                    </p:set>
                                    <p:animEffect transition="in" filter="box(in)">
                                      <p:cBhvr>
                                        <p:cTn id="24" dur="500"/>
                                        <p:tgtEl>
                                          <p:spTgt spid="858137"/>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858138"/>
                                        </p:tgtEl>
                                        <p:attrNameLst>
                                          <p:attrName>style.visibility</p:attrName>
                                        </p:attrNameLst>
                                      </p:cBhvr>
                                      <p:to>
                                        <p:strVal val="visible"/>
                                      </p:to>
                                    </p:set>
                                    <p:animEffect transition="in" filter="box(in)">
                                      <p:cBhvr>
                                        <p:cTn id="29" dur="500"/>
                                        <p:tgtEl>
                                          <p:spTgt spid="858138"/>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858139"/>
                                        </p:tgtEl>
                                        <p:attrNameLst>
                                          <p:attrName>style.visibility</p:attrName>
                                        </p:attrNameLst>
                                      </p:cBhvr>
                                      <p:to>
                                        <p:strVal val="visible"/>
                                      </p:to>
                                    </p:set>
                                    <p:animEffect transition="in" filter="box(in)">
                                      <p:cBhvr>
                                        <p:cTn id="34" dur="500"/>
                                        <p:tgtEl>
                                          <p:spTgt spid="858139"/>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8114" grpId="0" uiExpand="1" build="p" bldLvl="4"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40" name="Text Box 4"/>
          <p:cNvSpPr txBox="1">
            <a:spLocks noChangeArrowheads="1"/>
          </p:cNvSpPr>
          <p:nvPr/>
        </p:nvSpPr>
        <p:spPr bwMode="auto">
          <a:xfrm>
            <a:off x="602072" y="188913"/>
            <a:ext cx="5235729" cy="523220"/>
          </a:xfrm>
          <a:prstGeom prst="rect">
            <a:avLst/>
          </a:prstGeom>
          <a:noFill/>
          <a:ln w="9525">
            <a:noFill/>
            <a:miter lim="800000"/>
            <a:headEnd/>
            <a:tailEnd/>
          </a:ln>
          <a:effectLst/>
        </p:spPr>
        <p:txBody>
          <a:bodyPr wrap="none">
            <a:spAutoFit/>
          </a:bodyPr>
          <a:lstStyle/>
          <a:p>
            <a:r>
              <a:rPr lang="zh-CN" altLang="en-US" sz="2800" b="1" dirty="0">
                <a:solidFill>
                  <a:srgbClr val="FF3300"/>
                </a:solidFill>
                <a:effectLst>
                  <a:outerShdw blurRad="38100" dist="38100" dir="2700000" algn="tl">
                    <a:srgbClr val="000000"/>
                  </a:outerShdw>
                </a:effectLst>
                <a:latin typeface="隶书" pitchFamily="49" charset="-122"/>
                <a:ea typeface="隶书" pitchFamily="49" charset="-122"/>
              </a:rPr>
              <a:t>例</a:t>
            </a:r>
            <a:r>
              <a:rPr lang="en-US" altLang="zh-CN" sz="2800" b="1" dirty="0">
                <a:solidFill>
                  <a:srgbClr val="FF3300"/>
                </a:solidFill>
                <a:effectLst>
                  <a:outerShdw blurRad="38100" dist="38100" dir="2700000" algn="tl">
                    <a:srgbClr val="000000"/>
                  </a:outerShdw>
                </a:effectLst>
                <a:latin typeface="隶书" pitchFamily="49" charset="-122"/>
                <a:ea typeface="隶书" pitchFamily="49" charset="-122"/>
              </a:rPr>
              <a:t>:</a:t>
            </a:r>
            <a:r>
              <a:rPr lang="zh-CN" altLang="en-US" sz="2800" b="1" dirty="0">
                <a:solidFill>
                  <a:srgbClr val="FF3300"/>
                </a:solidFill>
                <a:effectLst>
                  <a:outerShdw blurRad="38100" dist="38100" dir="2700000" algn="tl">
                    <a:srgbClr val="000000"/>
                  </a:outerShdw>
                </a:effectLst>
                <a:latin typeface="隶书" pitchFamily="49" charset="-122"/>
                <a:ea typeface="隶书" pitchFamily="49" charset="-122"/>
              </a:rPr>
              <a:t> 输入两数并判断其大小关系</a:t>
            </a:r>
          </a:p>
        </p:txBody>
      </p:sp>
      <p:sp>
        <p:nvSpPr>
          <p:cNvPr id="859141" name="Text Box 5" descr="信纸"/>
          <p:cNvSpPr txBox="1">
            <a:spLocks noChangeArrowheads="1"/>
          </p:cNvSpPr>
          <p:nvPr/>
        </p:nvSpPr>
        <p:spPr bwMode="auto">
          <a:xfrm>
            <a:off x="1321457" y="883002"/>
            <a:ext cx="5926671" cy="5265160"/>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b="1" dirty="0">
                <a:effectLst>
                  <a:outerShdw blurRad="38100" dist="38100" dir="2700000" algn="tl">
                    <a:srgbClr val="FFFFFF"/>
                  </a:outerShdw>
                </a:effectLst>
                <a:ea typeface="隶书" pitchFamily="49" charset="-122"/>
              </a:rPr>
              <a:t> #include &lt;</a:t>
            </a:r>
            <a:r>
              <a:rPr lang="en-US" altLang="zh-CN" b="1" dirty="0" err="1">
                <a:effectLst>
                  <a:outerShdw blurRad="38100" dist="38100" dir="2700000" algn="tl">
                    <a:srgbClr val="FFFFFF"/>
                  </a:outerShdw>
                </a:effectLst>
                <a:ea typeface="隶书" pitchFamily="49" charset="-122"/>
              </a:rPr>
              <a:t>stdio.h</a:t>
            </a:r>
            <a:r>
              <a:rPr lang="en-US" altLang="zh-CN" b="1" dirty="0">
                <a:effectLst>
                  <a:outerShdw blurRad="38100" dist="38100" dir="2700000" algn="tl">
                    <a:srgbClr val="FFFFFF"/>
                  </a:outerShdw>
                </a:effectLst>
                <a:ea typeface="隶书" pitchFamily="49" charset="-122"/>
              </a:rPr>
              <a:t>&gt;</a:t>
            </a:r>
          </a:p>
          <a:p>
            <a:pPr eaLnBrk="0" hangingPunct="0"/>
            <a:r>
              <a:rPr lang="en-US" altLang="zh-CN" b="1" dirty="0">
                <a:solidFill>
                  <a:srgbClr val="C00000"/>
                </a:solidFill>
                <a:ea typeface="隶书" pitchFamily="49" charset="-122"/>
              </a:rPr>
              <a:t> </a:t>
            </a:r>
            <a:r>
              <a:rPr lang="en-US" altLang="zh-CN" b="1" dirty="0" err="1">
                <a:solidFill>
                  <a:srgbClr val="C00000"/>
                </a:solidFill>
                <a:effectLst>
                  <a:outerShdw blurRad="38100" dist="38100" dir="2700000" algn="tl">
                    <a:srgbClr val="000000">
                      <a:alpha val="43137"/>
                    </a:srgbClr>
                  </a:outerShdw>
                </a:effectLst>
                <a:ea typeface="隶书" pitchFamily="49" charset="-122"/>
              </a:rPr>
              <a:t>int</a:t>
            </a:r>
            <a:r>
              <a:rPr lang="en-US" altLang="zh-CN" b="1" dirty="0">
                <a:solidFill>
                  <a:srgbClr val="C00000"/>
                </a:solidFill>
                <a:effectLst>
                  <a:outerShdw blurRad="38100" dist="38100" dir="2700000" algn="tl">
                    <a:srgbClr val="000000">
                      <a:alpha val="43137"/>
                    </a:srgbClr>
                  </a:outerShdw>
                </a:effectLst>
                <a:ea typeface="隶书" pitchFamily="49" charset="-122"/>
              </a:rPr>
              <a:t> main ( )</a:t>
            </a:r>
          </a:p>
          <a:p>
            <a:pPr eaLnBrk="0" hangingPunct="0"/>
            <a:r>
              <a:rPr lang="en-US" altLang="zh-CN" b="1" dirty="0">
                <a:effectLst>
                  <a:outerShdw blurRad="38100" dist="38100" dir="2700000" algn="tl">
                    <a:srgbClr val="FFFFFF"/>
                  </a:outerShdw>
                </a:effectLst>
                <a:ea typeface="隶书" pitchFamily="49" charset="-122"/>
              </a:rPr>
              <a:t> {   </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int</a:t>
            </a:r>
            <a:r>
              <a:rPr lang="en-US" altLang="zh-CN" b="1" dirty="0">
                <a:effectLst>
                  <a:outerShdw blurRad="38100" dist="38100" dir="2700000" algn="tl">
                    <a:srgbClr val="FFFFFF"/>
                  </a:outerShdw>
                </a:effectLst>
                <a:ea typeface="隶书" pitchFamily="49" charset="-122"/>
              </a:rPr>
              <a:t> x, y;</a:t>
            </a:r>
          </a:p>
          <a:p>
            <a:pPr eaLnBrk="0" hangingPunct="0"/>
            <a:endParaRPr lang="en-US" altLang="zh-CN" b="1" dirty="0">
              <a:effectLst>
                <a:outerShdw blurRad="38100" dist="38100" dir="2700000" algn="tl">
                  <a:srgbClr val="FFFFFF"/>
                </a:outerShdw>
              </a:effectLst>
              <a:ea typeface="隶书" pitchFamily="49" charset="-122"/>
            </a:endParaRPr>
          </a:p>
          <a:p>
            <a:pPr eaLnBrk="0" hangingPunct="0"/>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printf</a:t>
            </a:r>
            <a:r>
              <a:rPr lang="en-US" altLang="zh-CN" b="1" dirty="0">
                <a:effectLst>
                  <a:outerShdw blurRad="38100" dist="38100" dir="2700000" algn="tl">
                    <a:srgbClr val="FFFFFF"/>
                  </a:outerShdw>
                </a:effectLst>
                <a:ea typeface="隶书" pitchFamily="49" charset="-122"/>
              </a:rPr>
              <a:t> ("Enter integer x, y: ");</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scanf</a:t>
            </a:r>
            <a:r>
              <a:rPr lang="en-US" altLang="zh-CN" b="1" dirty="0">
                <a:effectLst>
                  <a:outerShdw blurRad="38100" dist="38100" dir="2700000" algn="tl">
                    <a:srgbClr val="FFFFFF"/>
                  </a:outerShdw>
                </a:effectLst>
                <a:ea typeface="隶书" pitchFamily="49" charset="-122"/>
              </a:rPr>
              <a:t> ("%d, %d", &amp;x, &amp;y);</a:t>
            </a:r>
          </a:p>
          <a:p>
            <a:pPr eaLnBrk="0" hangingPunct="0"/>
            <a:r>
              <a:rPr lang="en-US" altLang="zh-CN" b="1" dirty="0">
                <a:effectLst>
                  <a:outerShdw blurRad="38100" dist="38100" dir="2700000" algn="tl">
                    <a:srgbClr val="FFFFFF"/>
                  </a:outerShdw>
                </a:effectLst>
                <a:ea typeface="隶书" pitchFamily="49" charset="-122"/>
              </a:rPr>
              <a:t>    if (x != y)</a:t>
            </a:r>
          </a:p>
          <a:p>
            <a:pPr eaLnBrk="0" hangingPunct="0"/>
            <a:r>
              <a:rPr lang="en-US" altLang="zh-CN" b="1" dirty="0">
                <a:effectLst>
                  <a:outerShdw blurRad="38100" dist="38100" dir="2700000" algn="tl">
                    <a:srgbClr val="FFFFFF"/>
                  </a:outerShdw>
                </a:effectLst>
                <a:ea typeface="隶书" pitchFamily="49" charset="-122"/>
              </a:rPr>
              <a:t>        if (x &gt; y)  </a:t>
            </a:r>
            <a:r>
              <a:rPr lang="en-US" altLang="zh-CN" b="1" dirty="0" err="1">
                <a:effectLst>
                  <a:outerShdw blurRad="38100" dist="38100" dir="2700000" algn="tl">
                    <a:srgbClr val="FFFFFF"/>
                  </a:outerShdw>
                </a:effectLst>
                <a:ea typeface="隶书" pitchFamily="49" charset="-122"/>
              </a:rPr>
              <a:t>printf</a:t>
            </a:r>
            <a:r>
              <a:rPr lang="en-US" altLang="zh-CN" b="1" dirty="0">
                <a:effectLst>
                  <a:outerShdw blurRad="38100" dist="38100" dir="2700000" algn="tl">
                    <a:srgbClr val="FFFFFF"/>
                  </a:outerShdw>
                </a:effectLst>
                <a:ea typeface="隶书" pitchFamily="49" charset="-122"/>
              </a:rPr>
              <a:t> ("X &gt; Y\n");</a:t>
            </a:r>
          </a:p>
          <a:p>
            <a:pPr eaLnBrk="0" hangingPunct="0"/>
            <a:r>
              <a:rPr lang="en-US" altLang="zh-CN" b="1" dirty="0">
                <a:effectLst>
                  <a:outerShdw blurRad="38100" dist="38100" dir="2700000" algn="tl">
                    <a:srgbClr val="FFFFFF"/>
                  </a:outerShdw>
                </a:effectLst>
                <a:ea typeface="隶书" pitchFamily="49" charset="-122"/>
              </a:rPr>
              <a:t>        else          </a:t>
            </a:r>
            <a:r>
              <a:rPr lang="en-US" altLang="zh-CN" b="1" dirty="0" err="1">
                <a:effectLst>
                  <a:outerShdw blurRad="38100" dist="38100" dir="2700000" algn="tl">
                    <a:srgbClr val="FFFFFF"/>
                  </a:outerShdw>
                </a:effectLst>
                <a:ea typeface="隶书" pitchFamily="49" charset="-122"/>
              </a:rPr>
              <a:t>printf</a:t>
            </a:r>
            <a:r>
              <a:rPr lang="en-US" altLang="zh-CN" b="1" dirty="0">
                <a:effectLst>
                  <a:outerShdw blurRad="38100" dist="38100" dir="2700000" algn="tl">
                    <a:srgbClr val="FFFFFF"/>
                  </a:outerShdw>
                </a:effectLst>
                <a:ea typeface="隶书" pitchFamily="49" charset="-122"/>
              </a:rPr>
              <a:t> ("X &lt; Y\n");</a:t>
            </a:r>
          </a:p>
          <a:p>
            <a:pPr eaLnBrk="0" hangingPunct="0"/>
            <a:r>
              <a:rPr lang="en-US" altLang="zh-CN" b="1" dirty="0">
                <a:effectLst>
                  <a:outerShdw blurRad="38100" dist="38100" dir="2700000" algn="tl">
                    <a:srgbClr val="FFFFFF"/>
                  </a:outerShdw>
                </a:effectLst>
                <a:ea typeface="隶书" pitchFamily="49" charset="-122"/>
              </a:rPr>
              <a:t>    else</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printf</a:t>
            </a:r>
            <a:r>
              <a:rPr lang="en-US" altLang="zh-CN" b="1" dirty="0">
                <a:effectLst>
                  <a:outerShdw blurRad="38100" dist="38100" dir="2700000" algn="tl">
                    <a:srgbClr val="FFFFFF"/>
                  </a:outerShdw>
                </a:effectLst>
                <a:ea typeface="隶书" pitchFamily="49" charset="-122"/>
              </a:rPr>
              <a:t> ("X == Y\n");</a:t>
            </a:r>
          </a:p>
          <a:p>
            <a:pPr eaLnBrk="0" hangingPunct="0"/>
            <a:r>
              <a:rPr lang="en-US" altLang="zh-CN" b="1" dirty="0">
                <a:effectLst>
                  <a:outerShdw blurRad="38100" dist="38100" dir="2700000" algn="tl">
                    <a:srgbClr val="FFFFFF"/>
                  </a:outerShdw>
                </a:effectLst>
                <a:ea typeface="隶书" pitchFamily="49" charset="-122"/>
              </a:rPr>
              <a:t>    return 0;</a:t>
            </a:r>
          </a:p>
          <a:p>
            <a:pPr eaLnBrk="0" hangingPunct="0"/>
            <a:r>
              <a:rPr lang="en-US" altLang="zh-CN" b="1" dirty="0">
                <a:effectLst>
                  <a:outerShdw blurRad="38100" dist="38100" dir="2700000" algn="tl">
                    <a:srgbClr val="FFFFFF"/>
                  </a:outerShdw>
                </a:effectLst>
                <a:ea typeface="隶书" pitchFamily="49" charset="-122"/>
              </a:rPr>
              <a:t> }</a:t>
            </a:r>
          </a:p>
        </p:txBody>
      </p:sp>
      <p:sp>
        <p:nvSpPr>
          <p:cNvPr id="859142" name="Text Box 6"/>
          <p:cNvSpPr txBox="1">
            <a:spLocks noChangeArrowheads="1"/>
          </p:cNvSpPr>
          <p:nvPr/>
        </p:nvSpPr>
        <p:spPr bwMode="auto">
          <a:xfrm>
            <a:off x="7892298" y="3846527"/>
            <a:ext cx="3604302" cy="2246769"/>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CC00FF"/>
                </a:solidFill>
                <a:effectLst>
                  <a:outerShdw blurRad="38100" dist="38100" dir="2700000" algn="tl">
                    <a:srgbClr val="C0C0C0"/>
                  </a:outerShdw>
                </a:effectLst>
                <a:latin typeface="隶书" pitchFamily="49" charset="-122"/>
                <a:ea typeface="隶书" pitchFamily="49" charset="-122"/>
              </a:rPr>
              <a:t>运行结果：</a:t>
            </a:r>
          </a:p>
          <a:p>
            <a:r>
              <a:rPr lang="zh-CN" altLang="en-US" sz="2000" b="1" dirty="0">
                <a:effectLst>
                  <a:outerShdw blurRad="38100" dist="38100" dir="2700000" algn="tl">
                    <a:srgbClr val="C0C0C0"/>
                  </a:outerShdw>
                </a:effectLst>
              </a:rPr>
              <a:t> </a:t>
            </a:r>
            <a:r>
              <a:rPr lang="en-US" altLang="zh-CN" sz="2000" b="1" dirty="0">
                <a:effectLst>
                  <a:outerShdw blurRad="38100" dist="38100" dir="2700000" algn="tl">
                    <a:srgbClr val="C0C0C0"/>
                  </a:outerShdw>
                </a:effectLst>
              </a:rPr>
              <a:t>Enter  integer  x, y: 12, 23</a:t>
            </a:r>
            <a:r>
              <a:rPr lang="en-US" altLang="zh-CN" sz="2000" b="1" dirty="0">
                <a:effectLst>
                  <a:outerShdw blurRad="38100" dist="38100" dir="2700000" algn="tl">
                    <a:srgbClr val="C0C0C0"/>
                  </a:outerShdw>
                </a:effectLst>
                <a:latin typeface="+mn-ea"/>
                <a:sym typeface="Symbol" pitchFamily="18" charset="2"/>
              </a:rPr>
              <a:t>↙</a:t>
            </a:r>
            <a:endParaRPr lang="en-US" altLang="zh-CN" sz="2000" b="1" dirty="0">
              <a:effectLst>
                <a:outerShdw blurRad="38100" dist="38100" dir="2700000" algn="tl">
                  <a:srgbClr val="C0C0C0"/>
                </a:outerShdw>
              </a:effectLst>
              <a:latin typeface="+mn-ea"/>
              <a:ea typeface="+mn-ea"/>
              <a:sym typeface="Symbol" pitchFamily="18" charset="2"/>
            </a:endParaRPr>
          </a:p>
          <a:p>
            <a:r>
              <a:rPr lang="en-US" altLang="zh-CN" sz="2000" b="1" dirty="0">
                <a:effectLst>
                  <a:outerShdw blurRad="38100" dist="38100" dir="2700000" algn="tl">
                    <a:srgbClr val="C0C0C0"/>
                  </a:outerShdw>
                </a:effectLst>
                <a:sym typeface="Symbol" pitchFamily="18" charset="2"/>
              </a:rPr>
              <a:t> X&lt;Y</a:t>
            </a:r>
          </a:p>
          <a:p>
            <a:r>
              <a:rPr lang="en-US" altLang="zh-CN" sz="2000" b="1" dirty="0">
                <a:effectLst>
                  <a:outerShdw blurRad="38100" dist="38100" dir="2700000" algn="tl">
                    <a:srgbClr val="C0C0C0"/>
                  </a:outerShdw>
                </a:effectLst>
                <a:sym typeface="Symbol" pitchFamily="18" charset="2"/>
              </a:rPr>
              <a:t> </a:t>
            </a:r>
            <a:r>
              <a:rPr lang="en-US" altLang="zh-CN" sz="2000" b="1" dirty="0">
                <a:effectLst>
                  <a:outerShdw blurRad="38100" dist="38100" dir="2700000" algn="tl">
                    <a:srgbClr val="C0C0C0"/>
                  </a:outerShdw>
                </a:effectLst>
              </a:rPr>
              <a:t>Enter  integer  x, y: 12, 6</a:t>
            </a:r>
            <a:r>
              <a:rPr lang="en-US" altLang="zh-CN" sz="2000" b="1" dirty="0">
                <a:effectLst>
                  <a:outerShdw blurRad="38100" dist="38100" dir="2700000" algn="tl">
                    <a:srgbClr val="C0C0C0"/>
                  </a:outerShdw>
                </a:effectLst>
                <a:latin typeface="+mn-ea"/>
                <a:ea typeface="+mn-ea"/>
                <a:sym typeface="Symbol" pitchFamily="18" charset="2"/>
              </a:rPr>
              <a:t>↙</a:t>
            </a:r>
            <a:endParaRPr lang="en-US" altLang="zh-CN" sz="2000" b="1" dirty="0">
              <a:effectLst>
                <a:outerShdw blurRad="38100" dist="38100" dir="2700000" algn="tl">
                  <a:srgbClr val="C0C0C0"/>
                </a:outerShdw>
              </a:effectLst>
              <a:sym typeface="Symbol" pitchFamily="18" charset="2"/>
            </a:endParaRPr>
          </a:p>
          <a:p>
            <a:r>
              <a:rPr lang="en-US" altLang="zh-CN" sz="2000" b="1" dirty="0">
                <a:effectLst>
                  <a:outerShdw blurRad="38100" dist="38100" dir="2700000" algn="tl">
                    <a:srgbClr val="C0C0C0"/>
                  </a:outerShdw>
                </a:effectLst>
                <a:sym typeface="Symbol" pitchFamily="18" charset="2"/>
              </a:rPr>
              <a:t> X&gt;Y</a:t>
            </a:r>
          </a:p>
          <a:p>
            <a:r>
              <a:rPr lang="en-US" altLang="zh-CN" sz="2000" b="1" dirty="0">
                <a:effectLst>
                  <a:outerShdw blurRad="38100" dist="38100" dir="2700000" algn="tl">
                    <a:srgbClr val="C0C0C0"/>
                  </a:outerShdw>
                </a:effectLst>
              </a:rPr>
              <a:t> Enter  integer  x, y: 12, 12</a:t>
            </a:r>
            <a:r>
              <a:rPr lang="en-US" altLang="zh-CN" sz="2000" b="1" dirty="0">
                <a:effectLst>
                  <a:outerShdw blurRad="38100" dist="38100" dir="2700000" algn="tl">
                    <a:srgbClr val="C0C0C0"/>
                  </a:outerShdw>
                </a:effectLst>
                <a:latin typeface="+mn-ea"/>
                <a:sym typeface="Symbol" pitchFamily="18" charset="2"/>
              </a:rPr>
              <a:t>↙</a:t>
            </a:r>
            <a:endParaRPr lang="en-US" altLang="zh-CN" sz="2000" b="1" dirty="0">
              <a:effectLst>
                <a:outerShdw blurRad="38100" dist="38100" dir="2700000" algn="tl">
                  <a:srgbClr val="C0C0C0"/>
                </a:outerShdw>
              </a:effectLst>
              <a:sym typeface="Symbol" pitchFamily="18" charset="2"/>
            </a:endParaRPr>
          </a:p>
          <a:p>
            <a:r>
              <a:rPr lang="en-US" altLang="zh-CN" sz="2000" b="1" dirty="0">
                <a:effectLst>
                  <a:outerShdw blurRad="38100" dist="38100" dir="2700000" algn="tl">
                    <a:srgbClr val="C0C0C0"/>
                  </a:outerShdw>
                </a:effectLst>
                <a:sym typeface="Symbol" pitchFamily="18" charset="2"/>
              </a:rPr>
              <a:t> X==Y</a:t>
            </a:r>
          </a:p>
        </p:txBody>
      </p:sp>
      <p:grpSp>
        <p:nvGrpSpPr>
          <p:cNvPr id="859146" name="Group 10"/>
          <p:cNvGrpSpPr>
            <a:grpSpLocks/>
          </p:cNvGrpSpPr>
          <p:nvPr/>
        </p:nvGrpSpPr>
        <p:grpSpPr bwMode="auto">
          <a:xfrm>
            <a:off x="-9117" y="0"/>
            <a:ext cx="446088" cy="6858000"/>
            <a:chOff x="0" y="0"/>
            <a:chExt cx="281" cy="4320"/>
          </a:xfrm>
        </p:grpSpPr>
        <p:sp>
          <p:nvSpPr>
            <p:cNvPr id="859147" name="Text Box 1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59148" name="Text Box 1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59140">
                                            <p:txEl>
                                              <p:pRg st="0" end="0"/>
                                            </p:txEl>
                                          </p:spTgt>
                                        </p:tgtEl>
                                        <p:attrNameLst>
                                          <p:attrName>style.visibility</p:attrName>
                                        </p:attrNameLst>
                                      </p:cBhvr>
                                      <p:to>
                                        <p:strVal val="visible"/>
                                      </p:to>
                                    </p:set>
                                    <p:anim calcmode="lin" valueType="num">
                                      <p:cBhvr additive="base">
                                        <p:cTn id="7" dur="500" fill="hold"/>
                                        <p:tgtEl>
                                          <p:spTgt spid="85914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5914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59141"/>
                                        </p:tgtEl>
                                        <p:attrNameLst>
                                          <p:attrName>style.visibility</p:attrName>
                                        </p:attrNameLst>
                                      </p:cBhvr>
                                      <p:to>
                                        <p:strVal val="visible"/>
                                      </p:to>
                                    </p:set>
                                    <p:animEffect transition="in" filter="box(out)">
                                      <p:cBhvr>
                                        <p:cTn id="13" dur="500"/>
                                        <p:tgtEl>
                                          <p:spTgt spid="859141"/>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59142"/>
                                        </p:tgtEl>
                                        <p:attrNameLst>
                                          <p:attrName>style.visibility</p:attrName>
                                        </p:attrNameLst>
                                      </p:cBhvr>
                                      <p:to>
                                        <p:strVal val="visible"/>
                                      </p:to>
                                    </p:set>
                                    <p:animEffect transition="in" filter="box(out)">
                                      <p:cBhvr>
                                        <p:cTn id="18" dur="500"/>
                                        <p:tgtEl>
                                          <p:spTgt spid="859142"/>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9140" grpId="0" build="p" autoUpdateAnimBg="0"/>
      <p:bldP spid="859141" grpId="0" animBg="1" autoUpdateAnimBg="0"/>
      <p:bldP spid="859142"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4051" name="Text Box 35"/>
          <p:cNvSpPr txBox="1">
            <a:spLocks noChangeArrowheads="1"/>
          </p:cNvSpPr>
          <p:nvPr/>
        </p:nvSpPr>
        <p:spPr bwMode="auto">
          <a:xfrm>
            <a:off x="756119" y="2098989"/>
            <a:ext cx="3899721" cy="2016125"/>
          </a:xfrm>
          <a:prstGeom prst="rect">
            <a:avLst/>
          </a:prstGeom>
          <a:solidFill>
            <a:srgbClr val="E7FFFF"/>
          </a:solidFill>
          <a:ln w="38100">
            <a:solidFill>
              <a:srgbClr val="FF33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2000" dirty="0">
                <a:effectLst>
                  <a:outerShdw blurRad="50800" dist="38100" dir="8100000" algn="tr" rotWithShape="0">
                    <a:prstClr val="black">
                      <a:alpha val="40000"/>
                    </a:prstClr>
                  </a:outerShdw>
                </a:effectLst>
              </a:rPr>
              <a:t>       </a:t>
            </a:r>
            <a:r>
              <a:rPr lang="en-US" altLang="zh-CN" sz="2000" b="1" dirty="0">
                <a:effectLst>
                  <a:outerShdw blurRad="50800" dist="38100" dir="8100000" algn="tr" rotWithShape="0">
                    <a:prstClr val="black">
                      <a:alpha val="40000"/>
                    </a:prstClr>
                  </a:outerShdw>
                </a:effectLst>
              </a:rPr>
              <a:t>if  (……)</a:t>
            </a:r>
          </a:p>
          <a:p>
            <a:pPr algn="just"/>
            <a:r>
              <a:rPr lang="en-US" altLang="zh-CN" sz="2000" b="1" dirty="0">
                <a:effectLst>
                  <a:outerShdw blurRad="50800" dist="38100" dir="8100000" algn="tr" rotWithShape="0">
                    <a:prstClr val="black">
                      <a:alpha val="40000"/>
                    </a:prstClr>
                  </a:outerShdw>
                </a:effectLst>
              </a:rPr>
              <a:t>              if  (……)</a:t>
            </a:r>
          </a:p>
          <a:p>
            <a:pPr algn="just"/>
            <a:r>
              <a:rPr lang="en-US" altLang="zh-CN" sz="2000" b="1" dirty="0">
                <a:effectLst>
                  <a:outerShdw blurRad="50800" dist="38100" dir="8100000" algn="tr" rotWithShape="0">
                    <a:prstClr val="black">
                      <a:alpha val="40000"/>
                    </a:prstClr>
                  </a:outerShdw>
                </a:effectLst>
              </a:rPr>
              <a:t>                    if  (……)</a:t>
            </a:r>
          </a:p>
          <a:p>
            <a:pPr algn="just"/>
            <a:r>
              <a:rPr lang="en-US" altLang="zh-CN" sz="2000" b="1" dirty="0">
                <a:effectLst>
                  <a:outerShdw blurRad="50800" dist="38100" dir="8100000" algn="tr" rotWithShape="0">
                    <a:prstClr val="black">
                      <a:alpha val="40000"/>
                    </a:prstClr>
                  </a:outerShdw>
                </a:effectLst>
              </a:rPr>
              <a:t>                   else……</a:t>
            </a:r>
          </a:p>
          <a:p>
            <a:pPr algn="just"/>
            <a:r>
              <a:rPr lang="en-US" altLang="zh-CN" sz="2000" b="1" dirty="0">
                <a:effectLst>
                  <a:outerShdw blurRad="50800" dist="38100" dir="8100000" algn="tr" rotWithShape="0">
                    <a:prstClr val="black">
                      <a:alpha val="40000"/>
                    </a:prstClr>
                  </a:outerShdw>
                </a:effectLst>
              </a:rPr>
              <a:t>             else……</a:t>
            </a:r>
          </a:p>
          <a:p>
            <a:pPr algn="just"/>
            <a:r>
              <a:rPr lang="en-US" altLang="zh-CN" sz="2000" b="1" dirty="0">
                <a:effectLst>
                  <a:outerShdw blurRad="50800" dist="38100" dir="8100000" algn="tr" rotWithShape="0">
                    <a:prstClr val="black">
                      <a:alpha val="40000"/>
                    </a:prstClr>
                  </a:outerShdw>
                </a:effectLst>
              </a:rPr>
              <a:t>       else……</a:t>
            </a:r>
          </a:p>
        </p:txBody>
      </p:sp>
      <p:sp>
        <p:nvSpPr>
          <p:cNvPr id="854052" name="AutoShape 36"/>
          <p:cNvSpPr>
            <a:spLocks/>
          </p:cNvSpPr>
          <p:nvPr/>
        </p:nvSpPr>
        <p:spPr bwMode="auto">
          <a:xfrm>
            <a:off x="1841969" y="2862264"/>
            <a:ext cx="196850" cy="376237"/>
          </a:xfrm>
          <a:prstGeom prst="leftBracket">
            <a:avLst>
              <a:gd name="adj" fmla="val 78416"/>
            </a:avLst>
          </a:prstGeom>
          <a:noFill/>
          <a:ln w="25400">
            <a:solidFill>
              <a:srgbClr val="0000FF"/>
            </a:solidFill>
            <a:round/>
            <a:headEnd/>
            <a:tailEnd/>
          </a:ln>
          <a:effectLst>
            <a:outerShdw blurRad="50800" dist="38100" dir="2700000" algn="tl" rotWithShape="0">
              <a:prstClr val="black">
                <a:alpha val="40000"/>
              </a:prstClr>
            </a:outerShdw>
          </a:effectLst>
        </p:spPr>
        <p:txBody>
          <a:bodyPr/>
          <a:lstStyle/>
          <a:p>
            <a:endParaRPr lang="zh-CN" altLang="en-US"/>
          </a:p>
        </p:txBody>
      </p:sp>
      <p:sp>
        <p:nvSpPr>
          <p:cNvPr id="854053" name="AutoShape 37"/>
          <p:cNvSpPr>
            <a:spLocks/>
          </p:cNvSpPr>
          <p:nvPr/>
        </p:nvSpPr>
        <p:spPr bwMode="auto">
          <a:xfrm>
            <a:off x="1413345" y="2587626"/>
            <a:ext cx="214313" cy="900113"/>
          </a:xfrm>
          <a:prstGeom prst="leftBracket">
            <a:avLst>
              <a:gd name="adj" fmla="val 79567"/>
            </a:avLst>
          </a:prstGeom>
          <a:noFill/>
          <a:ln w="25400">
            <a:solidFill>
              <a:srgbClr val="008000"/>
            </a:solidFill>
            <a:round/>
            <a:headEnd/>
            <a:tailEnd/>
          </a:ln>
          <a:effectLst>
            <a:outerShdw blurRad="50800" dist="38100" dir="2700000" algn="tl" rotWithShape="0">
              <a:prstClr val="black">
                <a:alpha val="40000"/>
              </a:prstClr>
            </a:outerShdw>
          </a:effectLst>
        </p:spPr>
        <p:txBody>
          <a:bodyPr/>
          <a:lstStyle/>
          <a:p>
            <a:endParaRPr lang="zh-CN" altLang="en-US"/>
          </a:p>
        </p:txBody>
      </p:sp>
      <p:sp>
        <p:nvSpPr>
          <p:cNvPr id="854054" name="AutoShape 38"/>
          <p:cNvSpPr>
            <a:spLocks/>
          </p:cNvSpPr>
          <p:nvPr/>
        </p:nvSpPr>
        <p:spPr bwMode="auto">
          <a:xfrm>
            <a:off x="1051394" y="2311400"/>
            <a:ext cx="198438" cy="1550988"/>
          </a:xfrm>
          <a:prstGeom prst="leftBracket">
            <a:avLst>
              <a:gd name="adj" fmla="val 65133"/>
            </a:avLst>
          </a:prstGeom>
          <a:noFill/>
          <a:ln w="25400">
            <a:solidFill>
              <a:srgbClr val="FF00FF"/>
            </a:solidFill>
            <a:round/>
            <a:headEnd/>
            <a:tailEnd/>
          </a:ln>
          <a:effectLst>
            <a:outerShdw blurRad="50800" dist="38100" dir="2700000" algn="tl" rotWithShape="0">
              <a:prstClr val="black">
                <a:alpha val="40000"/>
              </a:prstClr>
            </a:outerShdw>
          </a:effectLst>
        </p:spPr>
        <p:txBody>
          <a:bodyPr/>
          <a:lstStyle/>
          <a:p>
            <a:endParaRPr lang="zh-CN" altLang="en-US"/>
          </a:p>
        </p:txBody>
      </p:sp>
      <p:sp>
        <p:nvSpPr>
          <p:cNvPr id="854057" name="Rectangle 41"/>
          <p:cNvSpPr>
            <a:spLocks noChangeArrowheads="1"/>
          </p:cNvSpPr>
          <p:nvPr/>
        </p:nvSpPr>
        <p:spPr bwMode="auto">
          <a:xfrm>
            <a:off x="746410" y="654948"/>
            <a:ext cx="3909430" cy="1261884"/>
          </a:xfrm>
          <a:prstGeom prst="rect">
            <a:avLst/>
          </a:prstGeom>
          <a:gradFill rotWithShape="1">
            <a:gsLst>
              <a:gs pos="0">
                <a:srgbClr val="00FFFF"/>
              </a:gs>
              <a:gs pos="100000">
                <a:srgbClr val="00FFFF">
                  <a:gamma/>
                  <a:shade val="57647"/>
                  <a:invGamma/>
                </a:srgbClr>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r>
              <a:rPr lang="en-US" altLang="zh-CN" sz="2800" b="1" dirty="0">
                <a:solidFill>
                  <a:srgbClr val="FF3300"/>
                </a:solidFill>
                <a:effectLst>
                  <a:outerShdw blurRad="38100" dist="38100" dir="2700000" algn="tl">
                    <a:srgbClr val="000000"/>
                  </a:outerShdw>
                </a:effectLst>
                <a:latin typeface="隶书" pitchFamily="49" charset="-122"/>
                <a:ea typeface="隶书" pitchFamily="49" charset="-122"/>
              </a:rPr>
              <a:t>   </a:t>
            </a:r>
            <a:r>
              <a:rPr lang="zh-CN" altLang="en-US" b="1" dirty="0">
                <a:solidFill>
                  <a:srgbClr val="FF3300"/>
                </a:solidFill>
                <a:effectLst>
                  <a:outerShdw blurRad="38100" dist="38100" dir="2700000" algn="tl">
                    <a:srgbClr val="000000"/>
                  </a:outerShdw>
                </a:effectLst>
                <a:latin typeface="+mn-lt"/>
                <a:ea typeface="隶书" pitchFamily="49" charset="-122"/>
              </a:rPr>
              <a:t>Ｃ语言规定，在缺省</a:t>
            </a:r>
            <a:r>
              <a:rPr lang="en-US" altLang="zh-CN" b="1" dirty="0">
                <a:solidFill>
                  <a:srgbClr val="FF3300"/>
                </a:solidFill>
                <a:effectLst>
                  <a:outerShdw blurRad="38100" dist="38100" dir="2700000" algn="tl">
                    <a:srgbClr val="000000"/>
                  </a:outerShdw>
                </a:effectLst>
                <a:latin typeface="+mn-lt"/>
                <a:ea typeface="隶书" pitchFamily="49" charset="-122"/>
              </a:rPr>
              <a:t>{ }</a:t>
            </a:r>
            <a:r>
              <a:rPr lang="zh-CN" altLang="en-US" b="1" dirty="0">
                <a:solidFill>
                  <a:srgbClr val="FF3300"/>
                </a:solidFill>
                <a:effectLst>
                  <a:outerShdw blurRad="38100" dist="38100" dir="2700000" algn="tl">
                    <a:srgbClr val="000000"/>
                  </a:outerShdw>
                </a:effectLst>
                <a:latin typeface="+mn-lt"/>
                <a:ea typeface="隶书" pitchFamily="49" charset="-122"/>
              </a:rPr>
              <a:t>时，</a:t>
            </a:r>
            <a:r>
              <a:rPr lang="en-US" altLang="zh-CN" b="1" dirty="0">
                <a:solidFill>
                  <a:srgbClr val="FF3300"/>
                </a:solidFill>
                <a:effectLst>
                  <a:outerShdw blurRad="38100" dist="38100" dir="2700000" algn="tl">
                    <a:srgbClr val="000000"/>
                  </a:outerShdw>
                </a:effectLst>
                <a:latin typeface="+mn-lt"/>
                <a:ea typeface="隶书" pitchFamily="49" charset="-122"/>
              </a:rPr>
              <a:t>else</a:t>
            </a:r>
            <a:r>
              <a:rPr lang="zh-CN" altLang="en-US" b="1" dirty="0">
                <a:solidFill>
                  <a:srgbClr val="FF3300"/>
                </a:solidFill>
                <a:effectLst>
                  <a:outerShdw blurRad="38100" dist="38100" dir="2700000" algn="tl">
                    <a:srgbClr val="000000"/>
                  </a:outerShdw>
                </a:effectLst>
                <a:latin typeface="+mn-lt"/>
                <a:ea typeface="隶书" pitchFamily="49" charset="-122"/>
              </a:rPr>
              <a:t>总是和它上面离它最近的未配对的</a:t>
            </a:r>
            <a:r>
              <a:rPr lang="en-US" altLang="zh-CN" b="1" dirty="0">
                <a:solidFill>
                  <a:srgbClr val="FF3300"/>
                </a:solidFill>
                <a:effectLst>
                  <a:outerShdw blurRad="38100" dist="38100" dir="2700000" algn="tl">
                    <a:srgbClr val="000000"/>
                  </a:outerShdw>
                </a:effectLst>
                <a:latin typeface="+mn-lt"/>
                <a:ea typeface="隶书" pitchFamily="49" charset="-122"/>
              </a:rPr>
              <a:t>if</a:t>
            </a:r>
            <a:r>
              <a:rPr lang="zh-CN" altLang="en-US" b="1" dirty="0">
                <a:solidFill>
                  <a:srgbClr val="FF3300"/>
                </a:solidFill>
                <a:effectLst>
                  <a:outerShdw blurRad="38100" dist="38100" dir="2700000" algn="tl">
                    <a:srgbClr val="000000"/>
                  </a:outerShdw>
                </a:effectLst>
                <a:latin typeface="+mn-lt"/>
                <a:ea typeface="隶书" pitchFamily="49" charset="-122"/>
              </a:rPr>
              <a:t>配对 </a:t>
            </a:r>
          </a:p>
        </p:txBody>
      </p:sp>
      <p:grpSp>
        <p:nvGrpSpPr>
          <p:cNvPr id="16" name="组合 15"/>
          <p:cNvGrpSpPr/>
          <p:nvPr/>
        </p:nvGrpSpPr>
        <p:grpSpPr>
          <a:xfrm>
            <a:off x="4871864" y="664542"/>
            <a:ext cx="7131050" cy="6004818"/>
            <a:chOff x="428596" y="7000900"/>
            <a:chExt cx="7131050" cy="6004818"/>
          </a:xfrm>
        </p:grpSpPr>
        <p:sp>
          <p:nvSpPr>
            <p:cNvPr id="854059" name="Rectangle 43" descr="信纸"/>
            <p:cNvSpPr>
              <a:spLocks noChangeArrowheads="1"/>
            </p:cNvSpPr>
            <p:nvPr/>
          </p:nvSpPr>
          <p:spPr bwMode="auto">
            <a:xfrm>
              <a:off x="428596" y="7000900"/>
              <a:ext cx="3457575" cy="5262979"/>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b="1" dirty="0">
                  <a:solidFill>
                    <a:srgbClr val="FF33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3300"/>
                  </a:solidFill>
                  <a:effectLst>
                    <a:outerShdw blurRad="38100" dist="38100" dir="2700000" algn="tl">
                      <a:srgbClr val="000000"/>
                    </a:outerShdw>
                  </a:effectLst>
                  <a:latin typeface="隶书" pitchFamily="49" charset="-122"/>
                  <a:ea typeface="隶书" pitchFamily="49" charset="-122"/>
                </a:rPr>
                <a:t>:  </a:t>
              </a:r>
            </a:p>
            <a:p>
              <a:r>
                <a:rPr lang="en-US" altLang="zh-CN" b="1" dirty="0">
                  <a:solidFill>
                    <a:srgbClr val="FF3300"/>
                  </a:solidFill>
                  <a:effectLst>
                    <a:outerShdw blurRad="38100" dist="38100" dir="2700000" algn="tl">
                      <a:srgbClr val="000000"/>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#include &lt;</a:t>
              </a:r>
              <a:r>
                <a:rPr lang="en-US" altLang="zh-CN" b="1" dirty="0" err="1">
                  <a:effectLst>
                    <a:outerShdw blurRad="38100" dist="38100" dir="2700000" algn="tl">
                      <a:srgbClr val="FFFFFF"/>
                    </a:outerShdw>
                  </a:effectLst>
                  <a:ea typeface="楷体_GB2312" pitchFamily="49" charset="-122"/>
                </a:rPr>
                <a:t>stdio.h</a:t>
              </a:r>
              <a:r>
                <a:rPr lang="en-US" altLang="zh-CN" b="1" dirty="0">
                  <a:effectLst>
                    <a:outerShdw blurRad="38100" dist="38100" dir="2700000" algn="tl">
                      <a:srgbClr val="FFFFFF"/>
                    </a:outerShdw>
                  </a:effectLst>
                  <a:ea typeface="楷体_GB2312" pitchFamily="49" charset="-122"/>
                </a:rPr>
                <a:t>&gt;</a:t>
              </a:r>
            </a:p>
            <a:p>
              <a:r>
                <a:rPr lang="en-US" altLang="zh-CN" b="1" dirty="0">
                  <a:solidFill>
                    <a:srgbClr val="CC3300"/>
                  </a:solidFill>
                  <a:effectLst>
                    <a:outerShdw blurRad="38100" dist="38100" dir="2700000" algn="tl">
                      <a:srgbClr val="000000"/>
                    </a:outerShdw>
                  </a:effectLst>
                  <a:ea typeface="楷体_GB2312" pitchFamily="49" charset="-122"/>
                </a:rPr>
                <a:t>   </a:t>
              </a:r>
              <a:r>
                <a:rPr lang="en-US" altLang="zh-CN" b="1" dirty="0" err="1">
                  <a:solidFill>
                    <a:srgbClr val="CC3300"/>
                  </a:solidFill>
                  <a:effectLst>
                    <a:outerShdw blurRad="38100" dist="38100" dir="2700000" algn="tl">
                      <a:srgbClr val="000000"/>
                    </a:outerShdw>
                  </a:effectLst>
                  <a:ea typeface="楷体_GB2312" pitchFamily="49" charset="-122"/>
                </a:rPr>
                <a:t>int</a:t>
              </a:r>
              <a:r>
                <a:rPr lang="en-US" altLang="zh-CN" b="1" dirty="0">
                  <a:solidFill>
                    <a:srgbClr val="CC3300"/>
                  </a:solidFill>
                  <a:effectLst>
                    <a:outerShdw blurRad="38100" dist="38100" dir="2700000" algn="tl">
                      <a:srgbClr val="000000"/>
                    </a:outerShdw>
                  </a:effectLst>
                  <a:ea typeface="楷体_GB2312" pitchFamily="49" charset="-122"/>
                </a:rPr>
                <a:t> main ( )</a:t>
              </a:r>
            </a:p>
            <a:p>
              <a:r>
                <a:rPr lang="en-US" altLang="zh-CN" b="1" dirty="0">
                  <a:effectLst>
                    <a:outerShdw blurRad="38100" dist="38100" dir="2700000" algn="tl">
                      <a:srgbClr val="FFFFFF"/>
                    </a:outerShdw>
                  </a:effectLst>
                  <a:ea typeface="楷体_GB2312" pitchFamily="49" charset="-122"/>
                </a:rPr>
                <a:t>   {</a:t>
              </a:r>
            </a:p>
            <a:p>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1, b = -1;</a:t>
              </a:r>
              <a:r>
                <a:rPr lang="en-US" altLang="zh-CN" dirty="0"/>
                <a:t> </a:t>
              </a:r>
              <a:endParaRPr lang="en-US" altLang="zh-CN" b="1" dirty="0">
                <a:effectLst>
                  <a:outerShdw blurRad="38100" dist="38100" dir="2700000" algn="tl">
                    <a:srgbClr val="FFFFFF"/>
                  </a:outerShdw>
                </a:effectLst>
                <a:ea typeface="楷体_GB2312" pitchFamily="49" charset="-122"/>
              </a:endParaRPr>
            </a:p>
            <a:p>
              <a:r>
                <a:rPr lang="en-US" altLang="zh-CN"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rPr>
                <a:t>if  (a &gt; 0)</a:t>
              </a:r>
              <a:r>
                <a:rPr lang="en-US" altLang="zh-CN" dirty="0"/>
                <a:t> </a:t>
              </a:r>
            </a:p>
            <a:p>
              <a:r>
                <a:rPr lang="en-US" altLang="zh-CN" b="1" dirty="0">
                  <a:effectLst>
                    <a:outerShdw blurRad="38100" dist="38100" dir="2700000" algn="tl">
                      <a:srgbClr val="FFFFFF"/>
                    </a:outerShdw>
                  </a:effectLst>
                </a:rPr>
                <a:t>          </a:t>
              </a:r>
              <a:r>
                <a:rPr lang="en-US" altLang="zh-CN" b="1" dirty="0">
                  <a:solidFill>
                    <a:schemeClr val="accent2"/>
                  </a:solidFill>
                  <a:effectLst>
                    <a:outerShdw blurRad="38100" dist="38100" dir="2700000" algn="tl">
                      <a:srgbClr val="000000"/>
                    </a:outerShdw>
                  </a:effectLst>
                </a:rPr>
                <a:t>if  (b &gt; 0)</a:t>
              </a:r>
              <a:r>
                <a:rPr lang="en-US" altLang="zh-CN" dirty="0">
                  <a:solidFill>
                    <a:schemeClr val="accent2"/>
                  </a:solidFill>
                </a:rPr>
                <a:t> </a:t>
              </a:r>
              <a:endParaRPr lang="en-US" altLang="zh-CN" b="1" dirty="0">
                <a:solidFill>
                  <a:schemeClr val="accent2"/>
                </a:solidFill>
                <a:effectLst>
                  <a:outerShdw blurRad="38100" dist="38100" dir="2700000" algn="tl">
                    <a:srgbClr val="000000"/>
                  </a:outerShdw>
                </a:effectLst>
                <a:ea typeface="楷体_GB2312" pitchFamily="49" charset="-122"/>
              </a:endParaRPr>
            </a:p>
            <a:p>
              <a:r>
                <a:rPr lang="en-US" altLang="zh-CN" b="1" dirty="0">
                  <a:solidFill>
                    <a:schemeClr val="accent2"/>
                  </a:solidFill>
                  <a:effectLst>
                    <a:outerShdw blurRad="38100" dist="38100" dir="2700000" algn="tl">
                      <a:srgbClr val="000000"/>
                    </a:outerShdw>
                  </a:effectLst>
                </a:rPr>
                <a:t>              a++;</a:t>
              </a:r>
              <a:r>
                <a:rPr lang="en-US" altLang="zh-CN" dirty="0">
                  <a:solidFill>
                    <a:schemeClr val="accent2"/>
                  </a:solidFill>
                </a:rPr>
                <a:t> </a:t>
              </a:r>
            </a:p>
            <a:p>
              <a:r>
                <a:rPr lang="en-US" altLang="zh-CN"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rPr>
                <a:t>else</a:t>
              </a:r>
              <a:r>
                <a:rPr lang="en-US" altLang="zh-CN" dirty="0"/>
                <a:t> </a:t>
              </a:r>
            </a:p>
            <a:p>
              <a:r>
                <a:rPr lang="en-US" altLang="zh-CN" dirty="0"/>
                <a:t>              </a:t>
              </a:r>
              <a:r>
                <a:rPr lang="en-US" altLang="zh-CN" b="1" dirty="0">
                  <a:effectLst>
                    <a:outerShdw blurRad="38100" dist="38100" dir="2700000" algn="tl">
                      <a:srgbClr val="FFFFFF"/>
                    </a:outerShdw>
                  </a:effectLst>
                </a:rPr>
                <a:t>a--;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%d\n");</a:t>
              </a:r>
            </a:p>
            <a:p>
              <a:r>
                <a:rPr lang="en-US" altLang="zh-CN" b="1" dirty="0">
                  <a:effectLst>
                    <a:outerShdw blurRad="38100" dist="38100" dir="2700000" algn="tl">
                      <a:srgbClr val="FFFFFF"/>
                    </a:outerShdw>
                  </a:effectLst>
                </a:rPr>
                <a:t>      return 0; </a:t>
              </a:r>
              <a:endParaRPr lang="en-US" altLang="zh-CN" b="1" dirty="0">
                <a:effectLst>
                  <a:outerShdw blurRad="38100" dist="38100" dir="2700000" algn="tl">
                    <a:srgbClr val="FFFFFF"/>
                  </a:outerShdw>
                </a:effectLst>
                <a:ea typeface="楷体_GB2312" pitchFamily="49" charset="-122"/>
              </a:endParaRPr>
            </a:p>
            <a:p>
              <a:r>
                <a:rPr lang="en-US" altLang="zh-CN" b="1" dirty="0">
                  <a:effectLst>
                    <a:outerShdw blurRad="38100" dist="38100" dir="2700000" algn="tl">
                      <a:srgbClr val="FFFFFF"/>
                    </a:outerShdw>
                  </a:effectLst>
                  <a:ea typeface="楷体_GB2312" pitchFamily="49" charset="-122"/>
                </a:rPr>
                <a:t>   }</a:t>
              </a:r>
            </a:p>
            <a:p>
              <a:pPr lvl="3"/>
              <a:endParaRPr lang="en-US" altLang="zh-CN" b="1" dirty="0">
                <a:effectLst>
                  <a:outerShdw blurRad="38100" dist="38100" dir="2700000" algn="tl">
                    <a:srgbClr val="FFFFFF"/>
                  </a:outerShdw>
                </a:effectLst>
                <a:ea typeface="楷体_GB2312" pitchFamily="49" charset="-122"/>
              </a:endParaRPr>
            </a:p>
          </p:txBody>
        </p:sp>
        <p:sp>
          <p:nvSpPr>
            <p:cNvPr id="854061" name="Rectangle 45" descr="信纸"/>
            <p:cNvSpPr>
              <a:spLocks noChangeArrowheads="1"/>
            </p:cNvSpPr>
            <p:nvPr/>
          </p:nvSpPr>
          <p:spPr bwMode="auto">
            <a:xfrm>
              <a:off x="4102071" y="7004075"/>
              <a:ext cx="3457575" cy="6001643"/>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b="1" dirty="0">
                  <a:solidFill>
                    <a:srgbClr val="FF3300"/>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3300"/>
                  </a:solidFill>
                  <a:effectLst>
                    <a:outerShdw blurRad="38100" dist="38100" dir="2700000" algn="tl">
                      <a:srgbClr val="000000"/>
                    </a:outerShdw>
                  </a:effectLst>
                  <a:latin typeface="隶书" pitchFamily="49" charset="-122"/>
                  <a:ea typeface="隶书" pitchFamily="49" charset="-122"/>
                </a:rPr>
                <a:t>:  </a:t>
              </a:r>
            </a:p>
            <a:p>
              <a:r>
                <a:rPr lang="en-US" altLang="zh-CN" b="1" dirty="0">
                  <a:solidFill>
                    <a:srgbClr val="FF3300"/>
                  </a:solidFill>
                  <a:effectLst>
                    <a:outerShdw blurRad="38100" dist="38100" dir="2700000" algn="tl">
                      <a:srgbClr val="000000"/>
                    </a:outerShdw>
                  </a:effectLst>
                  <a:ea typeface="楷体_GB2312" pitchFamily="49" charset="-122"/>
                </a:rPr>
                <a:t>   </a:t>
              </a:r>
              <a:r>
                <a:rPr lang="en-US" altLang="zh-CN" b="1" dirty="0">
                  <a:effectLst>
                    <a:outerShdw blurRad="38100" dist="38100" dir="2700000" algn="tl">
                      <a:srgbClr val="FFFFFF"/>
                    </a:outerShdw>
                  </a:effectLst>
                  <a:ea typeface="楷体_GB2312" pitchFamily="49" charset="-122"/>
                </a:rPr>
                <a:t>#include &lt;</a:t>
              </a:r>
              <a:r>
                <a:rPr lang="en-US" altLang="zh-CN" b="1" dirty="0" err="1">
                  <a:effectLst>
                    <a:outerShdw blurRad="38100" dist="38100" dir="2700000" algn="tl">
                      <a:srgbClr val="FFFFFF"/>
                    </a:outerShdw>
                  </a:effectLst>
                  <a:ea typeface="楷体_GB2312" pitchFamily="49" charset="-122"/>
                </a:rPr>
                <a:t>stdio.h</a:t>
              </a:r>
              <a:r>
                <a:rPr lang="en-US" altLang="zh-CN" b="1" dirty="0">
                  <a:effectLst>
                    <a:outerShdw blurRad="38100" dist="38100" dir="2700000" algn="tl">
                      <a:srgbClr val="FFFFFF"/>
                    </a:outerShdw>
                  </a:effectLst>
                  <a:ea typeface="楷体_GB2312" pitchFamily="49" charset="-122"/>
                </a:rPr>
                <a:t>&gt;</a:t>
              </a:r>
            </a:p>
            <a:p>
              <a:r>
                <a:rPr lang="en-US" altLang="zh-CN" b="1" dirty="0">
                  <a:solidFill>
                    <a:srgbClr val="CC3300"/>
                  </a:solidFill>
                  <a:effectLst>
                    <a:outerShdw blurRad="38100" dist="38100" dir="2700000" algn="tl">
                      <a:srgbClr val="000000"/>
                    </a:outerShdw>
                  </a:effectLst>
                  <a:ea typeface="楷体_GB2312" pitchFamily="49" charset="-122"/>
                </a:rPr>
                <a:t>   </a:t>
              </a:r>
              <a:r>
                <a:rPr lang="en-US" altLang="zh-CN" b="1" dirty="0" err="1">
                  <a:solidFill>
                    <a:srgbClr val="CC3300"/>
                  </a:solidFill>
                  <a:effectLst>
                    <a:outerShdw blurRad="38100" dist="38100" dir="2700000" algn="tl">
                      <a:srgbClr val="000000"/>
                    </a:outerShdw>
                  </a:effectLst>
                  <a:ea typeface="楷体_GB2312" pitchFamily="49" charset="-122"/>
                </a:rPr>
                <a:t>int</a:t>
              </a:r>
              <a:r>
                <a:rPr lang="en-US" altLang="zh-CN" b="1" dirty="0">
                  <a:solidFill>
                    <a:srgbClr val="CC3300"/>
                  </a:solidFill>
                  <a:effectLst>
                    <a:outerShdw blurRad="38100" dist="38100" dir="2700000" algn="tl">
                      <a:srgbClr val="000000"/>
                    </a:outerShdw>
                  </a:effectLst>
                  <a:ea typeface="楷体_GB2312" pitchFamily="49" charset="-122"/>
                </a:rPr>
                <a:t> main ( )</a:t>
              </a:r>
            </a:p>
            <a:p>
              <a:r>
                <a:rPr lang="en-US" altLang="zh-CN" b="1" dirty="0">
                  <a:effectLst>
                    <a:outerShdw blurRad="38100" dist="38100" dir="2700000" algn="tl">
                      <a:srgbClr val="FFFFFF"/>
                    </a:outerShdw>
                  </a:effectLst>
                  <a:ea typeface="楷体_GB2312" pitchFamily="49" charset="-122"/>
                </a:rPr>
                <a:t>   {</a:t>
              </a:r>
            </a:p>
            <a:p>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1, b = -1;</a:t>
              </a:r>
              <a:r>
                <a:rPr lang="en-US" altLang="zh-CN" dirty="0"/>
                <a:t> </a:t>
              </a:r>
              <a:endParaRPr lang="en-US" altLang="zh-CN" b="1" dirty="0">
                <a:effectLst>
                  <a:outerShdw blurRad="38100" dist="38100" dir="2700000" algn="tl">
                    <a:srgbClr val="FFFFFF"/>
                  </a:outerShdw>
                </a:effectLst>
                <a:ea typeface="楷体_GB2312" pitchFamily="49" charset="-122"/>
              </a:endParaRPr>
            </a:p>
            <a:p>
              <a:r>
                <a:rPr lang="en-US" altLang="zh-CN"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rPr>
                <a:t>if  (a &gt; 0)</a:t>
              </a:r>
              <a:r>
                <a:rPr lang="en-US" altLang="zh-CN" dirty="0"/>
                <a:t> </a:t>
              </a:r>
            </a:p>
            <a:p>
              <a:r>
                <a:rPr lang="en-US" altLang="zh-CN" dirty="0"/>
                <a:t>      </a:t>
              </a:r>
              <a:r>
                <a:rPr lang="en-US" altLang="zh-CN" b="1" dirty="0">
                  <a:solidFill>
                    <a:schemeClr val="accent2"/>
                  </a:solidFill>
                  <a:effectLst>
                    <a:outerShdw blurRad="38100" dist="38100" dir="2700000" algn="tl">
                      <a:srgbClr val="000000"/>
                    </a:outerShdw>
                  </a:effectLst>
                </a:rPr>
                <a:t>{</a:t>
              </a:r>
            </a:p>
            <a:p>
              <a:r>
                <a:rPr lang="en-US" altLang="zh-CN" b="1" dirty="0">
                  <a:solidFill>
                    <a:schemeClr val="accent2"/>
                  </a:solidFill>
                  <a:effectLst>
                    <a:outerShdw blurRad="38100" dist="38100" dir="2700000" algn="tl">
                      <a:srgbClr val="000000"/>
                    </a:outerShdw>
                  </a:effectLst>
                </a:rPr>
                <a:t>          if  (b &gt; 0) </a:t>
              </a:r>
              <a:endParaRPr lang="en-US" altLang="zh-CN" b="1" dirty="0">
                <a:solidFill>
                  <a:schemeClr val="accent2"/>
                </a:solidFill>
                <a:effectLst>
                  <a:outerShdw blurRad="38100" dist="38100" dir="2700000" algn="tl">
                    <a:srgbClr val="000000"/>
                  </a:outerShdw>
                </a:effectLst>
                <a:ea typeface="楷体_GB2312" pitchFamily="49" charset="-122"/>
              </a:endParaRPr>
            </a:p>
            <a:p>
              <a:r>
                <a:rPr lang="en-US" altLang="zh-CN" b="1" dirty="0">
                  <a:solidFill>
                    <a:schemeClr val="accent2"/>
                  </a:solidFill>
                  <a:effectLst>
                    <a:outerShdw blurRad="38100" dist="38100" dir="2700000" algn="tl">
                      <a:srgbClr val="000000"/>
                    </a:outerShdw>
                  </a:effectLst>
                </a:rPr>
                <a:t>              a++; </a:t>
              </a:r>
            </a:p>
            <a:p>
              <a:r>
                <a:rPr lang="en-US" altLang="zh-CN" b="1" dirty="0">
                  <a:solidFill>
                    <a:schemeClr val="accent2"/>
                  </a:solidFill>
                  <a:effectLst>
                    <a:outerShdw blurRad="38100" dist="38100" dir="2700000" algn="tl">
                      <a:srgbClr val="000000"/>
                    </a:outerShdw>
                  </a:effectLst>
                </a:rPr>
                <a:t>      }</a:t>
              </a:r>
            </a:p>
            <a:p>
              <a:r>
                <a:rPr lang="en-US" altLang="zh-CN"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rPr>
                <a:t>else</a:t>
              </a:r>
              <a:r>
                <a:rPr lang="en-US" altLang="zh-CN" dirty="0"/>
                <a:t> </a:t>
              </a:r>
            </a:p>
            <a:p>
              <a:r>
                <a:rPr lang="en-US" altLang="zh-CN" dirty="0"/>
                <a:t>         </a:t>
              </a:r>
              <a:r>
                <a:rPr lang="en-US" altLang="zh-CN" b="1" dirty="0">
                  <a:effectLst>
                    <a:outerShdw blurRad="38100" dist="38100" dir="2700000" algn="tl">
                      <a:srgbClr val="FFFFFF"/>
                    </a:outerShdw>
                  </a:effectLst>
                </a:rPr>
                <a:t>a--;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%d\n");</a:t>
              </a:r>
            </a:p>
            <a:p>
              <a:r>
                <a:rPr lang="en-US" altLang="zh-CN" b="1" dirty="0">
                  <a:effectLst>
                    <a:outerShdw blurRad="38100" dist="38100" dir="2700000" algn="tl">
                      <a:srgbClr val="FFFFFF"/>
                    </a:outerShdw>
                  </a:effectLst>
                </a:rPr>
                <a:t>      return 0;</a:t>
              </a:r>
              <a:r>
                <a:rPr lang="en-US" altLang="zh-CN" dirty="0"/>
                <a:t> </a:t>
              </a:r>
              <a:endParaRPr lang="en-US" altLang="zh-CN" b="1" dirty="0">
                <a:effectLst>
                  <a:outerShdw blurRad="38100" dist="38100" dir="2700000" algn="tl">
                    <a:srgbClr val="FFFFFF"/>
                  </a:outerShdw>
                </a:effectLst>
                <a:ea typeface="楷体_GB2312" pitchFamily="49" charset="-122"/>
              </a:endParaRPr>
            </a:p>
            <a:p>
              <a:r>
                <a:rPr lang="en-US" altLang="zh-CN" b="1" dirty="0">
                  <a:effectLst>
                    <a:outerShdw blurRad="38100" dist="38100" dir="2700000" algn="tl">
                      <a:srgbClr val="FFFFFF"/>
                    </a:outerShdw>
                  </a:effectLst>
                  <a:ea typeface="楷体_GB2312" pitchFamily="49" charset="-122"/>
                </a:rPr>
                <a:t>   }</a:t>
              </a:r>
            </a:p>
            <a:p>
              <a:pPr lvl="3"/>
              <a:endParaRPr lang="en-US" altLang="zh-CN" b="1" dirty="0">
                <a:effectLst>
                  <a:outerShdw blurRad="38100" dist="38100" dir="2700000" algn="tl">
                    <a:srgbClr val="FFFFFF"/>
                  </a:outerShdw>
                </a:effectLst>
                <a:ea typeface="楷体_GB2312" pitchFamily="49" charset="-122"/>
              </a:endParaRPr>
            </a:p>
          </p:txBody>
        </p:sp>
      </p:grpSp>
      <p:sp>
        <p:nvSpPr>
          <p:cNvPr id="854063" name="Rectangle 47"/>
          <p:cNvSpPr>
            <a:spLocks noChangeArrowheads="1"/>
          </p:cNvSpPr>
          <p:nvPr/>
        </p:nvSpPr>
        <p:spPr bwMode="auto">
          <a:xfrm>
            <a:off x="5741786" y="5254876"/>
            <a:ext cx="2305050" cy="461665"/>
          </a:xfrm>
          <a:prstGeom prst="rect">
            <a:avLst/>
          </a:prstGeom>
          <a:solidFill>
            <a:srgbClr val="FFFFFF"/>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kumimoji="0"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运行结</a:t>
            </a:r>
            <a:r>
              <a:rPr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果：</a:t>
            </a:r>
            <a:r>
              <a:rPr lang="en-US" altLang="zh-CN" b="1" dirty="0">
                <a:effectLst>
                  <a:outerShdw blurRad="38100" dist="38100" dir="2700000" algn="tl">
                    <a:srgbClr val="C0C0C0"/>
                  </a:outerShdw>
                </a:effectLst>
              </a:rPr>
              <a:t>a = 0</a:t>
            </a:r>
          </a:p>
        </p:txBody>
      </p:sp>
      <p:sp>
        <p:nvSpPr>
          <p:cNvPr id="854064" name="Rectangle 48"/>
          <p:cNvSpPr>
            <a:spLocks noChangeArrowheads="1"/>
          </p:cNvSpPr>
          <p:nvPr/>
        </p:nvSpPr>
        <p:spPr bwMode="auto">
          <a:xfrm>
            <a:off x="9486699" y="5954981"/>
            <a:ext cx="2305050" cy="461665"/>
          </a:xfrm>
          <a:prstGeom prst="rect">
            <a:avLst/>
          </a:prstGeom>
          <a:solidFill>
            <a:srgbClr val="FFFFFF"/>
          </a:solidFill>
          <a:ln w="38100">
            <a:solidFill>
              <a:srgbClr val="FF33CC"/>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kumimoji="0"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运行结</a:t>
            </a:r>
            <a:r>
              <a:rPr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果：</a:t>
            </a:r>
            <a:r>
              <a:rPr lang="en-US" altLang="zh-CN" b="1" dirty="0">
                <a:effectLst>
                  <a:outerShdw blurRad="38100" dist="38100" dir="2700000" algn="tl">
                    <a:srgbClr val="C0C0C0"/>
                  </a:outerShdw>
                </a:effectLst>
              </a:rPr>
              <a:t>a = 1</a:t>
            </a:r>
          </a:p>
        </p:txBody>
      </p:sp>
      <p:sp>
        <p:nvSpPr>
          <p:cNvPr id="854066" name="Rectangle 50"/>
          <p:cNvSpPr>
            <a:spLocks noChangeArrowheads="1"/>
          </p:cNvSpPr>
          <p:nvPr/>
        </p:nvSpPr>
        <p:spPr bwMode="auto">
          <a:xfrm>
            <a:off x="611065" y="121179"/>
            <a:ext cx="3168650" cy="457200"/>
          </a:xfrm>
          <a:prstGeom prst="rect">
            <a:avLst/>
          </a:prstGeom>
          <a:noFill/>
          <a:ln w="9525">
            <a:noFill/>
            <a:miter lim="800000"/>
            <a:headEnd/>
            <a:tailEnd/>
          </a:ln>
          <a:effectLst/>
        </p:spPr>
        <p:txBody>
          <a:bodyPr>
            <a:spAutoFit/>
          </a:bodyPr>
          <a:lstStyle/>
          <a:p>
            <a:pPr>
              <a:buFont typeface="Wingdings" pitchFamily="2" charset="2"/>
              <a:buChar char="l"/>
            </a:pPr>
            <a:r>
              <a:rPr lang="en-US" altLang="zh-CN" b="1" dirty="0">
                <a:solidFill>
                  <a:srgbClr val="CC3300"/>
                </a:solidFill>
                <a:effectLst>
                  <a:outerShdw blurRad="38100" dist="38100" dir="2700000" algn="tl">
                    <a:srgbClr val="000000"/>
                  </a:outerShdw>
                </a:effectLst>
                <a:latin typeface="+mn-lt"/>
                <a:ea typeface="楷体" pitchFamily="49" charset="-122"/>
              </a:rPr>
              <a:t> </a:t>
            </a:r>
            <a:r>
              <a:rPr lang="en-US" altLang="zh-CN" b="1" dirty="0" err="1">
                <a:solidFill>
                  <a:srgbClr val="CC3300"/>
                </a:solidFill>
                <a:effectLst>
                  <a:outerShdw blurRad="38100" dist="38100" dir="2700000" algn="tl">
                    <a:srgbClr val="000000"/>
                  </a:outerShdw>
                </a:effectLst>
                <a:latin typeface="+mn-lt"/>
                <a:ea typeface="楷体" pitchFamily="49" charset="-122"/>
              </a:rPr>
              <a:t>if_else</a:t>
            </a:r>
            <a:r>
              <a:rPr lang="en-US" altLang="zh-CN" b="1" dirty="0">
                <a:solidFill>
                  <a:srgbClr val="CC3300"/>
                </a:solidFill>
                <a:effectLst>
                  <a:outerShdw blurRad="38100" dist="38100" dir="2700000" algn="tl">
                    <a:srgbClr val="000000"/>
                  </a:outerShdw>
                </a:effectLst>
                <a:latin typeface="+mn-lt"/>
                <a:ea typeface="楷体" pitchFamily="49" charset="-122"/>
              </a:rPr>
              <a:t> </a:t>
            </a:r>
            <a:r>
              <a:rPr lang="zh-CN" altLang="en-US" b="1" dirty="0">
                <a:solidFill>
                  <a:srgbClr val="CC3300"/>
                </a:solidFill>
                <a:effectLst>
                  <a:outerShdw blurRad="38100" dist="38100" dir="2700000" algn="tl">
                    <a:srgbClr val="000000"/>
                  </a:outerShdw>
                </a:effectLst>
                <a:latin typeface="+mn-lt"/>
                <a:ea typeface="楷体" pitchFamily="49" charset="-122"/>
              </a:rPr>
              <a:t>配对原则</a:t>
            </a:r>
          </a:p>
        </p:txBody>
      </p:sp>
      <p:grpSp>
        <p:nvGrpSpPr>
          <p:cNvPr id="854067" name="Group 51"/>
          <p:cNvGrpSpPr>
            <a:grpSpLocks/>
          </p:cNvGrpSpPr>
          <p:nvPr/>
        </p:nvGrpSpPr>
        <p:grpSpPr bwMode="auto">
          <a:xfrm>
            <a:off x="-9117" y="0"/>
            <a:ext cx="446088" cy="6858000"/>
            <a:chOff x="0" y="0"/>
            <a:chExt cx="281" cy="4320"/>
          </a:xfrm>
        </p:grpSpPr>
        <p:sp>
          <p:nvSpPr>
            <p:cNvPr id="854068" name="Text Box 5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54069" name="Text Box 5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54057"/>
                                        </p:tgtEl>
                                        <p:attrNameLst>
                                          <p:attrName>style.visibility</p:attrName>
                                        </p:attrNameLst>
                                      </p:cBhvr>
                                      <p:to>
                                        <p:strVal val="visible"/>
                                      </p:to>
                                    </p:set>
                                    <p:animEffect transition="in" filter="box(out)">
                                      <p:cBhvr>
                                        <p:cTn id="7" dur="500"/>
                                        <p:tgtEl>
                                          <p:spTgt spid="854057"/>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54051"/>
                                        </p:tgtEl>
                                        <p:attrNameLst>
                                          <p:attrName>style.visibility</p:attrName>
                                        </p:attrNameLst>
                                      </p:cBhvr>
                                      <p:to>
                                        <p:strVal val="visible"/>
                                      </p:to>
                                    </p:set>
                                    <p:animEffect transition="in" filter="box(in)">
                                      <p:cBhvr>
                                        <p:cTn id="12" dur="500"/>
                                        <p:tgtEl>
                                          <p:spTgt spid="85405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854052"/>
                                        </p:tgtEl>
                                        <p:attrNameLst>
                                          <p:attrName>style.visibility</p:attrName>
                                        </p:attrNameLst>
                                      </p:cBhvr>
                                      <p:to>
                                        <p:strVal val="visible"/>
                                      </p:to>
                                    </p:set>
                                    <p:animEffect transition="in" filter="strips(downLeft)">
                                      <p:cBhvr>
                                        <p:cTn id="17" dur="500"/>
                                        <p:tgtEl>
                                          <p:spTgt spid="854052"/>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854053"/>
                                        </p:tgtEl>
                                        <p:attrNameLst>
                                          <p:attrName>style.visibility</p:attrName>
                                        </p:attrNameLst>
                                      </p:cBhvr>
                                      <p:to>
                                        <p:strVal val="visible"/>
                                      </p:to>
                                    </p:set>
                                    <p:animEffect transition="in" filter="strips(downLeft)">
                                      <p:cBhvr>
                                        <p:cTn id="22" dur="500"/>
                                        <p:tgtEl>
                                          <p:spTgt spid="854053"/>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854054"/>
                                        </p:tgtEl>
                                        <p:attrNameLst>
                                          <p:attrName>style.visibility</p:attrName>
                                        </p:attrNameLst>
                                      </p:cBhvr>
                                      <p:to>
                                        <p:strVal val="visible"/>
                                      </p:to>
                                    </p:set>
                                    <p:animEffect transition="in" filter="strips(downLeft)">
                                      <p:cBhvr>
                                        <p:cTn id="27" dur="500"/>
                                        <p:tgtEl>
                                          <p:spTgt spid="854054"/>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ox(in)">
                                      <p:cBhvr>
                                        <p:cTn id="32" dur="500"/>
                                        <p:tgtEl>
                                          <p:spTgt spid="16"/>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54063"/>
                                        </p:tgtEl>
                                        <p:attrNameLst>
                                          <p:attrName>style.visibility</p:attrName>
                                        </p:attrNameLst>
                                      </p:cBhvr>
                                      <p:to>
                                        <p:strVal val="visible"/>
                                      </p:to>
                                    </p:set>
                                    <p:animEffect transition="in" filter="box(in)">
                                      <p:cBhvr>
                                        <p:cTn id="37" dur="500"/>
                                        <p:tgtEl>
                                          <p:spTgt spid="854063"/>
                                        </p:tgtEl>
                                      </p:cBhvr>
                                    </p:animEffect>
                                  </p:childTnLst>
                                  <p:subTnLst>
                                    <p:audio>
                                      <p:cMediaNode>
                                        <p:cTn display="0" masterRel="sameClick">
                                          <p:stCondLst>
                                            <p:cond evt="begin" delay="0">
                                              <p:tn val="35"/>
                                            </p:cond>
                                          </p:stCondLst>
                                          <p:endCondLst>
                                            <p:cond evt="onStopAudio" delay="0">
                                              <p:tgtEl>
                                                <p:sldTgt/>
                                              </p:tgtEl>
                                            </p:cond>
                                          </p:endCondLst>
                                        </p:cTn>
                                        <p:tgtEl>
                                          <p:sndTgt r:embed="rId4" name="chimes.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854064"/>
                                        </p:tgtEl>
                                        <p:attrNameLst>
                                          <p:attrName>style.visibility</p:attrName>
                                        </p:attrNameLst>
                                      </p:cBhvr>
                                      <p:to>
                                        <p:strVal val="visible"/>
                                      </p:to>
                                    </p:set>
                                    <p:animEffect transition="in" filter="box(in)">
                                      <p:cBhvr>
                                        <p:cTn id="42" dur="500"/>
                                        <p:tgtEl>
                                          <p:spTgt spid="854064"/>
                                        </p:tgtEl>
                                      </p:cBhvr>
                                    </p:animEffect>
                                  </p:childTnLst>
                                  <p:subTnLst>
                                    <p:audio>
                                      <p:cMediaNode>
                                        <p:cTn display="0" masterRel="sameClick">
                                          <p:stCondLst>
                                            <p:cond evt="begin" delay="0">
                                              <p:tn val="4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51" grpId="0" animBg="1"/>
      <p:bldP spid="854052" grpId="0" animBg="1"/>
      <p:bldP spid="854053" grpId="0" animBg="1"/>
      <p:bldP spid="854054" grpId="0" animBg="1"/>
      <p:bldP spid="854057" grpId="0" animBg="1"/>
      <p:bldP spid="854063" grpId="0" animBg="1"/>
      <p:bldP spid="85406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Text Box 2"/>
          <p:cNvSpPr txBox="1">
            <a:spLocks noChangeArrowheads="1"/>
          </p:cNvSpPr>
          <p:nvPr/>
        </p:nvSpPr>
        <p:spPr bwMode="auto">
          <a:xfrm>
            <a:off x="694806" y="408222"/>
            <a:ext cx="5443200" cy="2265363"/>
          </a:xfrm>
          <a:prstGeom prst="rect">
            <a:avLst/>
          </a:prstGeom>
          <a:solidFill>
            <a:srgbClr val="FFFFFF"/>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sp3d extrusionH="57150">
              <a:bevelT w="57150" h="38100" prst="hardEdge"/>
            </a:sp3d>
          </a:bodyPr>
          <a:lstStyle/>
          <a:p>
            <a:pPr eaLnBrk="0" hangingPunct="0"/>
            <a:r>
              <a:rPr lang="zh-CN" altLang="en-US" sz="2800" b="1" dirty="0">
                <a:solidFill>
                  <a:srgbClr val="CC3300"/>
                </a:solidFill>
                <a:effectLst>
                  <a:outerShdw blurRad="38100" dist="38100" dir="2700000" algn="tl">
                    <a:srgbClr val="000000">
                      <a:alpha val="43137"/>
                    </a:srgbClr>
                  </a:outerShdw>
                </a:effectLst>
                <a:ea typeface="隶书" pitchFamily="49" charset="-122"/>
              </a:rPr>
              <a:t>  例：</a:t>
            </a:r>
            <a:r>
              <a:rPr lang="zh-CN" altLang="en-US" sz="2800" b="1" dirty="0">
                <a:effectLst>
                  <a:outerShdw blurRad="38100" dist="38100" dir="2700000" algn="tl">
                    <a:srgbClr val="000000">
                      <a:alpha val="43137"/>
                    </a:srgbClr>
                  </a:outerShdw>
                </a:effectLst>
                <a:ea typeface="隶书" pitchFamily="49" charset="-122"/>
              </a:rPr>
              <a:t> </a:t>
            </a:r>
            <a:r>
              <a:rPr lang="en-US" altLang="zh-CN" sz="2800" b="1" dirty="0">
                <a:effectLst>
                  <a:outerShdw blurRad="38100" dist="38100" dir="2700000" algn="tl">
                    <a:srgbClr val="000000">
                      <a:alpha val="43137"/>
                    </a:srgbClr>
                  </a:outerShdw>
                </a:effectLst>
                <a:ea typeface="隶书" pitchFamily="49" charset="-122"/>
              </a:rPr>
              <a:t>if (a==b)</a:t>
            </a:r>
          </a:p>
          <a:p>
            <a:pPr eaLnBrk="0" hangingPunct="0"/>
            <a:r>
              <a:rPr lang="en-US" altLang="zh-CN" sz="2800" b="1" dirty="0">
                <a:effectLst>
                  <a:outerShdw blurRad="38100" dist="38100" dir="2700000" algn="tl">
                    <a:srgbClr val="000000">
                      <a:alpha val="43137"/>
                    </a:srgbClr>
                  </a:outerShdw>
                </a:effectLst>
                <a:ea typeface="隶书" pitchFamily="49" charset="-122"/>
              </a:rPr>
              <a:t>                if(b==c)</a:t>
            </a:r>
          </a:p>
          <a:p>
            <a:pPr eaLnBrk="0" hangingPunct="0"/>
            <a:r>
              <a:rPr lang="en-US" altLang="zh-CN" sz="2800" b="1" dirty="0">
                <a:effectLst>
                  <a:outerShdw blurRad="38100" dist="38100" dir="2700000" algn="tl">
                    <a:srgbClr val="000000">
                      <a:alpha val="43137"/>
                    </a:srgbClr>
                  </a:outerShdw>
                </a:effectLst>
                <a:ea typeface="隶书" pitchFamily="49" charset="-122"/>
              </a:rPr>
              <a:t>                        </a:t>
            </a:r>
            <a:r>
              <a:rPr lang="en-US" altLang="zh-CN" sz="2800" b="1" dirty="0" err="1">
                <a:effectLst>
                  <a:outerShdw blurRad="38100" dist="38100" dir="2700000" algn="tl">
                    <a:srgbClr val="000000">
                      <a:alpha val="43137"/>
                    </a:srgbClr>
                  </a:outerShdw>
                </a:effectLst>
                <a:ea typeface="隶书" pitchFamily="49" charset="-122"/>
              </a:rPr>
              <a:t>printf</a:t>
            </a:r>
            <a:r>
              <a:rPr lang="en-US" altLang="zh-CN" sz="2800" b="1" dirty="0">
                <a:effectLst>
                  <a:outerShdw blurRad="38100" dist="38100" dir="2700000" algn="tl">
                    <a:srgbClr val="000000">
                      <a:alpha val="43137"/>
                    </a:srgbClr>
                  </a:outerShdw>
                </a:effectLst>
                <a:ea typeface="隶书" pitchFamily="49" charset="-122"/>
              </a:rPr>
              <a:t>(</a:t>
            </a:r>
            <a:r>
              <a:rPr lang="en-US" altLang="zh-CN" sz="2800" b="1" dirty="0">
                <a:effectLst>
                  <a:outerShdw blurRad="38100" dist="38100" dir="2700000" algn="tl">
                    <a:srgbClr val="000000">
                      <a:alpha val="43137"/>
                    </a:srgbClr>
                  </a:outerShdw>
                </a:effectLst>
              </a:rPr>
              <a:t>"</a:t>
            </a:r>
            <a:r>
              <a:rPr lang="en-US" altLang="zh-CN" sz="2800" b="1" dirty="0">
                <a:effectLst>
                  <a:outerShdw blurRad="38100" dist="38100" dir="2700000" algn="tl">
                    <a:srgbClr val="000000">
                      <a:alpha val="43137"/>
                    </a:srgbClr>
                  </a:outerShdw>
                </a:effectLst>
                <a:ea typeface="隶书" pitchFamily="49" charset="-122"/>
              </a:rPr>
              <a:t>a==b==c</a:t>
            </a:r>
            <a:r>
              <a:rPr lang="en-US" altLang="zh-CN" sz="2800" b="1" dirty="0">
                <a:effectLst>
                  <a:outerShdw blurRad="38100" dist="38100" dir="2700000" algn="tl">
                    <a:srgbClr val="000000">
                      <a:alpha val="43137"/>
                    </a:srgbClr>
                  </a:outerShdw>
                </a:effectLst>
              </a:rPr>
              <a:t>"</a:t>
            </a:r>
            <a:r>
              <a:rPr lang="en-US" altLang="zh-CN" sz="2800" b="1" dirty="0">
                <a:effectLst>
                  <a:outerShdw blurRad="38100" dist="38100" dir="2700000" algn="tl">
                    <a:srgbClr val="000000">
                      <a:alpha val="43137"/>
                    </a:srgbClr>
                  </a:outerShdw>
                </a:effectLst>
                <a:ea typeface="隶书" pitchFamily="49" charset="-122"/>
              </a:rPr>
              <a:t>);</a:t>
            </a:r>
          </a:p>
          <a:p>
            <a:pPr eaLnBrk="0" hangingPunct="0"/>
            <a:r>
              <a:rPr lang="en-US" altLang="zh-CN" sz="2800" b="1" dirty="0">
                <a:effectLst>
                  <a:outerShdw blurRad="38100" dist="38100" dir="2700000" algn="tl">
                    <a:srgbClr val="000000">
                      <a:alpha val="43137"/>
                    </a:srgbClr>
                  </a:outerShdw>
                </a:effectLst>
                <a:ea typeface="隶书" pitchFamily="49" charset="-122"/>
              </a:rPr>
              <a:t>           else</a:t>
            </a:r>
          </a:p>
          <a:p>
            <a:pPr eaLnBrk="0" hangingPunct="0"/>
            <a:r>
              <a:rPr lang="en-US" altLang="zh-CN" sz="2800" b="1" dirty="0">
                <a:effectLst>
                  <a:outerShdw blurRad="38100" dist="38100" dir="2700000" algn="tl">
                    <a:srgbClr val="000000">
                      <a:alpha val="43137"/>
                    </a:srgbClr>
                  </a:outerShdw>
                </a:effectLst>
                <a:ea typeface="隶书" pitchFamily="49" charset="-122"/>
              </a:rPr>
              <a:t>                </a:t>
            </a:r>
            <a:r>
              <a:rPr lang="en-US" altLang="zh-CN" sz="2800" b="1" dirty="0" err="1">
                <a:effectLst>
                  <a:outerShdw blurRad="38100" dist="38100" dir="2700000" algn="tl">
                    <a:srgbClr val="000000">
                      <a:alpha val="43137"/>
                    </a:srgbClr>
                  </a:outerShdw>
                </a:effectLst>
                <a:ea typeface="隶书" pitchFamily="49" charset="-122"/>
              </a:rPr>
              <a:t>printf</a:t>
            </a:r>
            <a:r>
              <a:rPr lang="en-US" altLang="zh-CN" sz="2800" b="1" dirty="0">
                <a:effectLst>
                  <a:outerShdw blurRad="38100" dist="38100" dir="2700000" algn="tl">
                    <a:srgbClr val="000000">
                      <a:alpha val="43137"/>
                    </a:srgbClr>
                  </a:outerShdw>
                </a:effectLst>
                <a:ea typeface="隶书" pitchFamily="49" charset="-122"/>
              </a:rPr>
              <a:t>(</a:t>
            </a:r>
            <a:r>
              <a:rPr lang="en-US" altLang="zh-CN" sz="2800" b="1" dirty="0">
                <a:effectLst>
                  <a:outerShdw blurRad="38100" dist="38100" dir="2700000" algn="tl">
                    <a:srgbClr val="FFFFFF"/>
                  </a:outerShdw>
                </a:effectLst>
              </a:rPr>
              <a:t>"</a:t>
            </a:r>
            <a:r>
              <a:rPr lang="en-US" altLang="zh-CN" sz="2800" b="1" dirty="0">
                <a:effectLst>
                  <a:outerShdw blurRad="38100" dist="38100" dir="2700000" algn="tl">
                    <a:srgbClr val="000000">
                      <a:alpha val="43137"/>
                    </a:srgbClr>
                  </a:outerShdw>
                </a:effectLst>
                <a:ea typeface="隶书" pitchFamily="49" charset="-122"/>
              </a:rPr>
              <a:t>a!=b</a:t>
            </a:r>
            <a:r>
              <a:rPr lang="en-US" altLang="zh-CN" sz="2800" b="1" dirty="0">
                <a:effectLst>
                  <a:outerShdw blurRad="38100" dist="38100" dir="2700000" algn="tl">
                    <a:srgbClr val="FFFFFF"/>
                  </a:outerShdw>
                </a:effectLst>
              </a:rPr>
              <a:t>"</a:t>
            </a:r>
            <a:r>
              <a:rPr lang="en-US" altLang="zh-CN" sz="2800" b="1" dirty="0">
                <a:effectLst>
                  <a:outerShdw blurRad="38100" dist="38100" dir="2700000" algn="tl">
                    <a:srgbClr val="000000">
                      <a:alpha val="43137"/>
                    </a:srgbClr>
                  </a:outerShdw>
                </a:effectLst>
                <a:ea typeface="隶书" pitchFamily="49" charset="-122"/>
              </a:rPr>
              <a:t>);</a:t>
            </a:r>
          </a:p>
        </p:txBody>
      </p:sp>
      <p:sp>
        <p:nvSpPr>
          <p:cNvPr id="860163" name="Text Box 3"/>
          <p:cNvSpPr txBox="1">
            <a:spLocks noChangeArrowheads="1"/>
          </p:cNvSpPr>
          <p:nvPr/>
        </p:nvSpPr>
        <p:spPr bwMode="auto">
          <a:xfrm>
            <a:off x="678947" y="3030841"/>
            <a:ext cx="5441703" cy="2679837"/>
          </a:xfrm>
          <a:prstGeom prst="rect">
            <a:avLst/>
          </a:prstGeom>
          <a:solidFill>
            <a:srgbClr val="FFFFFF"/>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0" tIns="46800" rIns="90000" bIns="46800">
            <a:spAutoFit/>
            <a:sp3d extrusionH="57150">
              <a:bevelT w="57150" h="38100" prst="hardEdge"/>
            </a:sp3d>
          </a:bodyPr>
          <a:lstStyle/>
          <a:p>
            <a:pPr eaLnBrk="0" hangingPunct="0"/>
            <a:r>
              <a:rPr lang="zh-CN" altLang="en-US" sz="2800" b="1" dirty="0">
                <a:solidFill>
                  <a:srgbClr val="CC3300"/>
                </a:solidFill>
                <a:effectLst>
                  <a:outerShdw blurRad="38100" dist="38100" dir="2700000" algn="tl">
                    <a:srgbClr val="C0C0C0"/>
                  </a:outerShdw>
                </a:effectLst>
                <a:ea typeface="隶书" pitchFamily="49" charset="-122"/>
              </a:rPr>
              <a:t>  修改：</a:t>
            </a:r>
            <a:r>
              <a:rPr lang="zh-CN" altLang="en-US" sz="2800" b="1" dirty="0">
                <a:effectLst>
                  <a:outerShdw blurRad="38100" dist="38100" dir="2700000" algn="tl">
                    <a:srgbClr val="C0C0C0"/>
                  </a:outerShdw>
                </a:effectLst>
                <a:ea typeface="隶书" pitchFamily="49" charset="-122"/>
              </a:rPr>
              <a:t> </a:t>
            </a:r>
            <a:r>
              <a:rPr lang="en-US" altLang="zh-CN" sz="2800" b="1" dirty="0">
                <a:effectLst>
                  <a:outerShdw blurRad="38100" dist="38100" dir="2700000" algn="tl">
                    <a:srgbClr val="C0C0C0"/>
                  </a:outerShdw>
                </a:effectLst>
                <a:ea typeface="隶书" pitchFamily="49" charset="-122"/>
              </a:rPr>
              <a:t>if (a==b)</a:t>
            </a:r>
          </a:p>
          <a:p>
            <a:pPr eaLnBrk="0" hangingPunct="0"/>
            <a:r>
              <a:rPr lang="en-US" altLang="zh-CN" sz="2800" b="1" dirty="0">
                <a:effectLst>
                  <a:outerShdw blurRad="38100" dist="38100" dir="2700000" algn="tl">
                    <a:srgbClr val="C0C0C0"/>
                  </a:outerShdw>
                </a:effectLst>
                <a:ea typeface="隶书" pitchFamily="49" charset="-122"/>
              </a:rPr>
              <a:t>               </a:t>
            </a:r>
            <a:r>
              <a:rPr lang="en-US" altLang="zh-CN" sz="2800" b="1" dirty="0">
                <a:solidFill>
                  <a:srgbClr val="FF3300"/>
                </a:solidFill>
                <a:effectLst>
                  <a:outerShdw blurRad="38100" dist="38100" dir="2700000" algn="tl">
                    <a:srgbClr val="C0C0C0"/>
                  </a:outerShdw>
                </a:effectLst>
                <a:ea typeface="隶书" pitchFamily="49" charset="-122"/>
              </a:rPr>
              <a:t>{</a:t>
            </a:r>
            <a:r>
              <a:rPr lang="en-US" altLang="zh-CN" sz="2800" b="1" dirty="0">
                <a:effectLst>
                  <a:outerShdw blurRad="38100" dist="38100" dir="2700000" algn="tl">
                    <a:srgbClr val="C0C0C0"/>
                  </a:outerShdw>
                </a:effectLst>
                <a:ea typeface="隶书" pitchFamily="49" charset="-122"/>
              </a:rPr>
              <a:t>      if (b==c)</a:t>
            </a:r>
          </a:p>
          <a:p>
            <a:pPr eaLnBrk="0" hangingPunct="0"/>
            <a:r>
              <a:rPr lang="en-US" altLang="zh-CN" sz="2800" b="1" dirty="0">
                <a:effectLst>
                  <a:outerShdw blurRad="38100" dist="38100" dir="2700000" algn="tl">
                    <a:srgbClr val="C0C0C0"/>
                  </a:outerShdw>
                </a:effectLst>
                <a:ea typeface="隶书" pitchFamily="49" charset="-122"/>
              </a:rPr>
              <a:t>                          </a:t>
            </a:r>
            <a:r>
              <a:rPr lang="en-US" altLang="zh-CN" sz="2800" b="1" dirty="0" err="1">
                <a:effectLst>
                  <a:outerShdw blurRad="38100" dist="38100" dir="2700000" algn="tl">
                    <a:srgbClr val="C0C0C0"/>
                  </a:outerShdw>
                </a:effectLst>
                <a:ea typeface="隶书" pitchFamily="49" charset="-122"/>
              </a:rPr>
              <a:t>printf</a:t>
            </a:r>
            <a:r>
              <a:rPr lang="en-US" altLang="zh-CN" sz="2800" b="1" dirty="0">
                <a:effectLst>
                  <a:outerShdw blurRad="38100" dist="38100" dir="2700000" algn="tl">
                    <a:srgbClr val="C0C0C0"/>
                  </a:outerShdw>
                </a:effectLst>
                <a:ea typeface="隶书" pitchFamily="49" charset="-122"/>
              </a:rPr>
              <a:t>(</a:t>
            </a:r>
            <a:r>
              <a:rPr lang="en-US" altLang="zh-CN" sz="2800" b="1" dirty="0">
                <a:effectLst>
                  <a:outerShdw blurRad="38100" dist="38100" dir="2700000" algn="tl">
                    <a:srgbClr val="FFFFFF"/>
                  </a:outerShdw>
                </a:effectLst>
              </a:rPr>
              <a:t>"</a:t>
            </a:r>
            <a:r>
              <a:rPr lang="en-US" altLang="zh-CN" sz="2800" b="1" dirty="0">
                <a:effectLst>
                  <a:outerShdw blurRad="38100" dist="38100" dir="2700000" algn="tl">
                    <a:srgbClr val="C0C0C0"/>
                  </a:outerShdw>
                </a:effectLst>
                <a:ea typeface="隶书" pitchFamily="49" charset="-122"/>
              </a:rPr>
              <a:t>a==b==c</a:t>
            </a:r>
            <a:r>
              <a:rPr lang="en-US" altLang="zh-CN" sz="2800" b="1" dirty="0">
                <a:effectLst>
                  <a:outerShdw blurRad="38100" dist="38100" dir="2700000" algn="tl">
                    <a:srgbClr val="000000">
                      <a:alpha val="43137"/>
                    </a:srgbClr>
                  </a:outerShdw>
                </a:effectLst>
              </a:rPr>
              <a:t>"</a:t>
            </a:r>
            <a:r>
              <a:rPr lang="en-US" altLang="zh-CN" sz="2800" b="1" dirty="0">
                <a:effectLst>
                  <a:outerShdw blurRad="38100" dist="38100" dir="2700000" algn="tl">
                    <a:srgbClr val="C0C0C0"/>
                  </a:outerShdw>
                </a:effectLst>
                <a:ea typeface="隶书" pitchFamily="49" charset="-122"/>
              </a:rPr>
              <a:t>);</a:t>
            </a:r>
          </a:p>
          <a:p>
            <a:pPr eaLnBrk="0" hangingPunct="0"/>
            <a:r>
              <a:rPr lang="en-US" altLang="zh-CN" sz="2800" b="1" dirty="0">
                <a:effectLst>
                  <a:outerShdw blurRad="38100" dist="38100" dir="2700000" algn="tl">
                    <a:srgbClr val="C0C0C0"/>
                  </a:outerShdw>
                </a:effectLst>
                <a:ea typeface="隶书" pitchFamily="49" charset="-122"/>
              </a:rPr>
              <a:t>               </a:t>
            </a:r>
            <a:r>
              <a:rPr lang="en-US" altLang="zh-CN" sz="2800" b="1" dirty="0">
                <a:solidFill>
                  <a:srgbClr val="FF3300"/>
                </a:solidFill>
                <a:effectLst>
                  <a:outerShdw blurRad="38100" dist="38100" dir="2700000" algn="tl">
                    <a:srgbClr val="C0C0C0"/>
                  </a:outerShdw>
                </a:effectLst>
                <a:ea typeface="隶书" pitchFamily="49" charset="-122"/>
              </a:rPr>
              <a:t>}</a:t>
            </a:r>
          </a:p>
          <a:p>
            <a:pPr eaLnBrk="0" hangingPunct="0"/>
            <a:r>
              <a:rPr lang="en-US" altLang="zh-CN" sz="2800" b="1" dirty="0">
                <a:effectLst>
                  <a:outerShdw blurRad="38100" dist="38100" dir="2700000" algn="tl">
                    <a:srgbClr val="C0C0C0"/>
                  </a:outerShdw>
                </a:effectLst>
                <a:ea typeface="隶书" pitchFamily="49" charset="-122"/>
              </a:rPr>
              <a:t>               else</a:t>
            </a:r>
          </a:p>
          <a:p>
            <a:pPr eaLnBrk="0" hangingPunct="0"/>
            <a:r>
              <a:rPr lang="en-US" altLang="zh-CN" sz="2800" b="1" dirty="0">
                <a:effectLst>
                  <a:outerShdw blurRad="38100" dist="38100" dir="2700000" algn="tl">
                    <a:srgbClr val="C0C0C0"/>
                  </a:outerShdw>
                </a:effectLst>
                <a:ea typeface="隶书" pitchFamily="49" charset="-122"/>
              </a:rPr>
              <a:t>                   </a:t>
            </a:r>
            <a:r>
              <a:rPr lang="en-US" altLang="zh-CN" sz="2800" b="1" dirty="0" err="1">
                <a:effectLst>
                  <a:outerShdw blurRad="38100" dist="38100" dir="2700000" algn="tl">
                    <a:srgbClr val="C0C0C0"/>
                  </a:outerShdw>
                </a:effectLst>
                <a:ea typeface="隶书" pitchFamily="49" charset="-122"/>
              </a:rPr>
              <a:t>printf</a:t>
            </a:r>
            <a:r>
              <a:rPr lang="en-US" altLang="zh-CN" sz="2800" b="1" dirty="0">
                <a:effectLst>
                  <a:outerShdw blurRad="38100" dist="38100" dir="2700000" algn="tl">
                    <a:srgbClr val="C0C0C0"/>
                  </a:outerShdw>
                </a:effectLst>
                <a:ea typeface="隶书" pitchFamily="49" charset="-122"/>
              </a:rPr>
              <a:t>(</a:t>
            </a:r>
            <a:r>
              <a:rPr lang="en-US" altLang="zh-CN" sz="2800" b="1" dirty="0">
                <a:effectLst>
                  <a:outerShdw blurRad="38100" dist="38100" dir="2700000" algn="tl">
                    <a:srgbClr val="FFFFFF"/>
                  </a:outerShdw>
                </a:effectLst>
              </a:rPr>
              <a:t>"</a:t>
            </a:r>
            <a:r>
              <a:rPr lang="en-US" altLang="zh-CN" sz="2800" b="1" dirty="0">
                <a:effectLst>
                  <a:outerShdw blurRad="38100" dist="38100" dir="2700000" algn="tl">
                    <a:srgbClr val="C0C0C0"/>
                  </a:outerShdw>
                </a:effectLst>
                <a:ea typeface="隶书" pitchFamily="49" charset="-122"/>
              </a:rPr>
              <a:t>a!=b</a:t>
            </a:r>
            <a:r>
              <a:rPr lang="en-US" altLang="zh-CN" sz="2800" b="1" dirty="0">
                <a:effectLst>
                  <a:outerShdw blurRad="38100" dist="38100" dir="2700000" algn="tl">
                    <a:srgbClr val="FFFFFF"/>
                  </a:outerShdw>
                </a:effectLst>
              </a:rPr>
              <a:t>"</a:t>
            </a:r>
            <a:r>
              <a:rPr lang="en-US" altLang="zh-CN" sz="2800" b="1" dirty="0">
                <a:effectLst>
                  <a:outerShdw blurRad="38100" dist="38100" dir="2700000" algn="tl">
                    <a:srgbClr val="C0C0C0"/>
                  </a:outerShdw>
                </a:effectLst>
                <a:ea typeface="隶书" pitchFamily="49" charset="-122"/>
              </a:rPr>
              <a:t>);</a:t>
            </a:r>
          </a:p>
        </p:txBody>
      </p:sp>
      <p:sp>
        <p:nvSpPr>
          <p:cNvPr id="860164" name="Text Box 4"/>
          <p:cNvSpPr txBox="1">
            <a:spLocks noChangeArrowheads="1"/>
          </p:cNvSpPr>
          <p:nvPr/>
        </p:nvSpPr>
        <p:spPr bwMode="auto">
          <a:xfrm>
            <a:off x="623392" y="6002124"/>
            <a:ext cx="5514614" cy="523220"/>
          </a:xfrm>
          <a:prstGeom prst="rect">
            <a:avLst/>
          </a:prstGeom>
          <a:gradFill rotWithShape="1">
            <a:gsLst>
              <a:gs pos="0">
                <a:srgbClr val="00FFFF"/>
              </a:gs>
              <a:gs pos="100000">
                <a:srgbClr val="00FFFF">
                  <a:gamma/>
                  <a:shade val="66667"/>
                  <a:invGamma/>
                </a:srgbClr>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gn="ctr" eaLnBrk="0" hangingPunct="0"/>
            <a:r>
              <a:rPr lang="zh-CN" altLang="en-US" sz="2800" b="1">
                <a:solidFill>
                  <a:srgbClr val="FF3300"/>
                </a:solidFill>
                <a:effectLst>
                  <a:outerShdw blurRad="38100" dist="38100" dir="2700000" algn="tl">
                    <a:srgbClr val="000000"/>
                  </a:outerShdw>
                </a:effectLst>
                <a:ea typeface="隶书" pitchFamily="49" charset="-122"/>
              </a:rPr>
              <a:t>实现</a:t>
            </a:r>
            <a:r>
              <a:rPr lang="en-US" altLang="zh-CN" sz="2800" b="1">
                <a:solidFill>
                  <a:srgbClr val="FF3300"/>
                </a:solidFill>
                <a:effectLst>
                  <a:outerShdw blurRad="38100" dist="38100" dir="2700000" algn="tl">
                    <a:srgbClr val="000000"/>
                  </a:outerShdw>
                </a:effectLst>
                <a:ea typeface="隶书" pitchFamily="49" charset="-122"/>
              </a:rPr>
              <a:t>if ~ else </a:t>
            </a:r>
            <a:r>
              <a:rPr lang="zh-CN" altLang="zh-CN" sz="2800" b="1">
                <a:solidFill>
                  <a:srgbClr val="FF3300"/>
                </a:solidFill>
                <a:effectLst>
                  <a:outerShdw blurRad="38100" dist="38100" dir="2700000" algn="tl">
                    <a:srgbClr val="000000"/>
                  </a:outerShdw>
                </a:effectLst>
                <a:ea typeface="隶书" pitchFamily="49" charset="-122"/>
              </a:rPr>
              <a:t>正确配对方法：加{ }</a:t>
            </a:r>
            <a:endParaRPr lang="en-US" altLang="zh-CN" sz="2800" b="1">
              <a:solidFill>
                <a:srgbClr val="FF3300"/>
              </a:solidFill>
              <a:effectLst>
                <a:outerShdw blurRad="38100" dist="38100" dir="2700000" algn="tl">
                  <a:srgbClr val="000000"/>
                </a:outerShdw>
              </a:effectLst>
              <a:ea typeface="隶书" pitchFamily="49" charset="-122"/>
            </a:endParaRPr>
          </a:p>
        </p:txBody>
      </p:sp>
      <p:sp>
        <p:nvSpPr>
          <p:cNvPr id="860166" name="Freeform 6"/>
          <p:cNvSpPr>
            <a:spLocks/>
          </p:cNvSpPr>
          <p:nvPr/>
        </p:nvSpPr>
        <p:spPr bwMode="auto">
          <a:xfrm rot="20582666">
            <a:off x="1420303" y="1163488"/>
            <a:ext cx="807214" cy="770476"/>
          </a:xfrm>
          <a:custGeom>
            <a:avLst/>
            <a:gdLst/>
            <a:ahLst/>
            <a:cxnLst>
              <a:cxn ang="0">
                <a:pos x="20" y="511"/>
              </a:cxn>
              <a:cxn ang="0">
                <a:pos x="153" y="123"/>
              </a:cxn>
              <a:cxn ang="0">
                <a:pos x="453" y="0"/>
              </a:cxn>
            </a:cxnLst>
            <a:rect l="0" t="0" r="r" b="b"/>
            <a:pathLst>
              <a:path w="453" h="511">
                <a:moveTo>
                  <a:pt x="20" y="511"/>
                </a:moveTo>
                <a:cubicBezTo>
                  <a:pt x="0" y="341"/>
                  <a:pt x="7" y="220"/>
                  <a:pt x="153" y="123"/>
                </a:cubicBezTo>
                <a:cubicBezTo>
                  <a:pt x="226" y="10"/>
                  <a:pt x="332" y="0"/>
                  <a:pt x="453" y="0"/>
                </a:cubicBezTo>
              </a:path>
            </a:pathLst>
          </a:custGeom>
          <a:noFill/>
          <a:ln w="38100" cap="flat" cmpd="sng">
            <a:solidFill>
              <a:srgbClr val="008000"/>
            </a:solidFill>
            <a:prstDash val="solid"/>
            <a:round/>
            <a:headEnd type="triangle" w="med" len="med"/>
            <a:tailEnd type="triangle" w="med" len="med"/>
          </a:ln>
          <a:effectLst/>
        </p:spPr>
        <p:txBody>
          <a:bodyPr wrap="none" anchor="ctr"/>
          <a:lstStyle/>
          <a:p>
            <a:endParaRPr lang="zh-CN" altLang="en-US"/>
          </a:p>
        </p:txBody>
      </p:sp>
      <p:grpSp>
        <p:nvGrpSpPr>
          <p:cNvPr id="860170" name="Group 10"/>
          <p:cNvGrpSpPr>
            <a:grpSpLocks/>
          </p:cNvGrpSpPr>
          <p:nvPr/>
        </p:nvGrpSpPr>
        <p:grpSpPr bwMode="auto">
          <a:xfrm>
            <a:off x="-9117" y="0"/>
            <a:ext cx="446088" cy="6858000"/>
            <a:chOff x="0" y="0"/>
            <a:chExt cx="281" cy="4320"/>
          </a:xfrm>
        </p:grpSpPr>
        <p:sp>
          <p:nvSpPr>
            <p:cNvPr id="860171" name="Text Box 1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60172" name="Text Box 1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2" name="椭圆形标注 11"/>
          <p:cNvSpPr/>
          <p:nvPr/>
        </p:nvSpPr>
        <p:spPr bwMode="auto">
          <a:xfrm>
            <a:off x="4176196" y="3113317"/>
            <a:ext cx="3214710" cy="785818"/>
          </a:xfrm>
          <a:prstGeom prst="wedgeEllipseCallout">
            <a:avLst>
              <a:gd name="adj1" fmla="val -119654"/>
              <a:gd name="adj2" fmla="val -170492"/>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ln w="9525" cap="flat" cmpd="sng" algn="ctr">
            <a:solidFill>
              <a:schemeClr val="tx1"/>
            </a:solidFill>
            <a:prstDash val="solid"/>
            <a:round/>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vert="horz" wrap="square" lIns="91440" tIns="45720" rIns="91440" bIns="45720" numCol="1" rtlCol="0" anchor="t" anchorCtr="0" compatLnSpc="1">
            <a:prstTxWarp prst="textNoShape">
              <a:avLst/>
            </a:prstTxWarp>
          </a:bodyPr>
          <a:lstStyle/>
          <a:p>
            <a:r>
              <a:rPr lang="en-US" altLang="zh-CN" b="1" dirty="0">
                <a:solidFill>
                  <a:srgbClr val="FF33CC"/>
                </a:solidFill>
                <a:effectLst>
                  <a:outerShdw blurRad="38100" dist="38100" dir="2700000" algn="tl">
                    <a:srgbClr val="000000">
                      <a:alpha val="43137"/>
                    </a:srgbClr>
                  </a:outerShdw>
                </a:effectLst>
                <a:latin typeface="隶书" pitchFamily="49" charset="-122"/>
                <a:ea typeface="隶书" pitchFamily="49" charset="-122"/>
              </a:rPr>
              <a:t>else</a:t>
            </a:r>
            <a:r>
              <a:rPr lang="zh-CN" altLang="en-US" b="1" dirty="0">
                <a:solidFill>
                  <a:srgbClr val="FF33CC"/>
                </a:solidFill>
                <a:effectLst>
                  <a:outerShdw blurRad="38100" dist="38100" dir="2700000" algn="tl">
                    <a:srgbClr val="000000">
                      <a:alpha val="43137"/>
                    </a:srgbClr>
                  </a:outerShdw>
                </a:effectLst>
                <a:latin typeface="隶书" pitchFamily="49" charset="-122"/>
                <a:ea typeface="隶书" pitchFamily="49" charset="-122"/>
              </a:rPr>
              <a:t>与谁配对？</a:t>
            </a:r>
          </a:p>
        </p:txBody>
      </p:sp>
      <p:sp>
        <p:nvSpPr>
          <p:cNvPr id="10" name="Text Box 2" descr="信纸">
            <a:extLst>
              <a:ext uri="{FF2B5EF4-FFF2-40B4-BE49-F238E27FC236}">
                <a16:creationId xmlns:a16="http://schemas.microsoft.com/office/drawing/2014/main" id="{19508F90-6AB8-447B-85CE-51F228A9414B}"/>
              </a:ext>
            </a:extLst>
          </p:cNvPr>
          <p:cNvSpPr txBox="1">
            <a:spLocks noChangeArrowheads="1"/>
          </p:cNvSpPr>
          <p:nvPr/>
        </p:nvSpPr>
        <p:spPr bwMode="auto">
          <a:xfrm>
            <a:off x="6789874" y="185015"/>
            <a:ext cx="4967906" cy="6496267"/>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zh-CN" altLang="en-US" sz="2800" b="1" dirty="0">
                <a:solidFill>
                  <a:srgbClr val="FF3300"/>
                </a:solidFill>
                <a:effectLst>
                  <a:outerShdw blurRad="38100" dist="38100" dir="2700000" algn="tl">
                    <a:srgbClr val="000000"/>
                  </a:outerShdw>
                </a:effectLst>
                <a:ea typeface="隶书" pitchFamily="49" charset="-122"/>
              </a:rPr>
              <a:t>  例：考虑下面程序输出结果</a:t>
            </a:r>
            <a:r>
              <a:rPr lang="en-US" altLang="zh-CN" sz="2800" b="1" dirty="0">
                <a:solidFill>
                  <a:srgbClr val="FF3300"/>
                </a:solidFill>
                <a:effectLst>
                  <a:outerShdw blurRad="38100" dist="38100" dir="2700000" algn="tl">
                    <a:srgbClr val="000000"/>
                  </a:outerShdw>
                </a:effectLst>
                <a:ea typeface="隶书" pitchFamily="49" charset="-122"/>
              </a:rPr>
              <a:t>:</a:t>
            </a:r>
          </a:p>
          <a:p>
            <a:pPr eaLnBrk="0" hangingPunct="0"/>
            <a:r>
              <a:rPr lang="en-US" altLang="zh-CN" sz="2800" b="1" dirty="0">
                <a:effectLst>
                  <a:outerShdw blurRad="38100" dist="38100" dir="2700000" algn="tl">
                    <a:srgbClr val="FFFFFF"/>
                  </a:outerShdw>
                </a:effectLst>
                <a:ea typeface="隶书" pitchFamily="49" charset="-122"/>
              </a:rPr>
              <a:t>     </a:t>
            </a:r>
            <a:r>
              <a:rPr lang="en-US" altLang="zh-CN" b="1" dirty="0" err="1">
                <a:solidFill>
                  <a:srgbClr val="CC0099"/>
                </a:solidFill>
                <a:effectLst>
                  <a:outerShdw blurRad="38100" dist="38100" dir="2700000" algn="tl">
                    <a:srgbClr val="000000"/>
                  </a:outerShdw>
                </a:effectLst>
                <a:ea typeface="隶书" pitchFamily="49" charset="-122"/>
              </a:rPr>
              <a:t>int</a:t>
            </a:r>
            <a:r>
              <a:rPr lang="en-US" altLang="zh-CN" b="1" dirty="0">
                <a:solidFill>
                  <a:srgbClr val="CC0099"/>
                </a:solidFill>
                <a:effectLst>
                  <a:outerShdw blurRad="38100" dist="38100" dir="2700000" algn="tl">
                    <a:srgbClr val="000000"/>
                  </a:outerShdw>
                </a:effectLst>
                <a:ea typeface="隶书" pitchFamily="49" charset="-122"/>
              </a:rPr>
              <a:t> main( )</a:t>
            </a:r>
          </a:p>
          <a:p>
            <a:pPr eaLnBrk="0" hangingPunct="0"/>
            <a:r>
              <a:rPr lang="en-US" altLang="zh-CN" b="1" dirty="0">
                <a:effectLst>
                  <a:outerShdw blurRad="38100" dist="38100" dir="2700000" algn="tl">
                    <a:srgbClr val="FFFFFF"/>
                  </a:outerShdw>
                </a:effectLst>
                <a:ea typeface="隶书" pitchFamily="49" charset="-122"/>
              </a:rPr>
              <a:t>      {   </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int</a:t>
            </a:r>
            <a:r>
              <a:rPr lang="en-US" altLang="zh-CN" b="1" dirty="0">
                <a:effectLst>
                  <a:outerShdw blurRad="38100" dist="38100" dir="2700000" algn="tl">
                    <a:srgbClr val="FFFFFF"/>
                  </a:outerShdw>
                </a:effectLst>
                <a:ea typeface="隶书" pitchFamily="49" charset="-122"/>
              </a:rPr>
              <a:t> x = 100, a = 10, b = 20;</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int</a:t>
            </a:r>
            <a:r>
              <a:rPr lang="en-US" altLang="zh-CN" b="1" dirty="0">
                <a:effectLst>
                  <a:outerShdw blurRad="38100" dist="38100" dir="2700000" algn="tl">
                    <a:srgbClr val="FFFFFF"/>
                  </a:outerShdw>
                </a:effectLst>
                <a:ea typeface="隶书" pitchFamily="49" charset="-122"/>
              </a:rPr>
              <a:t> v1 = 5, v2 = 0;</a:t>
            </a:r>
          </a:p>
          <a:p>
            <a:pPr eaLnBrk="0" hangingPunct="0"/>
            <a:endParaRPr lang="en-US" altLang="zh-CN" b="1" dirty="0">
              <a:effectLst>
                <a:outerShdw blurRad="38100" dist="38100" dir="2700000" algn="tl">
                  <a:srgbClr val="FFFFFF"/>
                </a:outerShdw>
              </a:effectLst>
              <a:ea typeface="隶书" pitchFamily="49" charset="-122"/>
            </a:endParaRPr>
          </a:p>
          <a:p>
            <a:pPr eaLnBrk="0" hangingPunct="0"/>
            <a:r>
              <a:rPr lang="en-US" altLang="zh-CN" b="1" dirty="0">
                <a:solidFill>
                  <a:srgbClr val="FF33CC"/>
                </a:solidFill>
                <a:effectLst>
                  <a:outerShdw blurRad="38100" dist="38100" dir="2700000" algn="tl">
                    <a:srgbClr val="000000"/>
                  </a:outerShdw>
                </a:effectLst>
                <a:ea typeface="隶书" pitchFamily="49" charset="-122"/>
              </a:rPr>
              <a:t>          if (a &lt; b)</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a:solidFill>
                  <a:srgbClr val="0033CC"/>
                </a:solidFill>
                <a:effectLst>
                  <a:outerShdw blurRad="38100" dist="38100" dir="2700000" algn="tl">
                    <a:srgbClr val="000000"/>
                  </a:outerShdw>
                </a:effectLst>
                <a:ea typeface="隶书" pitchFamily="49" charset="-122"/>
              </a:rPr>
              <a:t>if (b != 15)</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a:solidFill>
                  <a:srgbClr val="008080"/>
                </a:solidFill>
                <a:effectLst>
                  <a:outerShdw blurRad="38100" dist="38100" dir="2700000" algn="tl">
                    <a:srgbClr val="000000"/>
                  </a:outerShdw>
                </a:effectLst>
                <a:ea typeface="隶书" pitchFamily="49" charset="-122"/>
              </a:rPr>
              <a:t>if (!v1)</a:t>
            </a:r>
          </a:p>
          <a:p>
            <a:pPr eaLnBrk="0" hangingPunct="0"/>
            <a:r>
              <a:rPr lang="en-US" altLang="zh-CN" b="1" dirty="0">
                <a:effectLst>
                  <a:outerShdw blurRad="38100" dist="38100" dir="2700000" algn="tl">
                    <a:srgbClr val="FFFFFF"/>
                  </a:outerShdw>
                </a:effectLst>
                <a:ea typeface="隶书" pitchFamily="49" charset="-122"/>
              </a:rPr>
              <a:t>                        x=1;</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a:solidFill>
                  <a:srgbClr val="008080"/>
                </a:solidFill>
                <a:effectLst>
                  <a:outerShdw blurRad="38100" dist="38100" dir="2700000" algn="tl">
                    <a:srgbClr val="000000"/>
                  </a:outerShdw>
                </a:effectLst>
                <a:ea typeface="隶书" pitchFamily="49" charset="-122"/>
              </a:rPr>
              <a:t>else</a:t>
            </a:r>
          </a:p>
          <a:p>
            <a:pPr eaLnBrk="0" hangingPunct="0"/>
            <a:r>
              <a:rPr lang="en-US" altLang="zh-CN" b="1" dirty="0">
                <a:solidFill>
                  <a:srgbClr val="CC00FF"/>
                </a:solidFill>
                <a:effectLst>
                  <a:outerShdw blurRad="38100" dist="38100" dir="2700000" algn="tl">
                    <a:srgbClr val="000000"/>
                  </a:outerShdw>
                </a:effectLst>
                <a:ea typeface="隶书" pitchFamily="49" charset="-122"/>
              </a:rPr>
              <a:t>                        </a:t>
            </a:r>
            <a:r>
              <a:rPr lang="en-US" altLang="zh-CN" b="1" dirty="0">
                <a:solidFill>
                  <a:srgbClr val="339933"/>
                </a:solidFill>
                <a:effectLst>
                  <a:outerShdw blurRad="38100" dist="38100" dir="2700000" algn="tl">
                    <a:srgbClr val="000000"/>
                  </a:outerShdw>
                </a:effectLst>
                <a:ea typeface="隶书" pitchFamily="49" charset="-122"/>
              </a:rPr>
              <a:t>if (v2)</a:t>
            </a:r>
            <a:r>
              <a:rPr lang="en-US" altLang="zh-CN" b="1" dirty="0">
                <a:effectLst>
                  <a:outerShdw blurRad="38100" dist="38100" dir="2700000" algn="tl">
                    <a:srgbClr val="FFFFFF"/>
                  </a:outerShdw>
                </a:effectLst>
                <a:ea typeface="隶书" pitchFamily="49" charset="-122"/>
              </a:rPr>
              <a:t>  x = 10;</a:t>
            </a:r>
          </a:p>
          <a:p>
            <a:pPr eaLnBrk="0" hangingPunct="0"/>
            <a:endParaRPr lang="en-US" altLang="zh-CN" b="1" dirty="0">
              <a:effectLst>
                <a:outerShdw blurRad="38100" dist="38100" dir="2700000" algn="tl">
                  <a:srgbClr val="FFFFFF"/>
                </a:outerShdw>
              </a:effectLst>
              <a:ea typeface="隶书" pitchFamily="49" charset="-122"/>
            </a:endParaRPr>
          </a:p>
          <a:p>
            <a:pPr eaLnBrk="0" hangingPunct="0"/>
            <a:r>
              <a:rPr lang="en-US" altLang="zh-CN" b="1" dirty="0">
                <a:effectLst>
                  <a:outerShdw blurRad="38100" dist="38100" dir="2700000" algn="tl">
                    <a:srgbClr val="FFFFFF"/>
                  </a:outerShdw>
                </a:effectLst>
                <a:ea typeface="隶书" pitchFamily="49" charset="-122"/>
              </a:rPr>
              <a:t>          x = -1;</a:t>
            </a:r>
          </a:p>
          <a:p>
            <a:pPr eaLnBrk="0" hangingPunct="0"/>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printf</a:t>
            </a:r>
            <a:r>
              <a:rPr lang="en-US" altLang="zh-CN" b="1" dirty="0">
                <a:effectLst>
                  <a:outerShdw blurRad="38100" dist="38100" dir="2700000" algn="tl">
                    <a:srgbClr val="FFFFFF"/>
                  </a:outerShdw>
                </a:effectLst>
                <a:ea typeface="隶书" pitchFamily="49" charset="-122"/>
              </a:rPr>
              <a:t> (</a:t>
            </a:r>
            <a:r>
              <a:rPr lang="en-US" altLang="zh-CN" b="1"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隶书" pitchFamily="49" charset="-122"/>
              </a:rPr>
              <a:t>%d</a:t>
            </a:r>
            <a:r>
              <a:rPr lang="en-US" altLang="zh-CN" b="1"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隶书" pitchFamily="49" charset="-122"/>
              </a:rPr>
              <a:t>, x);</a:t>
            </a:r>
          </a:p>
          <a:p>
            <a:pPr eaLnBrk="0" hangingPunct="0"/>
            <a:r>
              <a:rPr lang="en-US" altLang="zh-CN" b="1" dirty="0">
                <a:effectLst>
                  <a:outerShdw blurRad="38100" dist="38100" dir="2700000" algn="tl">
                    <a:srgbClr val="FFFFFF"/>
                  </a:outerShdw>
                </a:effectLst>
                <a:ea typeface="隶书" pitchFamily="49" charset="-122"/>
              </a:rPr>
              <a:t>          return 0;</a:t>
            </a:r>
          </a:p>
          <a:p>
            <a:pPr eaLnBrk="0" hangingPunct="0"/>
            <a:r>
              <a:rPr lang="en-US" altLang="zh-CN" b="1" dirty="0">
                <a:effectLst>
                  <a:outerShdw blurRad="38100" dist="38100" dir="2700000" algn="tl">
                    <a:srgbClr val="FFFFFF"/>
                  </a:outerShdw>
                </a:effectLst>
                <a:ea typeface="隶书" pitchFamily="49" charset="-122"/>
              </a:rPr>
              <a:t>      }</a:t>
            </a:r>
          </a:p>
        </p:txBody>
      </p:sp>
      <p:sp>
        <p:nvSpPr>
          <p:cNvPr id="11" name="Text Box 5">
            <a:extLst>
              <a:ext uri="{FF2B5EF4-FFF2-40B4-BE49-F238E27FC236}">
                <a16:creationId xmlns:a16="http://schemas.microsoft.com/office/drawing/2014/main" id="{7717DC32-7576-4D06-AACB-F82A625FAA9D}"/>
              </a:ext>
            </a:extLst>
          </p:cNvPr>
          <p:cNvSpPr txBox="1">
            <a:spLocks noChangeArrowheads="1"/>
          </p:cNvSpPr>
          <p:nvPr/>
        </p:nvSpPr>
        <p:spPr bwMode="auto">
          <a:xfrm>
            <a:off x="10057823" y="5908178"/>
            <a:ext cx="1423788" cy="46166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r>
              <a:rPr lang="zh-CN" altLang="en-US" b="1" dirty="0">
                <a:solidFill>
                  <a:srgbClr val="FF33CC"/>
                </a:solidFill>
                <a:effectLst>
                  <a:outerShdw blurRad="38100" dist="38100" dir="2700000" algn="tl">
                    <a:srgbClr val="C0C0C0"/>
                  </a:outerShdw>
                </a:effectLst>
                <a:latin typeface="隶书" pitchFamily="49" charset="-122"/>
                <a:ea typeface="隶书" pitchFamily="49" charset="-122"/>
              </a:rPr>
              <a:t>结果：</a:t>
            </a:r>
            <a:r>
              <a:rPr lang="en-US" altLang="zh-CN" b="1" dirty="0">
                <a:effectLst>
                  <a:outerShdw blurRad="38100" dist="38100" dir="2700000" algn="tl">
                    <a:srgbClr val="C0C0C0"/>
                  </a:outerShdw>
                </a:effectLst>
                <a:latin typeface="+mn-lt"/>
                <a:ea typeface="楷体_GB2312" pitchFamily="49" charset="-122"/>
              </a:rPr>
              <a:t>-1</a:t>
            </a:r>
          </a:p>
        </p:txBody>
      </p:sp>
      <p:sp>
        <p:nvSpPr>
          <p:cNvPr id="13" name="Rectangle 9">
            <a:extLst>
              <a:ext uri="{FF2B5EF4-FFF2-40B4-BE49-F238E27FC236}">
                <a16:creationId xmlns:a16="http://schemas.microsoft.com/office/drawing/2014/main" id="{BD98E0B6-D39D-4309-A8F8-0AE6BFB5AA65}"/>
              </a:ext>
            </a:extLst>
          </p:cNvPr>
          <p:cNvSpPr>
            <a:spLocks noChangeArrowheads="1"/>
          </p:cNvSpPr>
          <p:nvPr/>
        </p:nvSpPr>
        <p:spPr bwMode="auto">
          <a:xfrm>
            <a:off x="7793173" y="2966506"/>
            <a:ext cx="3240087" cy="2135187"/>
          </a:xfrm>
          <a:prstGeom prst="rect">
            <a:avLst/>
          </a:prstGeom>
          <a:noFill/>
          <a:ln w="28575">
            <a:solidFill>
              <a:srgbClr val="FF00FF"/>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4" name="Rectangle 10">
            <a:extLst>
              <a:ext uri="{FF2B5EF4-FFF2-40B4-BE49-F238E27FC236}">
                <a16:creationId xmlns:a16="http://schemas.microsoft.com/office/drawing/2014/main" id="{9D2B6675-2923-4E16-914F-8F855FBCBF0C}"/>
              </a:ext>
            </a:extLst>
          </p:cNvPr>
          <p:cNvSpPr>
            <a:spLocks noChangeArrowheads="1"/>
          </p:cNvSpPr>
          <p:nvPr/>
        </p:nvSpPr>
        <p:spPr bwMode="auto">
          <a:xfrm>
            <a:off x="8177330" y="3311007"/>
            <a:ext cx="2592387" cy="1584325"/>
          </a:xfrm>
          <a:prstGeom prst="rect">
            <a:avLst/>
          </a:prstGeom>
          <a:noFill/>
          <a:ln w="28575">
            <a:solidFill>
              <a:srgbClr val="0033CC"/>
            </a:solidFill>
            <a:miter lim="800000"/>
            <a:headEnd/>
            <a:tailEnd/>
          </a:ln>
          <a:effectLst>
            <a:outerShdw blurRad="50800" dist="38100" dir="2700000" algn="tl" rotWithShape="0">
              <a:prstClr val="black">
                <a:alpha val="40000"/>
              </a:prstClr>
            </a:outerShdw>
          </a:effectLst>
        </p:spPr>
        <p:txBody>
          <a:bodyPr wrap="none" anchor="ctr"/>
          <a:lstStyle/>
          <a:p>
            <a:pPr algn="ctr"/>
            <a:endParaRPr lang="zh-CN" altLang="zh-CN">
              <a:solidFill>
                <a:schemeClr val="accent2"/>
              </a:solidFill>
            </a:endParaRPr>
          </a:p>
        </p:txBody>
      </p:sp>
      <p:sp>
        <p:nvSpPr>
          <p:cNvPr id="15" name="Rectangle 11">
            <a:extLst>
              <a:ext uri="{FF2B5EF4-FFF2-40B4-BE49-F238E27FC236}">
                <a16:creationId xmlns:a16="http://schemas.microsoft.com/office/drawing/2014/main" id="{724F2D79-39FA-4BED-8446-1D3B441EE5B4}"/>
              </a:ext>
            </a:extLst>
          </p:cNvPr>
          <p:cNvSpPr>
            <a:spLocks noChangeArrowheads="1"/>
          </p:cNvSpPr>
          <p:nvPr/>
        </p:nvSpPr>
        <p:spPr bwMode="auto">
          <a:xfrm>
            <a:off x="9453697" y="4429411"/>
            <a:ext cx="1008062" cy="360363"/>
          </a:xfrm>
          <a:prstGeom prst="rect">
            <a:avLst/>
          </a:prstGeom>
          <a:noFill/>
          <a:ln w="28575">
            <a:solidFill>
              <a:srgbClr val="339933"/>
            </a:solidFill>
            <a:miter lim="800000"/>
            <a:headEnd/>
            <a:tailEnd/>
          </a:ln>
          <a:effectLst>
            <a:outerShdw blurRad="50800" dist="38100" dir="2700000" algn="tl" rotWithShape="0">
              <a:prstClr val="black">
                <a:alpha val="40000"/>
              </a:prstClr>
            </a:outerShdw>
          </a:effectLst>
        </p:spPr>
        <p:txBody>
          <a:bodyPr wrap="none" anchor="ctr"/>
          <a:lstStyle/>
          <a:p>
            <a:pPr algn="ctr"/>
            <a:endParaRPr lang="zh-CN" altLang="zh-CN">
              <a:solidFill>
                <a:srgbClr val="339933"/>
              </a:solidFill>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60162"/>
                                        </p:tgtEl>
                                        <p:attrNameLst>
                                          <p:attrName>style.visibility</p:attrName>
                                        </p:attrNameLst>
                                      </p:cBhvr>
                                      <p:to>
                                        <p:strVal val="visible"/>
                                      </p:to>
                                    </p:set>
                                    <p:animEffect transition="in" filter="box(out)">
                                      <p:cBhvr>
                                        <p:cTn id="7" dur="500"/>
                                        <p:tgtEl>
                                          <p:spTgt spid="86016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trips(downRight)">
                                      <p:cBhvr>
                                        <p:cTn id="12"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3" name="laser.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60166"/>
                                        </p:tgtEl>
                                        <p:attrNameLst>
                                          <p:attrName>style.visibility</p:attrName>
                                        </p:attrNameLst>
                                      </p:cBhvr>
                                      <p:to>
                                        <p:strVal val="visible"/>
                                      </p:to>
                                    </p:set>
                                    <p:animEffect transition="in" filter="box(out)">
                                      <p:cBhvr>
                                        <p:cTn id="17" dur="500"/>
                                        <p:tgtEl>
                                          <p:spTgt spid="860166"/>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60163"/>
                                        </p:tgtEl>
                                        <p:attrNameLst>
                                          <p:attrName>style.visibility</p:attrName>
                                        </p:attrNameLst>
                                      </p:cBhvr>
                                      <p:to>
                                        <p:strVal val="visible"/>
                                      </p:to>
                                    </p:set>
                                    <p:animEffect transition="in" filter="box(out)">
                                      <p:cBhvr>
                                        <p:cTn id="22" dur="500"/>
                                        <p:tgtEl>
                                          <p:spTgt spid="860163"/>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860164"/>
                                        </p:tgtEl>
                                        <p:attrNameLst>
                                          <p:attrName>style.visibility</p:attrName>
                                        </p:attrNameLst>
                                      </p:cBhvr>
                                      <p:to>
                                        <p:strVal val="visible"/>
                                      </p:to>
                                    </p:set>
                                    <p:animEffect transition="in" filter="box(out)">
                                      <p:cBhvr>
                                        <p:cTn id="27" dur="500"/>
                                        <p:tgtEl>
                                          <p:spTgt spid="860164"/>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out)">
                                      <p:cBhvr>
                                        <p:cTn id="32" dur="500"/>
                                        <p:tgtEl>
                                          <p:spTgt spid="10"/>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strips(downLeft)">
                                      <p:cBhvr>
                                        <p:cTn id="37" dur="500"/>
                                        <p:tgtEl>
                                          <p:spTgt spid="13"/>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strips(downLeft)">
                                      <p:cBhvr>
                                        <p:cTn id="42" dur="500"/>
                                        <p:tgtEl>
                                          <p:spTgt spid="14"/>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box(in)">
                                      <p:cBhvr>
                                        <p:cTn id="47" dur="500"/>
                                        <p:tgtEl>
                                          <p:spTgt spid="15"/>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ox(out)">
                                      <p:cBhvr>
                                        <p:cTn id="52" dur="500"/>
                                        <p:tgtEl>
                                          <p:spTgt spid="11"/>
                                        </p:tgtEl>
                                      </p:cBhvr>
                                    </p:animEffect>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62" grpId="0" animBg="1" autoUpdateAnimBg="0"/>
      <p:bldP spid="860163" grpId="0" animBg="1" autoUpdateAnimBg="0"/>
      <p:bldP spid="860164" grpId="0" animBg="1" autoUpdateAnimBg="0"/>
      <p:bldP spid="860166" grpId="0" animBg="1"/>
      <p:bldP spid="12" grpId="0" animBg="1"/>
      <p:bldP spid="10" grpId="0" animBg="1" autoUpdateAnimBg="0"/>
      <p:bldP spid="11" grpId="0" animBg="1" autoUpdateAnimBg="0"/>
      <p:bldP spid="13" grpId="0" animBg="1"/>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ChangeArrowheads="1"/>
          </p:cNvSpPr>
          <p:nvPr/>
        </p:nvSpPr>
        <p:spPr bwMode="auto">
          <a:xfrm>
            <a:off x="157570" y="114301"/>
            <a:ext cx="6082445" cy="866775"/>
          </a:xfrm>
          <a:prstGeom prst="rect">
            <a:avLst/>
          </a:prstGeom>
          <a:noFill/>
          <a:ln w="9525">
            <a:noFill/>
            <a:miter lim="800000"/>
            <a:headEnd/>
            <a:tailEnd/>
          </a:ln>
        </p:spPr>
        <p:txBody>
          <a:bodyPr/>
          <a:lstStyle/>
          <a:p>
            <a:pPr lvl="1" eaLnBrk="0" hangingPunct="0">
              <a:buClr>
                <a:schemeClr val="tx1"/>
              </a:buClr>
              <a:buFont typeface="Wingdings" pitchFamily="2" charset="2"/>
              <a:buNone/>
            </a:pPr>
            <a:r>
              <a:rPr lang="en-US" altLang="zh-CN" sz="2800" b="1" dirty="0">
                <a:solidFill>
                  <a:srgbClr val="CC0099"/>
                </a:solidFill>
                <a:effectLst>
                  <a:outerShdw blurRad="38100" dist="38100" dir="2700000" algn="tl">
                    <a:srgbClr val="000000"/>
                  </a:outerShdw>
                </a:effectLst>
                <a:latin typeface="+mn-lt"/>
                <a:ea typeface="隶书" pitchFamily="49" charset="-122"/>
              </a:rPr>
              <a:t>2.  switch</a:t>
            </a:r>
            <a:r>
              <a:rPr lang="zh-CN" altLang="zh-CN" sz="2800" b="1" dirty="0">
                <a:solidFill>
                  <a:srgbClr val="CC0099"/>
                </a:solidFill>
                <a:effectLst>
                  <a:outerShdw blurRad="38100" dist="38100" dir="2700000" algn="tl">
                    <a:srgbClr val="000000"/>
                  </a:outerShdw>
                </a:effectLst>
                <a:latin typeface="+mn-lt"/>
                <a:ea typeface="隶书" pitchFamily="49" charset="-122"/>
              </a:rPr>
              <a:t>语句（开关分支语句）</a:t>
            </a:r>
          </a:p>
          <a:p>
            <a:pPr lvl="2" eaLnBrk="0" hangingPunct="0">
              <a:buClr>
                <a:srgbClr val="FF3300"/>
              </a:buClr>
              <a:buFont typeface="Wingdings" pitchFamily="2" charset="2"/>
              <a:buChar char="l"/>
            </a:pPr>
            <a:r>
              <a:rPr lang="zh-CN" altLang="en-US" b="1" dirty="0">
                <a:solidFill>
                  <a:srgbClr val="FF3300"/>
                </a:solidFill>
                <a:effectLst>
                  <a:outerShdw blurRad="38100" dist="38100" dir="2700000" algn="tl">
                    <a:srgbClr val="000000"/>
                  </a:outerShdw>
                </a:effectLst>
                <a:latin typeface="+mn-lt"/>
                <a:ea typeface="隶书" pitchFamily="49" charset="-122"/>
              </a:rPr>
              <a:t>  一般形式：</a:t>
            </a:r>
          </a:p>
        </p:txBody>
      </p:sp>
      <p:sp>
        <p:nvSpPr>
          <p:cNvPr id="862211" name="Text Box 3"/>
          <p:cNvSpPr txBox="1">
            <a:spLocks noChangeArrowheads="1"/>
          </p:cNvSpPr>
          <p:nvPr/>
        </p:nvSpPr>
        <p:spPr bwMode="auto">
          <a:xfrm>
            <a:off x="8184753" y="621577"/>
            <a:ext cx="3671887" cy="5632311"/>
          </a:xfrm>
          <a:prstGeom prst="rect">
            <a:avLst/>
          </a:prstGeom>
          <a:gradFill rotWithShape="1">
            <a:gsLst>
              <a:gs pos="0">
                <a:srgbClr val="FFFF99"/>
              </a:gs>
              <a:gs pos="100000">
                <a:srgbClr val="FFFF99">
                  <a:gamma/>
                  <a:shade val="60784"/>
                  <a:invGamma/>
                </a:srgb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eaLnBrk="0" hangingPunct="0"/>
            <a:r>
              <a:rPr lang="en-US" altLang="zh-CN" b="1">
                <a:solidFill>
                  <a:srgbClr val="FF3300"/>
                </a:solidFill>
                <a:effectLst>
                  <a:outerShdw blurRad="38100" dist="38100" dir="2700000" algn="tl">
                    <a:srgbClr val="000000"/>
                  </a:outerShdw>
                </a:effectLst>
                <a:ea typeface="隶书" pitchFamily="49" charset="-122"/>
              </a:rPr>
              <a:t>switch ( </a:t>
            </a:r>
            <a:r>
              <a:rPr lang="zh-CN" altLang="en-US" b="1">
                <a:solidFill>
                  <a:srgbClr val="FF3300"/>
                </a:solidFill>
                <a:effectLst>
                  <a:outerShdw blurRad="38100" dist="38100" dir="2700000" algn="tl">
                    <a:srgbClr val="000000"/>
                  </a:outerShdw>
                </a:effectLst>
                <a:ea typeface="隶书" pitchFamily="49" charset="-122"/>
              </a:rPr>
              <a:t>表达式</a:t>
            </a:r>
            <a:r>
              <a:rPr lang="en-US" altLang="zh-CN" b="1">
                <a:solidFill>
                  <a:srgbClr val="FF3300"/>
                </a:solidFill>
                <a:effectLst>
                  <a:outerShdw blurRad="38100" dist="38100" dir="2700000" algn="tl">
                    <a:srgbClr val="000000"/>
                  </a:outerShdw>
                </a:effectLst>
                <a:ea typeface="隶书" pitchFamily="49" charset="-122"/>
              </a:rPr>
              <a:t>)</a:t>
            </a:r>
          </a:p>
          <a:p>
            <a:pPr eaLnBrk="0" hangingPunct="0"/>
            <a:r>
              <a:rPr lang="en-US" altLang="zh-CN" b="1">
                <a:solidFill>
                  <a:srgbClr val="FF3300"/>
                </a:solidFill>
                <a:effectLst>
                  <a:outerShdw blurRad="38100" dist="38100" dir="2700000" algn="tl">
                    <a:srgbClr val="000000"/>
                  </a:outerShdw>
                </a:effectLst>
                <a:ea typeface="隶书" pitchFamily="49" charset="-122"/>
              </a:rPr>
              <a:t>{      case     E</a:t>
            </a:r>
            <a:r>
              <a:rPr lang="en-US" altLang="zh-CN" b="1" baseline="-25000">
                <a:solidFill>
                  <a:srgbClr val="FF3300"/>
                </a:solidFill>
                <a:effectLst>
                  <a:outerShdw blurRad="38100" dist="38100" dir="2700000" algn="tl">
                    <a:srgbClr val="000000"/>
                  </a:outerShdw>
                </a:effectLst>
                <a:ea typeface="隶书" pitchFamily="49" charset="-122"/>
              </a:rPr>
              <a:t>1</a:t>
            </a:r>
            <a:r>
              <a:rPr lang="en-US" altLang="zh-CN" b="1">
                <a:solidFill>
                  <a:srgbClr val="FF3300"/>
                </a:solidFill>
                <a:effectLst>
                  <a:outerShdw blurRad="38100" dist="38100" dir="2700000" algn="tl">
                    <a:srgbClr val="000000"/>
                  </a:outerShdw>
                </a:effectLst>
                <a:ea typeface="隶书" pitchFamily="49" charset="-122"/>
              </a:rPr>
              <a:t>:</a:t>
            </a:r>
          </a:p>
          <a:p>
            <a:pPr eaLnBrk="0" hangingPunct="0"/>
            <a:r>
              <a:rPr lang="en-US" altLang="zh-CN" b="1">
                <a:solidFill>
                  <a:srgbClr val="FF3300"/>
                </a:solidFill>
                <a:effectLst>
                  <a:outerShdw blurRad="38100" dist="38100" dir="2700000" algn="tl">
                    <a:srgbClr val="000000"/>
                  </a:outerShdw>
                </a:effectLst>
                <a:ea typeface="隶书" pitchFamily="49" charset="-122"/>
              </a:rPr>
              <a:t>                    </a:t>
            </a:r>
            <a:r>
              <a:rPr lang="zh-CN" altLang="en-US" b="1">
                <a:solidFill>
                  <a:srgbClr val="FF3300"/>
                </a:solidFill>
                <a:effectLst>
                  <a:outerShdw blurRad="38100" dist="38100" dir="2700000" algn="tl">
                    <a:srgbClr val="000000"/>
                  </a:outerShdw>
                </a:effectLst>
                <a:ea typeface="隶书" pitchFamily="49" charset="-122"/>
              </a:rPr>
              <a:t>语句组 </a:t>
            </a:r>
            <a:r>
              <a:rPr lang="en-US" altLang="zh-CN" b="1">
                <a:solidFill>
                  <a:srgbClr val="FF3300"/>
                </a:solidFill>
                <a:effectLst>
                  <a:outerShdw blurRad="38100" dist="38100" dir="2700000" algn="tl">
                    <a:srgbClr val="000000"/>
                  </a:outerShdw>
                </a:effectLst>
                <a:ea typeface="隶书" pitchFamily="49" charset="-122"/>
              </a:rPr>
              <a:t>1;</a:t>
            </a:r>
          </a:p>
          <a:p>
            <a:pPr eaLnBrk="0" hangingPunct="0"/>
            <a:r>
              <a:rPr lang="en-US" altLang="zh-CN" b="1">
                <a:solidFill>
                  <a:srgbClr val="FF3300"/>
                </a:solidFill>
                <a:effectLst>
                  <a:outerShdw blurRad="38100" dist="38100" dir="2700000" algn="tl">
                    <a:srgbClr val="000000"/>
                  </a:outerShdw>
                </a:effectLst>
                <a:ea typeface="隶书" pitchFamily="49" charset="-122"/>
              </a:rPr>
              <a:t>                    break;</a:t>
            </a:r>
          </a:p>
          <a:p>
            <a:pPr eaLnBrk="0" hangingPunct="0"/>
            <a:r>
              <a:rPr lang="en-US" altLang="zh-CN" b="1">
                <a:solidFill>
                  <a:srgbClr val="FF3300"/>
                </a:solidFill>
                <a:effectLst>
                  <a:outerShdw blurRad="38100" dist="38100" dir="2700000" algn="tl">
                    <a:srgbClr val="000000"/>
                  </a:outerShdw>
                </a:effectLst>
                <a:ea typeface="隶书" pitchFamily="49" charset="-122"/>
              </a:rPr>
              <a:t>        case     E</a:t>
            </a:r>
            <a:r>
              <a:rPr lang="en-US" altLang="zh-CN" b="1" baseline="-25000">
                <a:solidFill>
                  <a:srgbClr val="FF3300"/>
                </a:solidFill>
                <a:effectLst>
                  <a:outerShdw blurRad="38100" dist="38100" dir="2700000" algn="tl">
                    <a:srgbClr val="000000"/>
                  </a:outerShdw>
                </a:effectLst>
                <a:ea typeface="隶书" pitchFamily="49" charset="-122"/>
              </a:rPr>
              <a:t>2</a:t>
            </a:r>
            <a:r>
              <a:rPr lang="en-US" altLang="zh-CN" b="1">
                <a:solidFill>
                  <a:srgbClr val="FF3300"/>
                </a:solidFill>
                <a:effectLst>
                  <a:outerShdw blurRad="38100" dist="38100" dir="2700000" algn="tl">
                    <a:srgbClr val="000000"/>
                  </a:outerShdw>
                </a:effectLst>
                <a:ea typeface="隶书" pitchFamily="49" charset="-122"/>
              </a:rPr>
              <a:t>:</a:t>
            </a:r>
          </a:p>
          <a:p>
            <a:pPr eaLnBrk="0" hangingPunct="0"/>
            <a:r>
              <a:rPr lang="en-US" altLang="zh-CN" b="1">
                <a:solidFill>
                  <a:srgbClr val="FF3300"/>
                </a:solidFill>
                <a:effectLst>
                  <a:outerShdw blurRad="38100" dist="38100" dir="2700000" algn="tl">
                    <a:srgbClr val="000000"/>
                  </a:outerShdw>
                </a:effectLst>
                <a:ea typeface="隶书" pitchFamily="49" charset="-122"/>
              </a:rPr>
              <a:t>                   </a:t>
            </a:r>
            <a:r>
              <a:rPr lang="zh-CN" altLang="en-US" b="1">
                <a:solidFill>
                  <a:srgbClr val="FF3300"/>
                </a:solidFill>
                <a:effectLst>
                  <a:outerShdw blurRad="38100" dist="38100" dir="2700000" algn="tl">
                    <a:srgbClr val="000000"/>
                  </a:outerShdw>
                </a:effectLst>
                <a:ea typeface="隶书" pitchFamily="49" charset="-122"/>
              </a:rPr>
              <a:t>语句组 </a:t>
            </a:r>
            <a:r>
              <a:rPr lang="en-US" altLang="zh-CN" b="1">
                <a:solidFill>
                  <a:srgbClr val="FF3300"/>
                </a:solidFill>
                <a:effectLst>
                  <a:outerShdw blurRad="38100" dist="38100" dir="2700000" algn="tl">
                    <a:srgbClr val="000000"/>
                  </a:outerShdw>
                </a:effectLst>
                <a:ea typeface="隶书" pitchFamily="49" charset="-122"/>
              </a:rPr>
              <a:t>2;</a:t>
            </a:r>
          </a:p>
          <a:p>
            <a:pPr eaLnBrk="0" hangingPunct="0"/>
            <a:r>
              <a:rPr lang="en-US" altLang="zh-CN" b="1">
                <a:solidFill>
                  <a:srgbClr val="FF3300"/>
                </a:solidFill>
                <a:effectLst>
                  <a:outerShdw blurRad="38100" dist="38100" dir="2700000" algn="tl">
                    <a:srgbClr val="000000"/>
                  </a:outerShdw>
                </a:effectLst>
                <a:ea typeface="隶书" pitchFamily="49" charset="-122"/>
              </a:rPr>
              <a:t>                    break;</a:t>
            </a:r>
          </a:p>
          <a:p>
            <a:pPr eaLnBrk="0" hangingPunct="0"/>
            <a:r>
              <a:rPr lang="en-US" altLang="zh-CN" b="1">
                <a:solidFill>
                  <a:srgbClr val="FF3300"/>
                </a:solidFill>
                <a:effectLst>
                  <a:outerShdw blurRad="38100" dist="38100" dir="2700000" algn="tl">
                    <a:srgbClr val="000000"/>
                  </a:outerShdw>
                </a:effectLst>
                <a:ea typeface="隶书" pitchFamily="49" charset="-122"/>
              </a:rPr>
              <a:t>         …….</a:t>
            </a:r>
          </a:p>
          <a:p>
            <a:pPr eaLnBrk="0" hangingPunct="0"/>
            <a:r>
              <a:rPr lang="en-US" altLang="zh-CN" b="1">
                <a:solidFill>
                  <a:srgbClr val="FF3300"/>
                </a:solidFill>
                <a:effectLst>
                  <a:outerShdw blurRad="38100" dist="38100" dir="2700000" algn="tl">
                    <a:srgbClr val="000000"/>
                  </a:outerShdw>
                </a:effectLst>
                <a:ea typeface="隶书" pitchFamily="49" charset="-122"/>
              </a:rPr>
              <a:t>        case    E</a:t>
            </a:r>
            <a:r>
              <a:rPr lang="en-US" altLang="zh-CN" b="1" baseline="-25000">
                <a:solidFill>
                  <a:srgbClr val="FF3300"/>
                </a:solidFill>
                <a:effectLst>
                  <a:outerShdw blurRad="38100" dist="38100" dir="2700000" algn="tl">
                    <a:srgbClr val="000000"/>
                  </a:outerShdw>
                </a:effectLst>
                <a:ea typeface="隶书" pitchFamily="49" charset="-122"/>
              </a:rPr>
              <a:t>n</a:t>
            </a:r>
            <a:r>
              <a:rPr lang="en-US" altLang="zh-CN" b="1">
                <a:solidFill>
                  <a:srgbClr val="FF3300"/>
                </a:solidFill>
                <a:effectLst>
                  <a:outerShdw blurRad="38100" dist="38100" dir="2700000" algn="tl">
                    <a:srgbClr val="000000"/>
                  </a:outerShdw>
                </a:effectLst>
                <a:ea typeface="隶书" pitchFamily="49" charset="-122"/>
              </a:rPr>
              <a:t>:</a:t>
            </a:r>
          </a:p>
          <a:p>
            <a:pPr eaLnBrk="0" hangingPunct="0"/>
            <a:r>
              <a:rPr lang="en-US" altLang="zh-CN" b="1">
                <a:solidFill>
                  <a:srgbClr val="FF3300"/>
                </a:solidFill>
                <a:effectLst>
                  <a:outerShdw blurRad="38100" dist="38100" dir="2700000" algn="tl">
                    <a:srgbClr val="000000"/>
                  </a:outerShdw>
                </a:effectLst>
                <a:ea typeface="隶书" pitchFamily="49" charset="-122"/>
              </a:rPr>
              <a:t>                  </a:t>
            </a:r>
            <a:r>
              <a:rPr lang="zh-CN" altLang="en-US" b="1">
                <a:solidFill>
                  <a:srgbClr val="FF3300"/>
                </a:solidFill>
                <a:effectLst>
                  <a:outerShdw blurRad="38100" dist="38100" dir="2700000" algn="tl">
                    <a:srgbClr val="000000"/>
                  </a:outerShdw>
                </a:effectLst>
                <a:ea typeface="隶书" pitchFamily="49" charset="-122"/>
              </a:rPr>
              <a:t>语句组 </a:t>
            </a:r>
            <a:r>
              <a:rPr lang="en-US" altLang="zh-CN" b="1">
                <a:solidFill>
                  <a:srgbClr val="FF3300"/>
                </a:solidFill>
                <a:effectLst>
                  <a:outerShdw blurRad="38100" dist="38100" dir="2700000" algn="tl">
                    <a:srgbClr val="000000"/>
                  </a:outerShdw>
                </a:effectLst>
                <a:ea typeface="隶书" pitchFamily="49" charset="-122"/>
              </a:rPr>
              <a:t>n;</a:t>
            </a:r>
          </a:p>
          <a:p>
            <a:pPr eaLnBrk="0" hangingPunct="0"/>
            <a:r>
              <a:rPr lang="en-US" altLang="zh-CN" b="1">
                <a:solidFill>
                  <a:srgbClr val="FF3300"/>
                </a:solidFill>
                <a:effectLst>
                  <a:outerShdw blurRad="38100" dist="38100" dir="2700000" algn="tl">
                    <a:srgbClr val="000000"/>
                  </a:outerShdw>
                </a:effectLst>
                <a:ea typeface="隶书" pitchFamily="49" charset="-122"/>
              </a:rPr>
              <a:t>                   break;</a:t>
            </a:r>
          </a:p>
          <a:p>
            <a:pPr eaLnBrk="0" hangingPunct="0"/>
            <a:r>
              <a:rPr lang="en-US" altLang="zh-CN" b="1">
                <a:solidFill>
                  <a:srgbClr val="FF3300"/>
                </a:solidFill>
                <a:effectLst>
                  <a:outerShdw blurRad="38100" dist="38100" dir="2700000" algn="tl">
                    <a:srgbClr val="000000"/>
                  </a:outerShdw>
                </a:effectLst>
                <a:ea typeface="隶书" pitchFamily="49" charset="-122"/>
              </a:rPr>
              <a:t>        [default:</a:t>
            </a:r>
          </a:p>
          <a:p>
            <a:pPr eaLnBrk="0" hangingPunct="0"/>
            <a:r>
              <a:rPr lang="en-US" altLang="zh-CN" b="1">
                <a:solidFill>
                  <a:srgbClr val="FF3300"/>
                </a:solidFill>
                <a:effectLst>
                  <a:outerShdw blurRad="38100" dist="38100" dir="2700000" algn="tl">
                    <a:srgbClr val="000000"/>
                  </a:outerShdw>
                </a:effectLst>
                <a:ea typeface="隶书" pitchFamily="49" charset="-122"/>
              </a:rPr>
              <a:t>                   </a:t>
            </a:r>
            <a:r>
              <a:rPr lang="zh-CN" altLang="en-US" b="1">
                <a:solidFill>
                  <a:srgbClr val="FF3300"/>
                </a:solidFill>
                <a:effectLst>
                  <a:outerShdw blurRad="38100" dist="38100" dir="2700000" algn="tl">
                    <a:srgbClr val="000000"/>
                  </a:outerShdw>
                </a:effectLst>
                <a:ea typeface="隶书" pitchFamily="49" charset="-122"/>
              </a:rPr>
              <a:t>语句组 </a:t>
            </a:r>
            <a:r>
              <a:rPr lang="en-US" altLang="zh-CN" b="1">
                <a:solidFill>
                  <a:srgbClr val="FF3300"/>
                </a:solidFill>
                <a:effectLst>
                  <a:outerShdw blurRad="38100" dist="38100" dir="2700000" algn="tl">
                    <a:srgbClr val="000000"/>
                  </a:outerShdw>
                </a:effectLst>
                <a:ea typeface="隶书" pitchFamily="49" charset="-122"/>
              </a:rPr>
              <a:t>;</a:t>
            </a:r>
          </a:p>
          <a:p>
            <a:pPr eaLnBrk="0" hangingPunct="0"/>
            <a:r>
              <a:rPr lang="en-US" altLang="zh-CN" b="1">
                <a:solidFill>
                  <a:srgbClr val="FF3300"/>
                </a:solidFill>
                <a:effectLst>
                  <a:outerShdw blurRad="38100" dist="38100" dir="2700000" algn="tl">
                    <a:srgbClr val="000000"/>
                  </a:outerShdw>
                </a:effectLst>
                <a:ea typeface="隶书" pitchFamily="49" charset="-122"/>
              </a:rPr>
              <a:t>                    break;]</a:t>
            </a:r>
          </a:p>
          <a:p>
            <a:pPr eaLnBrk="0" hangingPunct="0"/>
            <a:r>
              <a:rPr lang="en-US" altLang="zh-CN" b="1">
                <a:solidFill>
                  <a:srgbClr val="FF3300"/>
                </a:solidFill>
                <a:effectLst>
                  <a:outerShdw blurRad="38100" dist="38100" dir="2700000" algn="tl">
                    <a:srgbClr val="000000"/>
                  </a:outerShdw>
                </a:effectLst>
                <a:ea typeface="隶书" pitchFamily="49" charset="-122"/>
              </a:rPr>
              <a:t>}  </a:t>
            </a:r>
          </a:p>
        </p:txBody>
      </p:sp>
      <p:sp>
        <p:nvSpPr>
          <p:cNvPr id="862212" name="Rectangle 4"/>
          <p:cNvSpPr>
            <a:spLocks noChangeArrowheads="1"/>
          </p:cNvSpPr>
          <p:nvPr/>
        </p:nvSpPr>
        <p:spPr bwMode="auto">
          <a:xfrm>
            <a:off x="146458" y="982663"/>
            <a:ext cx="3505200" cy="457200"/>
          </a:xfrm>
          <a:prstGeom prst="rect">
            <a:avLst/>
          </a:prstGeom>
          <a:noFill/>
          <a:ln w="9525">
            <a:noFill/>
            <a:miter lim="800000"/>
            <a:headEnd/>
            <a:tailEnd/>
          </a:ln>
        </p:spPr>
        <p:txBody>
          <a:bodyPr/>
          <a:lstStyle/>
          <a:p>
            <a:pPr lvl="2" eaLnBrk="0" hangingPunct="0">
              <a:buClr>
                <a:srgbClr val="FF3300"/>
              </a:buClr>
              <a:buFont typeface="Wingdings" pitchFamily="2" charset="2"/>
              <a:buChar char="l"/>
            </a:pPr>
            <a:r>
              <a:rPr lang="en-US" altLang="zh-CN" b="1" dirty="0">
                <a:solidFill>
                  <a:srgbClr val="FF3300"/>
                </a:solidFill>
                <a:effectLst>
                  <a:outerShdw blurRad="38100" dist="38100" dir="2700000" algn="tl">
                    <a:srgbClr val="000000"/>
                  </a:outerShdw>
                </a:effectLst>
                <a:latin typeface="+mn-lt"/>
                <a:ea typeface="隶书" pitchFamily="49" charset="-122"/>
              </a:rPr>
              <a:t>  </a:t>
            </a:r>
            <a:r>
              <a:rPr lang="zh-CN" altLang="en-US" b="1" dirty="0">
                <a:solidFill>
                  <a:srgbClr val="FF3300"/>
                </a:solidFill>
                <a:effectLst>
                  <a:outerShdw blurRad="38100" dist="38100" dir="2700000" algn="tl">
                    <a:srgbClr val="000000"/>
                  </a:outerShdw>
                </a:effectLst>
                <a:latin typeface="+mn-lt"/>
                <a:ea typeface="隶书" pitchFamily="49" charset="-122"/>
              </a:rPr>
              <a:t>执行过程：</a:t>
            </a:r>
          </a:p>
        </p:txBody>
      </p:sp>
      <p:sp>
        <p:nvSpPr>
          <p:cNvPr id="862240" name="Rectangle 32"/>
          <p:cNvSpPr>
            <a:spLocks noChangeArrowheads="1"/>
          </p:cNvSpPr>
          <p:nvPr/>
        </p:nvSpPr>
        <p:spPr bwMode="auto">
          <a:xfrm>
            <a:off x="1688406"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62214" name="Rectangle 6"/>
          <p:cNvSpPr>
            <a:spLocks noChangeArrowheads="1"/>
          </p:cNvSpPr>
          <p:nvPr/>
        </p:nvSpPr>
        <p:spPr bwMode="auto">
          <a:xfrm>
            <a:off x="1199456" y="1773238"/>
            <a:ext cx="6496050" cy="3865562"/>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0" tIns="46800" rIns="90000" bIns="46800" anchor="ctr"/>
          <a:lstStyle/>
          <a:p>
            <a:pPr algn="ctr"/>
            <a:endParaRPr lang="zh-CN" altLang="zh-CN" sz="2000"/>
          </a:p>
        </p:txBody>
      </p:sp>
      <p:sp>
        <p:nvSpPr>
          <p:cNvPr id="862215" name="AutoShape 7"/>
          <p:cNvSpPr>
            <a:spLocks noChangeArrowheads="1"/>
          </p:cNvSpPr>
          <p:nvPr/>
        </p:nvSpPr>
        <p:spPr bwMode="auto">
          <a:xfrm>
            <a:off x="3575944" y="2133600"/>
            <a:ext cx="1143000" cy="381000"/>
          </a:xfrm>
          <a:prstGeom prst="flowChartAlternateProcess">
            <a:avLst/>
          </a:prstGeom>
          <a:gradFill rotWithShape="1">
            <a:gsLst>
              <a:gs pos="0">
                <a:srgbClr val="FFFF99"/>
              </a:gs>
              <a:gs pos="100000">
                <a:schemeClr val="bg1"/>
              </a:gs>
            </a:gsLst>
            <a:lin ang="5400000" scaled="1"/>
          </a:gradFill>
          <a:ln w="9525">
            <a:solidFill>
              <a:srgbClr val="0000FF"/>
            </a:solidFill>
            <a:miter lim="800000"/>
            <a:headEnd/>
            <a:tailEnd/>
          </a:ln>
          <a:effectLst>
            <a:outerShdw dist="107763" dir="2700000" algn="ctr" rotWithShape="0">
              <a:schemeClr val="bg2">
                <a:alpha val="50000"/>
              </a:schemeClr>
            </a:outerShdw>
          </a:effectLst>
        </p:spPr>
        <p:txBody>
          <a:bodyPr wrap="none" anchor="ctr"/>
          <a:lstStyle/>
          <a:p>
            <a:pPr algn="ctr" eaLnBrk="0" hangingPunct="0"/>
            <a:r>
              <a:rPr lang="en-US" altLang="zh-CN" sz="2000" b="1" dirty="0">
                <a:effectLst>
                  <a:outerShdw blurRad="38100" dist="38100" dir="2700000" algn="tl">
                    <a:srgbClr val="FFFFFF"/>
                  </a:outerShdw>
                </a:effectLst>
                <a:ea typeface="隶书" pitchFamily="49" charset="-122"/>
              </a:rPr>
              <a:t>switch</a:t>
            </a:r>
          </a:p>
        </p:txBody>
      </p:sp>
      <p:sp>
        <p:nvSpPr>
          <p:cNvPr id="862216" name="Line 8"/>
          <p:cNvSpPr>
            <a:spLocks noChangeShapeType="1"/>
          </p:cNvSpPr>
          <p:nvPr/>
        </p:nvSpPr>
        <p:spPr bwMode="auto">
          <a:xfrm>
            <a:off x="4126806" y="2509838"/>
            <a:ext cx="0" cy="304800"/>
          </a:xfrm>
          <a:prstGeom prst="line">
            <a:avLst/>
          </a:prstGeom>
          <a:noFill/>
          <a:ln w="28575">
            <a:solidFill>
              <a:srgbClr val="FF330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17" name="AutoShape 9"/>
          <p:cNvSpPr>
            <a:spLocks noChangeArrowheads="1"/>
          </p:cNvSpPr>
          <p:nvPr/>
        </p:nvSpPr>
        <p:spPr bwMode="auto">
          <a:xfrm>
            <a:off x="3288606" y="2814638"/>
            <a:ext cx="1676400" cy="533400"/>
          </a:xfrm>
          <a:prstGeom prst="flowChartDecision">
            <a:avLst/>
          </a:prstGeom>
          <a:gradFill rotWithShape="1">
            <a:gsLst>
              <a:gs pos="0">
                <a:srgbClr val="FFCC99"/>
              </a:gs>
              <a:gs pos="100000">
                <a:schemeClr val="bg1"/>
              </a:gs>
            </a:gsLst>
            <a:lin ang="5400000" scaled="1"/>
          </a:gradFill>
          <a:ln w="9525">
            <a:solidFill>
              <a:srgbClr val="0000FF"/>
            </a:solidFill>
            <a:miter lim="800000"/>
            <a:headEnd/>
            <a:tailEnd/>
          </a:ln>
          <a:effectLst>
            <a:outerShdw dist="107763" dir="2700000" algn="ctr" rotWithShape="0">
              <a:schemeClr val="bg2">
                <a:alpha val="50000"/>
              </a:schemeClr>
            </a:outerShdw>
          </a:effectLst>
        </p:spPr>
        <p:txBody>
          <a:bodyPr wrap="none" anchor="ctr"/>
          <a:lstStyle/>
          <a:p>
            <a:pPr algn="ctr" eaLnBrk="0" hangingPunct="0"/>
            <a:r>
              <a:rPr lang="zh-CN" altLang="en-US" sz="2000" b="1">
                <a:effectLst>
                  <a:outerShdw blurRad="38100" dist="38100" dir="2700000" algn="tl">
                    <a:srgbClr val="FFFFFF"/>
                  </a:outerShdw>
                </a:effectLst>
                <a:ea typeface="隶书" pitchFamily="49" charset="-122"/>
              </a:rPr>
              <a:t>表达式</a:t>
            </a:r>
          </a:p>
        </p:txBody>
      </p:sp>
      <p:sp>
        <p:nvSpPr>
          <p:cNvPr id="862220" name="Text Box 12"/>
          <p:cNvSpPr txBox="1">
            <a:spLocks noChangeArrowheads="1"/>
          </p:cNvSpPr>
          <p:nvPr/>
        </p:nvSpPr>
        <p:spPr bwMode="auto">
          <a:xfrm>
            <a:off x="1307407" y="4186238"/>
            <a:ext cx="1082675" cy="406400"/>
          </a:xfrm>
          <a:prstGeom prst="rect">
            <a:avLst/>
          </a:prstGeom>
          <a:gradFill rotWithShape="1">
            <a:gsLst>
              <a:gs pos="0">
                <a:srgbClr val="00FF00"/>
              </a:gs>
              <a:gs pos="100000">
                <a:schemeClr val="bg1"/>
              </a:gs>
            </a:gsLst>
            <a:lin ang="5400000" scaled="1"/>
          </a:gradFill>
          <a:ln w="9525">
            <a:solidFill>
              <a:srgbClr val="0000FF"/>
            </a:solidFill>
            <a:miter lim="800000"/>
            <a:headEnd/>
            <a:tailEnd/>
          </a:ln>
          <a:effectLst>
            <a:outerShdw dist="107763" dir="2700000" algn="ctr" rotWithShape="0">
              <a:schemeClr val="bg2">
                <a:alpha val="50000"/>
              </a:schemeClr>
            </a:outerShdw>
          </a:effectLst>
        </p:spPr>
        <p:txBody>
          <a:bodyPr wrap="none" anchor="ctr"/>
          <a:lstStyle/>
          <a:p>
            <a:pPr algn="ctr" eaLnBrk="0" hangingPunct="0">
              <a:spcBef>
                <a:spcPct val="50000"/>
              </a:spcBef>
            </a:pPr>
            <a:r>
              <a:rPr lang="zh-CN" altLang="en-US" sz="2000" b="1" dirty="0">
                <a:effectLst>
                  <a:outerShdw blurRad="38100" dist="38100" dir="2700000" algn="tl">
                    <a:srgbClr val="FFFFFF"/>
                  </a:outerShdw>
                </a:effectLst>
                <a:ea typeface="隶书" pitchFamily="49" charset="-122"/>
              </a:rPr>
              <a:t>语句组</a:t>
            </a:r>
            <a:r>
              <a:rPr lang="en-US" altLang="zh-CN" sz="2000" b="1" dirty="0">
                <a:effectLst>
                  <a:outerShdw blurRad="38100" dist="38100" dir="2700000" algn="tl">
                    <a:srgbClr val="FFFFFF"/>
                  </a:outerShdw>
                </a:effectLst>
                <a:ea typeface="隶书" pitchFamily="49" charset="-122"/>
              </a:rPr>
              <a:t>1</a:t>
            </a:r>
          </a:p>
        </p:txBody>
      </p:sp>
      <p:sp>
        <p:nvSpPr>
          <p:cNvPr id="862221" name="Text Box 13"/>
          <p:cNvSpPr txBox="1">
            <a:spLocks noChangeArrowheads="1"/>
          </p:cNvSpPr>
          <p:nvPr/>
        </p:nvSpPr>
        <p:spPr bwMode="auto">
          <a:xfrm>
            <a:off x="2755207" y="4186238"/>
            <a:ext cx="1082675" cy="406400"/>
          </a:xfrm>
          <a:prstGeom prst="rect">
            <a:avLst/>
          </a:prstGeom>
          <a:gradFill rotWithShape="1">
            <a:gsLst>
              <a:gs pos="0">
                <a:srgbClr val="00FF00"/>
              </a:gs>
              <a:gs pos="100000">
                <a:schemeClr val="bg1"/>
              </a:gs>
            </a:gsLst>
            <a:lin ang="5400000" scaled="1"/>
          </a:gradFill>
          <a:ln w="9525">
            <a:solidFill>
              <a:srgbClr val="0000FF"/>
            </a:solidFill>
            <a:miter lim="800000"/>
            <a:headEnd/>
            <a:tailEnd/>
          </a:ln>
          <a:effectLst>
            <a:outerShdw dist="107763" dir="2700000" algn="ctr" rotWithShape="0">
              <a:schemeClr val="bg2">
                <a:alpha val="50000"/>
              </a:schemeClr>
            </a:outerShdw>
          </a:effectLst>
        </p:spPr>
        <p:txBody>
          <a:bodyPr wrap="none" anchor="ctr"/>
          <a:lstStyle/>
          <a:p>
            <a:pPr algn="ctr" eaLnBrk="0" hangingPunct="0">
              <a:spcBef>
                <a:spcPct val="50000"/>
              </a:spcBef>
            </a:pPr>
            <a:r>
              <a:rPr lang="zh-CN" altLang="en-US" sz="2000" b="1">
                <a:effectLst>
                  <a:outerShdw blurRad="38100" dist="38100" dir="2700000" algn="tl">
                    <a:srgbClr val="FFFFFF"/>
                  </a:outerShdw>
                </a:effectLst>
                <a:ea typeface="隶书" pitchFamily="49" charset="-122"/>
              </a:rPr>
              <a:t>语句组</a:t>
            </a:r>
            <a:r>
              <a:rPr lang="en-US" altLang="zh-CN" sz="2000" b="1">
                <a:effectLst>
                  <a:outerShdw blurRad="38100" dist="38100" dir="2700000" algn="tl">
                    <a:srgbClr val="FFFFFF"/>
                  </a:outerShdw>
                </a:effectLst>
                <a:ea typeface="隶书" pitchFamily="49" charset="-122"/>
              </a:rPr>
              <a:t>2</a:t>
            </a:r>
          </a:p>
        </p:txBody>
      </p:sp>
      <p:sp>
        <p:nvSpPr>
          <p:cNvPr id="862222" name="Text Box 14"/>
          <p:cNvSpPr txBox="1">
            <a:spLocks noChangeArrowheads="1"/>
          </p:cNvSpPr>
          <p:nvPr/>
        </p:nvSpPr>
        <p:spPr bwMode="auto">
          <a:xfrm>
            <a:off x="4812607" y="4186238"/>
            <a:ext cx="1082675" cy="406400"/>
          </a:xfrm>
          <a:prstGeom prst="rect">
            <a:avLst/>
          </a:prstGeom>
          <a:gradFill rotWithShape="1">
            <a:gsLst>
              <a:gs pos="0">
                <a:srgbClr val="00FF00"/>
              </a:gs>
              <a:gs pos="100000">
                <a:schemeClr val="bg1"/>
              </a:gs>
            </a:gsLst>
            <a:lin ang="5400000" scaled="1"/>
          </a:gradFill>
          <a:ln w="9525">
            <a:solidFill>
              <a:srgbClr val="0000FF"/>
            </a:solidFill>
            <a:miter lim="800000"/>
            <a:headEnd/>
            <a:tailEnd/>
          </a:ln>
          <a:effectLst>
            <a:outerShdw dist="107763" dir="2700000" algn="ctr" rotWithShape="0">
              <a:schemeClr val="bg2">
                <a:alpha val="50000"/>
              </a:schemeClr>
            </a:outerShdw>
          </a:effectLst>
        </p:spPr>
        <p:txBody>
          <a:bodyPr wrap="none" anchor="ctr"/>
          <a:lstStyle/>
          <a:p>
            <a:pPr algn="ctr" eaLnBrk="0" hangingPunct="0">
              <a:spcBef>
                <a:spcPct val="50000"/>
              </a:spcBef>
            </a:pPr>
            <a:r>
              <a:rPr lang="zh-CN" altLang="en-US" sz="2000" b="1">
                <a:effectLst>
                  <a:outerShdw blurRad="38100" dist="38100" dir="2700000" algn="tl">
                    <a:srgbClr val="FFFFFF"/>
                  </a:outerShdw>
                </a:effectLst>
                <a:ea typeface="隶书" pitchFamily="49" charset="-122"/>
              </a:rPr>
              <a:t>语句组</a:t>
            </a:r>
            <a:r>
              <a:rPr lang="en-US" altLang="zh-CN" sz="2000" b="1">
                <a:effectLst>
                  <a:outerShdw blurRad="38100" dist="38100" dir="2700000" algn="tl">
                    <a:srgbClr val="FFFFFF"/>
                  </a:outerShdw>
                </a:effectLst>
                <a:ea typeface="隶书" pitchFamily="49" charset="-122"/>
              </a:rPr>
              <a:t>n</a:t>
            </a:r>
          </a:p>
        </p:txBody>
      </p:sp>
      <p:sp>
        <p:nvSpPr>
          <p:cNvPr id="862223" name="Text Box 15"/>
          <p:cNvSpPr txBox="1">
            <a:spLocks noChangeArrowheads="1"/>
          </p:cNvSpPr>
          <p:nvPr/>
        </p:nvSpPr>
        <p:spPr bwMode="auto">
          <a:xfrm>
            <a:off x="6247707" y="4186238"/>
            <a:ext cx="955675" cy="406400"/>
          </a:xfrm>
          <a:prstGeom prst="rect">
            <a:avLst/>
          </a:prstGeom>
          <a:gradFill rotWithShape="1">
            <a:gsLst>
              <a:gs pos="0">
                <a:srgbClr val="00FF00"/>
              </a:gs>
              <a:gs pos="100000">
                <a:schemeClr val="bg1"/>
              </a:gs>
            </a:gsLst>
            <a:lin ang="5400000" scaled="1"/>
          </a:gradFill>
          <a:ln w="9525">
            <a:solidFill>
              <a:srgbClr val="0000FF"/>
            </a:solidFill>
            <a:miter lim="800000"/>
            <a:headEnd/>
            <a:tailEnd/>
          </a:ln>
          <a:effectLst>
            <a:outerShdw dist="107763" dir="2700000" algn="ctr" rotWithShape="0">
              <a:schemeClr val="bg2">
                <a:alpha val="50000"/>
              </a:schemeClr>
            </a:outerShdw>
          </a:effectLst>
        </p:spPr>
        <p:txBody>
          <a:bodyPr wrap="none" anchor="ctr"/>
          <a:lstStyle/>
          <a:p>
            <a:pPr algn="ctr" eaLnBrk="0" hangingPunct="0">
              <a:spcBef>
                <a:spcPct val="50000"/>
              </a:spcBef>
            </a:pPr>
            <a:r>
              <a:rPr lang="zh-CN" altLang="en-US" sz="2000" b="1">
                <a:effectLst>
                  <a:outerShdw blurRad="38100" dist="38100" dir="2700000" algn="tl">
                    <a:srgbClr val="FFFFFF"/>
                  </a:outerShdw>
                </a:effectLst>
                <a:ea typeface="隶书" pitchFamily="49" charset="-122"/>
              </a:rPr>
              <a:t>语句组</a:t>
            </a:r>
          </a:p>
        </p:txBody>
      </p:sp>
      <p:sp>
        <p:nvSpPr>
          <p:cNvPr id="862224" name="Text Box 16"/>
          <p:cNvSpPr txBox="1">
            <a:spLocks noChangeArrowheads="1"/>
          </p:cNvSpPr>
          <p:nvPr/>
        </p:nvSpPr>
        <p:spPr bwMode="auto">
          <a:xfrm>
            <a:off x="3974406" y="4262439"/>
            <a:ext cx="628650" cy="396875"/>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ea typeface="隶书" pitchFamily="49" charset="-122"/>
              </a:rPr>
              <a:t>…...</a:t>
            </a:r>
          </a:p>
        </p:txBody>
      </p:sp>
      <p:grpSp>
        <p:nvGrpSpPr>
          <p:cNvPr id="862275" name="Group 67"/>
          <p:cNvGrpSpPr>
            <a:grpSpLocks/>
          </p:cNvGrpSpPr>
          <p:nvPr/>
        </p:nvGrpSpPr>
        <p:grpSpPr bwMode="auto">
          <a:xfrm>
            <a:off x="1840807" y="4605338"/>
            <a:ext cx="2454275" cy="723900"/>
            <a:chOff x="744" y="2901"/>
            <a:chExt cx="1546" cy="456"/>
          </a:xfrm>
        </p:grpSpPr>
        <p:sp>
          <p:nvSpPr>
            <p:cNvPr id="862238" name="Line 30"/>
            <p:cNvSpPr>
              <a:spLocks noChangeShapeType="1"/>
            </p:cNvSpPr>
            <p:nvPr/>
          </p:nvSpPr>
          <p:spPr bwMode="auto">
            <a:xfrm flipV="1">
              <a:off x="744" y="3113"/>
              <a:ext cx="1546" cy="4"/>
            </a:xfrm>
            <a:prstGeom prst="line">
              <a:avLst/>
            </a:prstGeom>
            <a:noFill/>
            <a:ln w="28575">
              <a:solidFill>
                <a:srgbClr val="FF3300"/>
              </a:solidFill>
              <a:round/>
              <a:headEnd/>
              <a:tailEnd/>
            </a:ln>
            <a:effectLst>
              <a:outerShdw dist="35921" dir="2700000" algn="ctr" rotWithShape="0">
                <a:schemeClr val="bg2">
                  <a:alpha val="50000"/>
                </a:schemeClr>
              </a:outerShdw>
            </a:effectLst>
          </p:spPr>
          <p:txBody>
            <a:bodyPr wrap="none" anchor="ctr"/>
            <a:lstStyle/>
            <a:p>
              <a:endParaRPr lang="zh-CN" altLang="en-US"/>
            </a:p>
          </p:txBody>
        </p:sp>
        <p:sp>
          <p:nvSpPr>
            <p:cNvPr id="862234" name="Line 26"/>
            <p:cNvSpPr>
              <a:spLocks noChangeShapeType="1"/>
            </p:cNvSpPr>
            <p:nvPr/>
          </p:nvSpPr>
          <p:spPr bwMode="auto">
            <a:xfrm>
              <a:off x="744" y="2901"/>
              <a:ext cx="0" cy="215"/>
            </a:xfrm>
            <a:prstGeom prst="line">
              <a:avLst/>
            </a:prstGeom>
            <a:noFill/>
            <a:ln w="28575">
              <a:solidFill>
                <a:srgbClr val="FF330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39" name="Line 31"/>
            <p:cNvSpPr>
              <a:spLocks noChangeShapeType="1"/>
            </p:cNvSpPr>
            <p:nvPr/>
          </p:nvSpPr>
          <p:spPr bwMode="auto">
            <a:xfrm>
              <a:off x="2280" y="3117"/>
              <a:ext cx="0" cy="240"/>
            </a:xfrm>
            <a:prstGeom prst="line">
              <a:avLst/>
            </a:prstGeom>
            <a:noFill/>
            <a:ln w="28575">
              <a:solidFill>
                <a:srgbClr val="FF330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grpSp>
      <p:grpSp>
        <p:nvGrpSpPr>
          <p:cNvPr id="862249" name="Group 41"/>
          <p:cNvGrpSpPr>
            <a:grpSpLocks/>
          </p:cNvGrpSpPr>
          <p:nvPr/>
        </p:nvGrpSpPr>
        <p:grpSpPr bwMode="auto">
          <a:xfrm>
            <a:off x="-9117" y="0"/>
            <a:ext cx="446088" cy="6858000"/>
            <a:chOff x="0" y="0"/>
            <a:chExt cx="281" cy="4320"/>
          </a:xfrm>
        </p:grpSpPr>
        <p:sp>
          <p:nvSpPr>
            <p:cNvPr id="862250" name="Text Box 4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62251" name="Text Box 4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862257" name="Group 49"/>
          <p:cNvGrpSpPr>
            <a:grpSpLocks/>
          </p:cNvGrpSpPr>
          <p:nvPr/>
        </p:nvGrpSpPr>
        <p:grpSpPr bwMode="auto">
          <a:xfrm>
            <a:off x="1832869" y="3348038"/>
            <a:ext cx="3054350" cy="831850"/>
            <a:chOff x="739" y="2109"/>
            <a:chExt cx="1924" cy="524"/>
          </a:xfrm>
        </p:grpSpPr>
        <p:sp>
          <p:nvSpPr>
            <p:cNvPr id="862226" name="Text Box 18"/>
            <p:cNvSpPr txBox="1">
              <a:spLocks noChangeArrowheads="1"/>
            </p:cNvSpPr>
            <p:nvPr/>
          </p:nvSpPr>
          <p:spPr bwMode="auto">
            <a:xfrm>
              <a:off x="773" y="2349"/>
              <a:ext cx="334"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solidFill>
                    <a:srgbClr val="3333FF"/>
                  </a:solidFill>
                  <a:effectLst>
                    <a:outerShdw blurRad="38100" dist="38100" dir="2700000" algn="tl">
                      <a:srgbClr val="000000"/>
                    </a:outerShdw>
                  </a:effectLst>
                  <a:ea typeface="隶书" pitchFamily="49" charset="-122"/>
                </a:rPr>
                <a:t>E </a:t>
              </a:r>
              <a:r>
                <a:rPr lang="en-US" altLang="zh-CN" sz="2000" b="1" baseline="-25000">
                  <a:solidFill>
                    <a:srgbClr val="3333FF"/>
                  </a:solidFill>
                  <a:effectLst>
                    <a:outerShdw blurRad="38100" dist="38100" dir="2700000" algn="tl">
                      <a:srgbClr val="000000"/>
                    </a:outerShdw>
                  </a:effectLst>
                  <a:ea typeface="隶书" pitchFamily="49" charset="-122"/>
                </a:rPr>
                <a:t>1</a:t>
              </a:r>
            </a:p>
          </p:txBody>
        </p:sp>
        <p:sp>
          <p:nvSpPr>
            <p:cNvPr id="862225" name="Line 17"/>
            <p:cNvSpPr>
              <a:spLocks noChangeShapeType="1"/>
            </p:cNvSpPr>
            <p:nvPr/>
          </p:nvSpPr>
          <p:spPr bwMode="auto">
            <a:xfrm>
              <a:off x="748" y="2345"/>
              <a:ext cx="0" cy="288"/>
            </a:xfrm>
            <a:prstGeom prst="line">
              <a:avLst/>
            </a:prstGeom>
            <a:noFill/>
            <a:ln w="28575">
              <a:solidFill>
                <a:srgbClr val="FF330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grpSp>
          <p:nvGrpSpPr>
            <p:cNvPr id="862253" name="Group 45"/>
            <p:cNvGrpSpPr>
              <a:grpSpLocks/>
            </p:cNvGrpSpPr>
            <p:nvPr/>
          </p:nvGrpSpPr>
          <p:grpSpPr bwMode="auto">
            <a:xfrm>
              <a:off x="2184" y="2109"/>
              <a:ext cx="479" cy="250"/>
              <a:chOff x="2184" y="2109"/>
              <a:chExt cx="479" cy="250"/>
            </a:xfrm>
          </p:grpSpPr>
          <p:sp>
            <p:nvSpPr>
              <p:cNvPr id="862218" name="Line 10"/>
              <p:cNvSpPr>
                <a:spLocks noChangeShapeType="1"/>
              </p:cNvSpPr>
              <p:nvPr/>
            </p:nvSpPr>
            <p:spPr bwMode="auto">
              <a:xfrm>
                <a:off x="2184" y="2109"/>
                <a:ext cx="0" cy="240"/>
              </a:xfrm>
              <a:prstGeom prst="line">
                <a:avLst/>
              </a:prstGeom>
              <a:noFill/>
              <a:ln w="28575">
                <a:solidFill>
                  <a:srgbClr val="FF330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33" name="Text Box 25"/>
              <p:cNvSpPr txBox="1">
                <a:spLocks noChangeArrowheads="1"/>
              </p:cNvSpPr>
              <p:nvPr/>
            </p:nvSpPr>
            <p:spPr bwMode="auto">
              <a:xfrm>
                <a:off x="2232" y="2109"/>
                <a:ext cx="431"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effectLst>
                      <a:outerShdw blurRad="38100" dist="38100" dir="2700000" algn="tl">
                        <a:srgbClr val="FFFFFF"/>
                      </a:outerShdw>
                    </a:effectLst>
                    <a:ea typeface="隶书" pitchFamily="49" charset="-122"/>
                  </a:rPr>
                  <a:t>case</a:t>
                </a:r>
                <a:r>
                  <a:rPr lang="en-US" altLang="zh-CN" sz="2000" b="1">
                    <a:ea typeface="隶书" pitchFamily="49" charset="-122"/>
                  </a:rPr>
                  <a:t> </a:t>
                </a:r>
              </a:p>
            </p:txBody>
          </p:sp>
        </p:grpSp>
        <p:sp>
          <p:nvSpPr>
            <p:cNvPr id="862252" name="Line 44"/>
            <p:cNvSpPr>
              <a:spLocks noChangeShapeType="1"/>
            </p:cNvSpPr>
            <p:nvPr/>
          </p:nvSpPr>
          <p:spPr bwMode="auto">
            <a:xfrm>
              <a:off x="739" y="2341"/>
              <a:ext cx="1452" cy="0"/>
            </a:xfrm>
            <a:prstGeom prst="line">
              <a:avLst/>
            </a:prstGeom>
            <a:noFill/>
            <a:ln w="28575">
              <a:solidFill>
                <a:srgbClr val="FF3300"/>
              </a:solidFill>
              <a:round/>
              <a:headEnd/>
              <a:tailEnd/>
            </a:ln>
            <a:effectLst>
              <a:outerShdw dist="35921" dir="2700000" algn="ctr" rotWithShape="0">
                <a:schemeClr val="bg2"/>
              </a:outerShdw>
            </a:effectLst>
          </p:spPr>
          <p:txBody>
            <a:bodyPr/>
            <a:lstStyle/>
            <a:p>
              <a:endParaRPr lang="zh-CN" altLang="en-US"/>
            </a:p>
          </p:txBody>
        </p:sp>
      </p:grpSp>
      <p:grpSp>
        <p:nvGrpSpPr>
          <p:cNvPr id="862259" name="Group 51"/>
          <p:cNvGrpSpPr>
            <a:grpSpLocks/>
          </p:cNvGrpSpPr>
          <p:nvPr/>
        </p:nvGrpSpPr>
        <p:grpSpPr bwMode="auto">
          <a:xfrm>
            <a:off x="3272731" y="3343275"/>
            <a:ext cx="1612900" cy="850900"/>
            <a:chOff x="1646" y="2106"/>
            <a:chExt cx="1016" cy="536"/>
          </a:xfrm>
        </p:grpSpPr>
        <p:sp>
          <p:nvSpPr>
            <p:cNvPr id="862230" name="Text Box 22"/>
            <p:cNvSpPr txBox="1">
              <a:spLocks noChangeArrowheads="1"/>
            </p:cNvSpPr>
            <p:nvPr/>
          </p:nvSpPr>
          <p:spPr bwMode="auto">
            <a:xfrm>
              <a:off x="1667" y="2349"/>
              <a:ext cx="334"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solidFill>
                    <a:srgbClr val="3333FF"/>
                  </a:solidFill>
                  <a:effectLst>
                    <a:outerShdw blurRad="38100" dist="38100" dir="2700000" algn="tl">
                      <a:srgbClr val="000000"/>
                    </a:outerShdw>
                  </a:effectLst>
                  <a:ea typeface="隶书" pitchFamily="49" charset="-122"/>
                </a:rPr>
                <a:t>E </a:t>
              </a:r>
              <a:r>
                <a:rPr lang="en-US" altLang="zh-CN" sz="2000" b="1" baseline="-25000">
                  <a:solidFill>
                    <a:srgbClr val="3333FF"/>
                  </a:solidFill>
                  <a:effectLst>
                    <a:outerShdw blurRad="38100" dist="38100" dir="2700000" algn="tl">
                      <a:srgbClr val="000000"/>
                    </a:outerShdw>
                  </a:effectLst>
                  <a:ea typeface="隶书" pitchFamily="49" charset="-122"/>
                </a:rPr>
                <a:t>2</a:t>
              </a:r>
            </a:p>
          </p:txBody>
        </p:sp>
        <p:grpSp>
          <p:nvGrpSpPr>
            <p:cNvPr id="862254" name="Group 46"/>
            <p:cNvGrpSpPr>
              <a:grpSpLocks/>
            </p:cNvGrpSpPr>
            <p:nvPr/>
          </p:nvGrpSpPr>
          <p:grpSpPr bwMode="auto">
            <a:xfrm>
              <a:off x="2183" y="2106"/>
              <a:ext cx="479" cy="250"/>
              <a:chOff x="2184" y="2109"/>
              <a:chExt cx="479" cy="250"/>
            </a:xfrm>
          </p:grpSpPr>
          <p:sp>
            <p:nvSpPr>
              <p:cNvPr id="862255" name="Line 47"/>
              <p:cNvSpPr>
                <a:spLocks noChangeShapeType="1"/>
              </p:cNvSpPr>
              <p:nvPr/>
            </p:nvSpPr>
            <p:spPr bwMode="auto">
              <a:xfrm>
                <a:off x="2184" y="2109"/>
                <a:ext cx="0" cy="240"/>
              </a:xfrm>
              <a:prstGeom prst="line">
                <a:avLst/>
              </a:prstGeom>
              <a:noFill/>
              <a:ln w="28575">
                <a:solidFill>
                  <a:srgbClr val="0000FF"/>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56" name="Text Box 48"/>
              <p:cNvSpPr txBox="1">
                <a:spLocks noChangeArrowheads="1"/>
              </p:cNvSpPr>
              <p:nvPr/>
            </p:nvSpPr>
            <p:spPr bwMode="auto">
              <a:xfrm>
                <a:off x="2232" y="2109"/>
                <a:ext cx="431"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effectLst>
                      <a:outerShdw blurRad="38100" dist="38100" dir="2700000" algn="tl">
                        <a:srgbClr val="FFFFFF"/>
                      </a:outerShdw>
                    </a:effectLst>
                    <a:ea typeface="隶书" pitchFamily="49" charset="-122"/>
                  </a:rPr>
                  <a:t>case</a:t>
                </a:r>
                <a:r>
                  <a:rPr lang="en-US" altLang="zh-CN" sz="2000" b="1">
                    <a:ea typeface="隶书" pitchFamily="49" charset="-122"/>
                  </a:rPr>
                  <a:t> </a:t>
                </a:r>
              </a:p>
            </p:txBody>
          </p:sp>
        </p:grpSp>
        <p:sp>
          <p:nvSpPr>
            <p:cNvPr id="862258" name="Line 50"/>
            <p:cNvSpPr>
              <a:spLocks noChangeShapeType="1"/>
            </p:cNvSpPr>
            <p:nvPr/>
          </p:nvSpPr>
          <p:spPr bwMode="auto">
            <a:xfrm>
              <a:off x="1646" y="2341"/>
              <a:ext cx="545" cy="0"/>
            </a:xfrm>
            <a:prstGeom prst="line">
              <a:avLst/>
            </a:prstGeom>
            <a:noFill/>
            <a:ln w="28575">
              <a:solidFill>
                <a:srgbClr val="0000FF"/>
              </a:solidFill>
              <a:round/>
              <a:headEnd/>
              <a:tailEnd/>
            </a:ln>
            <a:effectLst>
              <a:outerShdw dist="35921" dir="2700000" algn="ctr" rotWithShape="0">
                <a:schemeClr val="bg2"/>
              </a:outerShdw>
            </a:effectLst>
          </p:spPr>
          <p:txBody>
            <a:bodyPr/>
            <a:lstStyle/>
            <a:p>
              <a:endParaRPr lang="zh-CN" altLang="en-US"/>
            </a:p>
          </p:txBody>
        </p:sp>
        <p:sp>
          <p:nvSpPr>
            <p:cNvPr id="862227" name="Line 19"/>
            <p:cNvSpPr>
              <a:spLocks noChangeShapeType="1"/>
            </p:cNvSpPr>
            <p:nvPr/>
          </p:nvSpPr>
          <p:spPr bwMode="auto">
            <a:xfrm>
              <a:off x="1656" y="2331"/>
              <a:ext cx="0" cy="311"/>
            </a:xfrm>
            <a:prstGeom prst="line">
              <a:avLst/>
            </a:prstGeom>
            <a:noFill/>
            <a:ln w="28575">
              <a:solidFill>
                <a:srgbClr val="0000FF"/>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grpSp>
      <p:grpSp>
        <p:nvGrpSpPr>
          <p:cNvPr id="862271" name="Group 63"/>
          <p:cNvGrpSpPr>
            <a:grpSpLocks/>
          </p:cNvGrpSpPr>
          <p:nvPr/>
        </p:nvGrpSpPr>
        <p:grpSpPr bwMode="auto">
          <a:xfrm>
            <a:off x="4093469" y="3343276"/>
            <a:ext cx="1676400" cy="842963"/>
            <a:chOff x="2163" y="2106"/>
            <a:chExt cx="1056" cy="531"/>
          </a:xfrm>
        </p:grpSpPr>
        <p:sp>
          <p:nvSpPr>
            <p:cNvPr id="862228" name="Line 20"/>
            <p:cNvSpPr>
              <a:spLocks noChangeShapeType="1"/>
            </p:cNvSpPr>
            <p:nvPr/>
          </p:nvSpPr>
          <p:spPr bwMode="auto">
            <a:xfrm>
              <a:off x="2961" y="2349"/>
              <a:ext cx="0" cy="288"/>
            </a:xfrm>
            <a:prstGeom prst="line">
              <a:avLst/>
            </a:prstGeom>
            <a:noFill/>
            <a:ln w="28575">
              <a:solidFill>
                <a:srgbClr val="00800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31" name="Text Box 23"/>
            <p:cNvSpPr txBox="1">
              <a:spLocks noChangeArrowheads="1"/>
            </p:cNvSpPr>
            <p:nvPr/>
          </p:nvSpPr>
          <p:spPr bwMode="auto">
            <a:xfrm>
              <a:off x="2971" y="2341"/>
              <a:ext cx="248"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solidFill>
                    <a:srgbClr val="3333FF"/>
                  </a:solidFill>
                  <a:effectLst>
                    <a:outerShdw blurRad="38100" dist="38100" dir="2700000" algn="tl">
                      <a:srgbClr val="000000"/>
                    </a:outerShdw>
                  </a:effectLst>
                  <a:ea typeface="隶书" pitchFamily="49" charset="-122"/>
                </a:rPr>
                <a:t>E</a:t>
              </a:r>
              <a:r>
                <a:rPr lang="en-US" altLang="zh-CN" sz="2000" b="1" baseline="-25000">
                  <a:solidFill>
                    <a:srgbClr val="3333FF"/>
                  </a:solidFill>
                  <a:effectLst>
                    <a:outerShdw blurRad="38100" dist="38100" dir="2700000" algn="tl">
                      <a:srgbClr val="000000"/>
                    </a:outerShdw>
                  </a:effectLst>
                  <a:ea typeface="隶书" pitchFamily="49" charset="-122"/>
                </a:rPr>
                <a:t>n</a:t>
              </a:r>
            </a:p>
          </p:txBody>
        </p:sp>
        <p:grpSp>
          <p:nvGrpSpPr>
            <p:cNvPr id="862262" name="Group 54"/>
            <p:cNvGrpSpPr>
              <a:grpSpLocks/>
            </p:cNvGrpSpPr>
            <p:nvPr/>
          </p:nvGrpSpPr>
          <p:grpSpPr bwMode="auto">
            <a:xfrm>
              <a:off x="2183" y="2106"/>
              <a:ext cx="479" cy="250"/>
              <a:chOff x="2184" y="2109"/>
              <a:chExt cx="479" cy="250"/>
            </a:xfrm>
          </p:grpSpPr>
          <p:sp>
            <p:nvSpPr>
              <p:cNvPr id="862263" name="Line 55"/>
              <p:cNvSpPr>
                <a:spLocks noChangeShapeType="1"/>
              </p:cNvSpPr>
              <p:nvPr/>
            </p:nvSpPr>
            <p:spPr bwMode="auto">
              <a:xfrm>
                <a:off x="2184" y="2109"/>
                <a:ext cx="0" cy="240"/>
              </a:xfrm>
              <a:prstGeom prst="line">
                <a:avLst/>
              </a:prstGeom>
              <a:noFill/>
              <a:ln w="28575">
                <a:solidFill>
                  <a:srgbClr val="00800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64" name="Text Box 56"/>
              <p:cNvSpPr txBox="1">
                <a:spLocks noChangeArrowheads="1"/>
              </p:cNvSpPr>
              <p:nvPr/>
            </p:nvSpPr>
            <p:spPr bwMode="auto">
              <a:xfrm>
                <a:off x="2232" y="2109"/>
                <a:ext cx="431"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effectLst>
                      <a:outerShdw blurRad="38100" dist="38100" dir="2700000" algn="tl">
                        <a:srgbClr val="FFFFFF"/>
                      </a:outerShdw>
                    </a:effectLst>
                    <a:ea typeface="隶书" pitchFamily="49" charset="-122"/>
                  </a:rPr>
                  <a:t>case</a:t>
                </a:r>
                <a:r>
                  <a:rPr lang="en-US" altLang="zh-CN" sz="2000" b="1">
                    <a:ea typeface="隶书" pitchFamily="49" charset="-122"/>
                  </a:rPr>
                  <a:t> </a:t>
                </a:r>
              </a:p>
            </p:txBody>
          </p:sp>
        </p:grpSp>
        <p:sp>
          <p:nvSpPr>
            <p:cNvPr id="862267" name="Line 59"/>
            <p:cNvSpPr>
              <a:spLocks noChangeShapeType="1"/>
            </p:cNvSpPr>
            <p:nvPr/>
          </p:nvSpPr>
          <p:spPr bwMode="auto">
            <a:xfrm>
              <a:off x="2163" y="2341"/>
              <a:ext cx="793" cy="0"/>
            </a:xfrm>
            <a:prstGeom prst="line">
              <a:avLst/>
            </a:prstGeom>
            <a:noFill/>
            <a:ln w="28575">
              <a:solidFill>
                <a:srgbClr val="008000"/>
              </a:solidFill>
              <a:round/>
              <a:headEnd/>
              <a:tailEnd/>
            </a:ln>
            <a:effectLst>
              <a:outerShdw dist="35921" dir="2700000" algn="ctr" rotWithShape="0">
                <a:schemeClr val="bg2"/>
              </a:outerShdw>
            </a:effectLst>
          </p:spPr>
          <p:txBody>
            <a:bodyPr/>
            <a:lstStyle/>
            <a:p>
              <a:endParaRPr lang="zh-CN" altLang="en-US"/>
            </a:p>
          </p:txBody>
        </p:sp>
      </p:grpSp>
      <p:grpSp>
        <p:nvGrpSpPr>
          <p:cNvPr id="862273" name="Group 65"/>
          <p:cNvGrpSpPr>
            <a:grpSpLocks/>
          </p:cNvGrpSpPr>
          <p:nvPr/>
        </p:nvGrpSpPr>
        <p:grpSpPr bwMode="auto">
          <a:xfrm>
            <a:off x="4126806" y="3343276"/>
            <a:ext cx="3481388" cy="828675"/>
            <a:chOff x="2184" y="2106"/>
            <a:chExt cx="2193" cy="522"/>
          </a:xfrm>
        </p:grpSpPr>
        <p:sp>
          <p:nvSpPr>
            <p:cNvPr id="862229" name="Line 21"/>
            <p:cNvSpPr>
              <a:spLocks noChangeShapeType="1"/>
            </p:cNvSpPr>
            <p:nvPr/>
          </p:nvSpPr>
          <p:spPr bwMode="auto">
            <a:xfrm>
              <a:off x="3825" y="2340"/>
              <a:ext cx="0" cy="288"/>
            </a:xfrm>
            <a:prstGeom prst="line">
              <a:avLst/>
            </a:prstGeom>
            <a:noFill/>
            <a:ln w="28575">
              <a:solidFill>
                <a:srgbClr val="FF00FF"/>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32" name="Text Box 24"/>
            <p:cNvSpPr txBox="1">
              <a:spLocks noChangeArrowheads="1"/>
            </p:cNvSpPr>
            <p:nvPr/>
          </p:nvSpPr>
          <p:spPr bwMode="auto">
            <a:xfrm>
              <a:off x="3878" y="2351"/>
              <a:ext cx="499"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solidFill>
                    <a:srgbClr val="FF0000"/>
                  </a:solidFill>
                  <a:effectLst>
                    <a:outerShdw blurRad="38100" dist="38100" dir="2700000" algn="tl">
                      <a:srgbClr val="000000"/>
                    </a:outerShdw>
                  </a:effectLst>
                  <a:ea typeface="隶书" pitchFamily="49" charset="-122"/>
                </a:rPr>
                <a:t>default</a:t>
              </a:r>
            </a:p>
          </p:txBody>
        </p:sp>
        <p:grpSp>
          <p:nvGrpSpPr>
            <p:cNvPr id="862268" name="Group 60"/>
            <p:cNvGrpSpPr>
              <a:grpSpLocks/>
            </p:cNvGrpSpPr>
            <p:nvPr/>
          </p:nvGrpSpPr>
          <p:grpSpPr bwMode="auto">
            <a:xfrm>
              <a:off x="2184" y="2106"/>
              <a:ext cx="479" cy="250"/>
              <a:chOff x="2184" y="2109"/>
              <a:chExt cx="479" cy="250"/>
            </a:xfrm>
          </p:grpSpPr>
          <p:sp>
            <p:nvSpPr>
              <p:cNvPr id="862269" name="Line 61"/>
              <p:cNvSpPr>
                <a:spLocks noChangeShapeType="1"/>
              </p:cNvSpPr>
              <p:nvPr/>
            </p:nvSpPr>
            <p:spPr bwMode="auto">
              <a:xfrm>
                <a:off x="2184" y="2109"/>
                <a:ext cx="0" cy="240"/>
              </a:xfrm>
              <a:prstGeom prst="line">
                <a:avLst/>
              </a:prstGeom>
              <a:noFill/>
              <a:ln w="28575">
                <a:solidFill>
                  <a:srgbClr val="FF00FF"/>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70" name="Text Box 62"/>
              <p:cNvSpPr txBox="1">
                <a:spLocks noChangeArrowheads="1"/>
              </p:cNvSpPr>
              <p:nvPr/>
            </p:nvSpPr>
            <p:spPr bwMode="auto">
              <a:xfrm>
                <a:off x="2232" y="2109"/>
                <a:ext cx="431"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effectLst>
                      <a:outerShdw blurRad="38100" dist="38100" dir="2700000" algn="tl">
                        <a:srgbClr val="FFFFFF"/>
                      </a:outerShdw>
                    </a:effectLst>
                    <a:ea typeface="隶书" pitchFamily="49" charset="-122"/>
                  </a:rPr>
                  <a:t>case</a:t>
                </a:r>
                <a:r>
                  <a:rPr lang="en-US" altLang="zh-CN" sz="2000" b="1">
                    <a:ea typeface="隶书" pitchFamily="49" charset="-122"/>
                  </a:rPr>
                  <a:t> </a:t>
                </a:r>
              </a:p>
            </p:txBody>
          </p:sp>
        </p:grpSp>
        <p:sp>
          <p:nvSpPr>
            <p:cNvPr id="862272" name="Line 64"/>
            <p:cNvSpPr>
              <a:spLocks noChangeShapeType="1"/>
            </p:cNvSpPr>
            <p:nvPr/>
          </p:nvSpPr>
          <p:spPr bwMode="auto">
            <a:xfrm>
              <a:off x="2200" y="2341"/>
              <a:ext cx="1633" cy="0"/>
            </a:xfrm>
            <a:prstGeom prst="line">
              <a:avLst/>
            </a:prstGeom>
            <a:noFill/>
            <a:ln w="28575">
              <a:solidFill>
                <a:srgbClr val="FF00FF"/>
              </a:solidFill>
              <a:round/>
              <a:headEnd/>
              <a:tailEnd/>
            </a:ln>
            <a:effectLst>
              <a:outerShdw dist="35921" dir="2700000" algn="ctr" rotWithShape="0">
                <a:schemeClr val="bg2"/>
              </a:outerShdw>
            </a:effectLst>
          </p:spPr>
          <p:txBody>
            <a:bodyPr/>
            <a:lstStyle/>
            <a:p>
              <a:endParaRPr lang="zh-CN" altLang="en-US"/>
            </a:p>
          </p:txBody>
        </p:sp>
      </p:grpSp>
      <p:grpSp>
        <p:nvGrpSpPr>
          <p:cNvPr id="862278" name="Group 70"/>
          <p:cNvGrpSpPr>
            <a:grpSpLocks/>
          </p:cNvGrpSpPr>
          <p:nvPr/>
        </p:nvGrpSpPr>
        <p:grpSpPr bwMode="auto">
          <a:xfrm>
            <a:off x="3272732" y="4600580"/>
            <a:ext cx="1008063" cy="722313"/>
            <a:chOff x="1646" y="2898"/>
            <a:chExt cx="635" cy="455"/>
          </a:xfrm>
        </p:grpSpPr>
        <p:sp>
          <p:nvSpPr>
            <p:cNvPr id="862235" name="Line 27"/>
            <p:cNvSpPr>
              <a:spLocks noChangeShapeType="1"/>
            </p:cNvSpPr>
            <p:nvPr/>
          </p:nvSpPr>
          <p:spPr bwMode="auto">
            <a:xfrm>
              <a:off x="1656" y="2898"/>
              <a:ext cx="0" cy="215"/>
            </a:xfrm>
            <a:prstGeom prst="line">
              <a:avLst/>
            </a:prstGeom>
            <a:noFill/>
            <a:ln w="28575">
              <a:solidFill>
                <a:srgbClr val="0000FF"/>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74" name="Line 66"/>
            <p:cNvSpPr>
              <a:spLocks noChangeShapeType="1"/>
            </p:cNvSpPr>
            <p:nvPr/>
          </p:nvSpPr>
          <p:spPr bwMode="auto">
            <a:xfrm>
              <a:off x="2281" y="3113"/>
              <a:ext cx="0" cy="240"/>
            </a:xfrm>
            <a:prstGeom prst="line">
              <a:avLst/>
            </a:prstGeom>
            <a:noFill/>
            <a:ln w="28575">
              <a:solidFill>
                <a:srgbClr val="0000FF"/>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77" name="Line 69"/>
            <p:cNvSpPr>
              <a:spLocks noChangeShapeType="1"/>
            </p:cNvSpPr>
            <p:nvPr/>
          </p:nvSpPr>
          <p:spPr bwMode="auto">
            <a:xfrm>
              <a:off x="1646" y="3113"/>
              <a:ext cx="635" cy="0"/>
            </a:xfrm>
            <a:prstGeom prst="line">
              <a:avLst/>
            </a:prstGeom>
            <a:noFill/>
            <a:ln w="28575">
              <a:solidFill>
                <a:srgbClr val="0000FF"/>
              </a:solidFill>
              <a:round/>
              <a:headEnd/>
              <a:tailEnd/>
            </a:ln>
            <a:effectLst>
              <a:outerShdw dist="35921" dir="2700000" algn="ctr" rotWithShape="0">
                <a:schemeClr val="bg2"/>
              </a:outerShdw>
            </a:effectLst>
          </p:spPr>
          <p:txBody>
            <a:bodyPr/>
            <a:lstStyle/>
            <a:p>
              <a:endParaRPr lang="zh-CN" altLang="en-US"/>
            </a:p>
          </p:txBody>
        </p:sp>
      </p:grpSp>
      <p:grpSp>
        <p:nvGrpSpPr>
          <p:cNvPr id="862282" name="Group 74"/>
          <p:cNvGrpSpPr>
            <a:grpSpLocks/>
          </p:cNvGrpSpPr>
          <p:nvPr/>
        </p:nvGrpSpPr>
        <p:grpSpPr bwMode="auto">
          <a:xfrm>
            <a:off x="4280795" y="4592646"/>
            <a:ext cx="1095375" cy="717551"/>
            <a:chOff x="2281" y="2893"/>
            <a:chExt cx="690" cy="452"/>
          </a:xfrm>
        </p:grpSpPr>
        <p:sp>
          <p:nvSpPr>
            <p:cNvPr id="862236" name="Line 28"/>
            <p:cNvSpPr>
              <a:spLocks noChangeShapeType="1"/>
            </p:cNvSpPr>
            <p:nvPr/>
          </p:nvSpPr>
          <p:spPr bwMode="auto">
            <a:xfrm>
              <a:off x="2964" y="2893"/>
              <a:ext cx="0" cy="215"/>
            </a:xfrm>
            <a:prstGeom prst="line">
              <a:avLst/>
            </a:prstGeom>
            <a:noFill/>
            <a:ln w="28575">
              <a:solidFill>
                <a:srgbClr val="00800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80" name="Line 72"/>
            <p:cNvSpPr>
              <a:spLocks noChangeShapeType="1"/>
            </p:cNvSpPr>
            <p:nvPr/>
          </p:nvSpPr>
          <p:spPr bwMode="auto">
            <a:xfrm>
              <a:off x="2281" y="3105"/>
              <a:ext cx="0" cy="240"/>
            </a:xfrm>
            <a:prstGeom prst="line">
              <a:avLst/>
            </a:prstGeom>
            <a:noFill/>
            <a:ln w="28575">
              <a:solidFill>
                <a:srgbClr val="00800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81" name="Line 73"/>
            <p:cNvSpPr>
              <a:spLocks noChangeShapeType="1"/>
            </p:cNvSpPr>
            <p:nvPr/>
          </p:nvSpPr>
          <p:spPr bwMode="auto">
            <a:xfrm>
              <a:off x="2290" y="3113"/>
              <a:ext cx="681" cy="0"/>
            </a:xfrm>
            <a:prstGeom prst="line">
              <a:avLst/>
            </a:prstGeom>
            <a:noFill/>
            <a:ln w="28575">
              <a:solidFill>
                <a:srgbClr val="008000"/>
              </a:solidFill>
              <a:round/>
              <a:headEnd/>
              <a:tailEnd/>
            </a:ln>
            <a:effectLst>
              <a:outerShdw dist="35921" dir="2700000" algn="ctr" rotWithShape="0">
                <a:schemeClr val="bg2"/>
              </a:outerShdw>
            </a:effectLst>
          </p:spPr>
          <p:txBody>
            <a:bodyPr/>
            <a:lstStyle/>
            <a:p>
              <a:endParaRPr lang="zh-CN" altLang="en-US"/>
            </a:p>
          </p:txBody>
        </p:sp>
      </p:grpSp>
      <p:grpSp>
        <p:nvGrpSpPr>
          <p:cNvPr id="862285" name="Group 77"/>
          <p:cNvGrpSpPr>
            <a:grpSpLocks/>
          </p:cNvGrpSpPr>
          <p:nvPr/>
        </p:nvGrpSpPr>
        <p:grpSpPr bwMode="auto">
          <a:xfrm>
            <a:off x="4280794" y="4592646"/>
            <a:ext cx="2463800" cy="715963"/>
            <a:chOff x="2281" y="2893"/>
            <a:chExt cx="1552" cy="451"/>
          </a:xfrm>
        </p:grpSpPr>
        <p:sp>
          <p:nvSpPr>
            <p:cNvPr id="862237" name="Line 29"/>
            <p:cNvSpPr>
              <a:spLocks noChangeShapeType="1"/>
            </p:cNvSpPr>
            <p:nvPr/>
          </p:nvSpPr>
          <p:spPr bwMode="auto">
            <a:xfrm>
              <a:off x="3816" y="2893"/>
              <a:ext cx="0" cy="215"/>
            </a:xfrm>
            <a:prstGeom prst="line">
              <a:avLst/>
            </a:prstGeom>
            <a:noFill/>
            <a:ln w="28575">
              <a:solidFill>
                <a:srgbClr val="FF00FF"/>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83" name="Line 75"/>
            <p:cNvSpPr>
              <a:spLocks noChangeShapeType="1"/>
            </p:cNvSpPr>
            <p:nvPr/>
          </p:nvSpPr>
          <p:spPr bwMode="auto">
            <a:xfrm>
              <a:off x="2281" y="3104"/>
              <a:ext cx="0" cy="240"/>
            </a:xfrm>
            <a:prstGeom prst="line">
              <a:avLst/>
            </a:prstGeom>
            <a:noFill/>
            <a:ln w="28575">
              <a:solidFill>
                <a:srgbClr val="FF00FF"/>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84" name="Line 76"/>
            <p:cNvSpPr>
              <a:spLocks noChangeShapeType="1"/>
            </p:cNvSpPr>
            <p:nvPr/>
          </p:nvSpPr>
          <p:spPr bwMode="auto">
            <a:xfrm>
              <a:off x="2290" y="3113"/>
              <a:ext cx="1543" cy="0"/>
            </a:xfrm>
            <a:prstGeom prst="line">
              <a:avLst/>
            </a:prstGeom>
            <a:noFill/>
            <a:ln w="28575">
              <a:solidFill>
                <a:srgbClr val="FF00FF"/>
              </a:solidFill>
              <a:round/>
              <a:headEnd/>
              <a:tailEnd/>
            </a:ln>
            <a:effectLst>
              <a:outerShdw dist="35921" dir="2700000" algn="ctr" rotWithShape="0">
                <a:schemeClr val="bg2"/>
              </a:outerShdw>
            </a:effectLst>
          </p:spPr>
          <p:txBody>
            <a:bodyPr/>
            <a:lstStyle/>
            <a:p>
              <a:endParaRPr lang="zh-CN" altLang="en-US"/>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62210">
                                            <p:txEl>
                                              <p:pRg st="0" end="0"/>
                                            </p:txEl>
                                          </p:spTgt>
                                        </p:tgtEl>
                                        <p:attrNameLst>
                                          <p:attrName>style.visibility</p:attrName>
                                        </p:attrNameLst>
                                      </p:cBhvr>
                                      <p:to>
                                        <p:strVal val="visible"/>
                                      </p:to>
                                    </p:set>
                                    <p:anim calcmode="lin" valueType="num">
                                      <p:cBhvr additive="base">
                                        <p:cTn id="7" dur="500" fill="hold"/>
                                        <p:tgtEl>
                                          <p:spTgt spid="8622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6221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62210">
                                            <p:txEl>
                                              <p:pRg st="1" end="1"/>
                                            </p:txEl>
                                          </p:spTgt>
                                        </p:tgtEl>
                                        <p:attrNameLst>
                                          <p:attrName>style.visibility</p:attrName>
                                        </p:attrNameLst>
                                      </p:cBhvr>
                                      <p:to>
                                        <p:strVal val="visible"/>
                                      </p:to>
                                    </p:set>
                                    <p:anim calcmode="lin" valueType="num">
                                      <p:cBhvr additive="base">
                                        <p:cTn id="13" dur="500" fill="hold"/>
                                        <p:tgtEl>
                                          <p:spTgt spid="86221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6221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862211"/>
                                        </p:tgtEl>
                                        <p:attrNameLst>
                                          <p:attrName>style.visibility</p:attrName>
                                        </p:attrNameLst>
                                      </p:cBhvr>
                                      <p:to>
                                        <p:strVal val="visible"/>
                                      </p:to>
                                    </p:set>
                                    <p:animEffect transition="in" filter="box(out)">
                                      <p:cBhvr>
                                        <p:cTn id="19" dur="500"/>
                                        <p:tgtEl>
                                          <p:spTgt spid="862211"/>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862212">
                                            <p:txEl>
                                              <p:pRg st="0" end="0"/>
                                            </p:txEl>
                                          </p:spTgt>
                                        </p:tgtEl>
                                        <p:attrNameLst>
                                          <p:attrName>style.visibility</p:attrName>
                                        </p:attrNameLst>
                                      </p:cBhvr>
                                      <p:to>
                                        <p:strVal val="visible"/>
                                      </p:to>
                                    </p:set>
                                    <p:anim calcmode="lin" valueType="num">
                                      <p:cBhvr additive="base">
                                        <p:cTn id="24" dur="500" fill="hold"/>
                                        <p:tgtEl>
                                          <p:spTgt spid="862212">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86221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4" name="WHOOSH.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862214"/>
                                        </p:tgtEl>
                                        <p:attrNameLst>
                                          <p:attrName>style.visibility</p:attrName>
                                        </p:attrNameLst>
                                      </p:cBhvr>
                                      <p:to>
                                        <p:strVal val="visible"/>
                                      </p:to>
                                    </p:set>
                                    <p:animEffect transition="in" filter="box(in)">
                                      <p:cBhvr>
                                        <p:cTn id="30" dur="500"/>
                                        <p:tgtEl>
                                          <p:spTgt spid="862214"/>
                                        </p:tgtEl>
                                      </p:cBhvr>
                                    </p:animEffect>
                                  </p:childTnLst>
                                </p:cTn>
                              </p:par>
                            </p:childTnLst>
                          </p:cTn>
                        </p:par>
                        <p:par>
                          <p:cTn id="31" fill="hold">
                            <p:stCondLst>
                              <p:cond delay="500"/>
                            </p:stCondLst>
                            <p:childTnLst>
                              <p:par>
                                <p:cTn id="32" presetID="4" presetClass="entr" presetSubtype="16" fill="hold" grpId="0" nodeType="afterEffect">
                                  <p:stCondLst>
                                    <p:cond delay="0"/>
                                  </p:stCondLst>
                                  <p:childTnLst>
                                    <p:set>
                                      <p:cBhvr>
                                        <p:cTn id="33" dur="1" fill="hold">
                                          <p:stCondLst>
                                            <p:cond delay="0"/>
                                          </p:stCondLst>
                                        </p:cTn>
                                        <p:tgtEl>
                                          <p:spTgt spid="862215"/>
                                        </p:tgtEl>
                                        <p:attrNameLst>
                                          <p:attrName>style.visibility</p:attrName>
                                        </p:attrNameLst>
                                      </p:cBhvr>
                                      <p:to>
                                        <p:strVal val="visible"/>
                                      </p:to>
                                    </p:set>
                                    <p:animEffect transition="in" filter="box(in)">
                                      <p:cBhvr>
                                        <p:cTn id="34" dur="500"/>
                                        <p:tgtEl>
                                          <p:spTgt spid="862215"/>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1000"/>
                            </p:stCondLst>
                            <p:childTnLst>
                              <p:par>
                                <p:cTn id="36" presetID="18" presetClass="entr" presetSubtype="12" fill="hold" grpId="0" nodeType="afterEffect">
                                  <p:stCondLst>
                                    <p:cond delay="0"/>
                                  </p:stCondLst>
                                  <p:childTnLst>
                                    <p:set>
                                      <p:cBhvr>
                                        <p:cTn id="37" dur="1" fill="hold">
                                          <p:stCondLst>
                                            <p:cond delay="0"/>
                                          </p:stCondLst>
                                        </p:cTn>
                                        <p:tgtEl>
                                          <p:spTgt spid="862216"/>
                                        </p:tgtEl>
                                        <p:attrNameLst>
                                          <p:attrName>style.visibility</p:attrName>
                                        </p:attrNameLst>
                                      </p:cBhvr>
                                      <p:to>
                                        <p:strVal val="visible"/>
                                      </p:to>
                                    </p:set>
                                    <p:animEffect transition="in" filter="strips(downLeft)">
                                      <p:cBhvr>
                                        <p:cTn id="38" dur="500"/>
                                        <p:tgtEl>
                                          <p:spTgt spid="862216"/>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par>
                          <p:cTn id="39" fill="hold">
                            <p:stCondLst>
                              <p:cond delay="1500"/>
                            </p:stCondLst>
                            <p:childTnLst>
                              <p:par>
                                <p:cTn id="40" presetID="8" presetClass="entr" presetSubtype="32" fill="hold" grpId="0" nodeType="afterEffect">
                                  <p:stCondLst>
                                    <p:cond delay="0"/>
                                  </p:stCondLst>
                                  <p:childTnLst>
                                    <p:set>
                                      <p:cBhvr>
                                        <p:cTn id="41" dur="1" fill="hold">
                                          <p:stCondLst>
                                            <p:cond delay="0"/>
                                          </p:stCondLst>
                                        </p:cTn>
                                        <p:tgtEl>
                                          <p:spTgt spid="862217"/>
                                        </p:tgtEl>
                                        <p:attrNameLst>
                                          <p:attrName>style.visibility</p:attrName>
                                        </p:attrNameLst>
                                      </p:cBhvr>
                                      <p:to>
                                        <p:strVal val="visible"/>
                                      </p:to>
                                    </p:set>
                                    <p:animEffect transition="in" filter="diamond(out)">
                                      <p:cBhvr>
                                        <p:cTn id="42" dur="500"/>
                                        <p:tgtEl>
                                          <p:spTgt spid="862217"/>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p:stCondLst>
                              <p:cond delay="2000"/>
                            </p:stCondLst>
                            <p:childTnLst>
                              <p:par>
                                <p:cTn id="44" presetID="18" presetClass="entr" presetSubtype="12" fill="hold" nodeType="afterEffect">
                                  <p:stCondLst>
                                    <p:cond delay="0"/>
                                  </p:stCondLst>
                                  <p:childTnLst>
                                    <p:set>
                                      <p:cBhvr>
                                        <p:cTn id="45" dur="1" fill="hold">
                                          <p:stCondLst>
                                            <p:cond delay="0"/>
                                          </p:stCondLst>
                                        </p:cTn>
                                        <p:tgtEl>
                                          <p:spTgt spid="862257"/>
                                        </p:tgtEl>
                                        <p:attrNameLst>
                                          <p:attrName>style.visibility</p:attrName>
                                        </p:attrNameLst>
                                      </p:cBhvr>
                                      <p:to>
                                        <p:strVal val="visible"/>
                                      </p:to>
                                    </p:set>
                                    <p:animEffect transition="in" filter="strips(downLeft)">
                                      <p:cBhvr>
                                        <p:cTn id="46" dur="500"/>
                                        <p:tgtEl>
                                          <p:spTgt spid="862257"/>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par>
                          <p:cTn id="47" fill="hold">
                            <p:stCondLst>
                              <p:cond delay="2500"/>
                            </p:stCondLst>
                            <p:childTnLst>
                              <p:par>
                                <p:cTn id="48" presetID="4" presetClass="entr" presetSubtype="32" fill="hold" grpId="0" nodeType="afterEffect">
                                  <p:stCondLst>
                                    <p:cond delay="0"/>
                                  </p:stCondLst>
                                  <p:childTnLst>
                                    <p:set>
                                      <p:cBhvr>
                                        <p:cTn id="49" dur="1" fill="hold">
                                          <p:stCondLst>
                                            <p:cond delay="0"/>
                                          </p:stCondLst>
                                        </p:cTn>
                                        <p:tgtEl>
                                          <p:spTgt spid="862220"/>
                                        </p:tgtEl>
                                        <p:attrNameLst>
                                          <p:attrName>style.visibility</p:attrName>
                                        </p:attrNameLst>
                                      </p:cBhvr>
                                      <p:to>
                                        <p:strVal val="visible"/>
                                      </p:to>
                                    </p:set>
                                    <p:animEffect transition="in" filter="box(out)">
                                      <p:cBhvr>
                                        <p:cTn id="50" dur="500"/>
                                        <p:tgtEl>
                                          <p:spTgt spid="862220"/>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par>
                          <p:cTn id="51" fill="hold">
                            <p:stCondLst>
                              <p:cond delay="3000"/>
                            </p:stCondLst>
                            <p:childTnLst>
                              <p:par>
                                <p:cTn id="52" presetID="18" presetClass="entr" presetSubtype="6" fill="hold" nodeType="afterEffect">
                                  <p:stCondLst>
                                    <p:cond delay="0"/>
                                  </p:stCondLst>
                                  <p:childTnLst>
                                    <p:set>
                                      <p:cBhvr>
                                        <p:cTn id="53" dur="1" fill="hold">
                                          <p:stCondLst>
                                            <p:cond delay="0"/>
                                          </p:stCondLst>
                                        </p:cTn>
                                        <p:tgtEl>
                                          <p:spTgt spid="862275"/>
                                        </p:tgtEl>
                                        <p:attrNameLst>
                                          <p:attrName>style.visibility</p:attrName>
                                        </p:attrNameLst>
                                      </p:cBhvr>
                                      <p:to>
                                        <p:strVal val="visible"/>
                                      </p:to>
                                    </p:set>
                                    <p:animEffect transition="in" filter="strips(downRight)">
                                      <p:cBhvr>
                                        <p:cTn id="54" dur="500"/>
                                        <p:tgtEl>
                                          <p:spTgt spid="862275"/>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par>
                          <p:cTn id="55" fill="hold">
                            <p:stCondLst>
                              <p:cond delay="3500"/>
                            </p:stCondLst>
                            <p:childTnLst>
                              <p:par>
                                <p:cTn id="56" presetID="18" presetClass="entr" presetSubtype="12" fill="hold" nodeType="afterEffect">
                                  <p:stCondLst>
                                    <p:cond delay="0"/>
                                  </p:stCondLst>
                                  <p:childTnLst>
                                    <p:set>
                                      <p:cBhvr>
                                        <p:cTn id="57" dur="1" fill="hold">
                                          <p:stCondLst>
                                            <p:cond delay="0"/>
                                          </p:stCondLst>
                                        </p:cTn>
                                        <p:tgtEl>
                                          <p:spTgt spid="862259"/>
                                        </p:tgtEl>
                                        <p:attrNameLst>
                                          <p:attrName>style.visibility</p:attrName>
                                        </p:attrNameLst>
                                      </p:cBhvr>
                                      <p:to>
                                        <p:strVal val="visible"/>
                                      </p:to>
                                    </p:set>
                                    <p:animEffect transition="in" filter="strips(downLeft)">
                                      <p:cBhvr>
                                        <p:cTn id="58" dur="500"/>
                                        <p:tgtEl>
                                          <p:spTgt spid="862259"/>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par>
                          <p:cTn id="59" fill="hold">
                            <p:stCondLst>
                              <p:cond delay="4000"/>
                            </p:stCondLst>
                            <p:childTnLst>
                              <p:par>
                                <p:cTn id="60" presetID="4" presetClass="entr" presetSubtype="32" fill="hold" grpId="0" nodeType="afterEffect">
                                  <p:stCondLst>
                                    <p:cond delay="0"/>
                                  </p:stCondLst>
                                  <p:childTnLst>
                                    <p:set>
                                      <p:cBhvr>
                                        <p:cTn id="61" dur="1" fill="hold">
                                          <p:stCondLst>
                                            <p:cond delay="0"/>
                                          </p:stCondLst>
                                        </p:cTn>
                                        <p:tgtEl>
                                          <p:spTgt spid="862221"/>
                                        </p:tgtEl>
                                        <p:attrNameLst>
                                          <p:attrName>style.visibility</p:attrName>
                                        </p:attrNameLst>
                                      </p:cBhvr>
                                      <p:to>
                                        <p:strVal val="visible"/>
                                      </p:to>
                                    </p:set>
                                    <p:animEffect transition="in" filter="box(out)">
                                      <p:cBhvr>
                                        <p:cTn id="62" dur="500"/>
                                        <p:tgtEl>
                                          <p:spTgt spid="862221"/>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par>
                          <p:cTn id="63" fill="hold">
                            <p:stCondLst>
                              <p:cond delay="4500"/>
                            </p:stCondLst>
                            <p:childTnLst>
                              <p:par>
                                <p:cTn id="64" presetID="18" presetClass="entr" presetSubtype="6" fill="hold" nodeType="afterEffect">
                                  <p:stCondLst>
                                    <p:cond delay="0"/>
                                  </p:stCondLst>
                                  <p:childTnLst>
                                    <p:set>
                                      <p:cBhvr>
                                        <p:cTn id="65" dur="1" fill="hold">
                                          <p:stCondLst>
                                            <p:cond delay="0"/>
                                          </p:stCondLst>
                                        </p:cTn>
                                        <p:tgtEl>
                                          <p:spTgt spid="862278"/>
                                        </p:tgtEl>
                                        <p:attrNameLst>
                                          <p:attrName>style.visibility</p:attrName>
                                        </p:attrNameLst>
                                      </p:cBhvr>
                                      <p:to>
                                        <p:strVal val="visible"/>
                                      </p:to>
                                    </p:set>
                                    <p:animEffect transition="in" filter="strips(downRight)">
                                      <p:cBhvr>
                                        <p:cTn id="66" dur="500"/>
                                        <p:tgtEl>
                                          <p:spTgt spid="862278"/>
                                        </p:tgtEl>
                                      </p:cBhvr>
                                    </p:animEffect>
                                  </p:childTnLst>
                                  <p:subTnLst>
                                    <p:audio>
                                      <p:cMediaNode>
                                        <p:cTn display="0" masterRel="sameClick">
                                          <p:stCondLst>
                                            <p:cond evt="begin" delay="0">
                                              <p:tn val="64"/>
                                            </p:cond>
                                          </p:stCondLst>
                                          <p:endCondLst>
                                            <p:cond evt="onStopAudio" delay="0">
                                              <p:tgtEl>
                                                <p:sldTgt/>
                                              </p:tgtEl>
                                            </p:cond>
                                          </p:endCondLst>
                                        </p:cTn>
                                        <p:tgtEl>
                                          <p:sndTgt r:embed="rId3" name="camera.wav"/>
                                        </p:tgtEl>
                                      </p:cMediaNode>
                                    </p:audio>
                                  </p:subTnLst>
                                </p:cTn>
                              </p:par>
                            </p:childTnLst>
                          </p:cTn>
                        </p:par>
                        <p:par>
                          <p:cTn id="67" fill="hold">
                            <p:stCondLst>
                              <p:cond delay="5000"/>
                            </p:stCondLst>
                            <p:childTnLst>
                              <p:par>
                                <p:cTn id="68" presetID="4" presetClass="entr" presetSubtype="32" fill="hold" grpId="0" nodeType="afterEffect">
                                  <p:stCondLst>
                                    <p:cond delay="0"/>
                                  </p:stCondLst>
                                  <p:childTnLst>
                                    <p:set>
                                      <p:cBhvr>
                                        <p:cTn id="69" dur="1" fill="hold">
                                          <p:stCondLst>
                                            <p:cond delay="0"/>
                                          </p:stCondLst>
                                        </p:cTn>
                                        <p:tgtEl>
                                          <p:spTgt spid="862224"/>
                                        </p:tgtEl>
                                        <p:attrNameLst>
                                          <p:attrName>style.visibility</p:attrName>
                                        </p:attrNameLst>
                                      </p:cBhvr>
                                      <p:to>
                                        <p:strVal val="visible"/>
                                      </p:to>
                                    </p:set>
                                    <p:animEffect transition="in" filter="box(out)">
                                      <p:cBhvr>
                                        <p:cTn id="70" dur="500"/>
                                        <p:tgtEl>
                                          <p:spTgt spid="862224"/>
                                        </p:tgtEl>
                                      </p:cBhvr>
                                    </p:animEffect>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par>
                          <p:cTn id="71" fill="hold">
                            <p:stCondLst>
                              <p:cond delay="5500"/>
                            </p:stCondLst>
                            <p:childTnLst>
                              <p:par>
                                <p:cTn id="72" presetID="18" presetClass="entr" presetSubtype="6" fill="hold" nodeType="afterEffect">
                                  <p:stCondLst>
                                    <p:cond delay="0"/>
                                  </p:stCondLst>
                                  <p:childTnLst>
                                    <p:set>
                                      <p:cBhvr>
                                        <p:cTn id="73" dur="1" fill="hold">
                                          <p:stCondLst>
                                            <p:cond delay="0"/>
                                          </p:stCondLst>
                                        </p:cTn>
                                        <p:tgtEl>
                                          <p:spTgt spid="862271"/>
                                        </p:tgtEl>
                                        <p:attrNameLst>
                                          <p:attrName>style.visibility</p:attrName>
                                        </p:attrNameLst>
                                      </p:cBhvr>
                                      <p:to>
                                        <p:strVal val="visible"/>
                                      </p:to>
                                    </p:set>
                                    <p:animEffect transition="in" filter="strips(downRight)">
                                      <p:cBhvr>
                                        <p:cTn id="74" dur="500"/>
                                        <p:tgtEl>
                                          <p:spTgt spid="862271"/>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par>
                          <p:cTn id="75" fill="hold">
                            <p:stCondLst>
                              <p:cond delay="6000"/>
                            </p:stCondLst>
                            <p:childTnLst>
                              <p:par>
                                <p:cTn id="76" presetID="4" presetClass="entr" presetSubtype="32" fill="hold" grpId="0" nodeType="afterEffect">
                                  <p:stCondLst>
                                    <p:cond delay="0"/>
                                  </p:stCondLst>
                                  <p:childTnLst>
                                    <p:set>
                                      <p:cBhvr>
                                        <p:cTn id="77" dur="1" fill="hold">
                                          <p:stCondLst>
                                            <p:cond delay="0"/>
                                          </p:stCondLst>
                                        </p:cTn>
                                        <p:tgtEl>
                                          <p:spTgt spid="862222"/>
                                        </p:tgtEl>
                                        <p:attrNameLst>
                                          <p:attrName>style.visibility</p:attrName>
                                        </p:attrNameLst>
                                      </p:cBhvr>
                                      <p:to>
                                        <p:strVal val="visible"/>
                                      </p:to>
                                    </p:set>
                                    <p:animEffect transition="in" filter="box(out)">
                                      <p:cBhvr>
                                        <p:cTn id="78" dur="500"/>
                                        <p:tgtEl>
                                          <p:spTgt spid="862222"/>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par>
                          <p:cTn id="79" fill="hold">
                            <p:stCondLst>
                              <p:cond delay="6500"/>
                            </p:stCondLst>
                            <p:childTnLst>
                              <p:par>
                                <p:cTn id="80" presetID="18" presetClass="entr" presetSubtype="12" fill="hold" nodeType="afterEffect">
                                  <p:stCondLst>
                                    <p:cond delay="0"/>
                                  </p:stCondLst>
                                  <p:childTnLst>
                                    <p:set>
                                      <p:cBhvr>
                                        <p:cTn id="81" dur="1" fill="hold">
                                          <p:stCondLst>
                                            <p:cond delay="0"/>
                                          </p:stCondLst>
                                        </p:cTn>
                                        <p:tgtEl>
                                          <p:spTgt spid="862282"/>
                                        </p:tgtEl>
                                        <p:attrNameLst>
                                          <p:attrName>style.visibility</p:attrName>
                                        </p:attrNameLst>
                                      </p:cBhvr>
                                      <p:to>
                                        <p:strVal val="visible"/>
                                      </p:to>
                                    </p:set>
                                    <p:animEffect transition="in" filter="strips(downLeft)">
                                      <p:cBhvr>
                                        <p:cTn id="82" dur="500"/>
                                        <p:tgtEl>
                                          <p:spTgt spid="862282"/>
                                        </p:tgtEl>
                                      </p:cBhvr>
                                    </p:animEffect>
                                  </p:childTnLst>
                                  <p:subTnLst>
                                    <p:audio>
                                      <p:cMediaNode>
                                        <p:cTn display="0" masterRel="sameClick">
                                          <p:stCondLst>
                                            <p:cond evt="begin" delay="0">
                                              <p:tn val="80"/>
                                            </p:cond>
                                          </p:stCondLst>
                                          <p:endCondLst>
                                            <p:cond evt="onStopAudio" delay="0">
                                              <p:tgtEl>
                                                <p:sldTgt/>
                                              </p:tgtEl>
                                            </p:cond>
                                          </p:endCondLst>
                                        </p:cTn>
                                        <p:tgtEl>
                                          <p:sndTgt r:embed="rId3" name="camera.wav"/>
                                        </p:tgtEl>
                                      </p:cMediaNode>
                                    </p:audio>
                                  </p:subTnLst>
                                </p:cTn>
                              </p:par>
                            </p:childTnLst>
                          </p:cTn>
                        </p:par>
                        <p:par>
                          <p:cTn id="83" fill="hold">
                            <p:stCondLst>
                              <p:cond delay="7000"/>
                            </p:stCondLst>
                            <p:childTnLst>
                              <p:par>
                                <p:cTn id="84" presetID="18" presetClass="entr" presetSubtype="6" fill="hold" nodeType="afterEffect">
                                  <p:stCondLst>
                                    <p:cond delay="0"/>
                                  </p:stCondLst>
                                  <p:childTnLst>
                                    <p:set>
                                      <p:cBhvr>
                                        <p:cTn id="85" dur="1" fill="hold">
                                          <p:stCondLst>
                                            <p:cond delay="0"/>
                                          </p:stCondLst>
                                        </p:cTn>
                                        <p:tgtEl>
                                          <p:spTgt spid="862273"/>
                                        </p:tgtEl>
                                        <p:attrNameLst>
                                          <p:attrName>style.visibility</p:attrName>
                                        </p:attrNameLst>
                                      </p:cBhvr>
                                      <p:to>
                                        <p:strVal val="visible"/>
                                      </p:to>
                                    </p:set>
                                    <p:animEffect transition="in" filter="strips(downRight)">
                                      <p:cBhvr>
                                        <p:cTn id="86" dur="500"/>
                                        <p:tgtEl>
                                          <p:spTgt spid="862273"/>
                                        </p:tgtEl>
                                      </p:cBhvr>
                                    </p:animEffect>
                                  </p:childTnLst>
                                  <p:subTnLst>
                                    <p:audio>
                                      <p:cMediaNode>
                                        <p:cTn display="0" masterRel="sameClick">
                                          <p:stCondLst>
                                            <p:cond evt="begin" delay="0">
                                              <p:tn val="84"/>
                                            </p:cond>
                                          </p:stCondLst>
                                          <p:endCondLst>
                                            <p:cond evt="onStopAudio" delay="0">
                                              <p:tgtEl>
                                                <p:sldTgt/>
                                              </p:tgtEl>
                                            </p:cond>
                                          </p:endCondLst>
                                        </p:cTn>
                                        <p:tgtEl>
                                          <p:sndTgt r:embed="rId3" name="camera.wav"/>
                                        </p:tgtEl>
                                      </p:cMediaNode>
                                    </p:audio>
                                  </p:subTnLst>
                                </p:cTn>
                              </p:par>
                            </p:childTnLst>
                          </p:cTn>
                        </p:par>
                        <p:par>
                          <p:cTn id="87" fill="hold">
                            <p:stCondLst>
                              <p:cond delay="7500"/>
                            </p:stCondLst>
                            <p:childTnLst>
                              <p:par>
                                <p:cTn id="88" presetID="4" presetClass="entr" presetSubtype="32" fill="hold" grpId="0" nodeType="afterEffect">
                                  <p:stCondLst>
                                    <p:cond delay="0"/>
                                  </p:stCondLst>
                                  <p:childTnLst>
                                    <p:set>
                                      <p:cBhvr>
                                        <p:cTn id="89" dur="1" fill="hold">
                                          <p:stCondLst>
                                            <p:cond delay="0"/>
                                          </p:stCondLst>
                                        </p:cTn>
                                        <p:tgtEl>
                                          <p:spTgt spid="862223"/>
                                        </p:tgtEl>
                                        <p:attrNameLst>
                                          <p:attrName>style.visibility</p:attrName>
                                        </p:attrNameLst>
                                      </p:cBhvr>
                                      <p:to>
                                        <p:strVal val="visible"/>
                                      </p:to>
                                    </p:set>
                                    <p:animEffect transition="in" filter="box(out)">
                                      <p:cBhvr>
                                        <p:cTn id="90" dur="500"/>
                                        <p:tgtEl>
                                          <p:spTgt spid="862223"/>
                                        </p:tgtEl>
                                      </p:cBhvr>
                                    </p:animEffect>
                                  </p:childTnLst>
                                  <p:subTnLst>
                                    <p:audio>
                                      <p:cMediaNode>
                                        <p:cTn display="0" masterRel="sameClick">
                                          <p:stCondLst>
                                            <p:cond evt="begin" delay="0">
                                              <p:tn val="88"/>
                                            </p:cond>
                                          </p:stCondLst>
                                          <p:endCondLst>
                                            <p:cond evt="onStopAudio" delay="0">
                                              <p:tgtEl>
                                                <p:sldTgt/>
                                              </p:tgtEl>
                                            </p:cond>
                                          </p:endCondLst>
                                        </p:cTn>
                                        <p:tgtEl>
                                          <p:sndTgt r:embed="rId3" name="camera.wav"/>
                                        </p:tgtEl>
                                      </p:cMediaNode>
                                    </p:audio>
                                  </p:subTnLst>
                                </p:cTn>
                              </p:par>
                            </p:childTnLst>
                          </p:cTn>
                        </p:par>
                        <p:par>
                          <p:cTn id="91" fill="hold">
                            <p:stCondLst>
                              <p:cond delay="8000"/>
                            </p:stCondLst>
                            <p:childTnLst>
                              <p:par>
                                <p:cTn id="92" presetID="18" presetClass="entr" presetSubtype="12" fill="hold" nodeType="afterEffect">
                                  <p:stCondLst>
                                    <p:cond delay="0"/>
                                  </p:stCondLst>
                                  <p:childTnLst>
                                    <p:set>
                                      <p:cBhvr>
                                        <p:cTn id="93" dur="1" fill="hold">
                                          <p:stCondLst>
                                            <p:cond delay="0"/>
                                          </p:stCondLst>
                                        </p:cTn>
                                        <p:tgtEl>
                                          <p:spTgt spid="862285"/>
                                        </p:tgtEl>
                                        <p:attrNameLst>
                                          <p:attrName>style.visibility</p:attrName>
                                        </p:attrNameLst>
                                      </p:cBhvr>
                                      <p:to>
                                        <p:strVal val="visible"/>
                                      </p:to>
                                    </p:set>
                                    <p:animEffect transition="in" filter="strips(downLeft)">
                                      <p:cBhvr>
                                        <p:cTn id="94" dur="500"/>
                                        <p:tgtEl>
                                          <p:spTgt spid="862285"/>
                                        </p:tgtEl>
                                      </p:cBhvr>
                                    </p:animEffect>
                                  </p:childTnLst>
                                  <p:subTnLst>
                                    <p:audio>
                                      <p:cMediaNode>
                                        <p:cTn display="0" masterRel="sameClick">
                                          <p:stCondLst>
                                            <p:cond evt="begin" delay="0">
                                              <p:tn val="9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2210" grpId="0" build="p" bldLvl="3" autoUpdateAnimBg="0"/>
      <p:bldP spid="862211" grpId="0" animBg="1" autoUpdateAnimBg="0"/>
      <p:bldP spid="862212" grpId="0" build="p" autoUpdateAnimBg="0"/>
      <p:bldP spid="862214" grpId="0" animBg="1"/>
      <p:bldP spid="862215" grpId="0" animBg="1"/>
      <p:bldP spid="862216" grpId="0" animBg="1"/>
      <p:bldP spid="862217" grpId="0" animBg="1"/>
      <p:bldP spid="862220" grpId="0" animBg="1"/>
      <p:bldP spid="862221" grpId="0" animBg="1"/>
      <p:bldP spid="862222" grpId="0" animBg="1"/>
      <p:bldP spid="862223" grpId="0" animBg="1"/>
      <p:bldP spid="8622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ChangeArrowheads="1"/>
          </p:cNvSpPr>
          <p:nvPr/>
        </p:nvSpPr>
        <p:spPr bwMode="auto">
          <a:xfrm>
            <a:off x="238778" y="260351"/>
            <a:ext cx="4465638" cy="434975"/>
          </a:xfrm>
          <a:prstGeom prst="rect">
            <a:avLst/>
          </a:prstGeom>
          <a:noFill/>
          <a:ln w="9525">
            <a:noFill/>
            <a:miter lim="800000"/>
            <a:headEnd/>
            <a:tailEnd/>
          </a:ln>
        </p:spPr>
        <p:txBody>
          <a:bodyPr/>
          <a:lstStyle/>
          <a:p>
            <a:pPr lvl="1" eaLnBrk="0" hangingPunct="0">
              <a:buClr>
                <a:srgbClr val="FF3300"/>
              </a:buClr>
              <a:buFont typeface="Wingdings" pitchFamily="2" charset="2"/>
              <a:buChar char="l"/>
            </a:pPr>
            <a:r>
              <a:rPr lang="en-US" altLang="zh-CN" b="1" dirty="0">
                <a:effectLst>
                  <a:outerShdw blurRad="38100" dist="38100" dir="2700000" algn="tl">
                    <a:srgbClr val="000000">
                      <a:alpha val="43137"/>
                    </a:srgbClr>
                  </a:outerShdw>
                </a:effectLst>
                <a:latin typeface="+mn-lt"/>
                <a:ea typeface="隶书" pitchFamily="49" charset="-122"/>
              </a:rPr>
              <a:t> </a:t>
            </a:r>
            <a:r>
              <a:rPr lang="zh-CN" altLang="en-US" b="1" dirty="0">
                <a:solidFill>
                  <a:srgbClr val="FF3300"/>
                </a:solidFill>
                <a:effectLst>
                  <a:outerShdw blurRad="38100" dist="38100" dir="2700000" algn="tl">
                    <a:srgbClr val="000000">
                      <a:alpha val="43137"/>
                    </a:srgbClr>
                  </a:outerShdw>
                </a:effectLst>
                <a:latin typeface="+mn-lt"/>
                <a:ea typeface="隶书" pitchFamily="49" charset="-122"/>
              </a:rPr>
              <a:t>使用</a:t>
            </a:r>
            <a:r>
              <a:rPr lang="en-US" altLang="zh-CN" b="1" dirty="0">
                <a:solidFill>
                  <a:srgbClr val="FF3300"/>
                </a:solidFill>
                <a:effectLst>
                  <a:outerShdw blurRad="38100" dist="38100" dir="2700000" algn="tl">
                    <a:srgbClr val="000000">
                      <a:alpha val="43137"/>
                    </a:srgbClr>
                  </a:outerShdw>
                </a:effectLst>
                <a:latin typeface="+mn-lt"/>
                <a:ea typeface="隶书" pitchFamily="49" charset="-122"/>
              </a:rPr>
              <a:t>switch</a:t>
            </a:r>
            <a:r>
              <a:rPr lang="zh-CN" altLang="zh-CN" b="1" dirty="0">
                <a:solidFill>
                  <a:srgbClr val="FF3300"/>
                </a:solidFill>
                <a:effectLst>
                  <a:outerShdw blurRad="38100" dist="38100" dir="2700000" algn="tl">
                    <a:srgbClr val="000000">
                      <a:alpha val="43137"/>
                    </a:srgbClr>
                  </a:outerShdw>
                </a:effectLst>
                <a:latin typeface="+mn-lt"/>
                <a:ea typeface="隶书" pitchFamily="49" charset="-122"/>
              </a:rPr>
              <a:t>语句注意事项</a:t>
            </a:r>
            <a:endParaRPr lang="zh-CN" altLang="en-US" b="1" dirty="0">
              <a:solidFill>
                <a:srgbClr val="FF3300"/>
              </a:solidFill>
              <a:effectLst>
                <a:outerShdw blurRad="38100" dist="38100" dir="2700000" algn="tl">
                  <a:srgbClr val="000000">
                    <a:alpha val="43137"/>
                  </a:srgbClr>
                </a:outerShdw>
              </a:effectLst>
              <a:latin typeface="+mn-lt"/>
              <a:ea typeface="隶书" pitchFamily="49" charset="-122"/>
            </a:endParaRPr>
          </a:p>
        </p:txBody>
      </p:sp>
      <p:sp>
        <p:nvSpPr>
          <p:cNvPr id="866307" name="Rectangle 3"/>
          <p:cNvSpPr>
            <a:spLocks noChangeArrowheads="1"/>
          </p:cNvSpPr>
          <p:nvPr/>
        </p:nvSpPr>
        <p:spPr bwMode="auto">
          <a:xfrm>
            <a:off x="101665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66311" name="Rectangle 7"/>
          <p:cNvSpPr>
            <a:spLocks noChangeArrowheads="1"/>
          </p:cNvSpPr>
          <p:nvPr/>
        </p:nvSpPr>
        <p:spPr bwMode="auto">
          <a:xfrm>
            <a:off x="623392" y="764704"/>
            <a:ext cx="11080621"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(1) switch</a:t>
            </a:r>
            <a:r>
              <a:rPr lang="zh-CN" altLang="en-US" b="1" dirty="0">
                <a:effectLst>
                  <a:outerShdw blurRad="38100" dist="38100" dir="2700000" algn="tl">
                    <a:srgbClr val="FFFFFF"/>
                  </a:outerShdw>
                </a:effectLst>
                <a:latin typeface="+mn-lt"/>
                <a:ea typeface="楷体" pitchFamily="49" charset="-122"/>
              </a:rPr>
              <a:t>后面的“表达式”，可以是</a:t>
            </a:r>
            <a:r>
              <a:rPr lang="en-US" altLang="zh-CN" b="1" dirty="0" err="1">
                <a:effectLst>
                  <a:outerShdw blurRad="38100" dist="38100" dir="2700000" algn="tl">
                    <a:srgbClr val="FFFFFF"/>
                  </a:outerShdw>
                </a:effectLst>
                <a:latin typeface="+mn-lt"/>
                <a:ea typeface="楷体" pitchFamily="49" charset="-122"/>
              </a:rPr>
              <a:t>int</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char</a:t>
            </a:r>
            <a:r>
              <a:rPr lang="zh-CN" altLang="en-US" b="1" dirty="0">
                <a:effectLst>
                  <a:outerShdw blurRad="38100" dist="38100" dir="2700000" algn="tl">
                    <a:srgbClr val="FFFFFF"/>
                  </a:outerShdw>
                </a:effectLst>
                <a:latin typeface="+mn-lt"/>
                <a:ea typeface="楷体" pitchFamily="49" charset="-122"/>
              </a:rPr>
              <a:t>和枚举型中的一种，但不可为浮点型。    </a:t>
            </a:r>
          </a:p>
        </p:txBody>
      </p:sp>
      <p:sp>
        <p:nvSpPr>
          <p:cNvPr id="866312" name="Text Box 8" descr="信纸"/>
          <p:cNvSpPr txBox="1">
            <a:spLocks noChangeArrowheads="1"/>
          </p:cNvSpPr>
          <p:nvPr/>
        </p:nvSpPr>
        <p:spPr bwMode="auto">
          <a:xfrm>
            <a:off x="2062807" y="1628800"/>
            <a:ext cx="7921625" cy="37814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lIns="0" tIns="46800" rIns="90000" bIns="46800">
            <a:spAutoFit/>
          </a:bodyPr>
          <a:lstStyle/>
          <a:p>
            <a:pPr lvl="1"/>
            <a:r>
              <a:rPr lang="en-US" altLang="zh-CN" b="1" dirty="0">
                <a:effectLst>
                  <a:outerShdw blurRad="50800" dist="38100" dir="10800000" algn="r" rotWithShape="0">
                    <a:prstClr val="black">
                      <a:alpha val="40000"/>
                    </a:prstClr>
                  </a:outerShdw>
                </a:effectLst>
              </a:rPr>
              <a:t>float  a, b = 4.0;</a:t>
            </a:r>
          </a:p>
          <a:p>
            <a:pPr lvl="1"/>
            <a:endParaRPr lang="en-US" altLang="zh-CN" b="1" dirty="0">
              <a:effectLst>
                <a:outerShdw blurRad="50800" dist="38100" dir="10800000" algn="r" rotWithShape="0">
                  <a:prstClr val="black">
                    <a:alpha val="40000"/>
                  </a:prstClr>
                </a:outerShdw>
              </a:effectLst>
            </a:endParaRPr>
          </a:p>
          <a:p>
            <a:pPr lvl="1"/>
            <a:r>
              <a:rPr lang="en-US" altLang="zh-CN" b="1" dirty="0" err="1">
                <a:effectLst>
                  <a:outerShdw blurRad="50800" dist="38100" dir="10800000" algn="r" rotWithShape="0">
                    <a:prstClr val="black">
                      <a:alpha val="40000"/>
                    </a:prstClr>
                  </a:outerShdw>
                </a:effectLst>
              </a:rPr>
              <a:t>scanf</a:t>
            </a:r>
            <a:r>
              <a:rPr lang="en-US" altLang="zh-CN" b="1" dirty="0">
                <a:effectLst>
                  <a:outerShdw blurRad="50800" dist="38100" dir="10800000" algn="r" rotWithShape="0">
                    <a:prstClr val="black">
                      <a:alpha val="40000"/>
                    </a:prstClr>
                  </a:outerShdw>
                </a:effectLst>
              </a:rPr>
              <a:t> ("%f", &amp;a);</a:t>
            </a:r>
          </a:p>
          <a:p>
            <a:pPr lvl="1"/>
            <a:r>
              <a:rPr lang="en-US" altLang="zh-CN" b="1" dirty="0">
                <a:effectLst>
                  <a:outerShdw blurRad="50800" dist="38100" dir="10800000" algn="r" rotWithShape="0">
                    <a:prstClr val="black">
                      <a:alpha val="40000"/>
                    </a:prstClr>
                  </a:outerShdw>
                </a:effectLst>
              </a:rPr>
              <a:t>switch ( a )    </a:t>
            </a:r>
          </a:p>
          <a:p>
            <a:pPr lvl="1"/>
            <a:r>
              <a:rPr lang="en-US" altLang="zh-CN" b="1" dirty="0">
                <a:effectLst>
                  <a:outerShdw blurRad="50800" dist="38100" dir="10800000" algn="r" rotWithShape="0">
                    <a:prstClr val="black">
                      <a:alpha val="40000"/>
                    </a:prstClr>
                  </a:outerShdw>
                </a:effectLst>
              </a:rPr>
              <a:t>{</a:t>
            </a:r>
          </a:p>
          <a:p>
            <a:pPr lvl="1"/>
            <a:r>
              <a:rPr lang="en-US" altLang="zh-CN" b="1" dirty="0">
                <a:effectLst>
                  <a:outerShdw blurRad="50800" dist="38100" dir="10800000" algn="r" rotWithShape="0">
                    <a:prstClr val="black">
                      <a:alpha val="40000"/>
                    </a:prstClr>
                  </a:outerShdw>
                </a:effectLst>
              </a:rPr>
              <a:t>  case 1:  b = b + 1;  break;</a:t>
            </a:r>
          </a:p>
          <a:p>
            <a:pPr lvl="1"/>
            <a:r>
              <a:rPr lang="en-US" altLang="zh-CN" b="1" dirty="0">
                <a:effectLst>
                  <a:outerShdw blurRad="50800" dist="38100" dir="10800000" algn="r" rotWithShape="0">
                    <a:prstClr val="black">
                      <a:alpha val="40000"/>
                    </a:prstClr>
                  </a:outerShdw>
                </a:effectLst>
              </a:rPr>
              <a:t>  case 2:  b = b - 1;   break;</a:t>
            </a:r>
          </a:p>
          <a:p>
            <a:pPr lvl="1"/>
            <a:r>
              <a:rPr lang="en-US" altLang="zh-CN" b="1" dirty="0">
                <a:effectLst>
                  <a:outerShdw blurRad="50800" dist="38100" dir="10800000" algn="r" rotWithShape="0">
                    <a:prstClr val="black">
                      <a:alpha val="40000"/>
                    </a:prstClr>
                  </a:outerShdw>
                </a:effectLst>
              </a:rPr>
              <a:t>}</a:t>
            </a:r>
          </a:p>
          <a:p>
            <a:pPr lvl="1"/>
            <a:r>
              <a:rPr lang="en-US" altLang="zh-CN" b="1" dirty="0" err="1">
                <a:effectLst>
                  <a:outerShdw blurRad="50800" dist="38100" dir="10800000" algn="r" rotWithShape="0">
                    <a:prstClr val="black">
                      <a:alpha val="40000"/>
                    </a:prstClr>
                  </a:outerShdw>
                </a:effectLst>
              </a:rPr>
              <a:t>printf</a:t>
            </a:r>
            <a:r>
              <a:rPr lang="en-US" altLang="zh-CN" b="1" dirty="0">
                <a:effectLst>
                  <a:outerShdw blurRad="50800" dist="38100" dir="10800000" algn="r" rotWithShape="0">
                    <a:prstClr val="black">
                      <a:alpha val="40000"/>
                    </a:prstClr>
                  </a:outerShdw>
                </a:effectLst>
              </a:rPr>
              <a:t> ("b = %f\n", b);</a:t>
            </a:r>
          </a:p>
          <a:p>
            <a:pPr lvl="1"/>
            <a:endParaRPr lang="en-US" altLang="zh-CN" b="1" dirty="0">
              <a:effectLst>
                <a:outerShdw blurRad="50800" dist="38100" dir="10800000" algn="r" rotWithShape="0">
                  <a:prstClr val="black">
                    <a:alpha val="40000"/>
                  </a:prstClr>
                </a:outerShdw>
              </a:effectLst>
            </a:endParaRPr>
          </a:p>
        </p:txBody>
      </p:sp>
      <p:sp>
        <p:nvSpPr>
          <p:cNvPr id="866313" name="Oval 9"/>
          <p:cNvSpPr>
            <a:spLocks noChangeArrowheads="1"/>
          </p:cNvSpPr>
          <p:nvPr/>
        </p:nvSpPr>
        <p:spPr bwMode="auto">
          <a:xfrm>
            <a:off x="3512166" y="2873399"/>
            <a:ext cx="287337" cy="287338"/>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866324" name="Group 20"/>
          <p:cNvGrpSpPr>
            <a:grpSpLocks/>
          </p:cNvGrpSpPr>
          <p:nvPr/>
        </p:nvGrpSpPr>
        <p:grpSpPr bwMode="auto">
          <a:xfrm>
            <a:off x="3791594" y="1628800"/>
            <a:ext cx="5327650" cy="1655763"/>
            <a:chOff x="1565" y="1344"/>
            <a:chExt cx="3356" cy="1043"/>
          </a:xfrm>
          <a:effectLst>
            <a:outerShdw blurRad="50800" dist="106680" dir="2700000" algn="tl" rotWithShape="0">
              <a:prstClr val="black">
                <a:alpha val="43000"/>
              </a:prstClr>
            </a:outerShdw>
          </a:effectLst>
        </p:grpSpPr>
        <p:sp>
          <p:nvSpPr>
            <p:cNvPr id="866314" name="AutoShape 10"/>
            <p:cNvSpPr>
              <a:spLocks noChangeArrowheads="1"/>
            </p:cNvSpPr>
            <p:nvPr/>
          </p:nvSpPr>
          <p:spPr bwMode="auto">
            <a:xfrm>
              <a:off x="2336" y="1344"/>
              <a:ext cx="2585" cy="1043"/>
            </a:xfrm>
            <a:prstGeom prst="irregularSeal1">
              <a:avLst/>
            </a:prstGeom>
            <a:gradFill rotWithShape="1">
              <a:gsLst>
                <a:gs pos="0">
                  <a:srgbClr val="00FFFF"/>
                </a:gs>
                <a:gs pos="100000">
                  <a:srgbClr val="00FFFF">
                    <a:gamma/>
                    <a:shade val="75686"/>
                    <a:invGamma/>
                  </a:srgbClr>
                </a:gs>
              </a:gsLst>
              <a:lin ang="5400000" scaled="1"/>
            </a:gradFill>
            <a:ln w="28575">
              <a:solidFill>
                <a:srgbClr val="FF0000"/>
              </a:solidFill>
              <a:miter lim="800000"/>
              <a:headEnd/>
              <a:tailEnd/>
            </a:ln>
            <a:effectLst>
              <a:outerShdw dist="107763" dir="2700000" algn="ctr" rotWithShape="0">
                <a:schemeClr val="bg2">
                  <a:alpha val="50000"/>
                </a:schemeClr>
              </a:outerShdw>
            </a:effectLst>
          </p:spPr>
          <p:txBody>
            <a:bodyPr wrap="none" anchor="ctr"/>
            <a:lstStyle/>
            <a:p>
              <a:pPr algn="ctr"/>
              <a:r>
                <a:rPr lang="zh-CN" altLang="en-US" b="1" dirty="0">
                  <a:solidFill>
                    <a:srgbClr val="FF3300"/>
                  </a:solidFill>
                  <a:effectLst>
                    <a:outerShdw blurRad="38100" dist="38100" dir="2700000" algn="tl">
                      <a:srgbClr val="000000"/>
                    </a:outerShdw>
                  </a:effectLst>
                  <a:ea typeface="隶书" pitchFamily="49" charset="-122"/>
                </a:rPr>
                <a:t>不可为浮点型</a:t>
              </a:r>
            </a:p>
            <a:p>
              <a:pPr algn="ctr"/>
              <a:r>
                <a:rPr lang="zh-CN" altLang="en-US" b="1" dirty="0">
                  <a:solidFill>
                    <a:srgbClr val="FF3300"/>
                  </a:solidFill>
                  <a:effectLst>
                    <a:outerShdw blurRad="38100" dist="38100" dir="2700000" algn="tl">
                      <a:srgbClr val="000000"/>
                    </a:outerShdw>
                  </a:effectLst>
                  <a:ea typeface="隶书" pitchFamily="49" charset="-122"/>
                </a:rPr>
                <a:t>表达式</a:t>
              </a:r>
            </a:p>
          </p:txBody>
        </p:sp>
        <p:sp>
          <p:nvSpPr>
            <p:cNvPr id="866315" name="Line 11"/>
            <p:cNvSpPr>
              <a:spLocks noChangeShapeType="1"/>
            </p:cNvSpPr>
            <p:nvPr/>
          </p:nvSpPr>
          <p:spPr bwMode="auto">
            <a:xfrm flipV="1">
              <a:off x="1565" y="1797"/>
              <a:ext cx="816" cy="363"/>
            </a:xfrm>
            <a:prstGeom prst="line">
              <a:avLst/>
            </a:prstGeom>
            <a:noFill/>
            <a:ln w="28575">
              <a:solidFill>
                <a:srgbClr val="FF0000"/>
              </a:solidFill>
              <a:round/>
              <a:headEnd/>
              <a:tailEnd/>
            </a:ln>
            <a:effectLst/>
          </p:spPr>
          <p:txBody>
            <a:bodyPr/>
            <a:lstStyle/>
            <a:p>
              <a:endParaRPr lang="zh-CN" altLang="en-US"/>
            </a:p>
          </p:txBody>
        </p:sp>
      </p:grpSp>
      <p:grpSp>
        <p:nvGrpSpPr>
          <p:cNvPr id="866319" name="Group 15"/>
          <p:cNvGrpSpPr>
            <a:grpSpLocks/>
          </p:cNvGrpSpPr>
          <p:nvPr/>
        </p:nvGrpSpPr>
        <p:grpSpPr bwMode="auto">
          <a:xfrm>
            <a:off x="4256702" y="2924199"/>
            <a:ext cx="381000" cy="381000"/>
            <a:chOff x="4344" y="3540"/>
            <a:chExt cx="240" cy="240"/>
          </a:xfrm>
        </p:grpSpPr>
        <p:sp>
          <p:nvSpPr>
            <p:cNvPr id="866320" name="Line 16"/>
            <p:cNvSpPr>
              <a:spLocks noChangeShapeType="1"/>
            </p:cNvSpPr>
            <p:nvPr/>
          </p:nvSpPr>
          <p:spPr bwMode="auto">
            <a:xfrm flipH="1">
              <a:off x="4344" y="3540"/>
              <a:ext cx="240" cy="240"/>
            </a:xfrm>
            <a:prstGeom prst="line">
              <a:avLst/>
            </a:prstGeom>
            <a:noFill/>
            <a:ln w="38100">
              <a:solidFill>
                <a:srgbClr val="FF000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sp>
          <p:nvSpPr>
            <p:cNvPr id="866321" name="Line 17"/>
            <p:cNvSpPr>
              <a:spLocks noChangeShapeType="1"/>
            </p:cNvSpPr>
            <p:nvPr/>
          </p:nvSpPr>
          <p:spPr bwMode="auto">
            <a:xfrm>
              <a:off x="4356" y="3540"/>
              <a:ext cx="228" cy="216"/>
            </a:xfrm>
            <a:prstGeom prst="line">
              <a:avLst/>
            </a:prstGeom>
            <a:noFill/>
            <a:ln w="38100">
              <a:solidFill>
                <a:srgbClr val="FF000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grpSp>
      <p:grpSp>
        <p:nvGrpSpPr>
          <p:cNvPr id="866325" name="Group 21"/>
          <p:cNvGrpSpPr>
            <a:grpSpLocks/>
          </p:cNvGrpSpPr>
          <p:nvPr/>
        </p:nvGrpSpPr>
        <p:grpSpPr bwMode="auto">
          <a:xfrm>
            <a:off x="-12047" y="0"/>
            <a:ext cx="446088" cy="6858000"/>
            <a:chOff x="0" y="0"/>
            <a:chExt cx="281" cy="4320"/>
          </a:xfrm>
        </p:grpSpPr>
        <p:sp>
          <p:nvSpPr>
            <p:cNvPr id="866326" name="Text Box 2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66327" name="Text Box 2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66306">
                                            <p:txEl>
                                              <p:pRg st="0" end="0"/>
                                            </p:txEl>
                                          </p:spTgt>
                                        </p:tgtEl>
                                        <p:attrNameLst>
                                          <p:attrName>style.visibility</p:attrName>
                                        </p:attrNameLst>
                                      </p:cBhvr>
                                      <p:to>
                                        <p:strVal val="visible"/>
                                      </p:to>
                                    </p:set>
                                    <p:anim calcmode="lin" valueType="num">
                                      <p:cBhvr additive="base">
                                        <p:cTn id="7" dur="500" fill="hold"/>
                                        <p:tgtEl>
                                          <p:spTgt spid="8663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6630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66311"/>
                                        </p:tgtEl>
                                        <p:attrNameLst>
                                          <p:attrName>style.visibility</p:attrName>
                                        </p:attrNameLst>
                                      </p:cBhvr>
                                      <p:to>
                                        <p:strVal val="visible"/>
                                      </p:to>
                                    </p:set>
                                    <p:animEffect transition="in" filter="box(out)">
                                      <p:cBhvr>
                                        <p:cTn id="13" dur="500"/>
                                        <p:tgtEl>
                                          <p:spTgt spid="866311"/>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66312"/>
                                        </p:tgtEl>
                                        <p:attrNameLst>
                                          <p:attrName>style.visibility</p:attrName>
                                        </p:attrNameLst>
                                      </p:cBhvr>
                                      <p:to>
                                        <p:strVal val="visible"/>
                                      </p:to>
                                    </p:set>
                                    <p:animEffect transition="in" filter="box(out)">
                                      <p:cBhvr>
                                        <p:cTn id="18" dur="500"/>
                                        <p:tgtEl>
                                          <p:spTgt spid="866312"/>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866319"/>
                                        </p:tgtEl>
                                        <p:attrNameLst>
                                          <p:attrName>style.visibility</p:attrName>
                                        </p:attrNameLst>
                                      </p:cBhvr>
                                      <p:to>
                                        <p:strVal val="visible"/>
                                      </p:to>
                                    </p:set>
                                    <p:animEffect transition="in" filter="box(out)">
                                      <p:cBhvr>
                                        <p:cTn id="23" dur="500"/>
                                        <p:tgtEl>
                                          <p:spTgt spid="866319"/>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866313"/>
                                        </p:tgtEl>
                                        <p:attrNameLst>
                                          <p:attrName>style.visibility</p:attrName>
                                        </p:attrNameLst>
                                      </p:cBhvr>
                                      <p:to>
                                        <p:strVal val="visible"/>
                                      </p:to>
                                    </p:set>
                                    <p:animEffect transition="in" filter="strips(downRight)">
                                      <p:cBhvr>
                                        <p:cTn id="28" dur="500"/>
                                        <p:tgtEl>
                                          <p:spTgt spid="866313"/>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29" fill="hold">
                            <p:stCondLst>
                              <p:cond delay="500"/>
                            </p:stCondLst>
                            <p:childTnLst>
                              <p:par>
                                <p:cTn id="30" presetID="18" presetClass="entr" presetSubtype="6" fill="hold" nodeType="afterEffect">
                                  <p:stCondLst>
                                    <p:cond delay="0"/>
                                  </p:stCondLst>
                                  <p:childTnLst>
                                    <p:set>
                                      <p:cBhvr>
                                        <p:cTn id="31" dur="1" fill="hold">
                                          <p:stCondLst>
                                            <p:cond delay="0"/>
                                          </p:stCondLst>
                                        </p:cTn>
                                        <p:tgtEl>
                                          <p:spTgt spid="866324"/>
                                        </p:tgtEl>
                                        <p:attrNameLst>
                                          <p:attrName>style.visibility</p:attrName>
                                        </p:attrNameLst>
                                      </p:cBhvr>
                                      <p:to>
                                        <p:strVal val="visible"/>
                                      </p:to>
                                    </p:set>
                                    <p:animEffect transition="in" filter="strips(downRight)">
                                      <p:cBhvr>
                                        <p:cTn id="32" dur="500"/>
                                        <p:tgtEl>
                                          <p:spTgt spid="866324"/>
                                        </p:tgtEl>
                                      </p:cBhvr>
                                    </p:animEffect>
                                  </p:childTnLst>
                                  <p:subTnLst>
                                    <p:audio>
                                      <p:cMediaNode>
                                        <p:cTn display="0" masterRel="sameClick">
                                          <p:stCondLst>
                                            <p:cond evt="begin" delay="0">
                                              <p:tn val="30"/>
                                            </p:cond>
                                          </p:stCondLst>
                                          <p:endCondLst>
                                            <p:cond evt="onStopAudio" delay="0">
                                              <p:tgtEl>
                                                <p:sldTgt/>
                                              </p:tgtEl>
                                            </p:cond>
                                          </p:endCondLst>
                                        </p:cTn>
                                        <p:tgtEl>
                                          <p:sndTgt r:embed="rId5"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6306" grpId="0" build="p" bldLvl="3" autoUpdateAnimBg="0"/>
      <p:bldP spid="866311" grpId="0"/>
      <p:bldP spid="866312" grpId="0" animBg="1" autoUpdateAnimBg="0"/>
      <p:bldP spid="8663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p:cNvSpPr>
            <a:spLocks noChangeArrowheads="1"/>
          </p:cNvSpPr>
          <p:nvPr/>
        </p:nvSpPr>
        <p:spPr bwMode="auto">
          <a:xfrm>
            <a:off x="235523" y="260351"/>
            <a:ext cx="4465638" cy="434975"/>
          </a:xfrm>
          <a:prstGeom prst="rect">
            <a:avLst/>
          </a:prstGeom>
          <a:noFill/>
          <a:ln w="9525">
            <a:noFill/>
            <a:miter lim="800000"/>
            <a:headEnd/>
            <a:tailEnd/>
          </a:ln>
        </p:spPr>
        <p:txBody>
          <a:bodyPr/>
          <a:lstStyle/>
          <a:p>
            <a:pPr lvl="1" eaLnBrk="0" hangingPunct="0">
              <a:buClr>
                <a:srgbClr val="FF3300"/>
              </a:buClr>
              <a:buFont typeface="Wingdings" pitchFamily="2" charset="2"/>
              <a:buChar char="l"/>
            </a:pPr>
            <a:r>
              <a:rPr lang="en-US" altLang="zh-CN" b="1" dirty="0">
                <a:effectLst>
                  <a:outerShdw blurRad="38100" dist="38100" dir="2700000" algn="tl">
                    <a:srgbClr val="000000">
                      <a:alpha val="43137"/>
                    </a:srgbClr>
                  </a:outerShdw>
                </a:effectLst>
                <a:latin typeface="+mn-lt"/>
                <a:ea typeface="隶书" pitchFamily="49" charset="-122"/>
              </a:rPr>
              <a:t> </a:t>
            </a:r>
            <a:r>
              <a:rPr lang="zh-CN" altLang="en-US" b="1" dirty="0">
                <a:solidFill>
                  <a:srgbClr val="FF3300"/>
                </a:solidFill>
                <a:effectLst>
                  <a:outerShdw blurRad="38100" dist="38100" dir="2700000" algn="tl">
                    <a:srgbClr val="000000">
                      <a:alpha val="43137"/>
                    </a:srgbClr>
                  </a:outerShdw>
                </a:effectLst>
                <a:latin typeface="+mn-lt"/>
                <a:ea typeface="隶书" pitchFamily="49" charset="-122"/>
              </a:rPr>
              <a:t>使用</a:t>
            </a:r>
            <a:r>
              <a:rPr lang="en-US" altLang="zh-CN" b="1" dirty="0">
                <a:solidFill>
                  <a:srgbClr val="FF3300"/>
                </a:solidFill>
                <a:effectLst>
                  <a:outerShdw blurRad="38100" dist="38100" dir="2700000" algn="tl">
                    <a:srgbClr val="000000">
                      <a:alpha val="43137"/>
                    </a:srgbClr>
                  </a:outerShdw>
                </a:effectLst>
                <a:latin typeface="+mn-lt"/>
                <a:ea typeface="隶书" pitchFamily="49" charset="-122"/>
              </a:rPr>
              <a:t>switch</a:t>
            </a:r>
            <a:r>
              <a:rPr lang="zh-CN" altLang="zh-CN" b="1" dirty="0">
                <a:solidFill>
                  <a:srgbClr val="FF3300"/>
                </a:solidFill>
                <a:effectLst>
                  <a:outerShdw blurRad="38100" dist="38100" dir="2700000" algn="tl">
                    <a:srgbClr val="000000">
                      <a:alpha val="43137"/>
                    </a:srgbClr>
                  </a:outerShdw>
                </a:effectLst>
                <a:latin typeface="+mn-lt"/>
                <a:ea typeface="隶书" pitchFamily="49" charset="-122"/>
              </a:rPr>
              <a:t>语句注意事项</a:t>
            </a:r>
            <a:endParaRPr lang="zh-CN" altLang="en-US" b="1" dirty="0">
              <a:solidFill>
                <a:srgbClr val="FF3300"/>
              </a:solidFill>
              <a:effectLst>
                <a:outerShdw blurRad="38100" dist="38100" dir="2700000" algn="tl">
                  <a:srgbClr val="000000">
                    <a:alpha val="43137"/>
                  </a:srgbClr>
                </a:outerShdw>
              </a:effectLst>
              <a:latin typeface="+mn-lt"/>
              <a:ea typeface="隶书" pitchFamily="49" charset="-122"/>
            </a:endParaRPr>
          </a:p>
        </p:txBody>
      </p:sp>
      <p:sp>
        <p:nvSpPr>
          <p:cNvPr id="864261" name="Rectangle 5"/>
          <p:cNvSpPr>
            <a:spLocks noChangeArrowheads="1"/>
          </p:cNvSpPr>
          <p:nvPr/>
        </p:nvSpPr>
        <p:spPr bwMode="auto">
          <a:xfrm>
            <a:off x="1013398"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64295" name="Rectangle 39"/>
          <p:cNvSpPr>
            <a:spLocks noChangeArrowheads="1"/>
          </p:cNvSpPr>
          <p:nvPr/>
        </p:nvSpPr>
        <p:spPr bwMode="auto">
          <a:xfrm>
            <a:off x="524449" y="692696"/>
            <a:ext cx="11044159" cy="1200329"/>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(2) case</a:t>
            </a:r>
            <a:r>
              <a:rPr lang="zh-CN" altLang="en-US" b="1" dirty="0">
                <a:effectLst>
                  <a:outerShdw blurRad="38100" dist="38100" dir="2700000" algn="tl">
                    <a:srgbClr val="FFFFFF"/>
                  </a:outerShdw>
                </a:effectLst>
                <a:latin typeface="+mn-lt"/>
                <a:ea typeface="楷体" pitchFamily="49" charset="-122"/>
              </a:rPr>
              <a:t>后面语句（组）可加</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也可以不加</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，但一般不加</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 </a:t>
            </a: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(3) </a:t>
            </a:r>
            <a:r>
              <a:rPr lang="zh-CN" altLang="en-US" b="1" dirty="0">
                <a:effectLst>
                  <a:outerShdw blurRad="38100" dist="38100" dir="2700000" algn="tl">
                    <a:srgbClr val="FFFFFF"/>
                  </a:outerShdw>
                </a:effectLst>
                <a:latin typeface="+mn-lt"/>
                <a:ea typeface="楷体" pitchFamily="49" charset="-122"/>
              </a:rPr>
              <a:t>每个</a:t>
            </a:r>
            <a:r>
              <a:rPr lang="en-US" altLang="zh-CN" b="1" dirty="0">
                <a:effectLst>
                  <a:outerShdw blurRad="38100" dist="38100" dir="2700000" algn="tl">
                    <a:srgbClr val="FFFFFF"/>
                  </a:outerShdw>
                </a:effectLst>
                <a:latin typeface="+mn-lt"/>
                <a:ea typeface="楷体" pitchFamily="49" charset="-122"/>
              </a:rPr>
              <a:t>case</a:t>
            </a:r>
            <a:r>
              <a:rPr lang="zh-CN" altLang="en-US" b="1" dirty="0">
                <a:effectLst>
                  <a:outerShdw blurRad="38100" dist="38100" dir="2700000" algn="tl">
                    <a:srgbClr val="FFFFFF"/>
                  </a:outerShdw>
                </a:effectLst>
                <a:latin typeface="+mn-lt"/>
                <a:ea typeface="楷体" pitchFamily="49" charset="-122"/>
              </a:rPr>
              <a:t>后面“常量表达式”的值，必须各不相同，否则会出现相互矛盾的现象。    </a:t>
            </a:r>
          </a:p>
        </p:txBody>
      </p:sp>
      <p:sp>
        <p:nvSpPr>
          <p:cNvPr id="864296" name="Text Box 40" descr="信纸"/>
          <p:cNvSpPr txBox="1">
            <a:spLocks noChangeArrowheads="1"/>
          </p:cNvSpPr>
          <p:nvPr/>
        </p:nvSpPr>
        <p:spPr bwMode="auto">
          <a:xfrm>
            <a:off x="1631504" y="1484784"/>
            <a:ext cx="7921625" cy="1955800"/>
          </a:xfrm>
          <a:prstGeom prst="rect">
            <a:avLst/>
          </a:prstGeom>
          <a:solidFill>
            <a:schemeClr val="bg1"/>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en-US" altLang="zh-CN" b="1" dirty="0">
                <a:effectLst>
                  <a:outerShdw blurRad="50800" dist="38100" dir="10800000" algn="r" rotWithShape="0">
                    <a:prstClr val="black">
                      <a:alpha val="40000"/>
                    </a:prstClr>
                  </a:outerShdw>
                </a:effectLst>
              </a:rPr>
              <a:t>  switch ( </a:t>
            </a:r>
            <a:r>
              <a:rPr lang="en-US" altLang="zh-CN" b="1" dirty="0" err="1">
                <a:effectLst>
                  <a:outerShdw blurRad="50800" dist="38100" dir="10800000" algn="r" rotWithShape="0">
                    <a:prstClr val="black">
                      <a:alpha val="40000"/>
                    </a:prstClr>
                  </a:outerShdw>
                </a:effectLst>
              </a:rPr>
              <a:t>i</a:t>
            </a:r>
            <a:r>
              <a:rPr lang="en-US" altLang="zh-CN" b="1" dirty="0">
                <a:effectLst>
                  <a:outerShdw blurRad="50800" dist="38100" dir="10800000" algn="r" rotWithShape="0">
                    <a:prstClr val="black">
                      <a:alpha val="40000"/>
                    </a:prstClr>
                  </a:outerShdw>
                </a:effectLst>
              </a:rPr>
              <a:t> )</a:t>
            </a:r>
          </a:p>
          <a:p>
            <a:r>
              <a:rPr lang="en-US" altLang="zh-CN" b="1" dirty="0">
                <a:effectLst>
                  <a:outerShdw blurRad="50800" dist="38100" dir="10800000" algn="r" rotWithShape="0">
                    <a:prstClr val="black">
                      <a:alpha val="40000"/>
                    </a:prstClr>
                  </a:outerShdw>
                </a:effectLst>
              </a:rPr>
              <a:t>  {</a:t>
            </a:r>
          </a:p>
          <a:p>
            <a:r>
              <a:rPr lang="en-US" altLang="zh-CN" b="1" dirty="0">
                <a:effectLst>
                  <a:outerShdw blurRad="50800" dist="38100" dir="10800000" algn="r" rotWithShape="0">
                    <a:prstClr val="black">
                      <a:alpha val="40000"/>
                    </a:prstClr>
                  </a:outerShdw>
                </a:effectLst>
              </a:rPr>
              <a:t>     case 1:  { b = b + 1;  break; }    </a:t>
            </a:r>
            <a:r>
              <a:rPr lang="en-US" altLang="zh-CN" sz="2000" b="1" dirty="0">
                <a:solidFill>
                  <a:srgbClr val="FF33CC"/>
                </a:solidFill>
                <a:effectLst>
                  <a:outerShdw blurRad="50800" dist="38100" dir="10800000" algn="r" rotWithShape="0">
                    <a:prstClr val="black">
                      <a:alpha val="40000"/>
                    </a:prstClr>
                  </a:outerShdw>
                </a:effectLst>
                <a:latin typeface="+mn-lt"/>
                <a:ea typeface="楷体" pitchFamily="49" charset="-122"/>
              </a:rPr>
              <a:t>// { }</a:t>
            </a:r>
            <a:r>
              <a:rPr lang="zh-CN" altLang="en-US" sz="2000" b="1" dirty="0">
                <a:solidFill>
                  <a:srgbClr val="FF33CC"/>
                </a:solidFill>
                <a:effectLst>
                  <a:outerShdw blurRad="50800" dist="38100" dir="10800000" algn="r" rotWithShape="0">
                    <a:prstClr val="black">
                      <a:alpha val="40000"/>
                    </a:prstClr>
                  </a:outerShdw>
                </a:effectLst>
                <a:latin typeface="+mn-lt"/>
                <a:ea typeface="楷体" pitchFamily="49" charset="-122"/>
              </a:rPr>
              <a:t>可加可不加</a:t>
            </a:r>
          </a:p>
          <a:p>
            <a:r>
              <a:rPr lang="zh-CN" altLang="en-US" b="1" dirty="0">
                <a:effectLst>
                  <a:outerShdw blurRad="50800" dist="38100" dir="10800000" algn="r" rotWithShape="0">
                    <a:prstClr val="black">
                      <a:alpha val="40000"/>
                    </a:prstClr>
                  </a:outerShdw>
                </a:effectLst>
              </a:rPr>
              <a:t>     </a:t>
            </a:r>
            <a:r>
              <a:rPr lang="en-US" altLang="zh-CN" b="1" dirty="0">
                <a:effectLst>
                  <a:outerShdw blurRad="50800" dist="38100" dir="10800000" algn="r" rotWithShape="0">
                    <a:prstClr val="black">
                      <a:alpha val="40000"/>
                    </a:prstClr>
                  </a:outerShdw>
                </a:effectLst>
              </a:rPr>
              <a:t>case 2:     b = b - 1;   break;</a:t>
            </a:r>
          </a:p>
          <a:p>
            <a:r>
              <a:rPr lang="en-US" altLang="zh-CN" b="1" dirty="0">
                <a:effectLst>
                  <a:outerShdw blurRad="50800" dist="38100" dir="10800000" algn="r" rotWithShape="0">
                    <a:prstClr val="black">
                      <a:alpha val="40000"/>
                    </a:prstClr>
                  </a:outerShdw>
                </a:effectLst>
              </a:rPr>
              <a:t>  }</a:t>
            </a:r>
          </a:p>
        </p:txBody>
      </p:sp>
      <p:grpSp>
        <p:nvGrpSpPr>
          <p:cNvPr id="864306" name="Group 50"/>
          <p:cNvGrpSpPr>
            <a:grpSpLocks/>
          </p:cNvGrpSpPr>
          <p:nvPr/>
        </p:nvGrpSpPr>
        <p:grpSpPr bwMode="auto">
          <a:xfrm>
            <a:off x="-15302" y="0"/>
            <a:ext cx="446088" cy="6858000"/>
            <a:chOff x="0" y="0"/>
            <a:chExt cx="281" cy="4320"/>
          </a:xfrm>
        </p:grpSpPr>
        <p:sp>
          <p:nvSpPr>
            <p:cNvPr id="864307" name="Text Box 5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64308" name="Text Box 5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864297" name="Text Box 41" descr="信纸"/>
          <p:cNvSpPr txBox="1">
            <a:spLocks noChangeArrowheads="1"/>
          </p:cNvSpPr>
          <p:nvPr/>
        </p:nvSpPr>
        <p:spPr bwMode="auto">
          <a:xfrm>
            <a:off x="1559496" y="2060848"/>
            <a:ext cx="7921625" cy="341630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en-US" altLang="zh-CN" b="1" dirty="0">
                <a:effectLst>
                  <a:outerShdw blurRad="38100" dist="38100" dir="2700000" algn="tl">
                    <a:srgbClr val="FFFFFF"/>
                  </a:outerShdw>
                </a:effectLst>
              </a:rPr>
              <a:t>  </a:t>
            </a:r>
            <a:r>
              <a:rPr lang="en-US" altLang="zh-CN" b="1" dirty="0" err="1">
                <a:effectLst>
                  <a:outerShdw blurRad="50800" dist="38100" dir="10800000" algn="r" rotWithShape="0">
                    <a:prstClr val="black">
                      <a:alpha val="40000"/>
                    </a:prstClr>
                  </a:outerShdw>
                </a:effectLst>
              </a:rPr>
              <a:t>int</a:t>
            </a:r>
            <a:r>
              <a:rPr lang="en-US" altLang="zh-CN" b="1" dirty="0">
                <a:effectLst>
                  <a:outerShdw blurRad="50800" dist="38100" dir="10800000" algn="r" rotWithShape="0">
                    <a:prstClr val="black">
                      <a:alpha val="40000"/>
                    </a:prstClr>
                  </a:outerShdw>
                </a:effectLst>
              </a:rPr>
              <a:t>  a, b = 4;</a:t>
            </a:r>
          </a:p>
          <a:p>
            <a:r>
              <a:rPr lang="en-US" altLang="zh-CN" b="1" dirty="0">
                <a:effectLst>
                  <a:outerShdw blurRad="50800" dist="38100" dir="10800000" algn="r" rotWithShape="0">
                    <a:prstClr val="black">
                      <a:alpha val="40000"/>
                    </a:prstClr>
                  </a:outerShdw>
                </a:effectLst>
              </a:rPr>
              <a:t>  </a:t>
            </a:r>
            <a:r>
              <a:rPr lang="en-US" altLang="zh-CN" b="1" dirty="0" err="1">
                <a:effectLst>
                  <a:outerShdw blurRad="50800" dist="38100" dir="10800000" algn="r" rotWithShape="0">
                    <a:prstClr val="black">
                      <a:alpha val="40000"/>
                    </a:prstClr>
                  </a:outerShdw>
                </a:effectLst>
              </a:rPr>
              <a:t>scanf</a:t>
            </a:r>
            <a:r>
              <a:rPr lang="en-US" altLang="zh-CN" b="1" dirty="0">
                <a:effectLst>
                  <a:outerShdw blurRad="50800" dist="38100" dir="10800000" algn="r" rotWithShape="0">
                    <a:prstClr val="black">
                      <a:alpha val="40000"/>
                    </a:prstClr>
                  </a:outerShdw>
                </a:effectLst>
              </a:rPr>
              <a:t> ("%d", &amp;a);</a:t>
            </a:r>
          </a:p>
          <a:p>
            <a:r>
              <a:rPr lang="en-US" altLang="zh-CN" b="1" dirty="0">
                <a:effectLst>
                  <a:outerShdw blurRad="50800" dist="38100" dir="10800000" algn="r" rotWithShape="0">
                    <a:prstClr val="black">
                      <a:alpha val="40000"/>
                    </a:prstClr>
                  </a:outerShdw>
                </a:effectLst>
              </a:rPr>
              <a:t>  switch (a)</a:t>
            </a:r>
          </a:p>
          <a:p>
            <a:r>
              <a:rPr lang="en-US" altLang="zh-CN" b="1" dirty="0">
                <a:effectLst>
                  <a:outerShdw blurRad="50800" dist="38100" dir="10800000" algn="r" rotWithShape="0">
                    <a:prstClr val="black">
                      <a:alpha val="40000"/>
                    </a:prstClr>
                  </a:outerShdw>
                </a:effectLst>
              </a:rPr>
              <a:t>  {</a:t>
            </a:r>
          </a:p>
          <a:p>
            <a:r>
              <a:rPr lang="en-US" altLang="zh-CN" b="1" dirty="0">
                <a:effectLst>
                  <a:outerShdw blurRad="50800" dist="38100" dir="10800000" algn="r" rotWithShape="0">
                    <a:prstClr val="black">
                      <a:alpha val="40000"/>
                    </a:prstClr>
                  </a:outerShdw>
                </a:effectLst>
              </a:rPr>
              <a:t>     case 1:  b = b + 2;  break;</a:t>
            </a:r>
          </a:p>
          <a:p>
            <a:r>
              <a:rPr lang="en-US" altLang="zh-CN" b="1" dirty="0">
                <a:effectLst>
                  <a:outerShdw blurRad="50800" dist="38100" dir="10800000" algn="r" rotWithShape="0">
                    <a:prstClr val="black">
                      <a:alpha val="40000"/>
                    </a:prstClr>
                  </a:outerShdw>
                </a:effectLst>
              </a:rPr>
              <a:t>     case 2:  b = b * 2;  break;</a:t>
            </a:r>
          </a:p>
          <a:p>
            <a:r>
              <a:rPr lang="en-US" altLang="zh-CN" b="1" dirty="0">
                <a:effectLst>
                  <a:outerShdw blurRad="50800" dist="38100" dir="10800000" algn="r" rotWithShape="0">
                    <a:prstClr val="black">
                      <a:alpha val="40000"/>
                    </a:prstClr>
                  </a:outerShdw>
                </a:effectLst>
              </a:rPr>
              <a:t>     case 1:  b = b + 2;  break;      </a:t>
            </a:r>
          </a:p>
          <a:p>
            <a:r>
              <a:rPr lang="en-US" altLang="zh-CN" b="1" dirty="0">
                <a:effectLst>
                  <a:outerShdw blurRad="50800" dist="38100" dir="10800000" algn="r" rotWithShape="0">
                    <a:prstClr val="black">
                      <a:alpha val="40000"/>
                    </a:prstClr>
                  </a:outerShdw>
                </a:effectLst>
              </a:rPr>
              <a:t>  }</a:t>
            </a:r>
          </a:p>
          <a:p>
            <a:r>
              <a:rPr lang="en-US" altLang="zh-CN" b="1" dirty="0">
                <a:effectLst>
                  <a:outerShdw blurRad="50800" dist="38100" dir="10800000" algn="r" rotWithShape="0">
                    <a:prstClr val="black">
                      <a:alpha val="40000"/>
                    </a:prstClr>
                  </a:outerShdw>
                </a:effectLst>
              </a:rPr>
              <a:t>  </a:t>
            </a:r>
            <a:r>
              <a:rPr lang="en-US" altLang="zh-CN" b="1" dirty="0" err="1">
                <a:effectLst>
                  <a:outerShdw blurRad="50800" dist="38100" dir="10800000" algn="r" rotWithShape="0">
                    <a:prstClr val="black">
                      <a:alpha val="40000"/>
                    </a:prstClr>
                  </a:outerShdw>
                </a:effectLst>
              </a:rPr>
              <a:t>printf</a:t>
            </a:r>
            <a:r>
              <a:rPr lang="en-US" altLang="zh-CN" b="1" dirty="0">
                <a:effectLst>
                  <a:outerShdw blurRad="50800" dist="38100" dir="10800000" algn="r" rotWithShape="0">
                    <a:prstClr val="black">
                      <a:alpha val="40000"/>
                    </a:prstClr>
                  </a:outerShdw>
                </a:effectLst>
              </a:rPr>
              <a:t> ("b = %d\n", b);</a:t>
            </a:r>
          </a:p>
        </p:txBody>
      </p:sp>
      <p:sp>
        <p:nvSpPr>
          <p:cNvPr id="864298" name="Oval 42"/>
          <p:cNvSpPr>
            <a:spLocks noChangeArrowheads="1"/>
          </p:cNvSpPr>
          <p:nvPr/>
        </p:nvSpPr>
        <p:spPr bwMode="auto">
          <a:xfrm>
            <a:off x="1818259" y="4318273"/>
            <a:ext cx="3671887" cy="433388"/>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864303" name="Group 47"/>
          <p:cNvGrpSpPr>
            <a:grpSpLocks/>
          </p:cNvGrpSpPr>
          <p:nvPr/>
        </p:nvGrpSpPr>
        <p:grpSpPr bwMode="auto">
          <a:xfrm>
            <a:off x="4488453" y="2418038"/>
            <a:ext cx="381000" cy="381000"/>
            <a:chOff x="4344" y="3540"/>
            <a:chExt cx="240" cy="240"/>
          </a:xfrm>
        </p:grpSpPr>
        <p:sp>
          <p:nvSpPr>
            <p:cNvPr id="864304" name="Line 48"/>
            <p:cNvSpPr>
              <a:spLocks noChangeShapeType="1"/>
            </p:cNvSpPr>
            <p:nvPr/>
          </p:nvSpPr>
          <p:spPr bwMode="auto">
            <a:xfrm flipH="1">
              <a:off x="4344" y="3540"/>
              <a:ext cx="240" cy="240"/>
            </a:xfrm>
            <a:prstGeom prst="line">
              <a:avLst/>
            </a:prstGeom>
            <a:noFill/>
            <a:ln w="38100">
              <a:solidFill>
                <a:srgbClr val="FF000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sp>
          <p:nvSpPr>
            <p:cNvPr id="864305" name="Line 49"/>
            <p:cNvSpPr>
              <a:spLocks noChangeShapeType="1"/>
            </p:cNvSpPr>
            <p:nvPr/>
          </p:nvSpPr>
          <p:spPr bwMode="auto">
            <a:xfrm>
              <a:off x="4356" y="3540"/>
              <a:ext cx="228" cy="216"/>
            </a:xfrm>
            <a:prstGeom prst="line">
              <a:avLst/>
            </a:prstGeom>
            <a:noFill/>
            <a:ln w="38100">
              <a:solidFill>
                <a:srgbClr val="FF000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grpSp>
      <p:grpSp>
        <p:nvGrpSpPr>
          <p:cNvPr id="864302" name="Group 46"/>
          <p:cNvGrpSpPr>
            <a:grpSpLocks/>
          </p:cNvGrpSpPr>
          <p:nvPr/>
        </p:nvGrpSpPr>
        <p:grpSpPr bwMode="auto">
          <a:xfrm>
            <a:off x="4220146" y="2205311"/>
            <a:ext cx="5400675" cy="2087562"/>
            <a:chOff x="2200" y="1661"/>
            <a:chExt cx="3402" cy="1315"/>
          </a:xfrm>
          <a:effectLst>
            <a:outerShdw blurRad="50800" dist="38100" dir="2700000" algn="tl" rotWithShape="0">
              <a:prstClr val="black">
                <a:alpha val="40000"/>
              </a:prstClr>
            </a:outerShdw>
          </a:effectLst>
        </p:grpSpPr>
        <p:sp>
          <p:nvSpPr>
            <p:cNvPr id="864300" name="AutoShape 44"/>
            <p:cNvSpPr>
              <a:spLocks noChangeArrowheads="1"/>
            </p:cNvSpPr>
            <p:nvPr/>
          </p:nvSpPr>
          <p:spPr bwMode="auto">
            <a:xfrm>
              <a:off x="2789" y="1661"/>
              <a:ext cx="2813" cy="1179"/>
            </a:xfrm>
            <a:prstGeom prst="irregularSeal1">
              <a:avLst/>
            </a:prstGeom>
            <a:gradFill rotWithShape="1">
              <a:gsLst>
                <a:gs pos="0">
                  <a:srgbClr val="00FFFF"/>
                </a:gs>
                <a:gs pos="100000">
                  <a:srgbClr val="00FFFF">
                    <a:gamma/>
                    <a:shade val="75686"/>
                    <a:invGamma/>
                  </a:srgbClr>
                </a:gs>
              </a:gsLst>
              <a:lin ang="5400000" scaled="1"/>
            </a:gradFill>
            <a:ln w="28575">
              <a:solidFill>
                <a:srgbClr val="FF0000"/>
              </a:solidFill>
              <a:miter lim="800000"/>
              <a:headEnd/>
              <a:tailEnd/>
            </a:ln>
            <a:effectLst>
              <a:outerShdw blurRad="50800" dist="106680" dir="2700000" algn="tl" rotWithShape="0">
                <a:prstClr val="black">
                  <a:alpha val="43000"/>
                </a:prstClr>
              </a:outerShdw>
            </a:effectLst>
          </p:spPr>
          <p:txBody>
            <a:bodyPr wrap="none" anchor="ctr"/>
            <a:lstStyle/>
            <a:p>
              <a:pPr algn="ctr"/>
              <a:r>
                <a:rPr lang="en-US" altLang="zh-CN" b="1">
                  <a:solidFill>
                    <a:srgbClr val="FF3300"/>
                  </a:solidFill>
                  <a:effectLst>
                    <a:outerShdw blurRad="38100" dist="38100" dir="2700000" algn="tl">
                      <a:srgbClr val="000000"/>
                    </a:outerShdw>
                  </a:effectLst>
                  <a:ea typeface="隶书" pitchFamily="49" charset="-122"/>
                </a:rPr>
                <a:t>case 1</a:t>
              </a:r>
              <a:r>
                <a:rPr lang="zh-CN" altLang="en-US" b="1">
                  <a:solidFill>
                    <a:srgbClr val="FF3300"/>
                  </a:solidFill>
                  <a:effectLst>
                    <a:outerShdw blurRad="38100" dist="38100" dir="2700000" algn="tl">
                      <a:srgbClr val="000000"/>
                    </a:outerShdw>
                  </a:effectLst>
                  <a:latin typeface="隶书" pitchFamily="49" charset="-122"/>
                  <a:ea typeface="隶书" pitchFamily="49" charset="-122"/>
                </a:rPr>
                <a:t>在前面已使用</a:t>
              </a:r>
            </a:p>
          </p:txBody>
        </p:sp>
        <p:sp>
          <p:nvSpPr>
            <p:cNvPr id="864301" name="Line 45"/>
            <p:cNvSpPr>
              <a:spLocks noChangeShapeType="1"/>
            </p:cNvSpPr>
            <p:nvPr/>
          </p:nvSpPr>
          <p:spPr bwMode="auto">
            <a:xfrm flipV="1">
              <a:off x="2200" y="2432"/>
              <a:ext cx="998" cy="544"/>
            </a:xfrm>
            <a:prstGeom prst="line">
              <a:avLst/>
            </a:prstGeom>
            <a:noFill/>
            <a:ln w="28575">
              <a:solidFill>
                <a:srgbClr val="FF0000"/>
              </a:solidFill>
              <a:round/>
              <a:headEnd/>
              <a:tailEnd/>
            </a:ln>
            <a:effectLst>
              <a:outerShdw blurRad="50800" dist="38100" dir="2700000" algn="tl" rotWithShape="0">
                <a:prstClr val="black">
                  <a:alpha val="40000"/>
                </a:prstClr>
              </a:outerShdw>
            </a:effectLst>
          </p:spPr>
          <p:txBody>
            <a:bodyPr/>
            <a:lstStyle/>
            <a:p>
              <a:endParaRPr lang="zh-CN" altLang="en-US"/>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64295">
                                            <p:txEl>
                                              <p:pRg st="0" end="0"/>
                                            </p:txEl>
                                          </p:spTgt>
                                        </p:tgtEl>
                                        <p:attrNameLst>
                                          <p:attrName>style.visibility</p:attrName>
                                        </p:attrNameLst>
                                      </p:cBhvr>
                                      <p:to>
                                        <p:strVal val="visible"/>
                                      </p:to>
                                    </p:set>
                                    <p:animEffect transition="in" filter="box(out)">
                                      <p:cBhvr>
                                        <p:cTn id="7" dur="500"/>
                                        <p:tgtEl>
                                          <p:spTgt spid="86429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64296"/>
                                        </p:tgtEl>
                                        <p:attrNameLst>
                                          <p:attrName>style.visibility</p:attrName>
                                        </p:attrNameLst>
                                      </p:cBhvr>
                                      <p:to>
                                        <p:strVal val="visible"/>
                                      </p:to>
                                    </p:set>
                                    <p:animEffect transition="in" filter="box(out)">
                                      <p:cBhvr>
                                        <p:cTn id="12" dur="500"/>
                                        <p:tgtEl>
                                          <p:spTgt spid="86429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et>
                                      <p:cBhvr override="childStyle">
                                        <p:cTn dur="1" fill="hold" display="0" masterRel="nextClick" afterEffect="1"/>
                                        <p:tgtEl>
                                          <p:spTgt spid="86429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864295">
                                            <p:txEl>
                                              <p:pRg st="1" end="1"/>
                                            </p:txEl>
                                          </p:spTgt>
                                        </p:tgtEl>
                                        <p:attrNameLst>
                                          <p:attrName>style.visibility</p:attrName>
                                        </p:attrNameLst>
                                      </p:cBhvr>
                                      <p:to>
                                        <p:strVal val="visible"/>
                                      </p:to>
                                    </p:set>
                                    <p:animEffect transition="in" filter="box(out)">
                                      <p:cBhvr>
                                        <p:cTn id="17" dur="500"/>
                                        <p:tgtEl>
                                          <p:spTgt spid="864295">
                                            <p:txEl>
                                              <p:pRg st="1" end="1"/>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64297"/>
                                        </p:tgtEl>
                                        <p:attrNameLst>
                                          <p:attrName>style.visibility</p:attrName>
                                        </p:attrNameLst>
                                      </p:cBhvr>
                                      <p:to>
                                        <p:strVal val="visible"/>
                                      </p:to>
                                    </p:set>
                                    <p:animEffect transition="in" filter="box(out)">
                                      <p:cBhvr>
                                        <p:cTn id="22" dur="500"/>
                                        <p:tgtEl>
                                          <p:spTgt spid="864297"/>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864303"/>
                                        </p:tgtEl>
                                        <p:attrNameLst>
                                          <p:attrName>style.visibility</p:attrName>
                                        </p:attrNameLst>
                                      </p:cBhvr>
                                      <p:to>
                                        <p:strVal val="visible"/>
                                      </p:to>
                                    </p:set>
                                    <p:animEffect transition="in" filter="box(out)">
                                      <p:cBhvr>
                                        <p:cTn id="27" dur="500"/>
                                        <p:tgtEl>
                                          <p:spTgt spid="864303"/>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864298"/>
                                        </p:tgtEl>
                                        <p:attrNameLst>
                                          <p:attrName>style.visibility</p:attrName>
                                        </p:attrNameLst>
                                      </p:cBhvr>
                                      <p:to>
                                        <p:strVal val="visible"/>
                                      </p:to>
                                    </p:set>
                                    <p:animEffect transition="in" filter="strips(downRight)">
                                      <p:cBhvr>
                                        <p:cTn id="32" dur="500"/>
                                        <p:tgtEl>
                                          <p:spTgt spid="864298"/>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500"/>
                            </p:stCondLst>
                            <p:childTnLst>
                              <p:par>
                                <p:cTn id="34" presetID="18" presetClass="entr" presetSubtype="6" fill="hold" nodeType="afterEffect">
                                  <p:stCondLst>
                                    <p:cond delay="0"/>
                                  </p:stCondLst>
                                  <p:childTnLst>
                                    <p:set>
                                      <p:cBhvr>
                                        <p:cTn id="35" dur="1" fill="hold">
                                          <p:stCondLst>
                                            <p:cond delay="0"/>
                                          </p:stCondLst>
                                        </p:cTn>
                                        <p:tgtEl>
                                          <p:spTgt spid="864302"/>
                                        </p:tgtEl>
                                        <p:attrNameLst>
                                          <p:attrName>style.visibility</p:attrName>
                                        </p:attrNameLst>
                                      </p:cBhvr>
                                      <p:to>
                                        <p:strVal val="visible"/>
                                      </p:to>
                                    </p:set>
                                    <p:animEffect transition="in" filter="strips(downRight)">
                                      <p:cBhvr>
                                        <p:cTn id="36" dur="500"/>
                                        <p:tgtEl>
                                          <p:spTgt spid="864302"/>
                                        </p:tgtEl>
                                      </p:cBhvr>
                                    </p:animEffect>
                                  </p:childTnLst>
                                  <p:subTnLst>
                                    <p:audio>
                                      <p:cMediaNode>
                                        <p:cTn display="0" masterRel="sameClick">
                                          <p:stCondLst>
                                            <p:cond evt="begin" delay="0">
                                              <p:tn val="34"/>
                                            </p:cond>
                                          </p:stCondLst>
                                          <p:endCondLst>
                                            <p:cond evt="onStopAudio" delay="0">
                                              <p:tgtEl>
                                                <p:sldTgt/>
                                              </p:tgtEl>
                                            </p:cond>
                                          </p:endCondLst>
                                        </p:cTn>
                                        <p:tgtEl>
                                          <p:sndTgt r:embed="rId4"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96" grpId="0" animBg="1" autoUpdateAnimBg="0"/>
      <p:bldP spid="864297" grpId="0" animBg="1" autoUpdateAnimBg="0"/>
      <p:bldP spid="86429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p:cNvSpPr>
            <a:spLocks noChangeArrowheads="1"/>
          </p:cNvSpPr>
          <p:nvPr/>
        </p:nvSpPr>
        <p:spPr bwMode="auto">
          <a:xfrm>
            <a:off x="242205" y="260351"/>
            <a:ext cx="4465638" cy="434975"/>
          </a:xfrm>
          <a:prstGeom prst="rect">
            <a:avLst/>
          </a:prstGeom>
          <a:noFill/>
          <a:ln w="9525">
            <a:noFill/>
            <a:miter lim="800000"/>
            <a:headEnd/>
            <a:tailEnd/>
          </a:ln>
        </p:spPr>
        <p:txBody>
          <a:bodyPr/>
          <a:lstStyle/>
          <a:p>
            <a:pPr lvl="1" eaLnBrk="0" hangingPunct="0">
              <a:buClr>
                <a:srgbClr val="FF3300"/>
              </a:buClr>
              <a:buFont typeface="Wingdings" pitchFamily="2" charset="2"/>
              <a:buChar char="l"/>
            </a:pPr>
            <a:r>
              <a:rPr lang="en-US" altLang="zh-CN" b="1" dirty="0">
                <a:effectLst>
                  <a:outerShdw blurRad="38100" dist="38100" dir="2700000" algn="tl">
                    <a:srgbClr val="000000">
                      <a:alpha val="43137"/>
                    </a:srgbClr>
                  </a:outerShdw>
                </a:effectLst>
                <a:latin typeface="+mn-lt"/>
                <a:ea typeface="隶书" pitchFamily="49" charset="-122"/>
              </a:rPr>
              <a:t> </a:t>
            </a:r>
            <a:r>
              <a:rPr lang="zh-CN" altLang="en-US" b="1" dirty="0">
                <a:solidFill>
                  <a:srgbClr val="FF3300"/>
                </a:solidFill>
                <a:effectLst>
                  <a:outerShdw blurRad="38100" dist="38100" dir="2700000" algn="tl">
                    <a:srgbClr val="000000">
                      <a:alpha val="43137"/>
                    </a:srgbClr>
                  </a:outerShdw>
                </a:effectLst>
                <a:latin typeface="+mn-lt"/>
                <a:ea typeface="隶书" pitchFamily="49" charset="-122"/>
              </a:rPr>
              <a:t>使用</a:t>
            </a:r>
            <a:r>
              <a:rPr lang="en-US" altLang="zh-CN" b="1" dirty="0">
                <a:solidFill>
                  <a:srgbClr val="FF3300"/>
                </a:solidFill>
                <a:effectLst>
                  <a:outerShdw blurRad="38100" dist="38100" dir="2700000" algn="tl">
                    <a:srgbClr val="000000">
                      <a:alpha val="43137"/>
                    </a:srgbClr>
                  </a:outerShdw>
                </a:effectLst>
                <a:latin typeface="+mn-lt"/>
                <a:ea typeface="隶书" pitchFamily="49" charset="-122"/>
              </a:rPr>
              <a:t>switch</a:t>
            </a:r>
            <a:r>
              <a:rPr lang="zh-CN" altLang="zh-CN" b="1" dirty="0">
                <a:solidFill>
                  <a:srgbClr val="FF3300"/>
                </a:solidFill>
                <a:effectLst>
                  <a:outerShdw blurRad="38100" dist="38100" dir="2700000" algn="tl">
                    <a:srgbClr val="000000">
                      <a:alpha val="43137"/>
                    </a:srgbClr>
                  </a:outerShdw>
                </a:effectLst>
                <a:latin typeface="+mn-lt"/>
                <a:ea typeface="隶书" pitchFamily="49" charset="-122"/>
              </a:rPr>
              <a:t>语句注意事项</a:t>
            </a:r>
            <a:endParaRPr lang="zh-CN" altLang="en-US" b="1" dirty="0">
              <a:solidFill>
                <a:srgbClr val="FF3300"/>
              </a:solidFill>
              <a:effectLst>
                <a:outerShdw blurRad="38100" dist="38100" dir="2700000" algn="tl">
                  <a:srgbClr val="000000">
                    <a:alpha val="43137"/>
                  </a:srgbClr>
                </a:outerShdw>
              </a:effectLst>
              <a:latin typeface="+mn-lt"/>
              <a:ea typeface="隶书" pitchFamily="49" charset="-122"/>
            </a:endParaRPr>
          </a:p>
        </p:txBody>
      </p:sp>
      <p:sp>
        <p:nvSpPr>
          <p:cNvPr id="868355" name="Rectangle 3"/>
          <p:cNvSpPr>
            <a:spLocks noChangeArrowheads="1"/>
          </p:cNvSpPr>
          <p:nvPr/>
        </p:nvSpPr>
        <p:spPr bwMode="auto">
          <a:xfrm>
            <a:off x="1020080"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68359" name="Rectangle 7"/>
          <p:cNvSpPr>
            <a:spLocks noChangeArrowheads="1"/>
          </p:cNvSpPr>
          <p:nvPr/>
        </p:nvSpPr>
        <p:spPr bwMode="auto">
          <a:xfrm>
            <a:off x="518431" y="692696"/>
            <a:ext cx="10186081"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(4) </a:t>
            </a:r>
            <a:r>
              <a:rPr lang="zh-CN" altLang="en-US" b="1" dirty="0">
                <a:effectLst>
                  <a:outerShdw blurRad="38100" dist="38100" dir="2700000" algn="tl">
                    <a:srgbClr val="FFFFFF"/>
                  </a:outerShdw>
                </a:effectLst>
                <a:latin typeface="+mn-lt"/>
                <a:ea typeface="楷体" pitchFamily="49" charset="-122"/>
              </a:rPr>
              <a:t>每个</a:t>
            </a:r>
            <a:r>
              <a:rPr lang="en-US" altLang="zh-CN" b="1" dirty="0">
                <a:effectLst>
                  <a:outerShdw blurRad="38100" dist="38100" dir="2700000" algn="tl">
                    <a:srgbClr val="FFFFFF"/>
                  </a:outerShdw>
                </a:effectLst>
                <a:latin typeface="+mn-lt"/>
                <a:ea typeface="楷体" pitchFamily="49" charset="-122"/>
              </a:rPr>
              <a:t>case</a:t>
            </a:r>
            <a:r>
              <a:rPr lang="zh-CN" altLang="en-US" b="1" dirty="0">
                <a:effectLst>
                  <a:outerShdw blurRad="38100" dist="38100" dir="2700000" algn="tl">
                    <a:srgbClr val="FFFFFF"/>
                  </a:outerShdw>
                </a:effectLst>
                <a:latin typeface="+mn-lt"/>
                <a:ea typeface="楷体" pitchFamily="49" charset="-122"/>
              </a:rPr>
              <a:t>后面必须是“常量表达式”，表达式中不能包含变量。    </a:t>
            </a:r>
          </a:p>
        </p:txBody>
      </p:sp>
      <p:sp>
        <p:nvSpPr>
          <p:cNvPr id="868360" name="Text Box 8" descr="信纸"/>
          <p:cNvSpPr txBox="1">
            <a:spLocks noChangeArrowheads="1"/>
          </p:cNvSpPr>
          <p:nvPr/>
        </p:nvSpPr>
        <p:spPr bwMode="auto">
          <a:xfrm>
            <a:off x="1199281" y="1365597"/>
            <a:ext cx="9793263" cy="45116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r>
              <a:rPr lang="en-US" altLang="zh-CN"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 </a:t>
            </a:r>
            <a:r>
              <a:rPr lang="zh-CN" altLang="en-US"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例：按成绩分成</a:t>
            </a:r>
            <a:r>
              <a:rPr lang="en-US" altLang="zh-CN"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A</a:t>
            </a:r>
            <a:r>
              <a:rPr lang="zh-CN" altLang="en-US"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a:t>
            </a:r>
            <a:r>
              <a:rPr lang="en-US" altLang="zh-CN"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B</a:t>
            </a:r>
            <a:r>
              <a:rPr lang="zh-CN" altLang="en-US"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a:t>
            </a:r>
            <a:r>
              <a:rPr lang="en-US" altLang="zh-CN"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C</a:t>
            </a:r>
            <a:r>
              <a:rPr lang="zh-CN" altLang="en-US"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a:t>
            </a:r>
            <a:r>
              <a:rPr lang="en-US" altLang="zh-CN"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D</a:t>
            </a:r>
            <a:r>
              <a:rPr lang="zh-CN" altLang="en-US"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a:t>
            </a:r>
            <a:r>
              <a:rPr lang="en-US" altLang="zh-CN"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E</a:t>
            </a:r>
            <a:r>
              <a:rPr lang="zh-CN" altLang="en-US"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a:t>
            </a:r>
            <a:r>
              <a:rPr lang="en-US" altLang="zh-CN"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F</a:t>
            </a:r>
            <a:r>
              <a:rPr lang="zh-CN" altLang="en-US" b="1">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几个等级。</a:t>
            </a:r>
          </a:p>
          <a:p>
            <a:r>
              <a:rPr lang="zh-CN" altLang="en-US" b="1">
                <a:effectLst>
                  <a:outerShdw blurRad="50800" dist="38100" dir="10800000" algn="r" rotWithShape="0">
                    <a:prstClr val="black">
                      <a:alpha val="40000"/>
                    </a:prstClr>
                  </a:outerShdw>
                </a:effectLst>
              </a:rPr>
              <a:t>  </a:t>
            </a:r>
            <a:r>
              <a:rPr lang="en-US" altLang="zh-CN" b="1">
                <a:effectLst>
                  <a:outerShdw blurRad="50800" dist="38100" dir="10800000" algn="r" rotWithShape="0">
                    <a:prstClr val="black">
                      <a:alpha val="40000"/>
                    </a:prstClr>
                  </a:outerShdw>
                </a:effectLst>
              </a:rPr>
              <a:t>char score;</a:t>
            </a:r>
          </a:p>
          <a:p>
            <a:r>
              <a:rPr lang="en-US" altLang="zh-CN" b="1">
                <a:effectLst>
                  <a:outerShdw blurRad="50800" dist="38100" dir="10800000" algn="r" rotWithShape="0">
                    <a:prstClr val="black">
                      <a:alpha val="40000"/>
                    </a:prstClr>
                  </a:outerShdw>
                </a:effectLst>
              </a:rPr>
              <a:t>  printf ("Enter Score: ");</a:t>
            </a:r>
          </a:p>
          <a:p>
            <a:r>
              <a:rPr lang="en-US" altLang="zh-CN" b="1">
                <a:effectLst>
                  <a:outerShdw blurRad="50800" dist="38100" dir="10800000" algn="r" rotWithShape="0">
                    <a:prstClr val="black">
                      <a:alpha val="40000"/>
                    </a:prstClr>
                  </a:outerShdw>
                </a:effectLst>
              </a:rPr>
              <a:t>  scanf ("%d", &amp;score);</a:t>
            </a:r>
          </a:p>
          <a:p>
            <a:r>
              <a:rPr lang="en-US" altLang="zh-CN" b="1">
                <a:effectLst>
                  <a:outerShdw blurRad="50800" dist="38100" dir="10800000" algn="r" rotWithShape="0">
                    <a:prstClr val="black">
                      <a:alpha val="40000"/>
                    </a:prstClr>
                  </a:outerShdw>
                </a:effectLst>
              </a:rPr>
              <a:t>  switch (score)</a:t>
            </a:r>
          </a:p>
          <a:p>
            <a:r>
              <a:rPr lang="en-US" altLang="zh-CN" b="1">
                <a:effectLst>
                  <a:outerShdw blurRad="50800" dist="38100" dir="10800000" algn="r" rotWithShape="0">
                    <a:prstClr val="black">
                      <a:alpha val="40000"/>
                    </a:prstClr>
                  </a:outerShdw>
                </a:effectLst>
              </a:rPr>
              <a:t>  {</a:t>
            </a:r>
          </a:p>
          <a:p>
            <a:r>
              <a:rPr lang="en-US" altLang="zh-CN" b="1">
                <a:effectLst>
                  <a:outerShdw blurRad="50800" dist="38100" dir="10800000" algn="r" rotWithShape="0">
                    <a:prstClr val="black">
                      <a:alpha val="40000"/>
                    </a:prstClr>
                  </a:outerShdw>
                </a:effectLst>
              </a:rPr>
              <a:t>    case  score &gt;= 90 :                            printf ("A");  break;</a:t>
            </a:r>
          </a:p>
          <a:p>
            <a:r>
              <a:rPr lang="en-US" altLang="zh-CN" b="1">
                <a:effectLst>
                  <a:outerShdw blurRad="50800" dist="38100" dir="10800000" algn="r" rotWithShape="0">
                    <a:prstClr val="black">
                      <a:alpha val="40000"/>
                    </a:prstClr>
                  </a:outerShdw>
                </a:effectLst>
              </a:rPr>
              <a:t>    case  score &gt;= 80 &amp;&amp; score &lt; 90 :</a:t>
            </a:r>
            <a:r>
              <a:rPr lang="en-US" altLang="zh-CN">
                <a:effectLst>
                  <a:outerShdw blurRad="50800" dist="38100" dir="10800000" algn="r" rotWithShape="0">
                    <a:prstClr val="black">
                      <a:alpha val="40000"/>
                    </a:prstClr>
                  </a:outerShdw>
                </a:effectLst>
              </a:rPr>
              <a:t>  </a:t>
            </a:r>
            <a:r>
              <a:rPr lang="en-US" altLang="zh-CN" b="1">
                <a:effectLst>
                  <a:outerShdw blurRad="50800" dist="38100" dir="10800000" algn="r" rotWithShape="0">
                    <a:prstClr val="black">
                      <a:alpha val="40000"/>
                    </a:prstClr>
                  </a:outerShdw>
                </a:effectLst>
              </a:rPr>
              <a:t>printf (“B");  break;</a:t>
            </a:r>
          </a:p>
          <a:p>
            <a:r>
              <a:rPr lang="en-US" altLang="zh-CN" b="1">
                <a:effectLst>
                  <a:outerShdw blurRad="50800" dist="38100" dir="10800000" algn="r" rotWithShape="0">
                    <a:prstClr val="black">
                      <a:alpha val="40000"/>
                    </a:prstClr>
                  </a:outerShdw>
                </a:effectLst>
              </a:rPr>
              <a:t>    case  score &gt;= 70 &amp;&amp; score &lt; 80 :</a:t>
            </a:r>
            <a:r>
              <a:rPr lang="en-US" altLang="zh-CN">
                <a:effectLst>
                  <a:outerShdw blurRad="50800" dist="38100" dir="10800000" algn="r" rotWithShape="0">
                    <a:prstClr val="black">
                      <a:alpha val="40000"/>
                    </a:prstClr>
                  </a:outerShdw>
                </a:effectLst>
              </a:rPr>
              <a:t>  </a:t>
            </a:r>
            <a:r>
              <a:rPr lang="en-US" altLang="zh-CN" b="1">
                <a:effectLst>
                  <a:outerShdw blurRad="50800" dist="38100" dir="10800000" algn="r" rotWithShape="0">
                    <a:prstClr val="black">
                      <a:alpha val="40000"/>
                    </a:prstClr>
                  </a:outerShdw>
                </a:effectLst>
              </a:rPr>
              <a:t>printf (“C");  break;</a:t>
            </a:r>
          </a:p>
          <a:p>
            <a:r>
              <a:rPr lang="en-US" altLang="zh-CN" b="1">
                <a:effectLst>
                  <a:outerShdw blurRad="50800" dist="38100" dir="10800000" algn="r" rotWithShape="0">
                    <a:prstClr val="black">
                      <a:alpha val="40000"/>
                    </a:prstClr>
                  </a:outerShdw>
                </a:effectLst>
              </a:rPr>
              <a:t>    case  score &gt;= 60 &amp;&amp; score &lt; 70 :</a:t>
            </a:r>
            <a:r>
              <a:rPr lang="en-US" altLang="zh-CN">
                <a:effectLst>
                  <a:outerShdw blurRad="50800" dist="38100" dir="10800000" algn="r" rotWithShape="0">
                    <a:prstClr val="black">
                      <a:alpha val="40000"/>
                    </a:prstClr>
                  </a:outerShdw>
                </a:effectLst>
              </a:rPr>
              <a:t>  </a:t>
            </a:r>
            <a:r>
              <a:rPr lang="en-US" altLang="zh-CN" b="1">
                <a:effectLst>
                  <a:outerShdw blurRad="50800" dist="38100" dir="10800000" algn="r" rotWithShape="0">
                    <a:prstClr val="black">
                      <a:alpha val="40000"/>
                    </a:prstClr>
                  </a:outerShdw>
                </a:effectLst>
              </a:rPr>
              <a:t>printf (“E");  break;</a:t>
            </a:r>
          </a:p>
          <a:p>
            <a:r>
              <a:rPr lang="en-US" altLang="zh-CN" b="1">
                <a:effectLst>
                  <a:outerShdw blurRad="50800" dist="38100" dir="10800000" algn="r" rotWithShape="0">
                    <a:prstClr val="black">
                      <a:alpha val="40000"/>
                    </a:prstClr>
                  </a:outerShdw>
                </a:effectLst>
              </a:rPr>
              <a:t>    default :                                            printf (“F");  break;</a:t>
            </a:r>
          </a:p>
          <a:p>
            <a:r>
              <a:rPr lang="en-US" altLang="zh-CN" b="1">
                <a:effectLst>
                  <a:outerShdw blurRad="50800" dist="38100" dir="10800000" algn="r" rotWithShape="0">
                    <a:prstClr val="black">
                      <a:alpha val="40000"/>
                    </a:prstClr>
                  </a:outerShdw>
                </a:effectLst>
              </a:rPr>
              <a:t>  }</a:t>
            </a:r>
          </a:p>
        </p:txBody>
      </p:sp>
      <p:sp>
        <p:nvSpPr>
          <p:cNvPr id="868366" name="Rectangle 14"/>
          <p:cNvSpPr>
            <a:spLocks noChangeArrowheads="1"/>
          </p:cNvSpPr>
          <p:nvPr/>
        </p:nvSpPr>
        <p:spPr bwMode="auto">
          <a:xfrm>
            <a:off x="2135905" y="3670646"/>
            <a:ext cx="3522668" cy="1439862"/>
          </a:xfrm>
          <a:prstGeom prst="rect">
            <a:avLst/>
          </a:prstGeom>
          <a:no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868367" name="Group 15"/>
          <p:cNvGrpSpPr>
            <a:grpSpLocks/>
          </p:cNvGrpSpPr>
          <p:nvPr/>
        </p:nvGrpSpPr>
        <p:grpSpPr bwMode="auto">
          <a:xfrm>
            <a:off x="3791669" y="1654521"/>
            <a:ext cx="5400675" cy="2087562"/>
            <a:chOff x="2200" y="1661"/>
            <a:chExt cx="3402" cy="1315"/>
          </a:xfrm>
        </p:grpSpPr>
        <p:sp>
          <p:nvSpPr>
            <p:cNvPr id="868368" name="AutoShape 16"/>
            <p:cNvSpPr>
              <a:spLocks noChangeArrowheads="1"/>
            </p:cNvSpPr>
            <p:nvPr/>
          </p:nvSpPr>
          <p:spPr bwMode="auto">
            <a:xfrm>
              <a:off x="2789" y="1661"/>
              <a:ext cx="2813" cy="1179"/>
            </a:xfrm>
            <a:prstGeom prst="irregularSeal1">
              <a:avLst/>
            </a:prstGeom>
            <a:gradFill rotWithShape="1">
              <a:gsLst>
                <a:gs pos="0">
                  <a:srgbClr val="00FFFF"/>
                </a:gs>
                <a:gs pos="100000">
                  <a:srgbClr val="00FFFF">
                    <a:gamma/>
                    <a:shade val="75686"/>
                    <a:invGamma/>
                  </a:srgbClr>
                </a:gs>
              </a:gsLst>
              <a:lin ang="5400000" scaled="1"/>
            </a:gradFill>
            <a:ln w="28575">
              <a:solidFill>
                <a:srgbClr val="FF0000"/>
              </a:solidFill>
              <a:miter lim="800000"/>
              <a:headEnd/>
              <a:tailEnd/>
            </a:ln>
            <a:effectLst>
              <a:outerShdw blurRad="50800" dist="106680" dir="2700000" algn="tl" rotWithShape="0">
                <a:prstClr val="black">
                  <a:alpha val="43000"/>
                </a:prstClr>
              </a:outerShdw>
            </a:effectLst>
          </p:spPr>
          <p:txBody>
            <a:bodyPr wrap="none" anchor="ctr"/>
            <a:lstStyle/>
            <a:p>
              <a:pPr algn="ctr"/>
              <a:r>
                <a:rPr lang="en-US" altLang="zh-CN" b="1">
                  <a:solidFill>
                    <a:srgbClr val="FF3300"/>
                  </a:solidFill>
                  <a:effectLst>
                    <a:outerShdw blurRad="38100" dist="38100" dir="2700000" algn="tl">
                      <a:srgbClr val="000000"/>
                    </a:outerShdw>
                  </a:effectLst>
                  <a:ea typeface="隶书" pitchFamily="49" charset="-122"/>
                </a:rPr>
                <a:t>case </a:t>
              </a:r>
              <a:r>
                <a:rPr lang="zh-CN" altLang="en-US" b="1">
                  <a:solidFill>
                    <a:srgbClr val="FF3300"/>
                  </a:solidFill>
                  <a:effectLst>
                    <a:outerShdw blurRad="38100" dist="38100" dir="2700000" algn="tl">
                      <a:srgbClr val="000000"/>
                    </a:outerShdw>
                  </a:effectLst>
                  <a:ea typeface="隶书" pitchFamily="49" charset="-122"/>
                </a:rPr>
                <a:t>后面包含变量</a:t>
              </a:r>
              <a:endParaRPr lang="zh-CN" altLang="en-US" b="1">
                <a:solidFill>
                  <a:srgbClr val="FF3300"/>
                </a:solidFill>
                <a:effectLst>
                  <a:outerShdw blurRad="38100" dist="38100" dir="2700000" algn="tl">
                    <a:srgbClr val="000000"/>
                  </a:outerShdw>
                </a:effectLst>
                <a:latin typeface="隶书" pitchFamily="49" charset="-122"/>
                <a:ea typeface="隶书" pitchFamily="49" charset="-122"/>
              </a:endParaRPr>
            </a:p>
          </p:txBody>
        </p:sp>
        <p:sp>
          <p:nvSpPr>
            <p:cNvPr id="868369" name="Line 17"/>
            <p:cNvSpPr>
              <a:spLocks noChangeShapeType="1"/>
            </p:cNvSpPr>
            <p:nvPr/>
          </p:nvSpPr>
          <p:spPr bwMode="auto">
            <a:xfrm flipV="1">
              <a:off x="2200" y="2432"/>
              <a:ext cx="998" cy="544"/>
            </a:xfrm>
            <a:prstGeom prst="line">
              <a:avLst/>
            </a:prstGeom>
            <a:noFill/>
            <a:ln w="28575">
              <a:solidFill>
                <a:srgbClr val="FF0000"/>
              </a:solidFill>
              <a:round/>
              <a:headEnd/>
              <a:tailEnd/>
            </a:ln>
            <a:effectLst>
              <a:outerShdw blurRad="50800" dist="38100" dir="2700000" algn="tl" rotWithShape="0">
                <a:prstClr val="black">
                  <a:alpha val="40000"/>
                </a:prstClr>
              </a:outerShdw>
            </a:effectLst>
          </p:spPr>
          <p:txBody>
            <a:bodyPr/>
            <a:lstStyle/>
            <a:p>
              <a:endParaRPr lang="zh-CN" altLang="en-US"/>
            </a:p>
          </p:txBody>
        </p:sp>
      </p:grpSp>
      <p:grpSp>
        <p:nvGrpSpPr>
          <p:cNvPr id="868370" name="Group 18"/>
          <p:cNvGrpSpPr>
            <a:grpSpLocks/>
          </p:cNvGrpSpPr>
          <p:nvPr/>
        </p:nvGrpSpPr>
        <p:grpSpPr bwMode="auto">
          <a:xfrm>
            <a:off x="4439368" y="3742083"/>
            <a:ext cx="381000" cy="381000"/>
            <a:chOff x="4344" y="3540"/>
            <a:chExt cx="240" cy="240"/>
          </a:xfrm>
        </p:grpSpPr>
        <p:sp>
          <p:nvSpPr>
            <p:cNvPr id="868371" name="Line 19"/>
            <p:cNvSpPr>
              <a:spLocks noChangeShapeType="1"/>
            </p:cNvSpPr>
            <p:nvPr/>
          </p:nvSpPr>
          <p:spPr bwMode="auto">
            <a:xfrm flipH="1">
              <a:off x="4344" y="3540"/>
              <a:ext cx="240" cy="240"/>
            </a:xfrm>
            <a:prstGeom prst="line">
              <a:avLst/>
            </a:prstGeom>
            <a:noFill/>
            <a:ln w="38100">
              <a:solidFill>
                <a:srgbClr val="FF000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sp>
          <p:nvSpPr>
            <p:cNvPr id="868372" name="Line 20"/>
            <p:cNvSpPr>
              <a:spLocks noChangeShapeType="1"/>
            </p:cNvSpPr>
            <p:nvPr/>
          </p:nvSpPr>
          <p:spPr bwMode="auto">
            <a:xfrm>
              <a:off x="4356" y="3540"/>
              <a:ext cx="228" cy="216"/>
            </a:xfrm>
            <a:prstGeom prst="line">
              <a:avLst/>
            </a:prstGeom>
            <a:noFill/>
            <a:ln w="38100">
              <a:solidFill>
                <a:srgbClr val="FF000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grpSp>
      <p:grpSp>
        <p:nvGrpSpPr>
          <p:cNvPr id="868373" name="Group 21"/>
          <p:cNvGrpSpPr>
            <a:grpSpLocks/>
          </p:cNvGrpSpPr>
          <p:nvPr/>
        </p:nvGrpSpPr>
        <p:grpSpPr bwMode="auto">
          <a:xfrm>
            <a:off x="-8620" y="0"/>
            <a:ext cx="446088" cy="6858000"/>
            <a:chOff x="0" y="0"/>
            <a:chExt cx="281" cy="4320"/>
          </a:xfrm>
        </p:grpSpPr>
        <p:sp>
          <p:nvSpPr>
            <p:cNvPr id="868374" name="Text Box 2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68375" name="Text Box 2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68359">
                                            <p:txEl>
                                              <p:pRg st="0" end="0"/>
                                            </p:txEl>
                                          </p:spTgt>
                                        </p:tgtEl>
                                        <p:attrNameLst>
                                          <p:attrName>style.visibility</p:attrName>
                                        </p:attrNameLst>
                                      </p:cBhvr>
                                      <p:to>
                                        <p:strVal val="visible"/>
                                      </p:to>
                                    </p:set>
                                    <p:animEffect transition="in" filter="box(out)">
                                      <p:cBhvr>
                                        <p:cTn id="7" dur="500"/>
                                        <p:tgtEl>
                                          <p:spTgt spid="86835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68360"/>
                                        </p:tgtEl>
                                        <p:attrNameLst>
                                          <p:attrName>style.visibility</p:attrName>
                                        </p:attrNameLst>
                                      </p:cBhvr>
                                      <p:to>
                                        <p:strVal val="visible"/>
                                      </p:to>
                                    </p:set>
                                    <p:animEffect transition="in" filter="box(out)">
                                      <p:cBhvr>
                                        <p:cTn id="12" dur="500"/>
                                        <p:tgtEl>
                                          <p:spTgt spid="86836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868370"/>
                                        </p:tgtEl>
                                        <p:attrNameLst>
                                          <p:attrName>style.visibility</p:attrName>
                                        </p:attrNameLst>
                                      </p:cBhvr>
                                      <p:to>
                                        <p:strVal val="visible"/>
                                      </p:to>
                                    </p:set>
                                    <p:animEffect transition="in" filter="box(out)">
                                      <p:cBhvr>
                                        <p:cTn id="17" dur="500"/>
                                        <p:tgtEl>
                                          <p:spTgt spid="86837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868366"/>
                                        </p:tgtEl>
                                        <p:attrNameLst>
                                          <p:attrName>style.visibility</p:attrName>
                                        </p:attrNameLst>
                                      </p:cBhvr>
                                      <p:to>
                                        <p:strVal val="visible"/>
                                      </p:to>
                                    </p:set>
                                    <p:animEffect transition="in" filter="strips(downRight)">
                                      <p:cBhvr>
                                        <p:cTn id="22" dur="500"/>
                                        <p:tgtEl>
                                          <p:spTgt spid="868366"/>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3" fill="hold">
                            <p:stCondLst>
                              <p:cond delay="500"/>
                            </p:stCondLst>
                            <p:childTnLst>
                              <p:par>
                                <p:cTn id="24" presetID="18" presetClass="entr" presetSubtype="6" fill="hold" nodeType="afterEffect">
                                  <p:stCondLst>
                                    <p:cond delay="0"/>
                                  </p:stCondLst>
                                  <p:childTnLst>
                                    <p:set>
                                      <p:cBhvr>
                                        <p:cTn id="25" dur="1" fill="hold">
                                          <p:stCondLst>
                                            <p:cond delay="0"/>
                                          </p:stCondLst>
                                        </p:cTn>
                                        <p:tgtEl>
                                          <p:spTgt spid="868367"/>
                                        </p:tgtEl>
                                        <p:attrNameLst>
                                          <p:attrName>style.visibility</p:attrName>
                                        </p:attrNameLst>
                                      </p:cBhvr>
                                      <p:to>
                                        <p:strVal val="visible"/>
                                      </p:to>
                                    </p:set>
                                    <p:animEffect transition="in" filter="strips(downRight)">
                                      <p:cBhvr>
                                        <p:cTn id="26" dur="500"/>
                                        <p:tgtEl>
                                          <p:spTgt spid="868367"/>
                                        </p:tgtEl>
                                      </p:cBhvr>
                                    </p:animEffect>
                                  </p:childTnLst>
                                  <p:subTnLst>
                                    <p:audio>
                                      <p:cMediaNode>
                                        <p:cTn display="0" masterRel="sameClick">
                                          <p:stCondLst>
                                            <p:cond evt="begin" delay="0">
                                              <p:tn val="24"/>
                                            </p:cond>
                                          </p:stCondLst>
                                          <p:endCondLst>
                                            <p:cond evt="onStopAudio" delay="0">
                                              <p:tgtEl>
                                                <p:sldTgt/>
                                              </p:tgtEl>
                                            </p:cond>
                                          </p:endCondLst>
                                        </p:cTn>
                                        <p:tgtEl>
                                          <p:sndTgt r:embed="rId4" name="bomb.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60" grpId="0" animBg="1" autoUpdateAnimBg="0"/>
      <p:bldP spid="86836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Rectangle 2"/>
          <p:cNvSpPr>
            <a:spLocks noChangeArrowheads="1"/>
          </p:cNvSpPr>
          <p:nvPr/>
        </p:nvSpPr>
        <p:spPr bwMode="auto">
          <a:xfrm>
            <a:off x="241708" y="260351"/>
            <a:ext cx="4465638" cy="434975"/>
          </a:xfrm>
          <a:prstGeom prst="rect">
            <a:avLst/>
          </a:prstGeom>
          <a:noFill/>
          <a:ln w="9525">
            <a:noFill/>
            <a:miter lim="800000"/>
            <a:headEnd/>
            <a:tailEnd/>
          </a:ln>
        </p:spPr>
        <p:txBody>
          <a:bodyPr/>
          <a:lstStyle/>
          <a:p>
            <a:pPr lvl="1" eaLnBrk="0" hangingPunct="0">
              <a:buClr>
                <a:srgbClr val="FF3300"/>
              </a:buClr>
              <a:buFont typeface="Wingdings" pitchFamily="2" charset="2"/>
              <a:buChar char="l"/>
            </a:pPr>
            <a:r>
              <a:rPr lang="en-US" altLang="zh-CN" b="1" dirty="0">
                <a:effectLst>
                  <a:outerShdw blurRad="38100" dist="38100" dir="2700000" algn="tl">
                    <a:srgbClr val="000000">
                      <a:alpha val="43137"/>
                    </a:srgbClr>
                  </a:outerShdw>
                </a:effectLst>
                <a:latin typeface="+mn-lt"/>
                <a:ea typeface="隶书" pitchFamily="49" charset="-122"/>
              </a:rPr>
              <a:t> </a:t>
            </a:r>
            <a:r>
              <a:rPr lang="zh-CN" altLang="en-US" b="1" dirty="0">
                <a:solidFill>
                  <a:srgbClr val="FF3300"/>
                </a:solidFill>
                <a:effectLst>
                  <a:outerShdw blurRad="38100" dist="38100" dir="2700000" algn="tl">
                    <a:srgbClr val="000000">
                      <a:alpha val="43137"/>
                    </a:srgbClr>
                  </a:outerShdw>
                </a:effectLst>
                <a:latin typeface="+mn-lt"/>
                <a:ea typeface="隶书" pitchFamily="49" charset="-122"/>
              </a:rPr>
              <a:t>使用</a:t>
            </a:r>
            <a:r>
              <a:rPr lang="en-US" altLang="zh-CN" b="1" dirty="0">
                <a:solidFill>
                  <a:srgbClr val="FF3300"/>
                </a:solidFill>
                <a:effectLst>
                  <a:outerShdw blurRad="38100" dist="38100" dir="2700000" algn="tl">
                    <a:srgbClr val="000000">
                      <a:alpha val="43137"/>
                    </a:srgbClr>
                  </a:outerShdw>
                </a:effectLst>
                <a:latin typeface="+mn-lt"/>
                <a:ea typeface="隶书" pitchFamily="49" charset="-122"/>
              </a:rPr>
              <a:t>switch</a:t>
            </a:r>
            <a:r>
              <a:rPr lang="zh-CN" altLang="zh-CN" b="1" dirty="0">
                <a:solidFill>
                  <a:srgbClr val="FF3300"/>
                </a:solidFill>
                <a:effectLst>
                  <a:outerShdw blurRad="38100" dist="38100" dir="2700000" algn="tl">
                    <a:srgbClr val="000000">
                      <a:alpha val="43137"/>
                    </a:srgbClr>
                  </a:outerShdw>
                </a:effectLst>
                <a:latin typeface="+mn-lt"/>
                <a:ea typeface="隶书" pitchFamily="49" charset="-122"/>
              </a:rPr>
              <a:t>语句注意事项</a:t>
            </a:r>
            <a:endParaRPr lang="zh-CN" altLang="en-US" b="1" dirty="0">
              <a:solidFill>
                <a:srgbClr val="FF3300"/>
              </a:solidFill>
              <a:effectLst>
                <a:outerShdw blurRad="38100" dist="38100" dir="2700000" algn="tl">
                  <a:srgbClr val="000000">
                    <a:alpha val="43137"/>
                  </a:srgbClr>
                </a:outerShdw>
              </a:effectLst>
              <a:latin typeface="+mn-lt"/>
              <a:ea typeface="隶书" pitchFamily="49" charset="-122"/>
            </a:endParaRPr>
          </a:p>
        </p:txBody>
      </p:sp>
      <p:sp>
        <p:nvSpPr>
          <p:cNvPr id="870403" name="Rectangle 3"/>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70407" name="Rectangle 7"/>
          <p:cNvSpPr>
            <a:spLocks noChangeArrowheads="1"/>
          </p:cNvSpPr>
          <p:nvPr/>
        </p:nvSpPr>
        <p:spPr bwMode="auto">
          <a:xfrm>
            <a:off x="490918" y="845065"/>
            <a:ext cx="11077686" cy="1200329"/>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(5) case</a:t>
            </a:r>
            <a:r>
              <a:rPr lang="zh-CN" altLang="en-US" b="1" dirty="0">
                <a:effectLst>
                  <a:outerShdw blurRad="38100" dist="38100" dir="2700000" algn="tl">
                    <a:srgbClr val="FFFFFF"/>
                  </a:outerShdw>
                </a:effectLst>
                <a:latin typeface="+mn-lt"/>
                <a:ea typeface="楷体" pitchFamily="49" charset="-122"/>
              </a:rPr>
              <a:t>后面的“常量表达式”仅起语句标号作用，并不进行条件判断。系统一旦找到入口标号，就从此标号开始执行，不再进行标号判断，所以必须加上</a:t>
            </a:r>
            <a:r>
              <a:rPr lang="en-US" altLang="zh-CN" b="1" dirty="0">
                <a:effectLst>
                  <a:outerShdw blurRad="38100" dist="38100" dir="2700000" algn="tl">
                    <a:srgbClr val="FFFFFF"/>
                  </a:outerShdw>
                </a:effectLst>
                <a:latin typeface="+mn-lt"/>
                <a:ea typeface="楷体" pitchFamily="49" charset="-122"/>
              </a:rPr>
              <a:t>break</a:t>
            </a:r>
            <a:r>
              <a:rPr lang="zh-CN" altLang="en-US" b="1" dirty="0">
                <a:effectLst>
                  <a:outerShdw blurRad="38100" dist="38100" dir="2700000" algn="tl">
                    <a:srgbClr val="FFFFFF"/>
                  </a:outerShdw>
                </a:effectLst>
                <a:latin typeface="+mn-lt"/>
                <a:ea typeface="楷体" pitchFamily="49" charset="-122"/>
              </a:rPr>
              <a:t>语句，以便结束</a:t>
            </a:r>
            <a:r>
              <a:rPr lang="en-US" altLang="zh-CN" b="1" dirty="0">
                <a:effectLst>
                  <a:outerShdw blurRad="38100" dist="38100" dir="2700000" algn="tl">
                    <a:srgbClr val="FFFFFF"/>
                  </a:outerShdw>
                </a:effectLst>
                <a:latin typeface="+mn-lt"/>
                <a:ea typeface="楷体" pitchFamily="49" charset="-122"/>
              </a:rPr>
              <a:t>switch</a:t>
            </a:r>
            <a:r>
              <a:rPr lang="zh-CN" altLang="en-US" b="1" dirty="0">
                <a:effectLst>
                  <a:outerShdw blurRad="38100" dist="38100" dir="2700000" algn="tl">
                    <a:srgbClr val="FFFFFF"/>
                  </a:outerShdw>
                </a:effectLst>
                <a:latin typeface="+mn-lt"/>
                <a:ea typeface="楷体" pitchFamily="49" charset="-122"/>
              </a:rPr>
              <a:t>语句。</a:t>
            </a:r>
            <a:r>
              <a:rPr lang="zh-CN" altLang="en-US" dirty="0">
                <a:latin typeface="+mn-lt"/>
                <a:ea typeface="楷体" pitchFamily="49" charset="-122"/>
              </a:rPr>
              <a:t> </a:t>
            </a:r>
          </a:p>
        </p:txBody>
      </p:sp>
      <p:sp>
        <p:nvSpPr>
          <p:cNvPr id="870408" name="Text Box 8" descr="信纸"/>
          <p:cNvSpPr txBox="1">
            <a:spLocks noChangeArrowheads="1"/>
          </p:cNvSpPr>
          <p:nvPr/>
        </p:nvSpPr>
        <p:spPr bwMode="auto">
          <a:xfrm>
            <a:off x="1270447" y="2060848"/>
            <a:ext cx="4681537" cy="4464941"/>
          </a:xfrm>
          <a:prstGeom prst="rect">
            <a:avLst/>
          </a:prstGeom>
          <a:blipFill dpi="0" rotWithShape="0">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en-US" altLang="zh-CN" b="1" dirty="0">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 </a:t>
            </a:r>
            <a:r>
              <a:rPr lang="en-US" altLang="zh-CN" sz="2000" b="1" dirty="0">
                <a:effectLst>
                  <a:outerShdw blurRad="50800" dist="38100" dir="10800000" algn="r" rotWithShape="0">
                    <a:prstClr val="black">
                      <a:alpha val="40000"/>
                    </a:prstClr>
                  </a:outerShdw>
                </a:effectLst>
              </a:rPr>
              <a:t>#include &lt;</a:t>
            </a:r>
            <a:r>
              <a:rPr lang="en-US" altLang="zh-CN" sz="2000" b="1" dirty="0" err="1">
                <a:effectLst>
                  <a:outerShdw blurRad="50800" dist="38100" dir="10800000" algn="r" rotWithShape="0">
                    <a:prstClr val="black">
                      <a:alpha val="40000"/>
                    </a:prstClr>
                  </a:outerShdw>
                </a:effectLst>
              </a:rPr>
              <a:t>stdio.h</a:t>
            </a:r>
            <a:r>
              <a:rPr lang="en-US" altLang="zh-CN" sz="2000" b="1" dirty="0">
                <a:effectLst>
                  <a:outerShdw blurRad="50800" dist="38100" dir="10800000" algn="r" rotWithShape="0">
                    <a:prstClr val="black">
                      <a:alpha val="40000"/>
                    </a:prstClr>
                  </a:outerShdw>
                </a:effectLst>
              </a:rPr>
              <a:t>&gt;</a:t>
            </a:r>
          </a:p>
          <a:p>
            <a:r>
              <a:rPr lang="en-US" altLang="zh-CN" sz="2000" b="1" dirty="0">
                <a:solidFill>
                  <a:srgbClr val="CC3300"/>
                </a:solidFill>
                <a:effectLst>
                  <a:outerShdw blurRad="50800" dist="38100" dir="10800000" algn="r" rotWithShape="0">
                    <a:prstClr val="black">
                      <a:alpha val="40000"/>
                    </a:prstClr>
                  </a:outerShdw>
                </a:effectLst>
              </a:rPr>
              <a:t>  </a:t>
            </a:r>
            <a:r>
              <a:rPr lang="en-US" altLang="zh-CN" sz="2000" b="1" dirty="0" err="1">
                <a:solidFill>
                  <a:srgbClr val="CC3300"/>
                </a:solidFill>
                <a:effectLst>
                  <a:outerShdw blurRad="50800" dist="38100" dir="10800000" algn="r" rotWithShape="0">
                    <a:prstClr val="black">
                      <a:alpha val="40000"/>
                    </a:prstClr>
                  </a:outerShdw>
                </a:effectLst>
              </a:rPr>
              <a:t>int</a:t>
            </a:r>
            <a:r>
              <a:rPr lang="en-US" altLang="zh-CN" sz="2000" b="1" dirty="0">
                <a:solidFill>
                  <a:srgbClr val="CC3300"/>
                </a:solidFill>
                <a:effectLst>
                  <a:outerShdw blurRad="50800" dist="38100" dir="10800000" algn="r" rotWithShape="0">
                    <a:prstClr val="black">
                      <a:alpha val="40000"/>
                    </a:prstClr>
                  </a:outerShdw>
                </a:effectLst>
              </a:rPr>
              <a:t> main ( )</a:t>
            </a:r>
          </a:p>
          <a:p>
            <a:r>
              <a:rPr lang="en-US" altLang="zh-CN" sz="2000" b="1" dirty="0">
                <a:effectLst>
                  <a:outerShdw blurRad="50800" dist="38100" dir="10800000" algn="r" rotWithShape="0">
                    <a:prstClr val="black">
                      <a:alpha val="40000"/>
                    </a:prstClr>
                  </a:outerShdw>
                </a:effectLst>
              </a:rPr>
              <a:t>  {</a:t>
            </a:r>
          </a:p>
          <a:p>
            <a:r>
              <a:rPr lang="en-US" altLang="zh-CN" sz="2000" b="1" dirty="0">
                <a:effectLst>
                  <a:outerShdw blurRad="50800" dist="38100" dir="10800000" algn="r" rotWithShape="0">
                    <a:prstClr val="black">
                      <a:alpha val="40000"/>
                    </a:prstClr>
                  </a:outerShdw>
                </a:effectLst>
              </a:rPr>
              <a:t>     char  </a:t>
            </a:r>
            <a:r>
              <a:rPr lang="en-US" altLang="zh-CN" sz="2000" b="1" dirty="0" err="1">
                <a:effectLst>
                  <a:outerShdw blurRad="50800" dist="38100" dir="10800000" algn="r" rotWithShape="0">
                    <a:prstClr val="black">
                      <a:alpha val="40000"/>
                    </a:prstClr>
                  </a:outerShdw>
                </a:effectLst>
              </a:rPr>
              <a:t>ch</a:t>
            </a:r>
            <a:r>
              <a:rPr lang="en-US" altLang="zh-CN" sz="2000" b="1" dirty="0">
                <a:effectLst>
                  <a:outerShdw blurRad="50800" dist="38100" dir="10800000" algn="r" rotWithShape="0">
                    <a:prstClr val="black">
                      <a:alpha val="40000"/>
                    </a:prstClr>
                  </a:outerShdw>
                </a:effectLst>
              </a:rPr>
              <a:t>;</a:t>
            </a:r>
          </a:p>
          <a:p>
            <a:r>
              <a:rPr lang="en-US" altLang="zh-CN" sz="2000" b="1" dirty="0">
                <a:effectLst>
                  <a:outerShdw blurRad="50800" dist="38100" dir="10800000" algn="r" rotWithShape="0">
                    <a:prstClr val="black">
                      <a:alpha val="40000"/>
                    </a:prstClr>
                  </a:outerShdw>
                </a:effectLst>
              </a:rPr>
              <a:t>     </a:t>
            </a:r>
            <a:r>
              <a:rPr lang="en-US" altLang="zh-CN" sz="2000" b="1" dirty="0" err="1">
                <a:effectLst>
                  <a:outerShdw blurRad="50800" dist="38100" dir="10800000" algn="r" rotWithShape="0">
                    <a:prstClr val="black">
                      <a:alpha val="40000"/>
                    </a:prstClr>
                  </a:outerShdw>
                </a:effectLst>
              </a:rPr>
              <a:t>ch</a:t>
            </a:r>
            <a:r>
              <a:rPr lang="en-US" altLang="zh-CN" sz="2000" b="1" dirty="0">
                <a:effectLst>
                  <a:outerShdw blurRad="50800" dist="38100" dir="10800000" algn="r" rotWithShape="0">
                    <a:prstClr val="black">
                      <a:alpha val="40000"/>
                    </a:prstClr>
                  </a:outerShdw>
                </a:effectLst>
              </a:rPr>
              <a:t> = </a:t>
            </a:r>
            <a:r>
              <a:rPr lang="en-US" altLang="zh-CN" sz="2000" b="1" dirty="0" err="1">
                <a:effectLst>
                  <a:outerShdw blurRad="50800" dist="38100" dir="10800000" algn="r" rotWithShape="0">
                    <a:prstClr val="black">
                      <a:alpha val="40000"/>
                    </a:prstClr>
                  </a:outerShdw>
                </a:effectLst>
              </a:rPr>
              <a:t>getch</a:t>
            </a:r>
            <a:r>
              <a:rPr lang="en-US" altLang="zh-CN" sz="2000" b="1" dirty="0">
                <a:effectLst>
                  <a:outerShdw blurRad="50800" dist="38100" dir="10800000" algn="r" rotWithShape="0">
                    <a:prstClr val="black">
                      <a:alpha val="40000"/>
                    </a:prstClr>
                  </a:outerShdw>
                </a:effectLst>
              </a:rPr>
              <a:t> ( ); </a:t>
            </a:r>
          </a:p>
          <a:p>
            <a:r>
              <a:rPr lang="en-US" altLang="zh-CN" sz="2000" b="1" dirty="0">
                <a:effectLst>
                  <a:outerShdw blurRad="50800" dist="38100" dir="10800000" algn="r" rotWithShape="0">
                    <a:prstClr val="black">
                      <a:alpha val="40000"/>
                    </a:prstClr>
                  </a:outerShdw>
                </a:effectLst>
              </a:rPr>
              <a:t>     switch ( </a:t>
            </a:r>
            <a:r>
              <a:rPr lang="en-US" altLang="zh-CN" sz="2000" b="1" dirty="0" err="1">
                <a:effectLst>
                  <a:outerShdw blurRad="50800" dist="38100" dir="10800000" algn="r" rotWithShape="0">
                    <a:prstClr val="black">
                      <a:alpha val="40000"/>
                    </a:prstClr>
                  </a:outerShdw>
                </a:effectLst>
              </a:rPr>
              <a:t>ch</a:t>
            </a:r>
            <a:r>
              <a:rPr lang="en-US" altLang="zh-CN" sz="2000" b="1" dirty="0">
                <a:effectLst>
                  <a:outerShdw blurRad="50800" dist="38100" dir="10800000" algn="r" rotWithShape="0">
                    <a:prstClr val="black">
                      <a:alpha val="40000"/>
                    </a:prstClr>
                  </a:outerShdw>
                </a:effectLst>
              </a:rPr>
              <a:t> )</a:t>
            </a:r>
          </a:p>
          <a:p>
            <a:r>
              <a:rPr lang="en-US" altLang="zh-CN" sz="2000" b="1" dirty="0">
                <a:effectLst>
                  <a:outerShdw blurRad="50800" dist="38100" dir="10800000" algn="r" rotWithShape="0">
                    <a:prstClr val="black">
                      <a:alpha val="40000"/>
                    </a:prstClr>
                  </a:outerShdw>
                </a:effectLst>
              </a:rPr>
              <a:t>     {</a:t>
            </a:r>
          </a:p>
          <a:p>
            <a:r>
              <a:rPr lang="en-US" altLang="zh-CN" sz="2000" b="1" dirty="0">
                <a:effectLst>
                  <a:outerShdw blurRad="50800" dist="38100" dir="10800000" algn="r" rotWithShape="0">
                    <a:prstClr val="black">
                      <a:alpha val="40000"/>
                    </a:prstClr>
                  </a:outerShdw>
                </a:effectLst>
              </a:rPr>
              <a:t>        case 'Y' :  </a:t>
            </a:r>
            <a:r>
              <a:rPr lang="en-US" altLang="zh-CN" sz="2000" b="1" dirty="0" err="1">
                <a:effectLst>
                  <a:outerShdw blurRad="50800" dist="38100" dir="10800000" algn="r" rotWithShape="0">
                    <a:prstClr val="black">
                      <a:alpha val="40000"/>
                    </a:prstClr>
                  </a:outerShdw>
                </a:effectLst>
              </a:rPr>
              <a:t>printf</a:t>
            </a:r>
            <a:r>
              <a:rPr lang="en-US" altLang="zh-CN" sz="2000" b="1" dirty="0">
                <a:effectLst>
                  <a:outerShdw blurRad="50800" dist="38100" dir="10800000" algn="r" rotWithShape="0">
                    <a:prstClr val="black">
                      <a:alpha val="40000"/>
                    </a:prstClr>
                  </a:outerShdw>
                </a:effectLst>
              </a:rPr>
              <a:t> ("Yes\n");  break;</a:t>
            </a:r>
          </a:p>
          <a:p>
            <a:r>
              <a:rPr lang="en-US" altLang="zh-CN" sz="2000" b="1" dirty="0">
                <a:effectLst>
                  <a:outerShdw blurRad="50800" dist="38100" dir="10800000" algn="r" rotWithShape="0">
                    <a:prstClr val="black">
                      <a:alpha val="40000"/>
                    </a:prstClr>
                  </a:outerShdw>
                </a:effectLst>
              </a:rPr>
              <a:t>        case 'N' :  </a:t>
            </a:r>
            <a:r>
              <a:rPr lang="en-US" altLang="zh-CN" sz="2000" b="1" dirty="0" err="1">
                <a:effectLst>
                  <a:outerShdw blurRad="50800" dist="38100" dir="10800000" algn="r" rotWithShape="0">
                    <a:prstClr val="black">
                      <a:alpha val="40000"/>
                    </a:prstClr>
                  </a:outerShdw>
                </a:effectLst>
              </a:rPr>
              <a:t>printf</a:t>
            </a:r>
            <a:r>
              <a:rPr lang="en-US" altLang="zh-CN" sz="2000" b="1" dirty="0">
                <a:effectLst>
                  <a:outerShdw blurRad="50800" dist="38100" dir="10800000" algn="r" rotWithShape="0">
                    <a:prstClr val="black">
                      <a:alpha val="40000"/>
                    </a:prstClr>
                  </a:outerShdw>
                </a:effectLst>
              </a:rPr>
              <a:t> ("No\n");  break;</a:t>
            </a:r>
          </a:p>
          <a:p>
            <a:r>
              <a:rPr lang="en-US" altLang="zh-CN" sz="2000" b="1" dirty="0">
                <a:effectLst>
                  <a:outerShdw blurRad="50800" dist="38100" dir="10800000" algn="r" rotWithShape="0">
                    <a:prstClr val="black">
                      <a:alpha val="40000"/>
                    </a:prstClr>
                  </a:outerShdw>
                </a:effectLst>
              </a:rPr>
              <a:t>        case 'A' :  </a:t>
            </a:r>
            <a:r>
              <a:rPr lang="en-US" altLang="zh-CN" sz="2000" b="1" dirty="0" err="1">
                <a:effectLst>
                  <a:outerShdw blurRad="50800" dist="38100" dir="10800000" algn="r" rotWithShape="0">
                    <a:prstClr val="black">
                      <a:alpha val="40000"/>
                    </a:prstClr>
                  </a:outerShdw>
                </a:effectLst>
              </a:rPr>
              <a:t>printf</a:t>
            </a:r>
            <a:r>
              <a:rPr lang="en-US" altLang="zh-CN" sz="2000" b="1" dirty="0">
                <a:effectLst>
                  <a:outerShdw blurRad="50800" dist="38100" dir="10800000" algn="r" rotWithShape="0">
                    <a:prstClr val="black">
                      <a:alpha val="40000"/>
                    </a:prstClr>
                  </a:outerShdw>
                </a:effectLst>
              </a:rPr>
              <a:t> ("All\n");  break;</a:t>
            </a:r>
          </a:p>
          <a:p>
            <a:r>
              <a:rPr lang="en-US" altLang="zh-CN" sz="2000" b="1" dirty="0">
                <a:effectLst>
                  <a:outerShdw blurRad="50800" dist="38100" dir="10800000" algn="r" rotWithShape="0">
                    <a:prstClr val="black">
                      <a:alpha val="40000"/>
                    </a:prstClr>
                  </a:outerShdw>
                </a:effectLst>
              </a:rPr>
              <a:t>        default  :  </a:t>
            </a:r>
            <a:r>
              <a:rPr lang="en-US" altLang="zh-CN" sz="2000" b="1" dirty="0" err="1">
                <a:effectLst>
                  <a:outerShdw blurRad="50800" dist="38100" dir="10800000" algn="r" rotWithShape="0">
                    <a:prstClr val="black">
                      <a:alpha val="40000"/>
                    </a:prstClr>
                  </a:outerShdw>
                </a:effectLst>
              </a:rPr>
              <a:t>printf</a:t>
            </a:r>
            <a:r>
              <a:rPr lang="en-US" altLang="zh-CN" sz="2000" b="1" dirty="0">
                <a:effectLst>
                  <a:outerShdw blurRad="50800" dist="38100" dir="10800000" algn="r" rotWithShape="0">
                    <a:prstClr val="black">
                      <a:alpha val="40000"/>
                    </a:prstClr>
                  </a:outerShdw>
                </a:effectLst>
              </a:rPr>
              <a:t> ("</a:t>
            </a:r>
            <a:r>
              <a:rPr lang="en-US" altLang="zh-CN" sz="2000" b="1" dirty="0" err="1">
                <a:effectLst>
                  <a:outerShdw blurRad="50800" dist="38100" dir="10800000" algn="r" rotWithShape="0">
                    <a:prstClr val="black">
                      <a:alpha val="40000"/>
                    </a:prstClr>
                  </a:outerShdw>
                </a:effectLst>
              </a:rPr>
              <a:t>Yes,No</a:t>
            </a:r>
            <a:r>
              <a:rPr lang="en-US" altLang="zh-CN" sz="2000" b="1" dirty="0">
                <a:effectLst>
                  <a:outerShdw blurRad="50800" dist="38100" dir="10800000" algn="r" rotWithShape="0">
                    <a:prstClr val="black">
                      <a:alpha val="40000"/>
                    </a:prstClr>
                  </a:outerShdw>
                </a:effectLst>
              </a:rPr>
              <a:t> or All\n"); </a:t>
            </a:r>
          </a:p>
          <a:p>
            <a:r>
              <a:rPr lang="en-US" altLang="zh-CN" sz="2000" b="1" dirty="0">
                <a:effectLst>
                  <a:outerShdw blurRad="50800" dist="38100" dir="10800000" algn="r" rotWithShape="0">
                    <a:prstClr val="black">
                      <a:alpha val="40000"/>
                    </a:prstClr>
                  </a:outerShdw>
                </a:effectLst>
              </a:rPr>
              <a:t>     }</a:t>
            </a:r>
          </a:p>
          <a:p>
            <a:r>
              <a:rPr lang="en-US" altLang="zh-CN" sz="2000" b="1" dirty="0">
                <a:effectLst>
                  <a:outerShdw blurRad="50800" dist="38100" dir="10800000" algn="r" rotWithShape="0">
                    <a:prstClr val="black">
                      <a:alpha val="40000"/>
                    </a:prstClr>
                  </a:outerShdw>
                </a:effectLst>
              </a:rPr>
              <a:t>     return 0;</a:t>
            </a:r>
          </a:p>
          <a:p>
            <a:r>
              <a:rPr lang="en-US" altLang="zh-CN" sz="2000" b="1" dirty="0">
                <a:effectLst>
                  <a:outerShdw blurRad="50800" dist="38100" dir="10800000" algn="r" rotWithShape="0">
                    <a:prstClr val="black">
                      <a:alpha val="40000"/>
                    </a:prstClr>
                  </a:outerShdw>
                </a:effectLst>
              </a:rPr>
              <a:t>  }</a:t>
            </a:r>
          </a:p>
        </p:txBody>
      </p:sp>
      <p:sp>
        <p:nvSpPr>
          <p:cNvPr id="870416" name="Rectangle 16"/>
          <p:cNvSpPr>
            <a:spLocks noChangeArrowheads="1"/>
          </p:cNvSpPr>
          <p:nvPr/>
        </p:nvSpPr>
        <p:spPr bwMode="auto">
          <a:xfrm>
            <a:off x="4272165" y="2240127"/>
            <a:ext cx="1475084" cy="707886"/>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FF00FF"/>
                </a:solidFill>
                <a:effectLst>
                  <a:outerShdw blurRad="38100" dist="38100" dir="2700000" algn="tl">
                    <a:srgbClr val="C0C0C0"/>
                  </a:outerShdw>
                </a:effectLst>
                <a:latin typeface="隶书" pitchFamily="49" charset="-122"/>
                <a:ea typeface="隶书" pitchFamily="49" charset="-122"/>
              </a:rPr>
              <a:t>运行结果：</a:t>
            </a:r>
          </a:p>
          <a:p>
            <a:r>
              <a:rPr lang="zh-CN" altLang="en-US" sz="2000" dirty="0">
                <a:solidFill>
                  <a:schemeClr val="accent2"/>
                </a:solidFill>
                <a:effectLst>
                  <a:outerShdw blurRad="38100" dist="38100" dir="2700000" algn="tl">
                    <a:srgbClr val="C0C0C0"/>
                  </a:outerShdw>
                </a:effectLst>
              </a:rPr>
              <a:t>    </a:t>
            </a:r>
            <a:r>
              <a:rPr lang="en-US" altLang="zh-CN" sz="2000" b="1" dirty="0">
                <a:solidFill>
                  <a:schemeClr val="accent2"/>
                </a:solidFill>
                <a:effectLst>
                  <a:outerShdw blurRad="38100" dist="38100" dir="2700000" algn="tl">
                    <a:srgbClr val="C0C0C0"/>
                  </a:outerShdw>
                </a:effectLst>
              </a:rPr>
              <a:t>No</a:t>
            </a:r>
          </a:p>
        </p:txBody>
      </p:sp>
      <p:sp>
        <p:nvSpPr>
          <p:cNvPr id="870417" name="Line 17"/>
          <p:cNvSpPr>
            <a:spLocks noChangeShapeType="1"/>
          </p:cNvSpPr>
          <p:nvPr/>
        </p:nvSpPr>
        <p:spPr bwMode="auto">
          <a:xfrm>
            <a:off x="1343472" y="4797697"/>
            <a:ext cx="358775" cy="0"/>
          </a:xfrm>
          <a:prstGeom prst="line">
            <a:avLst/>
          </a:prstGeom>
          <a:noFill/>
          <a:ln w="28575">
            <a:solidFill>
              <a:srgbClr val="FF3300"/>
            </a:solidFill>
            <a:round/>
            <a:headEnd/>
            <a:tailEnd type="stealth" w="lg" len="lg"/>
          </a:ln>
          <a:effectLst>
            <a:outerShdw blurRad="50800" dist="38100" dir="13500000" algn="br" rotWithShape="0">
              <a:prstClr val="black">
                <a:alpha val="40000"/>
              </a:prstClr>
            </a:outerShdw>
          </a:effectLst>
        </p:spPr>
        <p:txBody>
          <a:bodyPr/>
          <a:lstStyle/>
          <a:p>
            <a:endParaRPr lang="zh-CN" altLang="en-US"/>
          </a:p>
        </p:txBody>
      </p:sp>
      <p:grpSp>
        <p:nvGrpSpPr>
          <p:cNvPr id="870423" name="Group 23"/>
          <p:cNvGrpSpPr>
            <a:grpSpLocks/>
          </p:cNvGrpSpPr>
          <p:nvPr/>
        </p:nvGrpSpPr>
        <p:grpSpPr bwMode="auto">
          <a:xfrm>
            <a:off x="2595373" y="4797698"/>
            <a:ext cx="3222644" cy="1223963"/>
            <a:chOff x="610" y="3158"/>
            <a:chExt cx="2641" cy="771"/>
          </a:xfrm>
          <a:effectLst>
            <a:outerShdw blurRad="50800" dist="38100" dir="13500000" algn="br" rotWithShape="0">
              <a:prstClr val="black">
                <a:alpha val="40000"/>
              </a:prstClr>
            </a:outerShdw>
          </a:effectLst>
        </p:grpSpPr>
        <p:sp>
          <p:nvSpPr>
            <p:cNvPr id="870420" name="Line 20"/>
            <p:cNvSpPr>
              <a:spLocks noChangeShapeType="1"/>
            </p:cNvSpPr>
            <p:nvPr/>
          </p:nvSpPr>
          <p:spPr bwMode="auto">
            <a:xfrm>
              <a:off x="3113" y="3163"/>
              <a:ext cx="136" cy="0"/>
            </a:xfrm>
            <a:prstGeom prst="line">
              <a:avLst/>
            </a:prstGeom>
            <a:noFill/>
            <a:ln w="28575">
              <a:solidFill>
                <a:srgbClr val="FF0000"/>
              </a:solidFill>
              <a:round/>
              <a:headEnd/>
              <a:tailEnd/>
            </a:ln>
            <a:effectLst/>
          </p:spPr>
          <p:txBody>
            <a:bodyPr/>
            <a:lstStyle/>
            <a:p>
              <a:endParaRPr lang="zh-CN" altLang="en-US"/>
            </a:p>
          </p:txBody>
        </p:sp>
        <p:sp>
          <p:nvSpPr>
            <p:cNvPr id="870421" name="Line 21"/>
            <p:cNvSpPr>
              <a:spLocks noChangeShapeType="1"/>
            </p:cNvSpPr>
            <p:nvPr/>
          </p:nvSpPr>
          <p:spPr bwMode="auto">
            <a:xfrm>
              <a:off x="3243" y="3158"/>
              <a:ext cx="0" cy="771"/>
            </a:xfrm>
            <a:prstGeom prst="line">
              <a:avLst/>
            </a:prstGeom>
            <a:noFill/>
            <a:ln w="28575">
              <a:solidFill>
                <a:srgbClr val="FF0000"/>
              </a:solidFill>
              <a:round/>
              <a:headEnd/>
              <a:tailEnd/>
            </a:ln>
            <a:effectLst/>
          </p:spPr>
          <p:txBody>
            <a:bodyPr/>
            <a:lstStyle/>
            <a:p>
              <a:endParaRPr lang="zh-CN" altLang="en-US"/>
            </a:p>
          </p:txBody>
        </p:sp>
        <p:sp>
          <p:nvSpPr>
            <p:cNvPr id="870422" name="Line 22"/>
            <p:cNvSpPr>
              <a:spLocks noChangeShapeType="1"/>
            </p:cNvSpPr>
            <p:nvPr/>
          </p:nvSpPr>
          <p:spPr bwMode="auto">
            <a:xfrm flipH="1">
              <a:off x="610" y="3929"/>
              <a:ext cx="2641" cy="0"/>
            </a:xfrm>
            <a:prstGeom prst="line">
              <a:avLst/>
            </a:prstGeom>
            <a:noFill/>
            <a:ln w="28575">
              <a:solidFill>
                <a:srgbClr val="FF0000"/>
              </a:solidFill>
              <a:round/>
              <a:headEnd/>
              <a:tailEnd type="stealth" w="lg" len="lg"/>
            </a:ln>
            <a:effectLst/>
          </p:spPr>
          <p:txBody>
            <a:bodyPr/>
            <a:lstStyle/>
            <a:p>
              <a:endParaRPr lang="zh-CN" altLang="en-US"/>
            </a:p>
          </p:txBody>
        </p:sp>
      </p:grpSp>
      <p:sp>
        <p:nvSpPr>
          <p:cNvPr id="870424" name="Text Box 24"/>
          <p:cNvSpPr txBox="1">
            <a:spLocks noChangeArrowheads="1"/>
          </p:cNvSpPr>
          <p:nvPr/>
        </p:nvSpPr>
        <p:spPr bwMode="auto">
          <a:xfrm>
            <a:off x="3215133" y="3357836"/>
            <a:ext cx="2592388" cy="396875"/>
          </a:xfrm>
          <a:prstGeom prst="rect">
            <a:avLst/>
          </a:prstGeom>
          <a:noFill/>
          <a:ln w="9525">
            <a:noFill/>
            <a:miter lim="800000"/>
            <a:headEnd/>
            <a:tailEnd/>
          </a:ln>
          <a:effectLst/>
        </p:spPr>
        <p:txBody>
          <a:bodyPr>
            <a:spAutoFit/>
          </a:bodyPr>
          <a:lstStyle/>
          <a:p>
            <a:pPr>
              <a:spcBef>
                <a:spcPct val="50000"/>
              </a:spcBef>
            </a:pP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假设输入为：</a:t>
            </a:r>
            <a:r>
              <a:rPr lang="en-US" altLang="zh-CN" sz="2000" b="1" dirty="0">
                <a:solidFill>
                  <a:srgbClr val="FF3300"/>
                </a:solidFill>
                <a:effectLst>
                  <a:outerShdw blurRad="38100" dist="38100" dir="2700000" algn="tl">
                    <a:srgbClr val="000000"/>
                  </a:outerShdw>
                </a:effectLst>
                <a:latin typeface="+mn-lt"/>
                <a:ea typeface="楷体" pitchFamily="49" charset="-122"/>
              </a:rPr>
              <a:t>N</a:t>
            </a:r>
          </a:p>
        </p:txBody>
      </p:sp>
      <p:sp>
        <p:nvSpPr>
          <p:cNvPr id="870425" name="Text Box 25" descr="信纸"/>
          <p:cNvSpPr txBox="1">
            <a:spLocks noChangeArrowheads="1"/>
          </p:cNvSpPr>
          <p:nvPr/>
        </p:nvSpPr>
        <p:spPr bwMode="auto">
          <a:xfrm>
            <a:off x="6671046" y="2083426"/>
            <a:ext cx="4681538" cy="4464941"/>
          </a:xfrm>
          <a:prstGeom prst="rect">
            <a:avLst/>
          </a:prstGeom>
          <a:blipFill dpi="0" rotWithShape="0">
            <a:blip r:embed="rId7"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 </a:t>
            </a:r>
            <a:r>
              <a:rPr lang="en-US" altLang="zh-CN" sz="2000" b="1" dirty="0">
                <a:effectLst>
                  <a:outerShdw blurRad="50800" dist="38100" dir="10800000" algn="r" rotWithShape="0">
                    <a:prstClr val="black">
                      <a:alpha val="40000"/>
                    </a:prstClr>
                  </a:outerShdw>
                </a:effectLst>
              </a:rPr>
              <a:t>#include &lt;</a:t>
            </a:r>
            <a:r>
              <a:rPr lang="en-US" altLang="zh-CN" sz="2000" b="1" dirty="0" err="1">
                <a:effectLst>
                  <a:outerShdw blurRad="50800" dist="38100" dir="10800000" algn="r" rotWithShape="0">
                    <a:prstClr val="black">
                      <a:alpha val="40000"/>
                    </a:prstClr>
                  </a:outerShdw>
                </a:effectLst>
              </a:rPr>
              <a:t>stdio.h</a:t>
            </a:r>
            <a:r>
              <a:rPr lang="en-US" altLang="zh-CN" sz="2000" b="1" dirty="0">
                <a:effectLst>
                  <a:outerShdw blurRad="50800" dist="38100" dir="10800000" algn="r" rotWithShape="0">
                    <a:prstClr val="black">
                      <a:alpha val="40000"/>
                    </a:prstClr>
                  </a:outerShdw>
                </a:effectLst>
              </a:rPr>
              <a:t>&gt;</a:t>
            </a:r>
          </a:p>
          <a:p>
            <a:r>
              <a:rPr lang="en-US" altLang="zh-CN" sz="2000" b="1" dirty="0">
                <a:solidFill>
                  <a:srgbClr val="CC3300"/>
                </a:solidFill>
                <a:effectLst>
                  <a:outerShdw blurRad="50800" dist="38100" dir="10800000" algn="r" rotWithShape="0">
                    <a:prstClr val="black">
                      <a:alpha val="40000"/>
                    </a:prstClr>
                  </a:outerShdw>
                </a:effectLst>
              </a:rPr>
              <a:t>  </a:t>
            </a:r>
            <a:r>
              <a:rPr lang="en-US" altLang="zh-CN" sz="2000" b="1" dirty="0" err="1">
                <a:solidFill>
                  <a:srgbClr val="CC3300"/>
                </a:solidFill>
                <a:effectLst>
                  <a:outerShdw blurRad="50800" dist="38100" dir="10800000" algn="r" rotWithShape="0">
                    <a:prstClr val="black">
                      <a:alpha val="40000"/>
                    </a:prstClr>
                  </a:outerShdw>
                </a:effectLst>
              </a:rPr>
              <a:t>int</a:t>
            </a:r>
            <a:r>
              <a:rPr lang="en-US" altLang="zh-CN" sz="2000" b="1" dirty="0">
                <a:solidFill>
                  <a:srgbClr val="CC3300"/>
                </a:solidFill>
                <a:effectLst>
                  <a:outerShdw blurRad="50800" dist="38100" dir="10800000" algn="r" rotWithShape="0">
                    <a:prstClr val="black">
                      <a:alpha val="40000"/>
                    </a:prstClr>
                  </a:outerShdw>
                </a:effectLst>
              </a:rPr>
              <a:t> main ( )</a:t>
            </a:r>
          </a:p>
          <a:p>
            <a:r>
              <a:rPr lang="en-US" altLang="zh-CN" sz="2000" b="1" dirty="0">
                <a:effectLst>
                  <a:outerShdw blurRad="50800" dist="38100" dir="10800000" algn="r" rotWithShape="0">
                    <a:prstClr val="black">
                      <a:alpha val="40000"/>
                    </a:prstClr>
                  </a:outerShdw>
                </a:effectLst>
              </a:rPr>
              <a:t>  {</a:t>
            </a:r>
          </a:p>
          <a:p>
            <a:r>
              <a:rPr lang="en-US" altLang="zh-CN" sz="2000" b="1" dirty="0">
                <a:effectLst>
                  <a:outerShdw blurRad="50800" dist="38100" dir="10800000" algn="r" rotWithShape="0">
                    <a:prstClr val="black">
                      <a:alpha val="40000"/>
                    </a:prstClr>
                  </a:outerShdw>
                </a:effectLst>
              </a:rPr>
              <a:t>     char  </a:t>
            </a:r>
            <a:r>
              <a:rPr lang="en-US" altLang="zh-CN" sz="2000" b="1" dirty="0" err="1">
                <a:effectLst>
                  <a:outerShdw blurRad="50800" dist="38100" dir="10800000" algn="r" rotWithShape="0">
                    <a:prstClr val="black">
                      <a:alpha val="40000"/>
                    </a:prstClr>
                  </a:outerShdw>
                </a:effectLst>
              </a:rPr>
              <a:t>ch</a:t>
            </a:r>
            <a:r>
              <a:rPr lang="en-US" altLang="zh-CN" sz="2000" b="1" dirty="0">
                <a:effectLst>
                  <a:outerShdw blurRad="50800" dist="38100" dir="10800000" algn="r" rotWithShape="0">
                    <a:prstClr val="black">
                      <a:alpha val="40000"/>
                    </a:prstClr>
                  </a:outerShdw>
                </a:effectLst>
              </a:rPr>
              <a:t>;</a:t>
            </a:r>
          </a:p>
          <a:p>
            <a:r>
              <a:rPr lang="en-US" altLang="zh-CN" sz="2000" b="1" dirty="0">
                <a:effectLst>
                  <a:outerShdw blurRad="50800" dist="38100" dir="10800000" algn="r" rotWithShape="0">
                    <a:prstClr val="black">
                      <a:alpha val="40000"/>
                    </a:prstClr>
                  </a:outerShdw>
                </a:effectLst>
              </a:rPr>
              <a:t>     </a:t>
            </a:r>
            <a:r>
              <a:rPr lang="en-US" altLang="zh-CN" sz="2000" b="1" dirty="0" err="1">
                <a:effectLst>
                  <a:outerShdw blurRad="50800" dist="38100" dir="10800000" algn="r" rotWithShape="0">
                    <a:prstClr val="black">
                      <a:alpha val="40000"/>
                    </a:prstClr>
                  </a:outerShdw>
                </a:effectLst>
              </a:rPr>
              <a:t>ch</a:t>
            </a:r>
            <a:r>
              <a:rPr lang="en-US" altLang="zh-CN" sz="2000" b="1" dirty="0">
                <a:effectLst>
                  <a:outerShdw blurRad="50800" dist="38100" dir="10800000" algn="r" rotWithShape="0">
                    <a:prstClr val="black">
                      <a:alpha val="40000"/>
                    </a:prstClr>
                  </a:outerShdw>
                </a:effectLst>
              </a:rPr>
              <a:t> = </a:t>
            </a:r>
            <a:r>
              <a:rPr lang="en-US" altLang="zh-CN" sz="2000" b="1" dirty="0" err="1">
                <a:effectLst>
                  <a:outerShdw blurRad="50800" dist="38100" dir="10800000" algn="r" rotWithShape="0">
                    <a:prstClr val="black">
                      <a:alpha val="40000"/>
                    </a:prstClr>
                  </a:outerShdw>
                </a:effectLst>
              </a:rPr>
              <a:t>getch</a:t>
            </a:r>
            <a:r>
              <a:rPr lang="en-US" altLang="zh-CN" sz="2000" b="1" dirty="0">
                <a:effectLst>
                  <a:outerShdw blurRad="50800" dist="38100" dir="10800000" algn="r" rotWithShape="0">
                    <a:prstClr val="black">
                      <a:alpha val="40000"/>
                    </a:prstClr>
                  </a:outerShdw>
                </a:effectLst>
              </a:rPr>
              <a:t> ( ); </a:t>
            </a:r>
          </a:p>
          <a:p>
            <a:r>
              <a:rPr lang="en-US" altLang="zh-CN" sz="2000" b="1" dirty="0">
                <a:effectLst>
                  <a:outerShdw blurRad="50800" dist="38100" dir="10800000" algn="r" rotWithShape="0">
                    <a:prstClr val="black">
                      <a:alpha val="40000"/>
                    </a:prstClr>
                  </a:outerShdw>
                </a:effectLst>
              </a:rPr>
              <a:t>     switch ( </a:t>
            </a:r>
            <a:r>
              <a:rPr lang="en-US" altLang="zh-CN" sz="2000" b="1" dirty="0" err="1">
                <a:effectLst>
                  <a:outerShdw blurRad="50800" dist="38100" dir="10800000" algn="r" rotWithShape="0">
                    <a:prstClr val="black">
                      <a:alpha val="40000"/>
                    </a:prstClr>
                  </a:outerShdw>
                </a:effectLst>
              </a:rPr>
              <a:t>ch</a:t>
            </a:r>
            <a:r>
              <a:rPr lang="en-US" altLang="zh-CN" sz="2000" b="1" dirty="0">
                <a:effectLst>
                  <a:outerShdw blurRad="50800" dist="38100" dir="10800000" algn="r" rotWithShape="0">
                    <a:prstClr val="black">
                      <a:alpha val="40000"/>
                    </a:prstClr>
                  </a:outerShdw>
                </a:effectLst>
              </a:rPr>
              <a:t> )</a:t>
            </a:r>
          </a:p>
          <a:p>
            <a:r>
              <a:rPr lang="en-US" altLang="zh-CN" sz="2000" b="1" dirty="0">
                <a:effectLst>
                  <a:outerShdw blurRad="50800" dist="38100" dir="10800000" algn="r" rotWithShape="0">
                    <a:prstClr val="black">
                      <a:alpha val="40000"/>
                    </a:prstClr>
                  </a:outerShdw>
                </a:effectLst>
              </a:rPr>
              <a:t>     {</a:t>
            </a:r>
          </a:p>
          <a:p>
            <a:r>
              <a:rPr lang="en-US" altLang="zh-CN" sz="2000" b="1" dirty="0">
                <a:effectLst>
                  <a:outerShdw blurRad="50800" dist="38100" dir="10800000" algn="r" rotWithShape="0">
                    <a:prstClr val="black">
                      <a:alpha val="40000"/>
                    </a:prstClr>
                  </a:outerShdw>
                </a:effectLst>
              </a:rPr>
              <a:t>        case 'Y' :  </a:t>
            </a:r>
            <a:r>
              <a:rPr lang="en-US" altLang="zh-CN" sz="2000" b="1" dirty="0" err="1">
                <a:effectLst>
                  <a:outerShdw blurRad="50800" dist="38100" dir="10800000" algn="r" rotWithShape="0">
                    <a:prstClr val="black">
                      <a:alpha val="40000"/>
                    </a:prstClr>
                  </a:outerShdw>
                </a:effectLst>
              </a:rPr>
              <a:t>printf</a:t>
            </a:r>
            <a:r>
              <a:rPr lang="en-US" altLang="zh-CN" sz="2000" b="1" dirty="0">
                <a:effectLst>
                  <a:outerShdw blurRad="50800" dist="38100" dir="10800000" algn="r" rotWithShape="0">
                    <a:prstClr val="black">
                      <a:alpha val="40000"/>
                    </a:prstClr>
                  </a:outerShdw>
                </a:effectLst>
              </a:rPr>
              <a:t> ("Yes\n");  break;</a:t>
            </a:r>
          </a:p>
          <a:p>
            <a:r>
              <a:rPr lang="en-US" altLang="zh-CN" sz="2000" b="1" dirty="0">
                <a:effectLst>
                  <a:outerShdw blurRad="50800" dist="38100" dir="10800000" algn="r" rotWithShape="0">
                    <a:prstClr val="black">
                      <a:alpha val="40000"/>
                    </a:prstClr>
                  </a:outerShdw>
                </a:effectLst>
              </a:rPr>
              <a:t>        case 'N' :  </a:t>
            </a:r>
            <a:r>
              <a:rPr lang="en-US" altLang="zh-CN" sz="2000" b="1" dirty="0" err="1">
                <a:effectLst>
                  <a:outerShdw blurRad="50800" dist="38100" dir="10800000" algn="r" rotWithShape="0">
                    <a:prstClr val="black">
                      <a:alpha val="40000"/>
                    </a:prstClr>
                  </a:outerShdw>
                </a:effectLst>
              </a:rPr>
              <a:t>printf</a:t>
            </a:r>
            <a:r>
              <a:rPr lang="en-US" altLang="zh-CN" sz="2000" b="1" dirty="0">
                <a:effectLst>
                  <a:outerShdw blurRad="50800" dist="38100" dir="10800000" algn="r" rotWithShape="0">
                    <a:prstClr val="black">
                      <a:alpha val="40000"/>
                    </a:prstClr>
                  </a:outerShdw>
                </a:effectLst>
              </a:rPr>
              <a:t> ("No\n");  </a:t>
            </a:r>
          </a:p>
          <a:p>
            <a:r>
              <a:rPr lang="en-US" altLang="zh-CN" sz="2000" b="1" dirty="0">
                <a:effectLst>
                  <a:outerShdw blurRad="50800" dist="38100" dir="10800000" algn="r" rotWithShape="0">
                    <a:prstClr val="black">
                      <a:alpha val="40000"/>
                    </a:prstClr>
                  </a:outerShdw>
                </a:effectLst>
              </a:rPr>
              <a:t>        case 'A' :  </a:t>
            </a:r>
            <a:r>
              <a:rPr lang="en-US" altLang="zh-CN" sz="2000" b="1" dirty="0" err="1">
                <a:effectLst>
                  <a:outerShdw blurRad="50800" dist="38100" dir="10800000" algn="r" rotWithShape="0">
                    <a:prstClr val="black">
                      <a:alpha val="40000"/>
                    </a:prstClr>
                  </a:outerShdw>
                </a:effectLst>
              </a:rPr>
              <a:t>printf</a:t>
            </a:r>
            <a:r>
              <a:rPr lang="en-US" altLang="zh-CN" sz="2000" b="1" dirty="0">
                <a:effectLst>
                  <a:outerShdw blurRad="50800" dist="38100" dir="10800000" algn="r" rotWithShape="0">
                    <a:prstClr val="black">
                      <a:alpha val="40000"/>
                    </a:prstClr>
                  </a:outerShdw>
                </a:effectLst>
              </a:rPr>
              <a:t> ("All\n");  break;</a:t>
            </a:r>
          </a:p>
          <a:p>
            <a:r>
              <a:rPr lang="en-US" altLang="zh-CN" sz="2000" b="1" dirty="0">
                <a:effectLst>
                  <a:outerShdw blurRad="50800" dist="38100" dir="10800000" algn="r" rotWithShape="0">
                    <a:prstClr val="black">
                      <a:alpha val="40000"/>
                    </a:prstClr>
                  </a:outerShdw>
                </a:effectLst>
              </a:rPr>
              <a:t>        default  :  </a:t>
            </a:r>
            <a:r>
              <a:rPr lang="en-US" altLang="zh-CN" sz="2000" b="1" dirty="0" err="1">
                <a:effectLst>
                  <a:outerShdw blurRad="50800" dist="38100" dir="10800000" algn="r" rotWithShape="0">
                    <a:prstClr val="black">
                      <a:alpha val="40000"/>
                    </a:prstClr>
                  </a:outerShdw>
                </a:effectLst>
              </a:rPr>
              <a:t>printf</a:t>
            </a:r>
            <a:r>
              <a:rPr lang="en-US" altLang="zh-CN" sz="2000" b="1" dirty="0">
                <a:effectLst>
                  <a:outerShdw blurRad="50800" dist="38100" dir="10800000" algn="r" rotWithShape="0">
                    <a:prstClr val="black">
                      <a:alpha val="40000"/>
                    </a:prstClr>
                  </a:outerShdw>
                </a:effectLst>
              </a:rPr>
              <a:t> ("</a:t>
            </a:r>
            <a:r>
              <a:rPr lang="en-US" altLang="zh-CN" sz="2000" b="1" dirty="0" err="1">
                <a:effectLst>
                  <a:outerShdw blurRad="50800" dist="38100" dir="10800000" algn="r" rotWithShape="0">
                    <a:prstClr val="black">
                      <a:alpha val="40000"/>
                    </a:prstClr>
                  </a:outerShdw>
                </a:effectLst>
              </a:rPr>
              <a:t>Yes,No</a:t>
            </a:r>
            <a:r>
              <a:rPr lang="en-US" altLang="zh-CN" sz="2000" b="1" dirty="0">
                <a:effectLst>
                  <a:outerShdw blurRad="50800" dist="38100" dir="10800000" algn="r" rotWithShape="0">
                    <a:prstClr val="black">
                      <a:alpha val="40000"/>
                    </a:prstClr>
                  </a:outerShdw>
                </a:effectLst>
              </a:rPr>
              <a:t> or All\n"); </a:t>
            </a:r>
          </a:p>
          <a:p>
            <a:r>
              <a:rPr lang="en-US" altLang="zh-CN" sz="2000" b="1" dirty="0">
                <a:effectLst>
                  <a:outerShdw blurRad="50800" dist="38100" dir="10800000" algn="r" rotWithShape="0">
                    <a:prstClr val="black">
                      <a:alpha val="40000"/>
                    </a:prstClr>
                  </a:outerShdw>
                </a:effectLst>
              </a:rPr>
              <a:t>     }</a:t>
            </a:r>
          </a:p>
          <a:p>
            <a:r>
              <a:rPr lang="en-US" altLang="zh-CN" sz="2000" b="1" dirty="0">
                <a:effectLst>
                  <a:outerShdw blurRad="50800" dist="38100" dir="10800000" algn="r" rotWithShape="0">
                    <a:prstClr val="black">
                      <a:alpha val="40000"/>
                    </a:prstClr>
                  </a:outerShdw>
                </a:effectLst>
              </a:rPr>
              <a:t>     return 0;</a:t>
            </a:r>
          </a:p>
          <a:p>
            <a:r>
              <a:rPr lang="en-US" altLang="zh-CN" sz="2000" b="1" dirty="0">
                <a:effectLst>
                  <a:outerShdw blurRad="50800" dist="38100" dir="10800000" algn="r" rotWithShape="0">
                    <a:prstClr val="black">
                      <a:alpha val="40000"/>
                    </a:prstClr>
                  </a:outerShdw>
                </a:effectLst>
              </a:rPr>
              <a:t>  }</a:t>
            </a:r>
          </a:p>
        </p:txBody>
      </p:sp>
      <p:sp>
        <p:nvSpPr>
          <p:cNvPr id="870426" name="Text Box 26"/>
          <p:cNvSpPr txBox="1">
            <a:spLocks noChangeArrowheads="1"/>
          </p:cNvSpPr>
          <p:nvPr/>
        </p:nvSpPr>
        <p:spPr bwMode="auto">
          <a:xfrm>
            <a:off x="8544173" y="3392165"/>
            <a:ext cx="2592387" cy="396875"/>
          </a:xfrm>
          <a:prstGeom prst="rect">
            <a:avLst/>
          </a:prstGeom>
          <a:noFill/>
          <a:ln w="9525">
            <a:noFill/>
            <a:miter lim="800000"/>
            <a:headEnd/>
            <a:tailEnd/>
          </a:ln>
          <a:effectLst/>
        </p:spPr>
        <p:txBody>
          <a:bodyPr>
            <a:spAutoFit/>
          </a:bodyPr>
          <a:lstStyle/>
          <a:p>
            <a:pPr>
              <a:spcBef>
                <a:spcPct val="50000"/>
              </a:spcBef>
            </a:pP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假设输入为：</a:t>
            </a:r>
            <a:r>
              <a:rPr lang="en-US" altLang="zh-CN" sz="2000" b="1" dirty="0">
                <a:solidFill>
                  <a:srgbClr val="FF3300"/>
                </a:solidFill>
                <a:effectLst>
                  <a:outerShdw blurRad="38100" dist="38100" dir="2700000" algn="tl">
                    <a:srgbClr val="000000"/>
                  </a:outerShdw>
                </a:effectLst>
                <a:latin typeface="+mn-lt"/>
                <a:ea typeface="楷体" pitchFamily="49" charset="-122"/>
              </a:rPr>
              <a:t>N</a:t>
            </a:r>
          </a:p>
        </p:txBody>
      </p:sp>
      <p:sp>
        <p:nvSpPr>
          <p:cNvPr id="870427" name="Line 27"/>
          <p:cNvSpPr>
            <a:spLocks noChangeShapeType="1"/>
          </p:cNvSpPr>
          <p:nvPr/>
        </p:nvSpPr>
        <p:spPr bwMode="auto">
          <a:xfrm>
            <a:off x="6780585" y="4807575"/>
            <a:ext cx="358775" cy="0"/>
          </a:xfrm>
          <a:prstGeom prst="line">
            <a:avLst/>
          </a:prstGeom>
          <a:noFill/>
          <a:ln w="28575">
            <a:solidFill>
              <a:srgbClr val="FF3300"/>
            </a:solidFill>
            <a:round/>
            <a:headEnd/>
            <a:tailEnd type="stealth" w="lg" len="lg"/>
          </a:ln>
          <a:effectLst>
            <a:outerShdw blurRad="50800" dist="38100" dir="13500000" algn="br" rotWithShape="0">
              <a:prstClr val="black">
                <a:alpha val="40000"/>
              </a:prstClr>
            </a:outerShdw>
          </a:effectLst>
        </p:spPr>
        <p:txBody>
          <a:bodyPr/>
          <a:lstStyle/>
          <a:p>
            <a:endParaRPr lang="zh-CN" altLang="en-US"/>
          </a:p>
        </p:txBody>
      </p:sp>
      <p:grpSp>
        <p:nvGrpSpPr>
          <p:cNvPr id="870428" name="Group 28"/>
          <p:cNvGrpSpPr>
            <a:grpSpLocks/>
          </p:cNvGrpSpPr>
          <p:nvPr/>
        </p:nvGrpSpPr>
        <p:grpSpPr bwMode="auto">
          <a:xfrm>
            <a:off x="7956930" y="5107613"/>
            <a:ext cx="3267066" cy="936625"/>
            <a:chOff x="604" y="3158"/>
            <a:chExt cx="2641" cy="771"/>
          </a:xfrm>
          <a:effectLst>
            <a:outerShdw blurRad="50800" dist="38100" dir="13500000" algn="br" rotWithShape="0">
              <a:prstClr val="black">
                <a:alpha val="40000"/>
              </a:prstClr>
            </a:outerShdw>
          </a:effectLst>
        </p:grpSpPr>
        <p:sp>
          <p:nvSpPr>
            <p:cNvPr id="870429" name="Line 29"/>
            <p:cNvSpPr>
              <a:spLocks noChangeShapeType="1"/>
            </p:cNvSpPr>
            <p:nvPr/>
          </p:nvSpPr>
          <p:spPr bwMode="auto">
            <a:xfrm>
              <a:off x="3107" y="3161"/>
              <a:ext cx="136" cy="0"/>
            </a:xfrm>
            <a:prstGeom prst="line">
              <a:avLst/>
            </a:prstGeom>
            <a:noFill/>
            <a:ln w="28575">
              <a:solidFill>
                <a:srgbClr val="FF0000"/>
              </a:solidFill>
              <a:round/>
              <a:headEnd/>
              <a:tailEnd/>
            </a:ln>
            <a:effectLst/>
          </p:spPr>
          <p:txBody>
            <a:bodyPr/>
            <a:lstStyle/>
            <a:p>
              <a:endParaRPr lang="zh-CN" altLang="en-US"/>
            </a:p>
          </p:txBody>
        </p:sp>
        <p:sp>
          <p:nvSpPr>
            <p:cNvPr id="870430" name="Line 30"/>
            <p:cNvSpPr>
              <a:spLocks noChangeShapeType="1"/>
            </p:cNvSpPr>
            <p:nvPr/>
          </p:nvSpPr>
          <p:spPr bwMode="auto">
            <a:xfrm>
              <a:off x="3243" y="3158"/>
              <a:ext cx="0" cy="771"/>
            </a:xfrm>
            <a:prstGeom prst="line">
              <a:avLst/>
            </a:prstGeom>
            <a:noFill/>
            <a:ln w="28575">
              <a:solidFill>
                <a:srgbClr val="FF0000"/>
              </a:solidFill>
              <a:round/>
              <a:headEnd/>
              <a:tailEnd/>
            </a:ln>
            <a:effectLst/>
          </p:spPr>
          <p:txBody>
            <a:bodyPr/>
            <a:lstStyle/>
            <a:p>
              <a:endParaRPr lang="zh-CN" altLang="en-US"/>
            </a:p>
          </p:txBody>
        </p:sp>
        <p:sp>
          <p:nvSpPr>
            <p:cNvPr id="870431" name="Line 31"/>
            <p:cNvSpPr>
              <a:spLocks noChangeShapeType="1"/>
            </p:cNvSpPr>
            <p:nvPr/>
          </p:nvSpPr>
          <p:spPr bwMode="auto">
            <a:xfrm flipH="1">
              <a:off x="604" y="3929"/>
              <a:ext cx="2641" cy="0"/>
            </a:xfrm>
            <a:prstGeom prst="line">
              <a:avLst/>
            </a:prstGeom>
            <a:noFill/>
            <a:ln w="28575">
              <a:solidFill>
                <a:srgbClr val="FF0000"/>
              </a:solidFill>
              <a:round/>
              <a:headEnd/>
              <a:tailEnd type="stealth" w="lg" len="lg"/>
            </a:ln>
            <a:effectLst/>
          </p:spPr>
          <p:txBody>
            <a:bodyPr/>
            <a:lstStyle/>
            <a:p>
              <a:endParaRPr lang="zh-CN" altLang="en-US"/>
            </a:p>
          </p:txBody>
        </p:sp>
      </p:grpSp>
      <p:sp>
        <p:nvSpPr>
          <p:cNvPr id="870432" name="Rectangle 32"/>
          <p:cNvSpPr>
            <a:spLocks noChangeArrowheads="1"/>
          </p:cNvSpPr>
          <p:nvPr/>
        </p:nvSpPr>
        <p:spPr bwMode="auto">
          <a:xfrm>
            <a:off x="9661476" y="2260377"/>
            <a:ext cx="1475084" cy="1015663"/>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运行结果：</a:t>
            </a:r>
          </a:p>
          <a:p>
            <a:r>
              <a:rPr lang="zh-CN" altLang="en-US" sz="2000" dirty="0">
                <a:solidFill>
                  <a:schemeClr val="accent2"/>
                </a:solidFill>
                <a:effectLst>
                  <a:outerShdw blurRad="38100" dist="38100" dir="2700000" algn="tl">
                    <a:srgbClr val="C0C0C0"/>
                  </a:outerShdw>
                </a:effectLst>
              </a:rPr>
              <a:t>    </a:t>
            </a:r>
            <a:r>
              <a:rPr lang="en-US" altLang="zh-CN" sz="2000" b="1" dirty="0">
                <a:solidFill>
                  <a:schemeClr val="accent2"/>
                </a:solidFill>
                <a:effectLst>
                  <a:outerShdw blurRad="38100" dist="38100" dir="2700000" algn="tl">
                    <a:srgbClr val="C0C0C0"/>
                  </a:outerShdw>
                </a:effectLst>
              </a:rPr>
              <a:t>No</a:t>
            </a:r>
          </a:p>
          <a:p>
            <a:r>
              <a:rPr lang="en-US" altLang="zh-CN" sz="2000" b="1" dirty="0">
                <a:solidFill>
                  <a:schemeClr val="accent2"/>
                </a:solidFill>
                <a:effectLst>
                  <a:outerShdw blurRad="38100" dist="38100" dir="2700000" algn="tl">
                    <a:srgbClr val="C0C0C0"/>
                  </a:outerShdw>
                </a:effectLst>
              </a:rPr>
              <a:t>    ALL</a:t>
            </a:r>
          </a:p>
        </p:txBody>
      </p:sp>
      <p:grpSp>
        <p:nvGrpSpPr>
          <p:cNvPr id="870433" name="Group 33"/>
          <p:cNvGrpSpPr>
            <a:grpSpLocks/>
          </p:cNvGrpSpPr>
          <p:nvPr/>
        </p:nvGrpSpPr>
        <p:grpSpPr bwMode="auto">
          <a:xfrm>
            <a:off x="-9117" y="0"/>
            <a:ext cx="446088" cy="6858000"/>
            <a:chOff x="0" y="0"/>
            <a:chExt cx="281" cy="4320"/>
          </a:xfrm>
        </p:grpSpPr>
        <p:sp>
          <p:nvSpPr>
            <p:cNvPr id="870434" name="Text Box 3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70435" name="Text Box 3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70407">
                                            <p:txEl>
                                              <p:pRg st="0" end="0"/>
                                            </p:txEl>
                                          </p:spTgt>
                                        </p:tgtEl>
                                        <p:attrNameLst>
                                          <p:attrName>style.visibility</p:attrName>
                                        </p:attrNameLst>
                                      </p:cBhvr>
                                      <p:to>
                                        <p:strVal val="visible"/>
                                      </p:to>
                                    </p:set>
                                    <p:animEffect transition="in" filter="box(out)">
                                      <p:cBhvr>
                                        <p:cTn id="7" dur="500"/>
                                        <p:tgtEl>
                                          <p:spTgt spid="87040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70408">
                                            <p:bg/>
                                          </p:spTgt>
                                        </p:tgtEl>
                                        <p:attrNameLst>
                                          <p:attrName>style.visibility</p:attrName>
                                        </p:attrNameLst>
                                      </p:cBhvr>
                                      <p:to>
                                        <p:strVal val="visible"/>
                                      </p:to>
                                    </p:set>
                                    <p:animEffect transition="in" filter="box(out)">
                                      <p:cBhvr>
                                        <p:cTn id="12" dur="500"/>
                                        <p:tgtEl>
                                          <p:spTgt spid="870408">
                                            <p:bg/>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par>
                                <p:cTn id="13" presetID="4" presetClass="entr" presetSubtype="32" fill="hold" grpId="0" nodeType="withEffect">
                                  <p:stCondLst>
                                    <p:cond delay="0"/>
                                  </p:stCondLst>
                                  <p:childTnLst>
                                    <p:set>
                                      <p:cBhvr>
                                        <p:cTn id="14" dur="1" fill="hold">
                                          <p:stCondLst>
                                            <p:cond delay="0"/>
                                          </p:stCondLst>
                                        </p:cTn>
                                        <p:tgtEl>
                                          <p:spTgt spid="870408">
                                            <p:txEl>
                                              <p:pRg st="0" end="0"/>
                                            </p:txEl>
                                          </p:spTgt>
                                        </p:tgtEl>
                                        <p:attrNameLst>
                                          <p:attrName>style.visibility</p:attrName>
                                        </p:attrNameLst>
                                      </p:cBhvr>
                                      <p:to>
                                        <p:strVal val="visible"/>
                                      </p:to>
                                    </p:set>
                                    <p:animEffect transition="in" filter="box(out)">
                                      <p:cBhvr>
                                        <p:cTn id="15" dur="500"/>
                                        <p:tgtEl>
                                          <p:spTgt spid="870408">
                                            <p:txEl>
                                              <p:pRg st="0" end="0"/>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6" presetID="4" presetClass="entr" presetSubtype="32" fill="hold" grpId="0" nodeType="withEffect">
                                  <p:stCondLst>
                                    <p:cond delay="0"/>
                                  </p:stCondLst>
                                  <p:childTnLst>
                                    <p:set>
                                      <p:cBhvr>
                                        <p:cTn id="17" dur="1" fill="hold">
                                          <p:stCondLst>
                                            <p:cond delay="0"/>
                                          </p:stCondLst>
                                        </p:cTn>
                                        <p:tgtEl>
                                          <p:spTgt spid="870408">
                                            <p:txEl>
                                              <p:pRg st="1" end="1"/>
                                            </p:txEl>
                                          </p:spTgt>
                                        </p:tgtEl>
                                        <p:attrNameLst>
                                          <p:attrName>style.visibility</p:attrName>
                                        </p:attrNameLst>
                                      </p:cBhvr>
                                      <p:to>
                                        <p:strVal val="visible"/>
                                      </p:to>
                                    </p:set>
                                    <p:animEffect transition="in" filter="box(out)">
                                      <p:cBhvr>
                                        <p:cTn id="18" dur="500"/>
                                        <p:tgtEl>
                                          <p:spTgt spid="870408">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par>
                                <p:cTn id="19" presetID="4" presetClass="entr" presetSubtype="32" fill="hold" grpId="0" nodeType="withEffect">
                                  <p:stCondLst>
                                    <p:cond delay="0"/>
                                  </p:stCondLst>
                                  <p:childTnLst>
                                    <p:set>
                                      <p:cBhvr>
                                        <p:cTn id="20" dur="1" fill="hold">
                                          <p:stCondLst>
                                            <p:cond delay="0"/>
                                          </p:stCondLst>
                                        </p:cTn>
                                        <p:tgtEl>
                                          <p:spTgt spid="870408">
                                            <p:txEl>
                                              <p:pRg st="2" end="2"/>
                                            </p:txEl>
                                          </p:spTgt>
                                        </p:tgtEl>
                                        <p:attrNameLst>
                                          <p:attrName>style.visibility</p:attrName>
                                        </p:attrNameLst>
                                      </p:cBhvr>
                                      <p:to>
                                        <p:strVal val="visible"/>
                                      </p:to>
                                    </p:set>
                                    <p:animEffect transition="in" filter="box(out)">
                                      <p:cBhvr>
                                        <p:cTn id="21" dur="500"/>
                                        <p:tgtEl>
                                          <p:spTgt spid="870408">
                                            <p:txEl>
                                              <p:pRg st="2" end="2"/>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par>
                                <p:cTn id="22" presetID="4" presetClass="entr" presetSubtype="32" fill="hold" grpId="0" nodeType="withEffect">
                                  <p:stCondLst>
                                    <p:cond delay="0"/>
                                  </p:stCondLst>
                                  <p:childTnLst>
                                    <p:set>
                                      <p:cBhvr>
                                        <p:cTn id="23" dur="1" fill="hold">
                                          <p:stCondLst>
                                            <p:cond delay="0"/>
                                          </p:stCondLst>
                                        </p:cTn>
                                        <p:tgtEl>
                                          <p:spTgt spid="870408">
                                            <p:txEl>
                                              <p:pRg st="3" end="3"/>
                                            </p:txEl>
                                          </p:spTgt>
                                        </p:tgtEl>
                                        <p:attrNameLst>
                                          <p:attrName>style.visibility</p:attrName>
                                        </p:attrNameLst>
                                      </p:cBhvr>
                                      <p:to>
                                        <p:strVal val="visible"/>
                                      </p:to>
                                    </p:set>
                                    <p:animEffect transition="in" filter="box(out)">
                                      <p:cBhvr>
                                        <p:cTn id="24" dur="500"/>
                                        <p:tgtEl>
                                          <p:spTgt spid="870408">
                                            <p:txEl>
                                              <p:pRg st="3" end="3"/>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par>
                                <p:cTn id="25" presetID="4" presetClass="entr" presetSubtype="32" fill="hold" grpId="0" nodeType="withEffect">
                                  <p:stCondLst>
                                    <p:cond delay="0"/>
                                  </p:stCondLst>
                                  <p:childTnLst>
                                    <p:set>
                                      <p:cBhvr>
                                        <p:cTn id="26" dur="1" fill="hold">
                                          <p:stCondLst>
                                            <p:cond delay="0"/>
                                          </p:stCondLst>
                                        </p:cTn>
                                        <p:tgtEl>
                                          <p:spTgt spid="870408">
                                            <p:txEl>
                                              <p:pRg st="4" end="4"/>
                                            </p:txEl>
                                          </p:spTgt>
                                        </p:tgtEl>
                                        <p:attrNameLst>
                                          <p:attrName>style.visibility</p:attrName>
                                        </p:attrNameLst>
                                      </p:cBhvr>
                                      <p:to>
                                        <p:strVal val="visible"/>
                                      </p:to>
                                    </p:set>
                                    <p:animEffect transition="in" filter="box(out)">
                                      <p:cBhvr>
                                        <p:cTn id="27" dur="500"/>
                                        <p:tgtEl>
                                          <p:spTgt spid="870408">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8" presetID="4" presetClass="entr" presetSubtype="32" fill="hold" grpId="0" nodeType="withEffect">
                                  <p:stCondLst>
                                    <p:cond delay="0"/>
                                  </p:stCondLst>
                                  <p:childTnLst>
                                    <p:set>
                                      <p:cBhvr>
                                        <p:cTn id="29" dur="1" fill="hold">
                                          <p:stCondLst>
                                            <p:cond delay="0"/>
                                          </p:stCondLst>
                                        </p:cTn>
                                        <p:tgtEl>
                                          <p:spTgt spid="870408">
                                            <p:txEl>
                                              <p:pRg st="5" end="5"/>
                                            </p:txEl>
                                          </p:spTgt>
                                        </p:tgtEl>
                                        <p:attrNameLst>
                                          <p:attrName>style.visibility</p:attrName>
                                        </p:attrNameLst>
                                      </p:cBhvr>
                                      <p:to>
                                        <p:strVal val="visible"/>
                                      </p:to>
                                    </p:set>
                                    <p:animEffect transition="in" filter="box(out)">
                                      <p:cBhvr>
                                        <p:cTn id="30" dur="500"/>
                                        <p:tgtEl>
                                          <p:spTgt spid="870408">
                                            <p:txEl>
                                              <p:pRg st="5" end="5"/>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par>
                                <p:cTn id="31" presetID="4" presetClass="entr" presetSubtype="32" fill="hold" grpId="0" nodeType="withEffect">
                                  <p:stCondLst>
                                    <p:cond delay="0"/>
                                  </p:stCondLst>
                                  <p:childTnLst>
                                    <p:set>
                                      <p:cBhvr>
                                        <p:cTn id="32" dur="1" fill="hold">
                                          <p:stCondLst>
                                            <p:cond delay="0"/>
                                          </p:stCondLst>
                                        </p:cTn>
                                        <p:tgtEl>
                                          <p:spTgt spid="870408">
                                            <p:txEl>
                                              <p:pRg st="6" end="6"/>
                                            </p:txEl>
                                          </p:spTgt>
                                        </p:tgtEl>
                                        <p:attrNameLst>
                                          <p:attrName>style.visibility</p:attrName>
                                        </p:attrNameLst>
                                      </p:cBhvr>
                                      <p:to>
                                        <p:strVal val="visible"/>
                                      </p:to>
                                    </p:set>
                                    <p:animEffect transition="in" filter="box(out)">
                                      <p:cBhvr>
                                        <p:cTn id="33" dur="500"/>
                                        <p:tgtEl>
                                          <p:spTgt spid="870408">
                                            <p:txEl>
                                              <p:pRg st="6" end="6"/>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par>
                                <p:cTn id="34" presetID="4" presetClass="entr" presetSubtype="32" fill="hold" grpId="0" nodeType="withEffect">
                                  <p:stCondLst>
                                    <p:cond delay="0"/>
                                  </p:stCondLst>
                                  <p:childTnLst>
                                    <p:set>
                                      <p:cBhvr>
                                        <p:cTn id="35" dur="1" fill="hold">
                                          <p:stCondLst>
                                            <p:cond delay="0"/>
                                          </p:stCondLst>
                                        </p:cTn>
                                        <p:tgtEl>
                                          <p:spTgt spid="870408">
                                            <p:txEl>
                                              <p:pRg st="7" end="7"/>
                                            </p:txEl>
                                          </p:spTgt>
                                        </p:tgtEl>
                                        <p:attrNameLst>
                                          <p:attrName>style.visibility</p:attrName>
                                        </p:attrNameLst>
                                      </p:cBhvr>
                                      <p:to>
                                        <p:strVal val="visible"/>
                                      </p:to>
                                    </p:set>
                                    <p:animEffect transition="in" filter="box(out)">
                                      <p:cBhvr>
                                        <p:cTn id="36" dur="500"/>
                                        <p:tgtEl>
                                          <p:spTgt spid="870408">
                                            <p:txEl>
                                              <p:pRg st="7" end="7"/>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par>
                                <p:cTn id="37" presetID="4" presetClass="entr" presetSubtype="32" fill="hold" grpId="0" nodeType="withEffect">
                                  <p:stCondLst>
                                    <p:cond delay="0"/>
                                  </p:stCondLst>
                                  <p:childTnLst>
                                    <p:set>
                                      <p:cBhvr>
                                        <p:cTn id="38" dur="1" fill="hold">
                                          <p:stCondLst>
                                            <p:cond delay="0"/>
                                          </p:stCondLst>
                                        </p:cTn>
                                        <p:tgtEl>
                                          <p:spTgt spid="870408">
                                            <p:txEl>
                                              <p:pRg st="8" end="8"/>
                                            </p:txEl>
                                          </p:spTgt>
                                        </p:tgtEl>
                                        <p:attrNameLst>
                                          <p:attrName>style.visibility</p:attrName>
                                        </p:attrNameLst>
                                      </p:cBhvr>
                                      <p:to>
                                        <p:strVal val="visible"/>
                                      </p:to>
                                    </p:set>
                                    <p:animEffect transition="in" filter="box(out)">
                                      <p:cBhvr>
                                        <p:cTn id="39" dur="500"/>
                                        <p:tgtEl>
                                          <p:spTgt spid="870408">
                                            <p:txEl>
                                              <p:pRg st="8" end="8"/>
                                            </p:txEl>
                                          </p:spTgt>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par>
                                <p:cTn id="40" presetID="4" presetClass="entr" presetSubtype="32" fill="hold" grpId="0" nodeType="withEffect">
                                  <p:stCondLst>
                                    <p:cond delay="0"/>
                                  </p:stCondLst>
                                  <p:childTnLst>
                                    <p:set>
                                      <p:cBhvr>
                                        <p:cTn id="41" dur="1" fill="hold">
                                          <p:stCondLst>
                                            <p:cond delay="0"/>
                                          </p:stCondLst>
                                        </p:cTn>
                                        <p:tgtEl>
                                          <p:spTgt spid="870408">
                                            <p:txEl>
                                              <p:pRg st="9" end="9"/>
                                            </p:txEl>
                                          </p:spTgt>
                                        </p:tgtEl>
                                        <p:attrNameLst>
                                          <p:attrName>style.visibility</p:attrName>
                                        </p:attrNameLst>
                                      </p:cBhvr>
                                      <p:to>
                                        <p:strVal val="visible"/>
                                      </p:to>
                                    </p:set>
                                    <p:animEffect transition="in" filter="box(out)">
                                      <p:cBhvr>
                                        <p:cTn id="42" dur="500"/>
                                        <p:tgtEl>
                                          <p:spTgt spid="870408">
                                            <p:txEl>
                                              <p:pRg st="9" end="9"/>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par>
                                <p:cTn id="43" presetID="4" presetClass="entr" presetSubtype="32" fill="hold" grpId="0" nodeType="withEffect">
                                  <p:stCondLst>
                                    <p:cond delay="0"/>
                                  </p:stCondLst>
                                  <p:childTnLst>
                                    <p:set>
                                      <p:cBhvr>
                                        <p:cTn id="44" dur="1" fill="hold">
                                          <p:stCondLst>
                                            <p:cond delay="0"/>
                                          </p:stCondLst>
                                        </p:cTn>
                                        <p:tgtEl>
                                          <p:spTgt spid="870408">
                                            <p:txEl>
                                              <p:pRg st="10" end="10"/>
                                            </p:txEl>
                                          </p:spTgt>
                                        </p:tgtEl>
                                        <p:attrNameLst>
                                          <p:attrName>style.visibility</p:attrName>
                                        </p:attrNameLst>
                                      </p:cBhvr>
                                      <p:to>
                                        <p:strVal val="visible"/>
                                      </p:to>
                                    </p:set>
                                    <p:animEffect transition="in" filter="box(out)">
                                      <p:cBhvr>
                                        <p:cTn id="45" dur="500"/>
                                        <p:tgtEl>
                                          <p:spTgt spid="870408">
                                            <p:txEl>
                                              <p:pRg st="10" end="10"/>
                                            </p:txEl>
                                          </p:spTgt>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par>
                                <p:cTn id="46" presetID="4" presetClass="entr" presetSubtype="32" fill="hold" grpId="0" nodeType="withEffect">
                                  <p:stCondLst>
                                    <p:cond delay="0"/>
                                  </p:stCondLst>
                                  <p:childTnLst>
                                    <p:set>
                                      <p:cBhvr>
                                        <p:cTn id="47" dur="1" fill="hold">
                                          <p:stCondLst>
                                            <p:cond delay="0"/>
                                          </p:stCondLst>
                                        </p:cTn>
                                        <p:tgtEl>
                                          <p:spTgt spid="870408">
                                            <p:txEl>
                                              <p:pRg st="11" end="11"/>
                                            </p:txEl>
                                          </p:spTgt>
                                        </p:tgtEl>
                                        <p:attrNameLst>
                                          <p:attrName>style.visibility</p:attrName>
                                        </p:attrNameLst>
                                      </p:cBhvr>
                                      <p:to>
                                        <p:strVal val="visible"/>
                                      </p:to>
                                    </p:set>
                                    <p:animEffect transition="in" filter="box(out)">
                                      <p:cBhvr>
                                        <p:cTn id="48" dur="500"/>
                                        <p:tgtEl>
                                          <p:spTgt spid="870408">
                                            <p:txEl>
                                              <p:pRg st="11" end="11"/>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par>
                                <p:cTn id="49" presetID="4" presetClass="entr" presetSubtype="32" fill="hold" grpId="0" nodeType="withEffect">
                                  <p:stCondLst>
                                    <p:cond delay="0"/>
                                  </p:stCondLst>
                                  <p:childTnLst>
                                    <p:set>
                                      <p:cBhvr>
                                        <p:cTn id="50" dur="1" fill="hold">
                                          <p:stCondLst>
                                            <p:cond delay="0"/>
                                          </p:stCondLst>
                                        </p:cTn>
                                        <p:tgtEl>
                                          <p:spTgt spid="870408">
                                            <p:txEl>
                                              <p:pRg st="12" end="12"/>
                                            </p:txEl>
                                          </p:spTgt>
                                        </p:tgtEl>
                                        <p:attrNameLst>
                                          <p:attrName>style.visibility</p:attrName>
                                        </p:attrNameLst>
                                      </p:cBhvr>
                                      <p:to>
                                        <p:strVal val="visible"/>
                                      </p:to>
                                    </p:set>
                                    <p:animEffect transition="in" filter="box(out)">
                                      <p:cBhvr>
                                        <p:cTn id="51" dur="500"/>
                                        <p:tgtEl>
                                          <p:spTgt spid="870408">
                                            <p:txEl>
                                              <p:pRg st="12" end="12"/>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par>
                                <p:cTn id="52" presetID="4" presetClass="entr" presetSubtype="32" fill="hold" grpId="0" nodeType="withEffect">
                                  <p:stCondLst>
                                    <p:cond delay="0"/>
                                  </p:stCondLst>
                                  <p:childTnLst>
                                    <p:set>
                                      <p:cBhvr>
                                        <p:cTn id="53" dur="1" fill="hold">
                                          <p:stCondLst>
                                            <p:cond delay="0"/>
                                          </p:stCondLst>
                                        </p:cTn>
                                        <p:tgtEl>
                                          <p:spTgt spid="870408">
                                            <p:txEl>
                                              <p:pRg st="13" end="13"/>
                                            </p:txEl>
                                          </p:spTgt>
                                        </p:tgtEl>
                                        <p:attrNameLst>
                                          <p:attrName>style.visibility</p:attrName>
                                        </p:attrNameLst>
                                      </p:cBhvr>
                                      <p:to>
                                        <p:strVal val="visible"/>
                                      </p:to>
                                    </p:set>
                                    <p:animEffect transition="in" filter="box(out)">
                                      <p:cBhvr>
                                        <p:cTn id="54" dur="500"/>
                                        <p:tgtEl>
                                          <p:spTgt spid="870408">
                                            <p:txEl>
                                              <p:pRg st="13" end="13"/>
                                            </p:txEl>
                                          </p:spTgt>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4" presetClass="entr" presetSubtype="32" fill="hold" grpId="0" nodeType="clickEffect">
                                  <p:stCondLst>
                                    <p:cond delay="0"/>
                                  </p:stCondLst>
                                  <p:childTnLst>
                                    <p:set>
                                      <p:cBhvr>
                                        <p:cTn id="58" dur="1" fill="hold">
                                          <p:stCondLst>
                                            <p:cond delay="0"/>
                                          </p:stCondLst>
                                        </p:cTn>
                                        <p:tgtEl>
                                          <p:spTgt spid="870424"/>
                                        </p:tgtEl>
                                        <p:attrNameLst>
                                          <p:attrName>style.visibility</p:attrName>
                                        </p:attrNameLst>
                                      </p:cBhvr>
                                      <p:to>
                                        <p:strVal val="visible"/>
                                      </p:to>
                                    </p:set>
                                    <p:animEffect transition="in" filter="box(out)">
                                      <p:cBhvr>
                                        <p:cTn id="59" dur="500"/>
                                        <p:tgtEl>
                                          <p:spTgt spid="870424"/>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par>
                          <p:cTn id="60" fill="hold">
                            <p:stCondLst>
                              <p:cond delay="500"/>
                            </p:stCondLst>
                            <p:childTnLst>
                              <p:par>
                                <p:cTn id="61" presetID="18" presetClass="entr" presetSubtype="6" fill="hold" grpId="0" nodeType="afterEffect">
                                  <p:stCondLst>
                                    <p:cond delay="0"/>
                                  </p:stCondLst>
                                  <p:childTnLst>
                                    <p:set>
                                      <p:cBhvr>
                                        <p:cTn id="62" dur="1" fill="hold">
                                          <p:stCondLst>
                                            <p:cond delay="0"/>
                                          </p:stCondLst>
                                        </p:cTn>
                                        <p:tgtEl>
                                          <p:spTgt spid="870417"/>
                                        </p:tgtEl>
                                        <p:attrNameLst>
                                          <p:attrName>style.visibility</p:attrName>
                                        </p:attrNameLst>
                                      </p:cBhvr>
                                      <p:to>
                                        <p:strVal val="visible"/>
                                      </p:to>
                                    </p:set>
                                    <p:animEffect transition="in" filter="strips(downRight)">
                                      <p:cBhvr>
                                        <p:cTn id="63" dur="1000"/>
                                        <p:tgtEl>
                                          <p:spTgt spid="870417"/>
                                        </p:tgtEl>
                                      </p:cBhvr>
                                    </p:animEffect>
                                  </p:childTnLst>
                                  <p:subTnLst>
                                    <p:audio>
                                      <p:cMediaNode>
                                        <p:cTn display="0" masterRel="sameClick">
                                          <p:stCondLst>
                                            <p:cond evt="begin" delay="0">
                                              <p:tn val="61"/>
                                            </p:cond>
                                          </p:stCondLst>
                                          <p:endCondLst>
                                            <p:cond evt="onStopAudio" delay="0">
                                              <p:tgtEl>
                                                <p:sldTgt/>
                                              </p:tgtEl>
                                            </p:cond>
                                          </p:endCondLst>
                                        </p:cTn>
                                        <p:tgtEl>
                                          <p:sndTgt r:embed="rId4" name="laser.wav"/>
                                        </p:tgtEl>
                                      </p:cMediaNode>
                                    </p:audio>
                                  </p:subTnLst>
                                </p:cTn>
                              </p:par>
                            </p:childTnLst>
                          </p:cTn>
                        </p:par>
                        <p:par>
                          <p:cTn id="64" fill="hold">
                            <p:stCondLst>
                              <p:cond delay="1500"/>
                            </p:stCondLst>
                            <p:childTnLst>
                              <p:par>
                                <p:cTn id="65" presetID="18" presetClass="entr" presetSubtype="6" fill="hold" nodeType="afterEffect">
                                  <p:stCondLst>
                                    <p:cond delay="0"/>
                                  </p:stCondLst>
                                  <p:childTnLst>
                                    <p:set>
                                      <p:cBhvr>
                                        <p:cTn id="66" dur="1" fill="hold">
                                          <p:stCondLst>
                                            <p:cond delay="0"/>
                                          </p:stCondLst>
                                        </p:cTn>
                                        <p:tgtEl>
                                          <p:spTgt spid="870408">
                                            <p:txEl>
                                              <p:pRg st="8" end="8"/>
                                            </p:txEl>
                                          </p:spTgt>
                                        </p:tgtEl>
                                        <p:attrNameLst>
                                          <p:attrName>style.visibility</p:attrName>
                                        </p:attrNameLst>
                                      </p:cBhvr>
                                      <p:to>
                                        <p:strVal val="visible"/>
                                      </p:to>
                                    </p:set>
                                    <p:animEffect transition="in" filter="strips(downRight)">
                                      <p:cBhvr>
                                        <p:cTn id="67" dur="500"/>
                                        <p:tgtEl>
                                          <p:spTgt spid="870408">
                                            <p:txEl>
                                              <p:pRg st="8" end="8"/>
                                            </p:txEl>
                                          </p:spTgt>
                                        </p:tgtEl>
                                      </p:cBhvr>
                                    </p:animEffect>
                                  </p:childTnLst>
                                  <p:subTnLst>
                                    <p:animClr clrSpc="rgb" dir="cw">
                                      <p:cBhvr override="childStyle">
                                        <p:cTn dur="1" fill="hold" display="0" masterRel="nextClick" afterEffect="1"/>
                                        <p:tgtEl>
                                          <p:spTgt spid="870408">
                                            <p:txEl>
                                              <p:pRg st="8" end="8"/>
                                            </p:txEl>
                                          </p:spTgt>
                                        </p:tgtEl>
                                        <p:attrNameLst>
                                          <p:attrName>ppt_c</p:attrName>
                                        </p:attrNameLst>
                                      </p:cBhvr>
                                      <p:to>
                                        <a:srgbClr val="FF3300"/>
                                      </p:to>
                                    </p:animClr>
                                    <p:audio>
                                      <p:cMediaNode>
                                        <p:cTn display="0" masterRel="sameClick">
                                          <p:stCondLst>
                                            <p:cond evt="begin" delay="0">
                                              <p:tn val="65"/>
                                            </p:cond>
                                          </p:stCondLst>
                                          <p:endCondLst>
                                            <p:cond evt="onStopAudio" delay="0">
                                              <p:tgtEl>
                                                <p:sldTgt/>
                                              </p:tgtEl>
                                            </p:cond>
                                          </p:endCondLst>
                                        </p:cTn>
                                        <p:tgtEl>
                                          <p:sndTgt r:embed="rId4" name="laser.wav"/>
                                        </p:tgtEl>
                                      </p:cMediaNode>
                                    </p:audio>
                                  </p:subTnLst>
                                </p:cTn>
                              </p:par>
                            </p:childTnLst>
                          </p:cTn>
                        </p:par>
                        <p:par>
                          <p:cTn id="68" fill="hold">
                            <p:stCondLst>
                              <p:cond delay="2000"/>
                            </p:stCondLst>
                            <p:childTnLst>
                              <p:par>
                                <p:cTn id="69" presetID="18" presetClass="entr" presetSubtype="12" fill="hold" nodeType="afterEffect">
                                  <p:stCondLst>
                                    <p:cond delay="0"/>
                                  </p:stCondLst>
                                  <p:childTnLst>
                                    <p:set>
                                      <p:cBhvr>
                                        <p:cTn id="70" dur="1" fill="hold">
                                          <p:stCondLst>
                                            <p:cond delay="0"/>
                                          </p:stCondLst>
                                        </p:cTn>
                                        <p:tgtEl>
                                          <p:spTgt spid="870423"/>
                                        </p:tgtEl>
                                        <p:attrNameLst>
                                          <p:attrName>style.visibility</p:attrName>
                                        </p:attrNameLst>
                                      </p:cBhvr>
                                      <p:to>
                                        <p:strVal val="visible"/>
                                      </p:to>
                                    </p:set>
                                    <p:animEffect transition="in" filter="strips(downLeft)">
                                      <p:cBhvr>
                                        <p:cTn id="71" dur="1000"/>
                                        <p:tgtEl>
                                          <p:spTgt spid="870423"/>
                                        </p:tgtEl>
                                      </p:cBhvr>
                                    </p:animEffect>
                                  </p:childTnLst>
                                  <p:subTnLst>
                                    <p:audio>
                                      <p:cMediaNode>
                                        <p:cTn display="0" masterRel="sameClick">
                                          <p:stCondLst>
                                            <p:cond evt="begin" delay="0">
                                              <p:tn val="69"/>
                                            </p:cond>
                                          </p:stCondLst>
                                          <p:endCondLst>
                                            <p:cond evt="onStopAudio" delay="0">
                                              <p:tgtEl>
                                                <p:sldTgt/>
                                              </p:tgtEl>
                                            </p:cond>
                                          </p:endCondLst>
                                        </p:cTn>
                                        <p:tgtEl>
                                          <p:sndTgt r:embed="rId4" name="laser.wav"/>
                                        </p:tgtEl>
                                      </p:cMediaNode>
                                    </p:audio>
                                  </p:subTnLst>
                                </p:cTn>
                              </p:par>
                            </p:childTnLst>
                          </p:cTn>
                        </p:par>
                        <p:par>
                          <p:cTn id="72" fill="hold">
                            <p:stCondLst>
                              <p:cond delay="3000"/>
                            </p:stCondLst>
                            <p:childTnLst>
                              <p:par>
                                <p:cTn id="73" presetID="4" presetClass="entr" presetSubtype="32" fill="hold" grpId="0" nodeType="afterEffect">
                                  <p:stCondLst>
                                    <p:cond delay="0"/>
                                  </p:stCondLst>
                                  <p:childTnLst>
                                    <p:set>
                                      <p:cBhvr>
                                        <p:cTn id="74" dur="1" fill="hold">
                                          <p:stCondLst>
                                            <p:cond delay="0"/>
                                          </p:stCondLst>
                                        </p:cTn>
                                        <p:tgtEl>
                                          <p:spTgt spid="870416"/>
                                        </p:tgtEl>
                                        <p:attrNameLst>
                                          <p:attrName>style.visibility</p:attrName>
                                        </p:attrNameLst>
                                      </p:cBhvr>
                                      <p:to>
                                        <p:strVal val="visible"/>
                                      </p:to>
                                    </p:set>
                                    <p:animEffect transition="in" filter="box(out)">
                                      <p:cBhvr>
                                        <p:cTn id="75" dur="500"/>
                                        <p:tgtEl>
                                          <p:spTgt spid="870416"/>
                                        </p:tgtEl>
                                      </p:cBhvr>
                                    </p:animEffect>
                                  </p:childTnLst>
                                  <p:subTnLst>
                                    <p:audio>
                                      <p:cMediaNode>
                                        <p:cTn display="0" masterRel="sameClick">
                                          <p:stCondLst>
                                            <p:cond evt="begin" delay="0">
                                              <p:tn val="73"/>
                                            </p:cond>
                                          </p:stCondLst>
                                          <p:endCondLst>
                                            <p:cond evt="onStopAudio" delay="0">
                                              <p:tgtEl>
                                                <p:sldTgt/>
                                              </p:tgtEl>
                                            </p:cond>
                                          </p:endCondLst>
                                        </p:cTn>
                                        <p:tgtEl>
                                          <p:sndTgt r:embed="rId5" name="chimes.wav"/>
                                        </p:tgtEl>
                                      </p:cMediaNode>
                                    </p:audio>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870425">
                                            <p:bg/>
                                          </p:spTgt>
                                        </p:tgtEl>
                                        <p:attrNameLst>
                                          <p:attrName>style.visibility</p:attrName>
                                        </p:attrNameLst>
                                      </p:cBhvr>
                                      <p:to>
                                        <p:strVal val="visible"/>
                                      </p:to>
                                    </p:set>
                                    <p:animEffect transition="in" filter="box(out)">
                                      <p:cBhvr>
                                        <p:cTn id="80" dur="500"/>
                                        <p:tgtEl>
                                          <p:spTgt spid="870425">
                                            <p:bg/>
                                          </p:spTgt>
                                        </p:tgtEl>
                                      </p:cBhvr>
                                    </p:animEffect>
                                  </p:childTnLst>
                                </p:cTn>
                              </p:par>
                              <p:par>
                                <p:cTn id="81" presetID="4" presetClass="entr" presetSubtype="32" fill="hold" grpId="0" nodeType="withEffect">
                                  <p:stCondLst>
                                    <p:cond delay="0"/>
                                  </p:stCondLst>
                                  <p:childTnLst>
                                    <p:set>
                                      <p:cBhvr>
                                        <p:cTn id="82" dur="1" fill="hold">
                                          <p:stCondLst>
                                            <p:cond delay="0"/>
                                          </p:stCondLst>
                                        </p:cTn>
                                        <p:tgtEl>
                                          <p:spTgt spid="870425">
                                            <p:txEl>
                                              <p:pRg st="0" end="0"/>
                                            </p:txEl>
                                          </p:spTgt>
                                        </p:tgtEl>
                                        <p:attrNameLst>
                                          <p:attrName>style.visibility</p:attrName>
                                        </p:attrNameLst>
                                      </p:cBhvr>
                                      <p:to>
                                        <p:strVal val="visible"/>
                                      </p:to>
                                    </p:set>
                                    <p:animEffect transition="in" filter="box(out)">
                                      <p:cBhvr>
                                        <p:cTn id="83" dur="500"/>
                                        <p:tgtEl>
                                          <p:spTgt spid="870425">
                                            <p:txEl>
                                              <p:pRg st="0" end="0"/>
                                            </p:txEl>
                                          </p:spTgt>
                                        </p:tgtEl>
                                      </p:cBhvr>
                                    </p:animEffect>
                                  </p:childTnLst>
                                </p:cTn>
                              </p:par>
                              <p:par>
                                <p:cTn id="84" presetID="4" presetClass="entr" presetSubtype="32" fill="hold" grpId="0" nodeType="withEffect">
                                  <p:stCondLst>
                                    <p:cond delay="0"/>
                                  </p:stCondLst>
                                  <p:childTnLst>
                                    <p:set>
                                      <p:cBhvr>
                                        <p:cTn id="85" dur="1" fill="hold">
                                          <p:stCondLst>
                                            <p:cond delay="0"/>
                                          </p:stCondLst>
                                        </p:cTn>
                                        <p:tgtEl>
                                          <p:spTgt spid="870425">
                                            <p:txEl>
                                              <p:pRg st="1" end="1"/>
                                            </p:txEl>
                                          </p:spTgt>
                                        </p:tgtEl>
                                        <p:attrNameLst>
                                          <p:attrName>style.visibility</p:attrName>
                                        </p:attrNameLst>
                                      </p:cBhvr>
                                      <p:to>
                                        <p:strVal val="visible"/>
                                      </p:to>
                                    </p:set>
                                    <p:animEffect transition="in" filter="box(out)">
                                      <p:cBhvr>
                                        <p:cTn id="86" dur="500"/>
                                        <p:tgtEl>
                                          <p:spTgt spid="870425">
                                            <p:txEl>
                                              <p:pRg st="1" end="1"/>
                                            </p:txEl>
                                          </p:spTgt>
                                        </p:tgtEl>
                                      </p:cBhvr>
                                    </p:animEffect>
                                  </p:childTnLst>
                                </p:cTn>
                              </p:par>
                              <p:par>
                                <p:cTn id="87" presetID="4" presetClass="entr" presetSubtype="32" fill="hold" grpId="0" nodeType="withEffect">
                                  <p:stCondLst>
                                    <p:cond delay="0"/>
                                  </p:stCondLst>
                                  <p:childTnLst>
                                    <p:set>
                                      <p:cBhvr>
                                        <p:cTn id="88" dur="1" fill="hold">
                                          <p:stCondLst>
                                            <p:cond delay="0"/>
                                          </p:stCondLst>
                                        </p:cTn>
                                        <p:tgtEl>
                                          <p:spTgt spid="870425">
                                            <p:txEl>
                                              <p:pRg st="2" end="2"/>
                                            </p:txEl>
                                          </p:spTgt>
                                        </p:tgtEl>
                                        <p:attrNameLst>
                                          <p:attrName>style.visibility</p:attrName>
                                        </p:attrNameLst>
                                      </p:cBhvr>
                                      <p:to>
                                        <p:strVal val="visible"/>
                                      </p:to>
                                    </p:set>
                                    <p:animEffect transition="in" filter="box(out)">
                                      <p:cBhvr>
                                        <p:cTn id="89" dur="500"/>
                                        <p:tgtEl>
                                          <p:spTgt spid="870425">
                                            <p:txEl>
                                              <p:pRg st="2" end="2"/>
                                            </p:txEl>
                                          </p:spTgt>
                                        </p:tgtEl>
                                      </p:cBhvr>
                                    </p:animEffect>
                                  </p:childTnLst>
                                </p:cTn>
                              </p:par>
                              <p:par>
                                <p:cTn id="90" presetID="4" presetClass="entr" presetSubtype="32" fill="hold" grpId="0" nodeType="withEffect">
                                  <p:stCondLst>
                                    <p:cond delay="0"/>
                                  </p:stCondLst>
                                  <p:childTnLst>
                                    <p:set>
                                      <p:cBhvr>
                                        <p:cTn id="91" dur="1" fill="hold">
                                          <p:stCondLst>
                                            <p:cond delay="0"/>
                                          </p:stCondLst>
                                        </p:cTn>
                                        <p:tgtEl>
                                          <p:spTgt spid="870425">
                                            <p:txEl>
                                              <p:pRg st="3" end="3"/>
                                            </p:txEl>
                                          </p:spTgt>
                                        </p:tgtEl>
                                        <p:attrNameLst>
                                          <p:attrName>style.visibility</p:attrName>
                                        </p:attrNameLst>
                                      </p:cBhvr>
                                      <p:to>
                                        <p:strVal val="visible"/>
                                      </p:to>
                                    </p:set>
                                    <p:animEffect transition="in" filter="box(out)">
                                      <p:cBhvr>
                                        <p:cTn id="92" dur="500"/>
                                        <p:tgtEl>
                                          <p:spTgt spid="870425">
                                            <p:txEl>
                                              <p:pRg st="3" end="3"/>
                                            </p:txEl>
                                          </p:spTgt>
                                        </p:tgtEl>
                                      </p:cBhvr>
                                    </p:animEffect>
                                  </p:childTnLst>
                                </p:cTn>
                              </p:par>
                              <p:par>
                                <p:cTn id="93" presetID="4" presetClass="entr" presetSubtype="32" fill="hold" grpId="0" nodeType="withEffect">
                                  <p:stCondLst>
                                    <p:cond delay="0"/>
                                  </p:stCondLst>
                                  <p:childTnLst>
                                    <p:set>
                                      <p:cBhvr>
                                        <p:cTn id="94" dur="1" fill="hold">
                                          <p:stCondLst>
                                            <p:cond delay="0"/>
                                          </p:stCondLst>
                                        </p:cTn>
                                        <p:tgtEl>
                                          <p:spTgt spid="870425">
                                            <p:txEl>
                                              <p:pRg st="4" end="4"/>
                                            </p:txEl>
                                          </p:spTgt>
                                        </p:tgtEl>
                                        <p:attrNameLst>
                                          <p:attrName>style.visibility</p:attrName>
                                        </p:attrNameLst>
                                      </p:cBhvr>
                                      <p:to>
                                        <p:strVal val="visible"/>
                                      </p:to>
                                    </p:set>
                                    <p:animEffect transition="in" filter="box(out)">
                                      <p:cBhvr>
                                        <p:cTn id="95" dur="500"/>
                                        <p:tgtEl>
                                          <p:spTgt spid="870425">
                                            <p:txEl>
                                              <p:pRg st="4" end="4"/>
                                            </p:txEl>
                                          </p:spTgt>
                                        </p:tgtEl>
                                      </p:cBhvr>
                                    </p:animEffect>
                                  </p:childTnLst>
                                </p:cTn>
                              </p:par>
                              <p:par>
                                <p:cTn id="96" presetID="4" presetClass="entr" presetSubtype="32" fill="hold" grpId="0" nodeType="withEffect">
                                  <p:stCondLst>
                                    <p:cond delay="0"/>
                                  </p:stCondLst>
                                  <p:childTnLst>
                                    <p:set>
                                      <p:cBhvr>
                                        <p:cTn id="97" dur="1" fill="hold">
                                          <p:stCondLst>
                                            <p:cond delay="0"/>
                                          </p:stCondLst>
                                        </p:cTn>
                                        <p:tgtEl>
                                          <p:spTgt spid="870425">
                                            <p:txEl>
                                              <p:pRg st="5" end="5"/>
                                            </p:txEl>
                                          </p:spTgt>
                                        </p:tgtEl>
                                        <p:attrNameLst>
                                          <p:attrName>style.visibility</p:attrName>
                                        </p:attrNameLst>
                                      </p:cBhvr>
                                      <p:to>
                                        <p:strVal val="visible"/>
                                      </p:to>
                                    </p:set>
                                    <p:animEffect transition="in" filter="box(out)">
                                      <p:cBhvr>
                                        <p:cTn id="98" dur="500"/>
                                        <p:tgtEl>
                                          <p:spTgt spid="870425">
                                            <p:txEl>
                                              <p:pRg st="5" end="5"/>
                                            </p:txEl>
                                          </p:spTgt>
                                        </p:tgtEl>
                                      </p:cBhvr>
                                    </p:animEffect>
                                  </p:childTnLst>
                                </p:cTn>
                              </p:par>
                              <p:par>
                                <p:cTn id="99" presetID="4" presetClass="entr" presetSubtype="32" fill="hold" grpId="0" nodeType="withEffect">
                                  <p:stCondLst>
                                    <p:cond delay="0"/>
                                  </p:stCondLst>
                                  <p:childTnLst>
                                    <p:set>
                                      <p:cBhvr>
                                        <p:cTn id="100" dur="1" fill="hold">
                                          <p:stCondLst>
                                            <p:cond delay="0"/>
                                          </p:stCondLst>
                                        </p:cTn>
                                        <p:tgtEl>
                                          <p:spTgt spid="870425">
                                            <p:txEl>
                                              <p:pRg st="6" end="6"/>
                                            </p:txEl>
                                          </p:spTgt>
                                        </p:tgtEl>
                                        <p:attrNameLst>
                                          <p:attrName>style.visibility</p:attrName>
                                        </p:attrNameLst>
                                      </p:cBhvr>
                                      <p:to>
                                        <p:strVal val="visible"/>
                                      </p:to>
                                    </p:set>
                                    <p:animEffect transition="in" filter="box(out)">
                                      <p:cBhvr>
                                        <p:cTn id="101" dur="500"/>
                                        <p:tgtEl>
                                          <p:spTgt spid="870425">
                                            <p:txEl>
                                              <p:pRg st="6" end="6"/>
                                            </p:txEl>
                                          </p:spTgt>
                                        </p:tgtEl>
                                      </p:cBhvr>
                                    </p:animEffect>
                                  </p:childTnLst>
                                </p:cTn>
                              </p:par>
                              <p:par>
                                <p:cTn id="102" presetID="4" presetClass="entr" presetSubtype="32" fill="hold" grpId="0" nodeType="withEffect">
                                  <p:stCondLst>
                                    <p:cond delay="0"/>
                                  </p:stCondLst>
                                  <p:childTnLst>
                                    <p:set>
                                      <p:cBhvr>
                                        <p:cTn id="103" dur="1" fill="hold">
                                          <p:stCondLst>
                                            <p:cond delay="0"/>
                                          </p:stCondLst>
                                        </p:cTn>
                                        <p:tgtEl>
                                          <p:spTgt spid="870425">
                                            <p:txEl>
                                              <p:pRg st="7" end="7"/>
                                            </p:txEl>
                                          </p:spTgt>
                                        </p:tgtEl>
                                        <p:attrNameLst>
                                          <p:attrName>style.visibility</p:attrName>
                                        </p:attrNameLst>
                                      </p:cBhvr>
                                      <p:to>
                                        <p:strVal val="visible"/>
                                      </p:to>
                                    </p:set>
                                    <p:animEffect transition="in" filter="box(out)">
                                      <p:cBhvr>
                                        <p:cTn id="104" dur="500"/>
                                        <p:tgtEl>
                                          <p:spTgt spid="870425">
                                            <p:txEl>
                                              <p:pRg st="7" end="7"/>
                                            </p:txEl>
                                          </p:spTgt>
                                        </p:tgtEl>
                                      </p:cBhvr>
                                    </p:animEffect>
                                  </p:childTnLst>
                                </p:cTn>
                              </p:par>
                              <p:par>
                                <p:cTn id="105" presetID="4" presetClass="entr" presetSubtype="32" fill="hold" grpId="0" nodeType="withEffect">
                                  <p:stCondLst>
                                    <p:cond delay="0"/>
                                  </p:stCondLst>
                                  <p:childTnLst>
                                    <p:set>
                                      <p:cBhvr>
                                        <p:cTn id="106" dur="1" fill="hold">
                                          <p:stCondLst>
                                            <p:cond delay="0"/>
                                          </p:stCondLst>
                                        </p:cTn>
                                        <p:tgtEl>
                                          <p:spTgt spid="870425">
                                            <p:txEl>
                                              <p:pRg st="8" end="8"/>
                                            </p:txEl>
                                          </p:spTgt>
                                        </p:tgtEl>
                                        <p:attrNameLst>
                                          <p:attrName>style.visibility</p:attrName>
                                        </p:attrNameLst>
                                      </p:cBhvr>
                                      <p:to>
                                        <p:strVal val="visible"/>
                                      </p:to>
                                    </p:set>
                                    <p:animEffect transition="in" filter="box(out)">
                                      <p:cBhvr>
                                        <p:cTn id="107" dur="500"/>
                                        <p:tgtEl>
                                          <p:spTgt spid="870425">
                                            <p:txEl>
                                              <p:pRg st="8" end="8"/>
                                            </p:txEl>
                                          </p:spTgt>
                                        </p:tgtEl>
                                      </p:cBhvr>
                                    </p:animEffect>
                                  </p:childTnLst>
                                </p:cTn>
                              </p:par>
                              <p:par>
                                <p:cTn id="108" presetID="4" presetClass="entr" presetSubtype="32" fill="hold" grpId="0" nodeType="withEffect">
                                  <p:stCondLst>
                                    <p:cond delay="0"/>
                                  </p:stCondLst>
                                  <p:childTnLst>
                                    <p:set>
                                      <p:cBhvr>
                                        <p:cTn id="109" dur="1" fill="hold">
                                          <p:stCondLst>
                                            <p:cond delay="0"/>
                                          </p:stCondLst>
                                        </p:cTn>
                                        <p:tgtEl>
                                          <p:spTgt spid="870425">
                                            <p:txEl>
                                              <p:pRg st="9" end="9"/>
                                            </p:txEl>
                                          </p:spTgt>
                                        </p:tgtEl>
                                        <p:attrNameLst>
                                          <p:attrName>style.visibility</p:attrName>
                                        </p:attrNameLst>
                                      </p:cBhvr>
                                      <p:to>
                                        <p:strVal val="visible"/>
                                      </p:to>
                                    </p:set>
                                    <p:animEffect transition="in" filter="box(out)">
                                      <p:cBhvr>
                                        <p:cTn id="110" dur="500"/>
                                        <p:tgtEl>
                                          <p:spTgt spid="870425">
                                            <p:txEl>
                                              <p:pRg st="9" end="9"/>
                                            </p:txEl>
                                          </p:spTgt>
                                        </p:tgtEl>
                                      </p:cBhvr>
                                    </p:animEffect>
                                  </p:childTnLst>
                                </p:cTn>
                              </p:par>
                              <p:par>
                                <p:cTn id="111" presetID="4" presetClass="entr" presetSubtype="32" fill="hold" grpId="0" nodeType="withEffect">
                                  <p:stCondLst>
                                    <p:cond delay="0"/>
                                  </p:stCondLst>
                                  <p:childTnLst>
                                    <p:set>
                                      <p:cBhvr>
                                        <p:cTn id="112" dur="1" fill="hold">
                                          <p:stCondLst>
                                            <p:cond delay="0"/>
                                          </p:stCondLst>
                                        </p:cTn>
                                        <p:tgtEl>
                                          <p:spTgt spid="870425">
                                            <p:txEl>
                                              <p:pRg st="10" end="10"/>
                                            </p:txEl>
                                          </p:spTgt>
                                        </p:tgtEl>
                                        <p:attrNameLst>
                                          <p:attrName>style.visibility</p:attrName>
                                        </p:attrNameLst>
                                      </p:cBhvr>
                                      <p:to>
                                        <p:strVal val="visible"/>
                                      </p:to>
                                    </p:set>
                                    <p:animEffect transition="in" filter="box(out)">
                                      <p:cBhvr>
                                        <p:cTn id="113" dur="500"/>
                                        <p:tgtEl>
                                          <p:spTgt spid="870425">
                                            <p:txEl>
                                              <p:pRg st="10" end="10"/>
                                            </p:txEl>
                                          </p:spTgt>
                                        </p:tgtEl>
                                      </p:cBhvr>
                                    </p:animEffect>
                                  </p:childTnLst>
                                </p:cTn>
                              </p:par>
                              <p:par>
                                <p:cTn id="114" presetID="4" presetClass="entr" presetSubtype="32" fill="hold" grpId="0" nodeType="withEffect">
                                  <p:stCondLst>
                                    <p:cond delay="0"/>
                                  </p:stCondLst>
                                  <p:childTnLst>
                                    <p:set>
                                      <p:cBhvr>
                                        <p:cTn id="115" dur="1" fill="hold">
                                          <p:stCondLst>
                                            <p:cond delay="0"/>
                                          </p:stCondLst>
                                        </p:cTn>
                                        <p:tgtEl>
                                          <p:spTgt spid="870425">
                                            <p:txEl>
                                              <p:pRg st="11" end="11"/>
                                            </p:txEl>
                                          </p:spTgt>
                                        </p:tgtEl>
                                        <p:attrNameLst>
                                          <p:attrName>style.visibility</p:attrName>
                                        </p:attrNameLst>
                                      </p:cBhvr>
                                      <p:to>
                                        <p:strVal val="visible"/>
                                      </p:to>
                                    </p:set>
                                    <p:animEffect transition="in" filter="box(out)">
                                      <p:cBhvr>
                                        <p:cTn id="116" dur="500"/>
                                        <p:tgtEl>
                                          <p:spTgt spid="870425">
                                            <p:txEl>
                                              <p:pRg st="11" end="11"/>
                                            </p:txEl>
                                          </p:spTgt>
                                        </p:tgtEl>
                                      </p:cBhvr>
                                    </p:animEffect>
                                  </p:childTnLst>
                                </p:cTn>
                              </p:par>
                              <p:par>
                                <p:cTn id="117" presetID="4" presetClass="entr" presetSubtype="32" fill="hold" grpId="0" nodeType="withEffect">
                                  <p:stCondLst>
                                    <p:cond delay="0"/>
                                  </p:stCondLst>
                                  <p:childTnLst>
                                    <p:set>
                                      <p:cBhvr>
                                        <p:cTn id="118" dur="1" fill="hold">
                                          <p:stCondLst>
                                            <p:cond delay="0"/>
                                          </p:stCondLst>
                                        </p:cTn>
                                        <p:tgtEl>
                                          <p:spTgt spid="870425">
                                            <p:txEl>
                                              <p:pRg st="12" end="12"/>
                                            </p:txEl>
                                          </p:spTgt>
                                        </p:tgtEl>
                                        <p:attrNameLst>
                                          <p:attrName>style.visibility</p:attrName>
                                        </p:attrNameLst>
                                      </p:cBhvr>
                                      <p:to>
                                        <p:strVal val="visible"/>
                                      </p:to>
                                    </p:set>
                                    <p:animEffect transition="in" filter="box(out)">
                                      <p:cBhvr>
                                        <p:cTn id="119" dur="500"/>
                                        <p:tgtEl>
                                          <p:spTgt spid="870425">
                                            <p:txEl>
                                              <p:pRg st="12" end="12"/>
                                            </p:txEl>
                                          </p:spTgt>
                                        </p:tgtEl>
                                      </p:cBhvr>
                                    </p:animEffect>
                                  </p:childTnLst>
                                </p:cTn>
                              </p:par>
                              <p:par>
                                <p:cTn id="120" presetID="4" presetClass="entr" presetSubtype="32" fill="hold" grpId="0" nodeType="withEffect">
                                  <p:stCondLst>
                                    <p:cond delay="0"/>
                                  </p:stCondLst>
                                  <p:childTnLst>
                                    <p:set>
                                      <p:cBhvr>
                                        <p:cTn id="121" dur="1" fill="hold">
                                          <p:stCondLst>
                                            <p:cond delay="0"/>
                                          </p:stCondLst>
                                        </p:cTn>
                                        <p:tgtEl>
                                          <p:spTgt spid="870425">
                                            <p:txEl>
                                              <p:pRg st="13" end="13"/>
                                            </p:txEl>
                                          </p:spTgt>
                                        </p:tgtEl>
                                        <p:attrNameLst>
                                          <p:attrName>style.visibility</p:attrName>
                                        </p:attrNameLst>
                                      </p:cBhvr>
                                      <p:to>
                                        <p:strVal val="visible"/>
                                      </p:to>
                                    </p:set>
                                    <p:animEffect transition="in" filter="box(out)">
                                      <p:cBhvr>
                                        <p:cTn id="122" dur="500"/>
                                        <p:tgtEl>
                                          <p:spTgt spid="870425">
                                            <p:txEl>
                                              <p:pRg st="13" end="13"/>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4" presetClass="entr" presetSubtype="32" fill="hold" grpId="0" nodeType="clickEffect">
                                  <p:stCondLst>
                                    <p:cond delay="0"/>
                                  </p:stCondLst>
                                  <p:childTnLst>
                                    <p:set>
                                      <p:cBhvr>
                                        <p:cTn id="126" dur="1" fill="hold">
                                          <p:stCondLst>
                                            <p:cond delay="0"/>
                                          </p:stCondLst>
                                        </p:cTn>
                                        <p:tgtEl>
                                          <p:spTgt spid="870426"/>
                                        </p:tgtEl>
                                        <p:attrNameLst>
                                          <p:attrName>style.visibility</p:attrName>
                                        </p:attrNameLst>
                                      </p:cBhvr>
                                      <p:to>
                                        <p:strVal val="visible"/>
                                      </p:to>
                                    </p:set>
                                    <p:animEffect transition="in" filter="box(out)">
                                      <p:cBhvr>
                                        <p:cTn id="127" dur="500"/>
                                        <p:tgtEl>
                                          <p:spTgt spid="870426"/>
                                        </p:tgtEl>
                                      </p:cBhvr>
                                    </p:animEffect>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childTnLst>
                          </p:cTn>
                        </p:par>
                        <p:par>
                          <p:cTn id="128" fill="hold">
                            <p:stCondLst>
                              <p:cond delay="500"/>
                            </p:stCondLst>
                            <p:childTnLst>
                              <p:par>
                                <p:cTn id="129" presetID="18" presetClass="entr" presetSubtype="6" fill="hold" grpId="0" nodeType="afterEffect">
                                  <p:stCondLst>
                                    <p:cond delay="0"/>
                                  </p:stCondLst>
                                  <p:childTnLst>
                                    <p:set>
                                      <p:cBhvr>
                                        <p:cTn id="130" dur="1" fill="hold">
                                          <p:stCondLst>
                                            <p:cond delay="0"/>
                                          </p:stCondLst>
                                        </p:cTn>
                                        <p:tgtEl>
                                          <p:spTgt spid="870427"/>
                                        </p:tgtEl>
                                        <p:attrNameLst>
                                          <p:attrName>style.visibility</p:attrName>
                                        </p:attrNameLst>
                                      </p:cBhvr>
                                      <p:to>
                                        <p:strVal val="visible"/>
                                      </p:to>
                                    </p:set>
                                    <p:animEffect transition="in" filter="strips(downRight)">
                                      <p:cBhvr>
                                        <p:cTn id="131" dur="1000"/>
                                        <p:tgtEl>
                                          <p:spTgt spid="870427"/>
                                        </p:tgtEl>
                                      </p:cBhvr>
                                    </p:animEffect>
                                  </p:childTnLst>
                                  <p:subTnLst>
                                    <p:audio>
                                      <p:cMediaNode>
                                        <p:cTn display="0" masterRel="sameClick">
                                          <p:stCondLst>
                                            <p:cond evt="begin" delay="0">
                                              <p:tn val="129"/>
                                            </p:cond>
                                          </p:stCondLst>
                                          <p:endCondLst>
                                            <p:cond evt="onStopAudio" delay="0">
                                              <p:tgtEl>
                                                <p:sldTgt/>
                                              </p:tgtEl>
                                            </p:cond>
                                          </p:endCondLst>
                                        </p:cTn>
                                        <p:tgtEl>
                                          <p:sndTgt r:embed="rId4" name="laser.wav"/>
                                        </p:tgtEl>
                                      </p:cMediaNode>
                                    </p:audio>
                                  </p:subTnLst>
                                </p:cTn>
                              </p:par>
                            </p:childTnLst>
                          </p:cTn>
                        </p:par>
                        <p:par>
                          <p:cTn id="132" fill="hold">
                            <p:stCondLst>
                              <p:cond delay="1500"/>
                            </p:stCondLst>
                            <p:childTnLst>
                              <p:par>
                                <p:cTn id="133" presetID="18" presetClass="entr" presetSubtype="6" fill="hold" nodeType="afterEffect">
                                  <p:stCondLst>
                                    <p:cond delay="0"/>
                                  </p:stCondLst>
                                  <p:childTnLst>
                                    <p:set>
                                      <p:cBhvr>
                                        <p:cTn id="134" dur="1" fill="hold">
                                          <p:stCondLst>
                                            <p:cond delay="0"/>
                                          </p:stCondLst>
                                        </p:cTn>
                                        <p:tgtEl>
                                          <p:spTgt spid="870425">
                                            <p:txEl>
                                              <p:pRg st="8" end="8"/>
                                            </p:txEl>
                                          </p:spTgt>
                                        </p:tgtEl>
                                        <p:attrNameLst>
                                          <p:attrName>style.visibility</p:attrName>
                                        </p:attrNameLst>
                                      </p:cBhvr>
                                      <p:to>
                                        <p:strVal val="visible"/>
                                      </p:to>
                                    </p:set>
                                    <p:animEffect transition="in" filter="strips(downRight)">
                                      <p:cBhvr>
                                        <p:cTn id="135" dur="500"/>
                                        <p:tgtEl>
                                          <p:spTgt spid="870425">
                                            <p:txEl>
                                              <p:pRg st="8" end="8"/>
                                            </p:txEl>
                                          </p:spTgt>
                                        </p:tgtEl>
                                      </p:cBhvr>
                                    </p:animEffect>
                                  </p:childTnLst>
                                  <p:subTnLst>
                                    <p:animClr clrSpc="rgb" dir="cw">
                                      <p:cBhvr override="childStyle">
                                        <p:cTn dur="1" fill="hold" display="0" masterRel="nextClick" afterEffect="1"/>
                                        <p:tgtEl>
                                          <p:spTgt spid="870425">
                                            <p:txEl>
                                              <p:pRg st="8" end="8"/>
                                            </p:txEl>
                                          </p:spTgt>
                                        </p:tgtEl>
                                        <p:attrNameLst>
                                          <p:attrName>ppt_c</p:attrName>
                                        </p:attrNameLst>
                                      </p:cBhvr>
                                      <p:to>
                                        <a:srgbClr val="FF3300"/>
                                      </p:to>
                                    </p:animClr>
                                    <p:audio>
                                      <p:cMediaNode>
                                        <p:cTn display="0" masterRel="sameClick">
                                          <p:stCondLst>
                                            <p:cond evt="begin" delay="0">
                                              <p:tn val="133"/>
                                            </p:cond>
                                          </p:stCondLst>
                                          <p:endCondLst>
                                            <p:cond evt="onStopAudio" delay="0">
                                              <p:tgtEl>
                                                <p:sldTgt/>
                                              </p:tgtEl>
                                            </p:cond>
                                          </p:endCondLst>
                                        </p:cTn>
                                        <p:tgtEl>
                                          <p:sndTgt r:embed="rId4" name="laser.wav"/>
                                        </p:tgtEl>
                                      </p:cMediaNode>
                                    </p:audio>
                                  </p:subTnLst>
                                </p:cTn>
                              </p:par>
                            </p:childTnLst>
                          </p:cTn>
                        </p:par>
                        <p:par>
                          <p:cTn id="136" fill="hold">
                            <p:stCondLst>
                              <p:cond delay="2000"/>
                            </p:stCondLst>
                            <p:childTnLst>
                              <p:par>
                                <p:cTn id="137" presetID="18" presetClass="entr" presetSubtype="6" fill="hold" nodeType="afterEffect">
                                  <p:stCondLst>
                                    <p:cond delay="0"/>
                                  </p:stCondLst>
                                  <p:childTnLst>
                                    <p:set>
                                      <p:cBhvr>
                                        <p:cTn id="138" dur="1" fill="hold">
                                          <p:stCondLst>
                                            <p:cond delay="0"/>
                                          </p:stCondLst>
                                        </p:cTn>
                                        <p:tgtEl>
                                          <p:spTgt spid="870425">
                                            <p:txEl>
                                              <p:pRg st="9" end="9"/>
                                            </p:txEl>
                                          </p:spTgt>
                                        </p:tgtEl>
                                        <p:attrNameLst>
                                          <p:attrName>style.visibility</p:attrName>
                                        </p:attrNameLst>
                                      </p:cBhvr>
                                      <p:to>
                                        <p:strVal val="visible"/>
                                      </p:to>
                                    </p:set>
                                    <p:animEffect transition="in" filter="strips(downRight)">
                                      <p:cBhvr>
                                        <p:cTn id="139" dur="500"/>
                                        <p:tgtEl>
                                          <p:spTgt spid="870425">
                                            <p:txEl>
                                              <p:pRg st="9" end="9"/>
                                            </p:txEl>
                                          </p:spTgt>
                                        </p:tgtEl>
                                      </p:cBhvr>
                                    </p:animEffect>
                                  </p:childTnLst>
                                  <p:subTnLst>
                                    <p:animClr clrSpc="rgb" dir="cw">
                                      <p:cBhvr override="childStyle">
                                        <p:cTn dur="1" fill="hold" display="0" masterRel="nextClick" afterEffect="1"/>
                                        <p:tgtEl>
                                          <p:spTgt spid="870425">
                                            <p:txEl>
                                              <p:pRg st="9" end="9"/>
                                            </p:txEl>
                                          </p:spTgt>
                                        </p:tgtEl>
                                        <p:attrNameLst>
                                          <p:attrName>ppt_c</p:attrName>
                                        </p:attrNameLst>
                                      </p:cBhvr>
                                      <p:to>
                                        <a:srgbClr val="FF3300"/>
                                      </p:to>
                                    </p:animClr>
                                    <p:audio>
                                      <p:cMediaNode>
                                        <p:cTn display="0" masterRel="sameClick">
                                          <p:stCondLst>
                                            <p:cond evt="begin" delay="0">
                                              <p:tn val="137"/>
                                            </p:cond>
                                          </p:stCondLst>
                                          <p:endCondLst>
                                            <p:cond evt="onStopAudio" delay="0">
                                              <p:tgtEl>
                                                <p:sldTgt/>
                                              </p:tgtEl>
                                            </p:cond>
                                          </p:endCondLst>
                                        </p:cTn>
                                        <p:tgtEl>
                                          <p:sndTgt r:embed="rId4" name="laser.wav"/>
                                        </p:tgtEl>
                                      </p:cMediaNode>
                                    </p:audio>
                                  </p:subTnLst>
                                </p:cTn>
                              </p:par>
                            </p:childTnLst>
                          </p:cTn>
                        </p:par>
                        <p:par>
                          <p:cTn id="140" fill="hold">
                            <p:stCondLst>
                              <p:cond delay="2500"/>
                            </p:stCondLst>
                            <p:childTnLst>
                              <p:par>
                                <p:cTn id="141" presetID="18" presetClass="entr" presetSubtype="12" fill="hold" nodeType="afterEffect">
                                  <p:stCondLst>
                                    <p:cond delay="0"/>
                                  </p:stCondLst>
                                  <p:childTnLst>
                                    <p:set>
                                      <p:cBhvr>
                                        <p:cTn id="142" dur="1" fill="hold">
                                          <p:stCondLst>
                                            <p:cond delay="0"/>
                                          </p:stCondLst>
                                        </p:cTn>
                                        <p:tgtEl>
                                          <p:spTgt spid="870428"/>
                                        </p:tgtEl>
                                        <p:attrNameLst>
                                          <p:attrName>style.visibility</p:attrName>
                                        </p:attrNameLst>
                                      </p:cBhvr>
                                      <p:to>
                                        <p:strVal val="visible"/>
                                      </p:to>
                                    </p:set>
                                    <p:animEffect transition="in" filter="strips(downLeft)">
                                      <p:cBhvr>
                                        <p:cTn id="143" dur="1000"/>
                                        <p:tgtEl>
                                          <p:spTgt spid="870428"/>
                                        </p:tgtEl>
                                      </p:cBhvr>
                                    </p:animEffect>
                                  </p:childTnLst>
                                  <p:subTnLst>
                                    <p:audio>
                                      <p:cMediaNode>
                                        <p:cTn display="0" masterRel="sameClick">
                                          <p:stCondLst>
                                            <p:cond evt="begin" delay="0">
                                              <p:tn val="141"/>
                                            </p:cond>
                                          </p:stCondLst>
                                          <p:endCondLst>
                                            <p:cond evt="onStopAudio" delay="0">
                                              <p:tgtEl>
                                                <p:sldTgt/>
                                              </p:tgtEl>
                                            </p:cond>
                                          </p:endCondLst>
                                        </p:cTn>
                                        <p:tgtEl>
                                          <p:sndTgt r:embed="rId4" name="laser.wav"/>
                                        </p:tgtEl>
                                      </p:cMediaNode>
                                    </p:audio>
                                  </p:subTnLst>
                                </p:cTn>
                              </p:par>
                            </p:childTnLst>
                          </p:cTn>
                        </p:par>
                        <p:par>
                          <p:cTn id="144" fill="hold">
                            <p:stCondLst>
                              <p:cond delay="3500"/>
                            </p:stCondLst>
                            <p:childTnLst>
                              <p:par>
                                <p:cTn id="145" presetID="4" presetClass="entr" presetSubtype="32" fill="hold" grpId="0" nodeType="afterEffect">
                                  <p:stCondLst>
                                    <p:cond delay="0"/>
                                  </p:stCondLst>
                                  <p:childTnLst>
                                    <p:set>
                                      <p:cBhvr>
                                        <p:cTn id="146" dur="1" fill="hold">
                                          <p:stCondLst>
                                            <p:cond delay="0"/>
                                          </p:stCondLst>
                                        </p:cTn>
                                        <p:tgtEl>
                                          <p:spTgt spid="870432"/>
                                        </p:tgtEl>
                                        <p:attrNameLst>
                                          <p:attrName>style.visibility</p:attrName>
                                        </p:attrNameLst>
                                      </p:cBhvr>
                                      <p:to>
                                        <p:strVal val="visible"/>
                                      </p:to>
                                    </p:set>
                                    <p:animEffect transition="in" filter="box(out)">
                                      <p:cBhvr>
                                        <p:cTn id="147" dur="500"/>
                                        <p:tgtEl>
                                          <p:spTgt spid="870432"/>
                                        </p:tgtEl>
                                      </p:cBhvr>
                                    </p:animEffect>
                                  </p:childTnLst>
                                  <p:subTnLst>
                                    <p:audio>
                                      <p:cMediaNode>
                                        <p:cTn display="0" masterRel="sameClick">
                                          <p:stCondLst>
                                            <p:cond evt="begin" delay="0">
                                              <p:tn val="14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08" grpId="0" build="allAtOnce" animBg="1" autoUpdateAnimBg="0"/>
      <p:bldP spid="870416" grpId="0" animBg="1"/>
      <p:bldP spid="870417" grpId="0" animBg="1"/>
      <p:bldP spid="870424" grpId="0"/>
      <p:bldP spid="870425" grpId="0" build="allAtOnce" animBg="1"/>
      <p:bldP spid="870426" grpId="0"/>
      <p:bldP spid="870427" grpId="0" animBg="1"/>
      <p:bldP spid="87043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p:cNvSpPr>
            <a:spLocks noChangeArrowheads="1"/>
          </p:cNvSpPr>
          <p:nvPr/>
        </p:nvSpPr>
        <p:spPr bwMode="auto">
          <a:xfrm>
            <a:off x="234693" y="260351"/>
            <a:ext cx="4465638" cy="434975"/>
          </a:xfrm>
          <a:prstGeom prst="rect">
            <a:avLst/>
          </a:prstGeom>
          <a:noFill/>
          <a:ln w="9525">
            <a:noFill/>
            <a:miter lim="800000"/>
            <a:headEnd/>
            <a:tailEnd/>
          </a:ln>
        </p:spPr>
        <p:txBody>
          <a:bodyPr/>
          <a:lstStyle/>
          <a:p>
            <a:pPr lvl="1" eaLnBrk="0" hangingPunct="0">
              <a:buClr>
                <a:srgbClr val="FF3300"/>
              </a:buClr>
              <a:buFont typeface="Wingdings" pitchFamily="2" charset="2"/>
              <a:buChar char="l"/>
            </a:pPr>
            <a:r>
              <a:rPr lang="en-US" altLang="zh-CN" b="1" dirty="0">
                <a:effectLst>
                  <a:outerShdw blurRad="38100" dist="38100" dir="2700000" algn="tl">
                    <a:srgbClr val="FFFFFF"/>
                  </a:outerShdw>
                </a:effectLst>
                <a:latin typeface="+mn-lt"/>
                <a:ea typeface="隶书" pitchFamily="49" charset="-122"/>
              </a:rPr>
              <a:t> </a:t>
            </a:r>
            <a:r>
              <a:rPr lang="zh-CN" altLang="en-US" b="1" dirty="0">
                <a:solidFill>
                  <a:srgbClr val="FF3300"/>
                </a:solidFill>
                <a:effectLst>
                  <a:outerShdw blurRad="38100" dist="38100" dir="2700000" algn="tl">
                    <a:srgbClr val="000000"/>
                  </a:outerShdw>
                </a:effectLst>
                <a:latin typeface="+mn-lt"/>
                <a:ea typeface="隶书" pitchFamily="49" charset="-122"/>
              </a:rPr>
              <a:t>使用</a:t>
            </a:r>
            <a:r>
              <a:rPr lang="en-US" altLang="zh-CN" b="1" dirty="0">
                <a:solidFill>
                  <a:srgbClr val="FF3300"/>
                </a:solidFill>
                <a:effectLst>
                  <a:outerShdw blurRad="38100" dist="38100" dir="2700000" algn="tl">
                    <a:srgbClr val="000000"/>
                  </a:outerShdw>
                </a:effectLst>
                <a:latin typeface="+mn-lt"/>
                <a:ea typeface="隶书" pitchFamily="49" charset="-122"/>
              </a:rPr>
              <a:t>switch</a:t>
            </a:r>
            <a:r>
              <a:rPr lang="zh-CN" altLang="zh-CN" b="1" dirty="0">
                <a:solidFill>
                  <a:srgbClr val="FF3300"/>
                </a:solidFill>
                <a:effectLst>
                  <a:outerShdw blurRad="38100" dist="38100" dir="2700000" algn="tl">
                    <a:srgbClr val="000000"/>
                  </a:outerShdw>
                </a:effectLst>
                <a:latin typeface="+mn-lt"/>
                <a:ea typeface="隶书" pitchFamily="49" charset="-122"/>
              </a:rPr>
              <a:t>语句注意事项</a:t>
            </a:r>
            <a:endParaRPr lang="zh-CN" altLang="en-US" b="1" dirty="0">
              <a:solidFill>
                <a:srgbClr val="FF3300"/>
              </a:solidFill>
              <a:effectLst>
                <a:outerShdw blurRad="38100" dist="38100" dir="2700000" algn="tl">
                  <a:srgbClr val="000000"/>
                </a:outerShdw>
              </a:effectLst>
              <a:latin typeface="+mn-lt"/>
              <a:ea typeface="隶书" pitchFamily="49" charset="-122"/>
            </a:endParaRPr>
          </a:p>
        </p:txBody>
      </p:sp>
      <p:sp>
        <p:nvSpPr>
          <p:cNvPr id="872451" name="Rectangle 3"/>
          <p:cNvSpPr>
            <a:spLocks noChangeArrowheads="1"/>
          </p:cNvSpPr>
          <p:nvPr/>
        </p:nvSpPr>
        <p:spPr bwMode="auto">
          <a:xfrm>
            <a:off x="1012568"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72455" name="Rectangle 7"/>
          <p:cNvSpPr>
            <a:spLocks noChangeArrowheads="1"/>
          </p:cNvSpPr>
          <p:nvPr/>
        </p:nvSpPr>
        <p:spPr bwMode="auto">
          <a:xfrm>
            <a:off x="698216" y="785794"/>
            <a:ext cx="6789756" cy="457200"/>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(6)</a:t>
            </a:r>
            <a:r>
              <a:rPr lang="zh-CN" altLang="en-US" b="1" dirty="0">
                <a:effectLst>
                  <a:outerShdw blurRad="38100" dist="38100" dir="2700000" algn="tl">
                    <a:srgbClr val="FFFFFF"/>
                  </a:outerShdw>
                </a:effectLst>
                <a:latin typeface="+mn-lt"/>
                <a:ea typeface="楷体" pitchFamily="49" charset="-122"/>
              </a:rPr>
              <a:t>多个</a:t>
            </a:r>
            <a:r>
              <a:rPr lang="en-US" altLang="zh-CN" b="1" dirty="0">
                <a:effectLst>
                  <a:outerShdw blurRad="38100" dist="38100" dir="2700000" algn="tl">
                    <a:srgbClr val="FFFFFF"/>
                  </a:outerShdw>
                </a:effectLst>
                <a:latin typeface="+mn-lt"/>
                <a:ea typeface="楷体" pitchFamily="49" charset="-122"/>
              </a:rPr>
              <a:t>case</a:t>
            </a:r>
            <a:r>
              <a:rPr lang="zh-CN" altLang="en-US" b="1" dirty="0">
                <a:effectLst>
                  <a:outerShdw blurRad="38100" dist="38100" dir="2700000" algn="tl">
                    <a:srgbClr val="FFFFFF"/>
                  </a:outerShdw>
                </a:effectLst>
                <a:latin typeface="+mn-lt"/>
                <a:ea typeface="楷体" pitchFamily="49" charset="-122"/>
              </a:rPr>
              <a:t>子句，可共用同一语句（组）。</a:t>
            </a:r>
            <a:r>
              <a:rPr lang="zh-CN" altLang="en-US" dirty="0">
                <a:latin typeface="+mn-lt"/>
                <a:ea typeface="楷体" pitchFamily="49" charset="-122"/>
              </a:rPr>
              <a:t> </a:t>
            </a:r>
          </a:p>
        </p:txBody>
      </p:sp>
      <p:sp>
        <p:nvSpPr>
          <p:cNvPr id="872472" name="Text Box 24" descr="信纸"/>
          <p:cNvSpPr txBox="1">
            <a:spLocks noChangeArrowheads="1"/>
          </p:cNvSpPr>
          <p:nvPr/>
        </p:nvSpPr>
        <p:spPr bwMode="auto">
          <a:xfrm>
            <a:off x="1098989" y="1428736"/>
            <a:ext cx="10685643" cy="526516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 例：当</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a</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的值是</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1</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2</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3</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时，将</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b</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的值加</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2</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，当</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a</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的值是</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4</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5</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6</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时，将</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b</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的值减</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2</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a:t>
            </a:r>
          </a:p>
          <a:p>
            <a:pPr marL="457200" indent="-457200"/>
            <a:r>
              <a:rPr lang="zh-CN" altLang="en-US" b="1" dirty="0">
                <a:effectLst>
                  <a:outerShdw blurRad="38100" dist="38100" dir="2700000" algn="tl">
                    <a:srgbClr val="FFFFFF"/>
                  </a:outerShdw>
                </a:effectLst>
              </a:rPr>
              <a:t>  </a:t>
            </a:r>
            <a:r>
              <a:rPr lang="en-US" altLang="zh-CN" b="1" dirty="0">
                <a:effectLst>
                  <a:outerShdw blurRad="50800" dist="38100" dir="10800000" algn="r" rotWithShape="0">
                    <a:prstClr val="black">
                      <a:alpha val="40000"/>
                    </a:prstClr>
                  </a:outerShdw>
                </a:effectLst>
              </a:rPr>
              <a:t>int  a, b = 4;</a:t>
            </a:r>
          </a:p>
          <a:p>
            <a:pPr marL="457200" indent="-457200"/>
            <a:r>
              <a:rPr lang="en-US" altLang="zh-CN" b="1" dirty="0">
                <a:effectLst>
                  <a:outerShdw blurRad="50800" dist="38100" dir="10800000" algn="r" rotWithShape="0">
                    <a:prstClr val="black">
                      <a:alpha val="40000"/>
                    </a:prstClr>
                  </a:outerShdw>
                </a:effectLst>
              </a:rPr>
              <a:t>  </a:t>
            </a:r>
            <a:r>
              <a:rPr lang="en-US" altLang="zh-CN" b="1" dirty="0" err="1">
                <a:effectLst>
                  <a:outerShdw blurRad="50800" dist="38100" dir="10800000" algn="r" rotWithShape="0">
                    <a:prstClr val="black">
                      <a:alpha val="40000"/>
                    </a:prstClr>
                  </a:outerShdw>
                </a:effectLst>
              </a:rPr>
              <a:t>scanf</a:t>
            </a:r>
            <a:r>
              <a:rPr lang="en-US" altLang="zh-CN" b="1" dirty="0">
                <a:effectLst>
                  <a:outerShdw blurRad="50800" dist="38100" dir="10800000" algn="r" rotWithShape="0">
                    <a:prstClr val="black">
                      <a:alpha val="40000"/>
                    </a:prstClr>
                  </a:outerShdw>
                </a:effectLst>
              </a:rPr>
              <a:t> ("%d", &amp;a);</a:t>
            </a:r>
          </a:p>
          <a:p>
            <a:pPr marL="457200" indent="-457200"/>
            <a:r>
              <a:rPr lang="en-US" altLang="zh-CN" b="1" dirty="0">
                <a:effectLst>
                  <a:outerShdw blurRad="50800" dist="38100" dir="10800000" algn="r" rotWithShape="0">
                    <a:prstClr val="black">
                      <a:alpha val="40000"/>
                    </a:prstClr>
                  </a:outerShdw>
                </a:effectLst>
              </a:rPr>
              <a:t>  switch (a)</a:t>
            </a:r>
          </a:p>
          <a:p>
            <a:pPr marL="457200" indent="-457200"/>
            <a:r>
              <a:rPr lang="en-US" altLang="zh-CN" b="1" dirty="0">
                <a:effectLst>
                  <a:outerShdw blurRad="50800" dist="38100" dir="10800000" algn="r" rotWithShape="0">
                    <a:prstClr val="black">
                      <a:alpha val="40000"/>
                    </a:prstClr>
                  </a:outerShdw>
                </a:effectLst>
              </a:rPr>
              <a:t>  {</a:t>
            </a:r>
          </a:p>
          <a:p>
            <a:pPr marL="457200" indent="-457200"/>
            <a:r>
              <a:rPr lang="en-US" altLang="zh-CN" b="1" dirty="0">
                <a:solidFill>
                  <a:srgbClr val="0070C0"/>
                </a:solidFill>
                <a:effectLst>
                  <a:outerShdw blurRad="50800" dist="38100" dir="10800000" algn="r" rotWithShape="0">
                    <a:prstClr val="black">
                      <a:alpha val="40000"/>
                    </a:prstClr>
                  </a:outerShdw>
                </a:effectLst>
              </a:rPr>
              <a:t>    case 1:</a:t>
            </a:r>
          </a:p>
          <a:p>
            <a:pPr marL="457200" indent="-457200"/>
            <a:r>
              <a:rPr lang="en-US" altLang="zh-CN" b="1" dirty="0">
                <a:solidFill>
                  <a:srgbClr val="0070C0"/>
                </a:solidFill>
                <a:effectLst>
                  <a:outerShdw blurRad="50800" dist="38100" dir="10800000" algn="r" rotWithShape="0">
                    <a:prstClr val="black">
                      <a:alpha val="40000"/>
                    </a:prstClr>
                  </a:outerShdw>
                </a:effectLst>
              </a:rPr>
              <a:t>    case 2:</a:t>
            </a:r>
          </a:p>
          <a:p>
            <a:pPr marL="457200" indent="-457200"/>
            <a:r>
              <a:rPr lang="en-US" altLang="zh-CN" b="1" dirty="0">
                <a:solidFill>
                  <a:srgbClr val="0070C0"/>
                </a:solidFill>
                <a:effectLst>
                  <a:outerShdw blurRad="50800" dist="38100" dir="10800000" algn="r" rotWithShape="0">
                    <a:prstClr val="black">
                      <a:alpha val="40000"/>
                    </a:prstClr>
                  </a:outerShdw>
                </a:effectLst>
              </a:rPr>
              <a:t>    case 3:  b += 2;   break;</a:t>
            </a:r>
          </a:p>
          <a:p>
            <a:pPr marL="457200" indent="-457200"/>
            <a:r>
              <a:rPr lang="en-US" altLang="zh-CN" b="1" dirty="0">
                <a:effectLst>
                  <a:outerShdw blurRad="50800" dist="38100" dir="10800000" algn="r" rotWithShape="0">
                    <a:prstClr val="black">
                      <a:alpha val="40000"/>
                    </a:prstClr>
                  </a:outerShdw>
                </a:effectLst>
              </a:rPr>
              <a:t>    </a:t>
            </a:r>
            <a:r>
              <a:rPr lang="en-US" altLang="zh-CN" b="1" dirty="0">
                <a:solidFill>
                  <a:srgbClr val="006600"/>
                </a:solidFill>
                <a:effectLst>
                  <a:outerShdw blurRad="50800" dist="38100" dir="10800000" algn="r" rotWithShape="0">
                    <a:prstClr val="black">
                      <a:alpha val="40000"/>
                    </a:prstClr>
                  </a:outerShdw>
                </a:effectLst>
              </a:rPr>
              <a:t>case 4:</a:t>
            </a:r>
          </a:p>
          <a:p>
            <a:pPr marL="457200" indent="-457200"/>
            <a:r>
              <a:rPr lang="en-US" altLang="zh-CN" b="1" dirty="0">
                <a:solidFill>
                  <a:srgbClr val="006600"/>
                </a:solidFill>
                <a:effectLst>
                  <a:outerShdw blurRad="50800" dist="38100" dir="10800000" algn="r" rotWithShape="0">
                    <a:prstClr val="black">
                      <a:alpha val="40000"/>
                    </a:prstClr>
                  </a:outerShdw>
                </a:effectLst>
              </a:rPr>
              <a:t>    case 5:</a:t>
            </a:r>
          </a:p>
          <a:p>
            <a:pPr marL="457200" indent="-457200"/>
            <a:r>
              <a:rPr lang="en-US" altLang="zh-CN" b="1" dirty="0">
                <a:solidFill>
                  <a:srgbClr val="006600"/>
                </a:solidFill>
                <a:effectLst>
                  <a:outerShdw blurRad="50800" dist="38100" dir="10800000" algn="r" rotWithShape="0">
                    <a:prstClr val="black">
                      <a:alpha val="40000"/>
                    </a:prstClr>
                  </a:outerShdw>
                </a:effectLst>
              </a:rPr>
              <a:t>    case 6:  b -= 2;    break;</a:t>
            </a:r>
          </a:p>
          <a:p>
            <a:pPr marL="457200" indent="-457200"/>
            <a:r>
              <a:rPr lang="en-US" altLang="zh-CN" b="1" dirty="0">
                <a:effectLst>
                  <a:outerShdw blurRad="50800" dist="38100" dir="10800000" algn="r" rotWithShape="0">
                    <a:prstClr val="black">
                      <a:alpha val="40000"/>
                    </a:prstClr>
                  </a:outerShdw>
                </a:effectLst>
              </a:rPr>
              <a:t>    default:  b *= 2;   break;</a:t>
            </a:r>
          </a:p>
          <a:p>
            <a:pPr marL="457200" indent="-457200"/>
            <a:r>
              <a:rPr lang="en-US" altLang="zh-CN" b="1" dirty="0">
                <a:effectLst>
                  <a:outerShdw blurRad="50800" dist="38100" dir="10800000" algn="r" rotWithShape="0">
                    <a:prstClr val="black">
                      <a:alpha val="40000"/>
                    </a:prstClr>
                  </a:outerShdw>
                </a:effectLst>
              </a:rPr>
              <a:t>  }</a:t>
            </a:r>
          </a:p>
          <a:p>
            <a:pPr marL="457200" indent="-457200"/>
            <a:r>
              <a:rPr lang="en-US" altLang="zh-CN" b="1" dirty="0">
                <a:effectLst>
                  <a:outerShdw blurRad="50800" dist="38100" dir="10800000" algn="r" rotWithShape="0">
                    <a:prstClr val="black">
                      <a:alpha val="40000"/>
                    </a:prstClr>
                  </a:outerShdw>
                </a:effectLst>
              </a:rPr>
              <a:t>  </a:t>
            </a:r>
            <a:r>
              <a:rPr lang="en-US" altLang="zh-CN" b="1" dirty="0" err="1">
                <a:effectLst>
                  <a:outerShdw blurRad="50800" dist="38100" dir="10800000" algn="r" rotWithShape="0">
                    <a:prstClr val="black">
                      <a:alpha val="40000"/>
                    </a:prstClr>
                  </a:outerShdw>
                </a:effectLst>
              </a:rPr>
              <a:t>printf</a:t>
            </a:r>
            <a:r>
              <a:rPr lang="en-US" altLang="zh-CN" b="1" dirty="0">
                <a:effectLst>
                  <a:outerShdw blurRad="50800" dist="38100" dir="10800000" algn="r" rotWithShape="0">
                    <a:prstClr val="black">
                      <a:alpha val="40000"/>
                    </a:prstClr>
                  </a:outerShdw>
                </a:effectLst>
              </a:rPr>
              <a:t> ("b = %d\n", b);</a:t>
            </a:r>
          </a:p>
        </p:txBody>
      </p:sp>
      <p:grpSp>
        <p:nvGrpSpPr>
          <p:cNvPr id="872473" name="Group 25"/>
          <p:cNvGrpSpPr>
            <a:grpSpLocks/>
          </p:cNvGrpSpPr>
          <p:nvPr/>
        </p:nvGrpSpPr>
        <p:grpSpPr bwMode="auto">
          <a:xfrm>
            <a:off x="-16132" y="0"/>
            <a:ext cx="446088" cy="6858000"/>
            <a:chOff x="0" y="0"/>
            <a:chExt cx="281" cy="4320"/>
          </a:xfrm>
        </p:grpSpPr>
        <p:sp>
          <p:nvSpPr>
            <p:cNvPr id="872474" name="Text Box 2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72475" name="Text Box 2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72455">
                                            <p:txEl>
                                              <p:pRg st="0" end="0"/>
                                            </p:txEl>
                                          </p:spTgt>
                                        </p:tgtEl>
                                        <p:attrNameLst>
                                          <p:attrName>style.visibility</p:attrName>
                                        </p:attrNameLst>
                                      </p:cBhvr>
                                      <p:to>
                                        <p:strVal val="visible"/>
                                      </p:to>
                                    </p:set>
                                    <p:animEffect transition="in" filter="box(out)">
                                      <p:cBhvr>
                                        <p:cTn id="7" dur="500"/>
                                        <p:tgtEl>
                                          <p:spTgt spid="87245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72472"/>
                                        </p:tgtEl>
                                        <p:attrNameLst>
                                          <p:attrName>style.visibility</p:attrName>
                                        </p:attrNameLst>
                                      </p:cBhvr>
                                      <p:to>
                                        <p:strVal val="visible"/>
                                      </p:to>
                                    </p:set>
                                    <p:animEffect transition="in" filter="box(out)">
                                      <p:cBhvr>
                                        <p:cTn id="12" dur="500"/>
                                        <p:tgtEl>
                                          <p:spTgt spid="87247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72"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Rectangle 2"/>
          <p:cNvSpPr>
            <a:spLocks noChangeArrowheads="1"/>
          </p:cNvSpPr>
          <p:nvPr/>
        </p:nvSpPr>
        <p:spPr bwMode="auto">
          <a:xfrm>
            <a:off x="238876" y="260351"/>
            <a:ext cx="4465638" cy="434975"/>
          </a:xfrm>
          <a:prstGeom prst="rect">
            <a:avLst/>
          </a:prstGeom>
          <a:noFill/>
          <a:ln w="9525">
            <a:noFill/>
            <a:miter lim="800000"/>
            <a:headEnd/>
            <a:tailEnd/>
          </a:ln>
        </p:spPr>
        <p:txBody>
          <a:bodyPr/>
          <a:lstStyle/>
          <a:p>
            <a:pPr lvl="1" eaLnBrk="0" hangingPunct="0">
              <a:buClr>
                <a:srgbClr val="FF3300"/>
              </a:buClr>
              <a:buFont typeface="Wingdings" pitchFamily="2" charset="2"/>
              <a:buChar char="l"/>
            </a:pPr>
            <a:r>
              <a:rPr lang="en-US" altLang="zh-CN" b="1" dirty="0">
                <a:effectLst>
                  <a:outerShdw blurRad="38100" dist="38100" dir="2700000" algn="tl">
                    <a:srgbClr val="000000">
                      <a:alpha val="43137"/>
                    </a:srgbClr>
                  </a:outerShdw>
                </a:effectLst>
                <a:latin typeface="+mn-lt"/>
                <a:ea typeface="隶书" pitchFamily="49" charset="-122"/>
              </a:rPr>
              <a:t> </a:t>
            </a:r>
            <a:r>
              <a:rPr lang="zh-CN" altLang="en-US" b="1" dirty="0">
                <a:solidFill>
                  <a:srgbClr val="FF3300"/>
                </a:solidFill>
                <a:effectLst>
                  <a:outerShdw blurRad="38100" dist="38100" dir="2700000" algn="tl">
                    <a:srgbClr val="000000"/>
                  </a:outerShdw>
                </a:effectLst>
                <a:latin typeface="+mn-lt"/>
                <a:ea typeface="隶书" pitchFamily="49" charset="-122"/>
              </a:rPr>
              <a:t>使用</a:t>
            </a:r>
            <a:r>
              <a:rPr lang="en-US" altLang="zh-CN" b="1" dirty="0">
                <a:solidFill>
                  <a:srgbClr val="FF3300"/>
                </a:solidFill>
                <a:effectLst>
                  <a:outerShdw blurRad="38100" dist="38100" dir="2700000" algn="tl">
                    <a:srgbClr val="000000"/>
                  </a:outerShdw>
                </a:effectLst>
                <a:latin typeface="+mn-lt"/>
                <a:ea typeface="隶书" pitchFamily="49" charset="-122"/>
              </a:rPr>
              <a:t>switch</a:t>
            </a:r>
            <a:r>
              <a:rPr lang="zh-CN" altLang="zh-CN" b="1" dirty="0">
                <a:solidFill>
                  <a:srgbClr val="FF3300"/>
                </a:solidFill>
                <a:effectLst>
                  <a:outerShdw blurRad="38100" dist="38100" dir="2700000" algn="tl">
                    <a:srgbClr val="000000"/>
                  </a:outerShdw>
                </a:effectLst>
                <a:latin typeface="+mn-lt"/>
                <a:ea typeface="隶书" pitchFamily="49" charset="-122"/>
              </a:rPr>
              <a:t>语句注意事项</a:t>
            </a:r>
            <a:endParaRPr lang="zh-CN" altLang="en-US" b="1" dirty="0">
              <a:solidFill>
                <a:srgbClr val="FF3300"/>
              </a:solidFill>
              <a:effectLst>
                <a:outerShdw blurRad="38100" dist="38100" dir="2700000" algn="tl">
                  <a:srgbClr val="000000"/>
                </a:outerShdw>
              </a:effectLst>
              <a:latin typeface="+mn-lt"/>
              <a:ea typeface="隶书" pitchFamily="49" charset="-122"/>
            </a:endParaRPr>
          </a:p>
        </p:txBody>
      </p:sp>
      <p:sp>
        <p:nvSpPr>
          <p:cNvPr id="874499" name="Rectangle 3"/>
          <p:cNvSpPr>
            <a:spLocks noChangeArrowheads="1"/>
          </p:cNvSpPr>
          <p:nvPr/>
        </p:nvSpPr>
        <p:spPr bwMode="auto">
          <a:xfrm>
            <a:off x="1016751"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74503" name="Rectangle 7"/>
          <p:cNvSpPr>
            <a:spLocks noChangeArrowheads="1"/>
          </p:cNvSpPr>
          <p:nvPr/>
        </p:nvSpPr>
        <p:spPr bwMode="auto">
          <a:xfrm>
            <a:off x="413502" y="631826"/>
            <a:ext cx="11227114"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(7) case</a:t>
            </a:r>
            <a:r>
              <a:rPr lang="zh-CN" altLang="en-US" b="1" dirty="0">
                <a:effectLst>
                  <a:outerShdw blurRad="38100" dist="38100" dir="2700000" algn="tl">
                    <a:srgbClr val="FFFFFF"/>
                  </a:outerShdw>
                </a:effectLst>
                <a:latin typeface="+mn-lt"/>
                <a:ea typeface="楷体" pitchFamily="49" charset="-122"/>
              </a:rPr>
              <a:t>子句和</a:t>
            </a:r>
            <a:r>
              <a:rPr lang="en-US" altLang="zh-CN" b="1" dirty="0">
                <a:effectLst>
                  <a:outerShdw blurRad="38100" dist="38100" dir="2700000" algn="tl">
                    <a:srgbClr val="FFFFFF"/>
                  </a:outerShdw>
                </a:effectLst>
                <a:latin typeface="+mn-lt"/>
                <a:ea typeface="楷体" pitchFamily="49" charset="-122"/>
              </a:rPr>
              <a:t>default</a:t>
            </a:r>
            <a:r>
              <a:rPr lang="zh-CN" altLang="en-US" b="1" dirty="0">
                <a:effectLst>
                  <a:outerShdw blurRad="38100" dist="38100" dir="2700000" algn="tl">
                    <a:srgbClr val="FFFFFF"/>
                  </a:outerShdw>
                </a:effectLst>
                <a:latin typeface="+mn-lt"/>
                <a:ea typeface="楷体" pitchFamily="49" charset="-122"/>
              </a:rPr>
              <a:t>子句如果都带有</a:t>
            </a:r>
            <a:r>
              <a:rPr lang="en-US" altLang="zh-CN" b="1" dirty="0">
                <a:effectLst>
                  <a:outerShdw blurRad="38100" dist="38100" dir="2700000" algn="tl">
                    <a:srgbClr val="FFFFFF"/>
                  </a:outerShdw>
                </a:effectLst>
                <a:latin typeface="+mn-lt"/>
                <a:ea typeface="楷体" pitchFamily="49" charset="-122"/>
              </a:rPr>
              <a:t>break</a:t>
            </a:r>
            <a:r>
              <a:rPr lang="zh-CN" altLang="en-US" b="1" dirty="0">
                <a:effectLst>
                  <a:outerShdw blurRad="38100" dist="38100" dir="2700000" algn="tl">
                    <a:srgbClr val="FFFFFF"/>
                  </a:outerShdw>
                </a:effectLst>
                <a:latin typeface="+mn-lt"/>
                <a:ea typeface="楷体" pitchFamily="49" charset="-122"/>
              </a:rPr>
              <a:t>子句，那么它们之间顺序的变化不会影响</a:t>
            </a:r>
            <a:r>
              <a:rPr lang="en-US" altLang="zh-CN" b="1" dirty="0">
                <a:effectLst>
                  <a:outerShdw blurRad="38100" dist="38100" dir="2700000" algn="tl">
                    <a:srgbClr val="FFFFFF"/>
                  </a:outerShdw>
                </a:effectLst>
                <a:latin typeface="+mn-lt"/>
                <a:ea typeface="楷体" pitchFamily="49" charset="-122"/>
              </a:rPr>
              <a:t>switch</a:t>
            </a:r>
            <a:r>
              <a:rPr lang="zh-CN" altLang="en-US" b="1" dirty="0">
                <a:effectLst>
                  <a:outerShdw blurRad="38100" dist="38100" dir="2700000" algn="tl">
                    <a:srgbClr val="FFFFFF"/>
                  </a:outerShdw>
                </a:effectLst>
                <a:latin typeface="+mn-lt"/>
                <a:ea typeface="楷体" pitchFamily="49" charset="-122"/>
              </a:rPr>
              <a:t>语句的功能。 </a:t>
            </a:r>
          </a:p>
        </p:txBody>
      </p:sp>
      <p:sp>
        <p:nvSpPr>
          <p:cNvPr id="874504" name="Text Box 8" descr="信纸"/>
          <p:cNvSpPr txBox="1">
            <a:spLocks noChangeArrowheads="1"/>
          </p:cNvSpPr>
          <p:nvPr/>
        </p:nvSpPr>
        <p:spPr bwMode="auto">
          <a:xfrm>
            <a:off x="1199456" y="1563216"/>
            <a:ext cx="4719600" cy="5080494"/>
          </a:xfrm>
          <a:prstGeom prst="rect">
            <a:avLst/>
          </a:prstGeom>
          <a:blipFill dpi="0" rotWithShape="0">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1800" b="1" dirty="0">
                <a:effectLst>
                  <a:outerShdw blurRad="50800" dist="38100" dir="13500000" algn="br" rotWithShape="0">
                    <a:prstClr val="black">
                      <a:alpha val="40000"/>
                    </a:prstClr>
                  </a:outerShdw>
                </a:effectLst>
              </a:rPr>
              <a:t>  #include &lt;</a:t>
            </a:r>
            <a:r>
              <a:rPr lang="en-US" altLang="zh-CN" sz="1800" b="1" dirty="0" err="1">
                <a:effectLst>
                  <a:outerShdw blurRad="50800" dist="38100" dir="13500000" algn="br" rotWithShape="0">
                    <a:prstClr val="black">
                      <a:alpha val="40000"/>
                    </a:prstClr>
                  </a:outerShdw>
                </a:effectLst>
              </a:rPr>
              <a:t>stdio.h</a:t>
            </a:r>
            <a:r>
              <a:rPr lang="en-US" altLang="zh-CN" sz="1800" b="1" dirty="0">
                <a:effectLst>
                  <a:outerShdw blurRad="50800" dist="38100" dir="13500000" algn="br" rotWithShape="0">
                    <a:prstClr val="black">
                      <a:alpha val="40000"/>
                    </a:prstClr>
                  </a:outerShdw>
                </a:effectLst>
              </a:rPr>
              <a:t>&gt;</a:t>
            </a:r>
          </a:p>
          <a:p>
            <a:pPr marL="457200" indent="-457200"/>
            <a:r>
              <a:rPr lang="en-US" altLang="zh-CN" sz="1800" b="1" dirty="0">
                <a:solidFill>
                  <a:srgbClr val="CC3300"/>
                </a:solidFill>
                <a:effectLst>
                  <a:outerShdw blurRad="50800" dist="38100" dir="13500000" algn="br" rotWithShape="0">
                    <a:prstClr val="black">
                      <a:alpha val="40000"/>
                    </a:prstClr>
                  </a:outerShdw>
                </a:effectLst>
              </a:rPr>
              <a:t>  </a:t>
            </a:r>
            <a:r>
              <a:rPr lang="en-US" altLang="zh-CN" sz="1800" b="1" dirty="0" err="1">
                <a:solidFill>
                  <a:srgbClr val="CC3300"/>
                </a:solidFill>
                <a:effectLst>
                  <a:outerShdw blurRad="50800" dist="38100" dir="13500000" algn="br" rotWithShape="0">
                    <a:prstClr val="black">
                      <a:alpha val="40000"/>
                    </a:prstClr>
                  </a:outerShdw>
                </a:effectLst>
              </a:rPr>
              <a:t>int</a:t>
            </a:r>
            <a:r>
              <a:rPr lang="en-US" altLang="zh-CN" sz="1800" b="1" dirty="0">
                <a:solidFill>
                  <a:srgbClr val="CC3300"/>
                </a:solidFill>
                <a:effectLst>
                  <a:outerShdw blurRad="50800" dist="38100" dir="13500000" algn="br" rotWithShape="0">
                    <a:prstClr val="black">
                      <a:alpha val="40000"/>
                    </a:prstClr>
                  </a:outerShdw>
                </a:effectLst>
              </a:rPr>
              <a:t> main ( )</a:t>
            </a:r>
          </a:p>
          <a:p>
            <a:pPr marL="457200" indent="-457200"/>
            <a:r>
              <a:rPr lang="en-US" altLang="zh-CN" sz="1800" b="1" dirty="0">
                <a:effectLst>
                  <a:outerShdw blurRad="50800" dist="38100" dir="13500000" algn="br" rotWithShape="0">
                    <a:prstClr val="black">
                      <a:alpha val="40000"/>
                    </a:prstClr>
                  </a:outerShdw>
                </a:effectLst>
              </a:rPr>
              <a:t>  {</a:t>
            </a:r>
          </a:p>
          <a:p>
            <a:pPr marL="457200" indent="-457200"/>
            <a:r>
              <a:rPr lang="en-US" altLang="zh-CN" sz="1800" b="1" dirty="0">
                <a:effectLst>
                  <a:outerShdw blurRad="50800" dist="38100" dir="13500000" algn="br" rotWithShape="0">
                    <a:prstClr val="black">
                      <a:alpha val="40000"/>
                    </a:prstClr>
                  </a:outerShdw>
                </a:effectLst>
              </a:rPr>
              <a:t>    char  </a:t>
            </a:r>
            <a:r>
              <a:rPr lang="en-US" altLang="zh-CN" sz="1800" b="1" dirty="0" err="1">
                <a:effectLst>
                  <a:outerShdw blurRad="50800" dist="38100" dir="13500000" algn="br" rotWithShape="0">
                    <a:prstClr val="black">
                      <a:alpha val="40000"/>
                    </a:prstClr>
                  </a:outerShdw>
                </a:effectLst>
              </a:rPr>
              <a:t>ch</a:t>
            </a:r>
            <a:r>
              <a:rPr lang="en-US" altLang="zh-CN" sz="1800" b="1" dirty="0">
                <a:effectLst>
                  <a:outerShdw blurRad="50800" dist="38100" dir="13500000" algn="br" rotWithShape="0">
                    <a:prstClr val="black">
                      <a:alpha val="40000"/>
                    </a:prstClr>
                  </a:outerShdw>
                </a:effectLst>
              </a:rPr>
              <a:t>;</a:t>
            </a:r>
          </a:p>
          <a:p>
            <a:pPr marL="457200" indent="-457200"/>
            <a:r>
              <a:rPr lang="en-US" altLang="zh-CN" sz="1800" b="1" dirty="0">
                <a:effectLst>
                  <a:outerShdw blurRad="50800" dist="38100" dir="13500000" algn="br" rotWithShape="0">
                    <a:prstClr val="black">
                      <a:alpha val="40000"/>
                    </a:prstClr>
                  </a:outerShdw>
                </a:effectLst>
              </a:rPr>
              <a:t>    </a:t>
            </a:r>
            <a:r>
              <a:rPr lang="en-US" altLang="zh-CN" sz="1800" b="1" dirty="0" err="1">
                <a:effectLst>
                  <a:outerShdw blurRad="50800" dist="38100" dir="13500000" algn="br" rotWithShape="0">
                    <a:prstClr val="black">
                      <a:alpha val="40000"/>
                    </a:prstClr>
                  </a:outerShdw>
                </a:effectLst>
              </a:rPr>
              <a:t>ch</a:t>
            </a:r>
            <a:r>
              <a:rPr lang="en-US" altLang="zh-CN" sz="1800" b="1" dirty="0">
                <a:effectLst>
                  <a:outerShdw blurRad="50800" dist="38100" dir="13500000" algn="br" rotWithShape="0">
                    <a:prstClr val="black">
                      <a:alpha val="40000"/>
                    </a:prstClr>
                  </a:outerShdw>
                </a:effectLst>
              </a:rPr>
              <a:t> = </a:t>
            </a:r>
            <a:r>
              <a:rPr lang="en-US" altLang="zh-CN" sz="1800" b="1" dirty="0" err="1">
                <a:effectLst>
                  <a:outerShdw blurRad="50800" dist="38100" dir="13500000" algn="br" rotWithShape="0">
                    <a:prstClr val="black">
                      <a:alpha val="40000"/>
                    </a:prstClr>
                  </a:outerShdw>
                </a:effectLst>
              </a:rPr>
              <a:t>getch</a:t>
            </a:r>
            <a:r>
              <a:rPr lang="en-US" altLang="zh-CN" sz="1800" b="1" dirty="0">
                <a:effectLst>
                  <a:outerShdw blurRad="50800" dist="38100" dir="13500000" algn="br" rotWithShape="0">
                    <a:prstClr val="black">
                      <a:alpha val="40000"/>
                    </a:prstClr>
                  </a:outerShdw>
                </a:effectLst>
              </a:rPr>
              <a:t> ( );</a:t>
            </a:r>
          </a:p>
          <a:p>
            <a:pPr marL="457200" indent="-457200"/>
            <a:r>
              <a:rPr lang="en-US" altLang="zh-CN" sz="1800" b="1" dirty="0">
                <a:effectLst>
                  <a:outerShdw blurRad="50800" dist="38100" dir="13500000" algn="br" rotWithShape="0">
                    <a:prstClr val="black">
                      <a:alpha val="40000"/>
                    </a:prstClr>
                  </a:outerShdw>
                </a:effectLst>
              </a:rPr>
              <a:t>    switch ( </a:t>
            </a:r>
            <a:r>
              <a:rPr lang="en-US" altLang="zh-CN" sz="1800" b="1" dirty="0" err="1">
                <a:effectLst>
                  <a:outerShdw blurRad="50800" dist="38100" dir="13500000" algn="br" rotWithShape="0">
                    <a:prstClr val="black">
                      <a:alpha val="40000"/>
                    </a:prstClr>
                  </a:outerShdw>
                </a:effectLst>
              </a:rPr>
              <a:t>ch</a:t>
            </a:r>
            <a:r>
              <a:rPr lang="en-US" altLang="zh-CN" sz="1800" b="1" dirty="0">
                <a:effectLst>
                  <a:outerShdw blurRad="50800" dist="38100" dir="13500000" algn="br" rotWithShape="0">
                    <a:prstClr val="black">
                      <a:alpha val="40000"/>
                    </a:prstClr>
                  </a:outerShdw>
                </a:effectLst>
              </a:rPr>
              <a:t> )</a:t>
            </a:r>
          </a:p>
          <a:p>
            <a:pPr marL="457200" indent="-457200"/>
            <a:r>
              <a:rPr lang="en-US" altLang="zh-CN" sz="1800" b="1" dirty="0">
                <a:effectLst>
                  <a:outerShdw blurRad="50800" dist="38100" dir="13500000" algn="br" rotWithShape="0">
                    <a:prstClr val="black">
                      <a:alpha val="40000"/>
                    </a:prstClr>
                  </a:outerShdw>
                </a:effectLst>
              </a:rPr>
              <a:t>    {</a:t>
            </a:r>
          </a:p>
          <a:p>
            <a:pPr marL="457200" indent="-457200"/>
            <a:r>
              <a:rPr lang="en-US" altLang="zh-CN" sz="1800" b="1" dirty="0">
                <a:effectLst>
                  <a:outerShdw blurRad="50800" dist="38100" dir="13500000" algn="br" rotWithShape="0">
                    <a:prstClr val="black">
                      <a:alpha val="40000"/>
                    </a:prstClr>
                  </a:outerShdw>
                </a:effectLst>
              </a:rPr>
              <a:t>      case 'Y' :  </a:t>
            </a:r>
            <a:r>
              <a:rPr lang="en-US" altLang="zh-CN" sz="1800" b="1" dirty="0" err="1">
                <a:effectLst>
                  <a:outerShdw blurRad="50800" dist="38100" dir="13500000" algn="br" rotWithShape="0">
                    <a:prstClr val="black">
                      <a:alpha val="40000"/>
                    </a:prstClr>
                  </a:outerShdw>
                </a:effectLst>
              </a:rPr>
              <a:t>printf</a:t>
            </a:r>
            <a:r>
              <a:rPr lang="en-US" altLang="zh-CN" sz="1800" b="1" dirty="0">
                <a:effectLst>
                  <a:outerShdw blurRad="50800" dist="38100" dir="13500000" algn="br" rotWithShape="0">
                    <a:prstClr val="black">
                      <a:alpha val="40000"/>
                    </a:prstClr>
                  </a:outerShdw>
                </a:effectLst>
              </a:rPr>
              <a:t> ("Yes\n");  </a:t>
            </a:r>
          </a:p>
          <a:p>
            <a:pPr marL="457200" indent="-457200"/>
            <a:r>
              <a:rPr lang="en-US" altLang="zh-CN" sz="1800" b="1" dirty="0">
                <a:effectLst>
                  <a:outerShdw blurRad="50800" dist="38100" dir="13500000" algn="br" rotWithShape="0">
                    <a:prstClr val="black">
                      <a:alpha val="40000"/>
                    </a:prstClr>
                  </a:outerShdw>
                </a:effectLst>
              </a:rPr>
              <a:t>                       break;</a:t>
            </a:r>
          </a:p>
          <a:p>
            <a:pPr marL="457200" indent="-457200"/>
            <a:r>
              <a:rPr lang="en-US" altLang="zh-CN" sz="1800" b="1" dirty="0">
                <a:effectLst>
                  <a:outerShdw blurRad="50800" dist="38100" dir="13500000" algn="br" rotWithShape="0">
                    <a:prstClr val="black">
                      <a:alpha val="40000"/>
                    </a:prstClr>
                  </a:outerShdw>
                </a:effectLst>
              </a:rPr>
              <a:t>      case 'N' :  </a:t>
            </a:r>
            <a:r>
              <a:rPr lang="en-US" altLang="zh-CN" sz="1800" b="1" dirty="0" err="1">
                <a:effectLst>
                  <a:outerShdw blurRad="50800" dist="38100" dir="13500000" algn="br" rotWithShape="0">
                    <a:prstClr val="black">
                      <a:alpha val="40000"/>
                    </a:prstClr>
                  </a:outerShdw>
                </a:effectLst>
              </a:rPr>
              <a:t>printf</a:t>
            </a:r>
            <a:r>
              <a:rPr lang="en-US" altLang="zh-CN" sz="1800" b="1" dirty="0">
                <a:effectLst>
                  <a:outerShdw blurRad="50800" dist="38100" dir="13500000" algn="br" rotWithShape="0">
                    <a:prstClr val="black">
                      <a:alpha val="40000"/>
                    </a:prstClr>
                  </a:outerShdw>
                </a:effectLst>
              </a:rPr>
              <a:t> ("No\n");  </a:t>
            </a:r>
          </a:p>
          <a:p>
            <a:pPr marL="457200" indent="-457200"/>
            <a:r>
              <a:rPr lang="en-US" altLang="zh-CN" sz="1800" b="1" dirty="0">
                <a:effectLst>
                  <a:outerShdw blurRad="50800" dist="38100" dir="13500000" algn="br" rotWithShape="0">
                    <a:prstClr val="black">
                      <a:alpha val="40000"/>
                    </a:prstClr>
                  </a:outerShdw>
                </a:effectLst>
              </a:rPr>
              <a:t>                       break;</a:t>
            </a:r>
          </a:p>
          <a:p>
            <a:pPr marL="457200" indent="-457200"/>
            <a:r>
              <a:rPr lang="en-US" altLang="zh-CN" sz="1800" b="1" dirty="0">
                <a:effectLst>
                  <a:outerShdw blurRad="50800" dist="38100" dir="13500000" algn="br" rotWithShape="0">
                    <a:prstClr val="black">
                      <a:alpha val="40000"/>
                    </a:prstClr>
                  </a:outerShdw>
                </a:effectLst>
              </a:rPr>
              <a:t>      case 'A' :  </a:t>
            </a:r>
            <a:r>
              <a:rPr lang="en-US" altLang="zh-CN" sz="1800" b="1" dirty="0" err="1">
                <a:effectLst>
                  <a:outerShdw blurRad="50800" dist="38100" dir="13500000" algn="br" rotWithShape="0">
                    <a:prstClr val="black">
                      <a:alpha val="40000"/>
                    </a:prstClr>
                  </a:outerShdw>
                </a:effectLst>
              </a:rPr>
              <a:t>printf</a:t>
            </a:r>
            <a:r>
              <a:rPr lang="en-US" altLang="zh-CN" sz="1800" b="1" dirty="0">
                <a:effectLst>
                  <a:outerShdw blurRad="50800" dist="38100" dir="13500000" algn="br" rotWithShape="0">
                    <a:prstClr val="black">
                      <a:alpha val="40000"/>
                    </a:prstClr>
                  </a:outerShdw>
                </a:effectLst>
              </a:rPr>
              <a:t> ("All\n");  </a:t>
            </a:r>
          </a:p>
          <a:p>
            <a:pPr marL="457200" indent="-457200"/>
            <a:r>
              <a:rPr lang="en-US" altLang="zh-CN" sz="1800" b="1" dirty="0">
                <a:effectLst>
                  <a:outerShdw blurRad="50800" dist="38100" dir="13500000" algn="br" rotWithShape="0">
                    <a:prstClr val="black">
                      <a:alpha val="40000"/>
                    </a:prstClr>
                  </a:outerShdw>
                </a:effectLst>
              </a:rPr>
              <a:t>                       break;</a:t>
            </a:r>
          </a:p>
          <a:p>
            <a:pPr marL="457200" indent="-457200"/>
            <a:r>
              <a:rPr lang="en-US" altLang="zh-CN" sz="1800" b="1" dirty="0">
                <a:effectLst>
                  <a:outerShdw blurRad="50800" dist="38100" dir="13500000" algn="br" rotWithShape="0">
                    <a:prstClr val="black">
                      <a:alpha val="40000"/>
                    </a:prstClr>
                  </a:outerShdw>
                </a:effectLst>
              </a:rPr>
              <a:t>      </a:t>
            </a:r>
            <a:r>
              <a:rPr lang="en-US" altLang="zh-CN" sz="1800" b="1" dirty="0">
                <a:solidFill>
                  <a:srgbClr val="FF3300"/>
                </a:solidFill>
                <a:effectLst>
                  <a:outerShdw blurRad="50800" dist="38100" dir="13500000" algn="br" rotWithShape="0">
                    <a:prstClr val="black">
                      <a:alpha val="40000"/>
                    </a:prstClr>
                  </a:outerShdw>
                </a:effectLst>
              </a:rPr>
              <a:t>default :   </a:t>
            </a:r>
            <a:r>
              <a:rPr lang="en-US" altLang="zh-CN" sz="1800" b="1" dirty="0" err="1">
                <a:solidFill>
                  <a:srgbClr val="FF3300"/>
                </a:solidFill>
                <a:effectLst>
                  <a:outerShdw blurRad="50800" dist="38100" dir="13500000" algn="br" rotWithShape="0">
                    <a:prstClr val="black">
                      <a:alpha val="40000"/>
                    </a:prstClr>
                  </a:outerShdw>
                </a:effectLst>
              </a:rPr>
              <a:t>printf</a:t>
            </a:r>
            <a:r>
              <a:rPr lang="en-US" altLang="zh-CN" sz="1800" b="1" dirty="0">
                <a:solidFill>
                  <a:srgbClr val="FF3300"/>
                </a:solidFill>
                <a:effectLst>
                  <a:outerShdw blurRad="50800" dist="38100" dir="13500000" algn="br" rotWithShape="0">
                    <a:prstClr val="black">
                      <a:alpha val="40000"/>
                    </a:prstClr>
                  </a:outerShdw>
                </a:effectLst>
              </a:rPr>
              <a:t> ("</a:t>
            </a:r>
            <a:r>
              <a:rPr lang="en-US" altLang="zh-CN" sz="1800" b="1" dirty="0" err="1">
                <a:solidFill>
                  <a:srgbClr val="FF3300"/>
                </a:solidFill>
                <a:effectLst>
                  <a:outerShdw blurRad="50800" dist="38100" dir="13500000" algn="br" rotWithShape="0">
                    <a:prstClr val="black">
                      <a:alpha val="40000"/>
                    </a:prstClr>
                  </a:outerShdw>
                </a:effectLst>
              </a:rPr>
              <a:t>Yes,No</a:t>
            </a:r>
            <a:r>
              <a:rPr lang="en-US" altLang="zh-CN" sz="1800" b="1" dirty="0">
                <a:solidFill>
                  <a:srgbClr val="FF3300"/>
                </a:solidFill>
                <a:effectLst>
                  <a:outerShdw blurRad="50800" dist="38100" dir="13500000" algn="br" rotWithShape="0">
                    <a:prstClr val="black">
                      <a:alpha val="40000"/>
                    </a:prstClr>
                  </a:outerShdw>
                </a:effectLst>
              </a:rPr>
              <a:t> or All\n"); </a:t>
            </a:r>
          </a:p>
          <a:p>
            <a:pPr marL="457200" indent="-457200"/>
            <a:r>
              <a:rPr lang="en-US" altLang="zh-CN" sz="1800" b="1" dirty="0">
                <a:solidFill>
                  <a:srgbClr val="FF3300"/>
                </a:solidFill>
                <a:effectLst>
                  <a:outerShdw blurRad="50800" dist="38100" dir="13500000" algn="br" rotWithShape="0">
                    <a:prstClr val="black">
                      <a:alpha val="40000"/>
                    </a:prstClr>
                  </a:outerShdw>
                </a:effectLst>
              </a:rPr>
              <a:t>                       break;</a:t>
            </a:r>
          </a:p>
          <a:p>
            <a:pPr marL="457200" indent="-457200"/>
            <a:r>
              <a:rPr lang="en-US" altLang="zh-CN" sz="1800" b="1" dirty="0">
                <a:effectLst>
                  <a:outerShdw blurRad="50800" dist="38100" dir="13500000" algn="br" rotWithShape="0">
                    <a:prstClr val="black">
                      <a:alpha val="40000"/>
                    </a:prstClr>
                  </a:outerShdw>
                </a:effectLst>
              </a:rPr>
              <a:t>    }</a:t>
            </a:r>
          </a:p>
          <a:p>
            <a:pPr marL="457200" indent="-457200"/>
            <a:r>
              <a:rPr lang="en-US" altLang="zh-CN" sz="1800" b="1" dirty="0">
                <a:effectLst>
                  <a:outerShdw blurRad="50800" dist="38100" dir="13500000" algn="br" rotWithShape="0">
                    <a:prstClr val="black">
                      <a:alpha val="40000"/>
                    </a:prstClr>
                  </a:outerShdw>
                </a:effectLst>
              </a:rPr>
              <a:t>    return 0;</a:t>
            </a:r>
          </a:p>
          <a:p>
            <a:pPr marL="457200" indent="-457200"/>
            <a:r>
              <a:rPr lang="en-US" altLang="zh-CN" sz="1800" b="1" dirty="0">
                <a:effectLst>
                  <a:outerShdw blurRad="50800" dist="38100" dir="13500000" algn="br" rotWithShape="0">
                    <a:prstClr val="black">
                      <a:alpha val="40000"/>
                    </a:prstClr>
                  </a:outerShdw>
                </a:effectLst>
              </a:rPr>
              <a:t>  }</a:t>
            </a:r>
          </a:p>
        </p:txBody>
      </p:sp>
      <p:sp>
        <p:nvSpPr>
          <p:cNvPr id="874505" name="Text Box 9" descr="信纸"/>
          <p:cNvSpPr txBox="1">
            <a:spLocks noChangeArrowheads="1"/>
          </p:cNvSpPr>
          <p:nvPr/>
        </p:nvSpPr>
        <p:spPr bwMode="auto">
          <a:xfrm>
            <a:off x="6631406" y="1558453"/>
            <a:ext cx="4721178" cy="5080494"/>
          </a:xfrm>
          <a:prstGeom prst="rect">
            <a:avLst/>
          </a:prstGeom>
          <a:blipFill dpi="0" rotWithShape="0">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1800" b="1" dirty="0">
                <a:effectLst>
                  <a:outerShdw blurRad="50800" dist="38100" dir="13500000" algn="br" rotWithShape="0">
                    <a:prstClr val="black">
                      <a:alpha val="40000"/>
                    </a:prstClr>
                  </a:outerShdw>
                </a:effectLst>
              </a:rPr>
              <a:t>  #include &lt;</a:t>
            </a:r>
            <a:r>
              <a:rPr lang="en-US" altLang="zh-CN" sz="1800" b="1" dirty="0" err="1">
                <a:effectLst>
                  <a:outerShdw blurRad="50800" dist="38100" dir="13500000" algn="br" rotWithShape="0">
                    <a:prstClr val="black">
                      <a:alpha val="40000"/>
                    </a:prstClr>
                  </a:outerShdw>
                </a:effectLst>
              </a:rPr>
              <a:t>stdio.h</a:t>
            </a:r>
            <a:r>
              <a:rPr lang="en-US" altLang="zh-CN" sz="1800" b="1" dirty="0">
                <a:effectLst>
                  <a:outerShdw blurRad="50800" dist="38100" dir="13500000" algn="br" rotWithShape="0">
                    <a:prstClr val="black">
                      <a:alpha val="40000"/>
                    </a:prstClr>
                  </a:outerShdw>
                </a:effectLst>
              </a:rPr>
              <a:t>&gt;</a:t>
            </a:r>
          </a:p>
          <a:p>
            <a:pPr marL="457200" indent="-457200"/>
            <a:r>
              <a:rPr lang="en-US" altLang="zh-CN" sz="1800" b="1" dirty="0">
                <a:solidFill>
                  <a:srgbClr val="CC3300"/>
                </a:solidFill>
                <a:effectLst>
                  <a:outerShdw blurRad="50800" dist="38100" dir="13500000" algn="br" rotWithShape="0">
                    <a:prstClr val="black">
                      <a:alpha val="40000"/>
                    </a:prstClr>
                  </a:outerShdw>
                </a:effectLst>
              </a:rPr>
              <a:t>  </a:t>
            </a:r>
            <a:r>
              <a:rPr lang="en-US" altLang="zh-CN" sz="1800" b="1" dirty="0" err="1">
                <a:solidFill>
                  <a:srgbClr val="CC3300"/>
                </a:solidFill>
                <a:effectLst>
                  <a:outerShdw blurRad="50800" dist="38100" dir="13500000" algn="br" rotWithShape="0">
                    <a:prstClr val="black">
                      <a:alpha val="40000"/>
                    </a:prstClr>
                  </a:outerShdw>
                </a:effectLst>
              </a:rPr>
              <a:t>int</a:t>
            </a:r>
            <a:r>
              <a:rPr lang="en-US" altLang="zh-CN" sz="1800" b="1" dirty="0">
                <a:solidFill>
                  <a:srgbClr val="CC3300"/>
                </a:solidFill>
                <a:effectLst>
                  <a:outerShdw blurRad="50800" dist="38100" dir="13500000" algn="br" rotWithShape="0">
                    <a:prstClr val="black">
                      <a:alpha val="40000"/>
                    </a:prstClr>
                  </a:outerShdw>
                </a:effectLst>
              </a:rPr>
              <a:t> main ( )</a:t>
            </a:r>
          </a:p>
          <a:p>
            <a:pPr marL="457200" indent="-457200"/>
            <a:r>
              <a:rPr lang="en-US" altLang="zh-CN" sz="1800" b="1" dirty="0">
                <a:effectLst>
                  <a:outerShdw blurRad="50800" dist="38100" dir="13500000" algn="br" rotWithShape="0">
                    <a:prstClr val="black">
                      <a:alpha val="40000"/>
                    </a:prstClr>
                  </a:outerShdw>
                </a:effectLst>
              </a:rPr>
              <a:t>  {</a:t>
            </a:r>
          </a:p>
          <a:p>
            <a:pPr marL="457200" indent="-457200"/>
            <a:r>
              <a:rPr lang="en-US" altLang="zh-CN" sz="1800" b="1" dirty="0">
                <a:effectLst>
                  <a:outerShdw blurRad="50800" dist="38100" dir="13500000" algn="br" rotWithShape="0">
                    <a:prstClr val="black">
                      <a:alpha val="40000"/>
                    </a:prstClr>
                  </a:outerShdw>
                </a:effectLst>
              </a:rPr>
              <a:t>    char  </a:t>
            </a:r>
            <a:r>
              <a:rPr lang="en-US" altLang="zh-CN" sz="1800" b="1" dirty="0" err="1">
                <a:effectLst>
                  <a:outerShdw blurRad="50800" dist="38100" dir="13500000" algn="br" rotWithShape="0">
                    <a:prstClr val="black">
                      <a:alpha val="40000"/>
                    </a:prstClr>
                  </a:outerShdw>
                </a:effectLst>
              </a:rPr>
              <a:t>ch</a:t>
            </a:r>
            <a:r>
              <a:rPr lang="en-US" altLang="zh-CN" sz="1800" b="1" dirty="0">
                <a:effectLst>
                  <a:outerShdw blurRad="50800" dist="38100" dir="13500000" algn="br" rotWithShape="0">
                    <a:prstClr val="black">
                      <a:alpha val="40000"/>
                    </a:prstClr>
                  </a:outerShdw>
                </a:effectLst>
              </a:rPr>
              <a:t>;</a:t>
            </a:r>
          </a:p>
          <a:p>
            <a:pPr marL="457200" indent="-457200"/>
            <a:r>
              <a:rPr lang="en-US" altLang="zh-CN" sz="1800" b="1" dirty="0">
                <a:effectLst>
                  <a:outerShdw blurRad="50800" dist="38100" dir="13500000" algn="br" rotWithShape="0">
                    <a:prstClr val="black">
                      <a:alpha val="40000"/>
                    </a:prstClr>
                  </a:outerShdw>
                </a:effectLst>
              </a:rPr>
              <a:t>    </a:t>
            </a:r>
            <a:r>
              <a:rPr lang="en-US" altLang="zh-CN" sz="1800" b="1" dirty="0" err="1">
                <a:effectLst>
                  <a:outerShdw blurRad="50800" dist="38100" dir="13500000" algn="br" rotWithShape="0">
                    <a:prstClr val="black">
                      <a:alpha val="40000"/>
                    </a:prstClr>
                  </a:outerShdw>
                </a:effectLst>
              </a:rPr>
              <a:t>ch</a:t>
            </a:r>
            <a:r>
              <a:rPr lang="en-US" altLang="zh-CN" sz="1800" b="1" dirty="0">
                <a:effectLst>
                  <a:outerShdw blurRad="50800" dist="38100" dir="13500000" algn="br" rotWithShape="0">
                    <a:prstClr val="black">
                      <a:alpha val="40000"/>
                    </a:prstClr>
                  </a:outerShdw>
                </a:effectLst>
              </a:rPr>
              <a:t> = </a:t>
            </a:r>
            <a:r>
              <a:rPr lang="en-US" altLang="zh-CN" sz="1800" b="1" dirty="0" err="1">
                <a:effectLst>
                  <a:outerShdw blurRad="50800" dist="38100" dir="13500000" algn="br" rotWithShape="0">
                    <a:prstClr val="black">
                      <a:alpha val="40000"/>
                    </a:prstClr>
                  </a:outerShdw>
                </a:effectLst>
              </a:rPr>
              <a:t>getch</a:t>
            </a:r>
            <a:r>
              <a:rPr lang="en-US" altLang="zh-CN" sz="1800" b="1" dirty="0">
                <a:effectLst>
                  <a:outerShdw blurRad="50800" dist="38100" dir="13500000" algn="br" rotWithShape="0">
                    <a:prstClr val="black">
                      <a:alpha val="40000"/>
                    </a:prstClr>
                  </a:outerShdw>
                </a:effectLst>
              </a:rPr>
              <a:t> ( );</a:t>
            </a:r>
          </a:p>
          <a:p>
            <a:pPr marL="457200" indent="-457200"/>
            <a:r>
              <a:rPr lang="en-US" altLang="zh-CN" sz="1800" b="1" dirty="0">
                <a:effectLst>
                  <a:outerShdw blurRad="50800" dist="38100" dir="13500000" algn="br" rotWithShape="0">
                    <a:prstClr val="black">
                      <a:alpha val="40000"/>
                    </a:prstClr>
                  </a:outerShdw>
                </a:effectLst>
              </a:rPr>
              <a:t>    switch ( </a:t>
            </a:r>
            <a:r>
              <a:rPr lang="en-US" altLang="zh-CN" sz="1800" b="1" dirty="0" err="1">
                <a:effectLst>
                  <a:outerShdw blurRad="50800" dist="38100" dir="13500000" algn="br" rotWithShape="0">
                    <a:prstClr val="black">
                      <a:alpha val="40000"/>
                    </a:prstClr>
                  </a:outerShdw>
                </a:effectLst>
              </a:rPr>
              <a:t>ch</a:t>
            </a:r>
            <a:r>
              <a:rPr lang="en-US" altLang="zh-CN" sz="1800" b="1" dirty="0">
                <a:effectLst>
                  <a:outerShdw blurRad="50800" dist="38100" dir="13500000" algn="br" rotWithShape="0">
                    <a:prstClr val="black">
                      <a:alpha val="40000"/>
                    </a:prstClr>
                  </a:outerShdw>
                </a:effectLst>
              </a:rPr>
              <a:t> )</a:t>
            </a:r>
          </a:p>
          <a:p>
            <a:pPr marL="457200" indent="-457200"/>
            <a:r>
              <a:rPr lang="en-US" altLang="zh-CN" sz="1800" b="1" dirty="0">
                <a:effectLst>
                  <a:outerShdw blurRad="50800" dist="38100" dir="13500000" algn="br" rotWithShape="0">
                    <a:prstClr val="black">
                      <a:alpha val="40000"/>
                    </a:prstClr>
                  </a:outerShdw>
                </a:effectLst>
              </a:rPr>
              <a:t>    {</a:t>
            </a:r>
          </a:p>
          <a:p>
            <a:pPr marL="457200" indent="-457200"/>
            <a:r>
              <a:rPr lang="en-US" altLang="zh-CN" sz="1800" b="1" dirty="0">
                <a:effectLst>
                  <a:outerShdw blurRad="50800" dist="38100" dir="13500000" algn="br" rotWithShape="0">
                    <a:prstClr val="black">
                      <a:alpha val="40000"/>
                    </a:prstClr>
                  </a:outerShdw>
                </a:effectLst>
              </a:rPr>
              <a:t>      case 'Y' :  </a:t>
            </a:r>
            <a:r>
              <a:rPr lang="en-US" altLang="zh-CN" sz="1800" b="1" dirty="0" err="1">
                <a:effectLst>
                  <a:outerShdw blurRad="50800" dist="38100" dir="13500000" algn="br" rotWithShape="0">
                    <a:prstClr val="black">
                      <a:alpha val="40000"/>
                    </a:prstClr>
                  </a:outerShdw>
                </a:effectLst>
              </a:rPr>
              <a:t>printf</a:t>
            </a:r>
            <a:r>
              <a:rPr lang="en-US" altLang="zh-CN" sz="1800" b="1" dirty="0">
                <a:effectLst>
                  <a:outerShdw blurRad="50800" dist="38100" dir="13500000" algn="br" rotWithShape="0">
                    <a:prstClr val="black">
                      <a:alpha val="40000"/>
                    </a:prstClr>
                  </a:outerShdw>
                </a:effectLst>
              </a:rPr>
              <a:t> ("Yes\n");  </a:t>
            </a:r>
          </a:p>
          <a:p>
            <a:pPr marL="457200" indent="-457200"/>
            <a:r>
              <a:rPr lang="en-US" altLang="zh-CN" sz="1800" b="1" dirty="0">
                <a:effectLst>
                  <a:outerShdw blurRad="50800" dist="38100" dir="13500000" algn="br" rotWithShape="0">
                    <a:prstClr val="black">
                      <a:alpha val="40000"/>
                    </a:prstClr>
                  </a:outerShdw>
                </a:effectLst>
              </a:rPr>
              <a:t>                       break;</a:t>
            </a:r>
          </a:p>
          <a:p>
            <a:pPr marL="457200" indent="-457200"/>
            <a:r>
              <a:rPr lang="en-US" altLang="zh-CN" sz="1800" dirty="0">
                <a:effectLst>
                  <a:outerShdw blurRad="50800" dist="38100" dir="13500000" algn="br" rotWithShape="0">
                    <a:prstClr val="black">
                      <a:alpha val="40000"/>
                    </a:prstClr>
                  </a:outerShdw>
                </a:effectLst>
              </a:rPr>
              <a:t>      </a:t>
            </a:r>
            <a:r>
              <a:rPr lang="en-US" altLang="zh-CN" sz="1800" b="1" dirty="0">
                <a:solidFill>
                  <a:srgbClr val="FF3300"/>
                </a:solidFill>
                <a:effectLst>
                  <a:outerShdw blurRad="50800" dist="38100" dir="13500000" algn="br" rotWithShape="0">
                    <a:prstClr val="black">
                      <a:alpha val="40000"/>
                    </a:prstClr>
                  </a:outerShdw>
                </a:effectLst>
              </a:rPr>
              <a:t>default :  </a:t>
            </a:r>
            <a:r>
              <a:rPr lang="en-US" altLang="zh-CN" sz="1800" b="1" dirty="0" err="1">
                <a:solidFill>
                  <a:srgbClr val="FF3300"/>
                </a:solidFill>
                <a:effectLst>
                  <a:outerShdw blurRad="50800" dist="38100" dir="13500000" algn="br" rotWithShape="0">
                    <a:prstClr val="black">
                      <a:alpha val="40000"/>
                    </a:prstClr>
                  </a:outerShdw>
                </a:effectLst>
              </a:rPr>
              <a:t>printf</a:t>
            </a:r>
            <a:r>
              <a:rPr lang="en-US" altLang="zh-CN" sz="1800" b="1" dirty="0">
                <a:solidFill>
                  <a:srgbClr val="FF3300"/>
                </a:solidFill>
                <a:effectLst>
                  <a:outerShdw blurRad="50800" dist="38100" dir="13500000" algn="br" rotWithShape="0">
                    <a:prstClr val="black">
                      <a:alpha val="40000"/>
                    </a:prstClr>
                  </a:outerShdw>
                </a:effectLst>
              </a:rPr>
              <a:t> ("</a:t>
            </a:r>
            <a:r>
              <a:rPr lang="en-US" altLang="zh-CN" sz="1800" b="1" dirty="0" err="1">
                <a:solidFill>
                  <a:srgbClr val="FF3300"/>
                </a:solidFill>
                <a:effectLst>
                  <a:outerShdw blurRad="50800" dist="38100" dir="13500000" algn="br" rotWithShape="0">
                    <a:prstClr val="black">
                      <a:alpha val="40000"/>
                    </a:prstClr>
                  </a:outerShdw>
                </a:effectLst>
              </a:rPr>
              <a:t>Yes,No</a:t>
            </a:r>
            <a:r>
              <a:rPr lang="en-US" altLang="zh-CN" sz="1800" b="1" dirty="0">
                <a:solidFill>
                  <a:srgbClr val="FF3300"/>
                </a:solidFill>
                <a:effectLst>
                  <a:outerShdw blurRad="50800" dist="38100" dir="13500000" algn="br" rotWithShape="0">
                    <a:prstClr val="black">
                      <a:alpha val="40000"/>
                    </a:prstClr>
                  </a:outerShdw>
                </a:effectLst>
              </a:rPr>
              <a:t> or All\n"); </a:t>
            </a:r>
          </a:p>
          <a:p>
            <a:pPr marL="457200" indent="-457200"/>
            <a:r>
              <a:rPr lang="en-US" altLang="zh-CN" sz="1800" b="1" dirty="0">
                <a:solidFill>
                  <a:srgbClr val="FF3300"/>
                </a:solidFill>
                <a:effectLst>
                  <a:outerShdw blurRad="50800" dist="38100" dir="13500000" algn="br" rotWithShape="0">
                    <a:prstClr val="black">
                      <a:alpha val="40000"/>
                    </a:prstClr>
                  </a:outerShdw>
                </a:effectLst>
              </a:rPr>
              <a:t>                       break;</a:t>
            </a:r>
          </a:p>
          <a:p>
            <a:pPr marL="457200" indent="-457200"/>
            <a:r>
              <a:rPr lang="en-US" altLang="zh-CN" sz="1800" b="1" dirty="0">
                <a:effectLst>
                  <a:outerShdw blurRad="50800" dist="38100" dir="13500000" algn="br" rotWithShape="0">
                    <a:prstClr val="black">
                      <a:alpha val="40000"/>
                    </a:prstClr>
                  </a:outerShdw>
                </a:effectLst>
              </a:rPr>
              <a:t>      case 'N' :  </a:t>
            </a:r>
            <a:r>
              <a:rPr lang="en-US" altLang="zh-CN" sz="1800" b="1" dirty="0" err="1">
                <a:effectLst>
                  <a:outerShdw blurRad="50800" dist="38100" dir="13500000" algn="br" rotWithShape="0">
                    <a:prstClr val="black">
                      <a:alpha val="40000"/>
                    </a:prstClr>
                  </a:outerShdw>
                </a:effectLst>
              </a:rPr>
              <a:t>printf</a:t>
            </a:r>
            <a:r>
              <a:rPr lang="en-US" altLang="zh-CN" sz="1800" b="1" dirty="0">
                <a:effectLst>
                  <a:outerShdw blurRad="50800" dist="38100" dir="13500000" algn="br" rotWithShape="0">
                    <a:prstClr val="black">
                      <a:alpha val="40000"/>
                    </a:prstClr>
                  </a:outerShdw>
                </a:effectLst>
              </a:rPr>
              <a:t> ("No\n");  </a:t>
            </a:r>
          </a:p>
          <a:p>
            <a:pPr marL="457200" indent="-457200"/>
            <a:r>
              <a:rPr lang="en-US" altLang="zh-CN" sz="1800" b="1" dirty="0">
                <a:effectLst>
                  <a:outerShdw blurRad="50800" dist="38100" dir="13500000" algn="br" rotWithShape="0">
                    <a:prstClr val="black">
                      <a:alpha val="40000"/>
                    </a:prstClr>
                  </a:outerShdw>
                </a:effectLst>
              </a:rPr>
              <a:t>                       break;</a:t>
            </a:r>
          </a:p>
          <a:p>
            <a:pPr marL="457200" indent="-457200"/>
            <a:r>
              <a:rPr lang="en-US" altLang="zh-CN" sz="1800" b="1" dirty="0">
                <a:effectLst>
                  <a:outerShdw blurRad="50800" dist="38100" dir="13500000" algn="br" rotWithShape="0">
                    <a:prstClr val="black">
                      <a:alpha val="40000"/>
                    </a:prstClr>
                  </a:outerShdw>
                </a:effectLst>
              </a:rPr>
              <a:t>      case 'A' :  </a:t>
            </a:r>
            <a:r>
              <a:rPr lang="en-US" altLang="zh-CN" sz="1800" b="1" dirty="0" err="1">
                <a:effectLst>
                  <a:outerShdw blurRad="50800" dist="38100" dir="13500000" algn="br" rotWithShape="0">
                    <a:prstClr val="black">
                      <a:alpha val="40000"/>
                    </a:prstClr>
                  </a:outerShdw>
                </a:effectLst>
              </a:rPr>
              <a:t>printf</a:t>
            </a:r>
            <a:r>
              <a:rPr lang="en-US" altLang="zh-CN" sz="1800" b="1" dirty="0">
                <a:effectLst>
                  <a:outerShdw blurRad="50800" dist="38100" dir="13500000" algn="br" rotWithShape="0">
                    <a:prstClr val="black">
                      <a:alpha val="40000"/>
                    </a:prstClr>
                  </a:outerShdw>
                </a:effectLst>
              </a:rPr>
              <a:t> ("All\n");  </a:t>
            </a:r>
          </a:p>
          <a:p>
            <a:pPr marL="457200" indent="-457200"/>
            <a:r>
              <a:rPr lang="en-US" altLang="zh-CN" sz="1800" b="1" dirty="0">
                <a:effectLst>
                  <a:outerShdw blurRad="50800" dist="38100" dir="13500000" algn="br" rotWithShape="0">
                    <a:prstClr val="black">
                      <a:alpha val="40000"/>
                    </a:prstClr>
                  </a:outerShdw>
                </a:effectLst>
              </a:rPr>
              <a:t>                       break;</a:t>
            </a:r>
          </a:p>
          <a:p>
            <a:pPr marL="457200" indent="-457200"/>
            <a:r>
              <a:rPr lang="en-US" altLang="zh-CN" sz="1800" b="1" dirty="0">
                <a:effectLst>
                  <a:outerShdw blurRad="50800" dist="38100" dir="13500000" algn="br" rotWithShape="0">
                    <a:prstClr val="black">
                      <a:alpha val="40000"/>
                    </a:prstClr>
                  </a:outerShdw>
                </a:effectLst>
              </a:rPr>
              <a:t>    }</a:t>
            </a:r>
          </a:p>
          <a:p>
            <a:pPr marL="457200" indent="-457200"/>
            <a:r>
              <a:rPr lang="en-US" altLang="zh-CN" sz="1800" b="1" dirty="0">
                <a:effectLst>
                  <a:outerShdw blurRad="50800" dist="38100" dir="13500000" algn="br" rotWithShape="0">
                    <a:prstClr val="black">
                      <a:alpha val="40000"/>
                    </a:prstClr>
                  </a:outerShdw>
                </a:effectLst>
              </a:rPr>
              <a:t>    return 0;</a:t>
            </a:r>
          </a:p>
          <a:p>
            <a:pPr marL="457200" indent="-457200"/>
            <a:r>
              <a:rPr lang="en-US" altLang="zh-CN" sz="1800" b="1" dirty="0">
                <a:effectLst>
                  <a:outerShdw blurRad="50800" dist="38100" dir="13500000" algn="br" rotWithShape="0">
                    <a:prstClr val="black">
                      <a:alpha val="40000"/>
                    </a:prstClr>
                  </a:outerShdw>
                </a:effectLst>
              </a:rPr>
              <a:t>  }</a:t>
            </a:r>
          </a:p>
        </p:txBody>
      </p:sp>
      <p:sp>
        <p:nvSpPr>
          <p:cNvPr id="874506" name="AutoShape 10"/>
          <p:cNvSpPr>
            <a:spLocks noChangeArrowheads="1"/>
          </p:cNvSpPr>
          <p:nvPr/>
        </p:nvSpPr>
        <p:spPr bwMode="auto">
          <a:xfrm>
            <a:off x="5448350" y="3692054"/>
            <a:ext cx="1655762" cy="503238"/>
          </a:xfrm>
          <a:prstGeom prst="leftRightArrow">
            <a:avLst>
              <a:gd name="adj1" fmla="val 50000"/>
              <a:gd name="adj2" fmla="val 65804"/>
            </a:avLst>
          </a:prstGeom>
          <a:gradFill rotWithShape="1">
            <a:gsLst>
              <a:gs pos="0">
                <a:srgbClr val="00FFFF"/>
              </a:gs>
              <a:gs pos="100000">
                <a:srgbClr val="00FFFF">
                  <a:gamma/>
                  <a:shade val="18039"/>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grpSp>
        <p:nvGrpSpPr>
          <p:cNvPr id="874507" name="Group 11"/>
          <p:cNvGrpSpPr>
            <a:grpSpLocks/>
          </p:cNvGrpSpPr>
          <p:nvPr/>
        </p:nvGrpSpPr>
        <p:grpSpPr bwMode="auto">
          <a:xfrm>
            <a:off x="-11949" y="0"/>
            <a:ext cx="446088" cy="6858000"/>
            <a:chOff x="0" y="0"/>
            <a:chExt cx="281" cy="4320"/>
          </a:xfrm>
        </p:grpSpPr>
        <p:sp>
          <p:nvSpPr>
            <p:cNvPr id="874508"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74509"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74503">
                                            <p:txEl>
                                              <p:pRg st="0" end="0"/>
                                            </p:txEl>
                                          </p:spTgt>
                                        </p:tgtEl>
                                        <p:attrNameLst>
                                          <p:attrName>style.visibility</p:attrName>
                                        </p:attrNameLst>
                                      </p:cBhvr>
                                      <p:to>
                                        <p:strVal val="visible"/>
                                      </p:to>
                                    </p:set>
                                    <p:animEffect transition="in" filter="box(out)">
                                      <p:cBhvr>
                                        <p:cTn id="7" dur="500"/>
                                        <p:tgtEl>
                                          <p:spTgt spid="87450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74504"/>
                                        </p:tgtEl>
                                        <p:attrNameLst>
                                          <p:attrName>style.visibility</p:attrName>
                                        </p:attrNameLst>
                                      </p:cBhvr>
                                      <p:to>
                                        <p:strVal val="visible"/>
                                      </p:to>
                                    </p:set>
                                    <p:animEffect transition="in" filter="box(out)">
                                      <p:cBhvr>
                                        <p:cTn id="12" dur="500"/>
                                        <p:tgtEl>
                                          <p:spTgt spid="874504"/>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874506"/>
                                        </p:tgtEl>
                                        <p:attrNameLst>
                                          <p:attrName>style.visibility</p:attrName>
                                        </p:attrNameLst>
                                      </p:cBhvr>
                                      <p:to>
                                        <p:strVal val="visible"/>
                                      </p:to>
                                    </p:set>
                                    <p:animEffect transition="in" filter="strips(downRight)">
                                      <p:cBhvr>
                                        <p:cTn id="17" dur="500"/>
                                        <p:tgtEl>
                                          <p:spTgt spid="874506"/>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4" presetClass="entr" presetSubtype="32" fill="hold" grpId="0" nodeType="afterEffect">
                                  <p:stCondLst>
                                    <p:cond delay="0"/>
                                  </p:stCondLst>
                                  <p:childTnLst>
                                    <p:set>
                                      <p:cBhvr>
                                        <p:cTn id="20" dur="1" fill="hold">
                                          <p:stCondLst>
                                            <p:cond delay="0"/>
                                          </p:stCondLst>
                                        </p:cTn>
                                        <p:tgtEl>
                                          <p:spTgt spid="874505"/>
                                        </p:tgtEl>
                                        <p:attrNameLst>
                                          <p:attrName>style.visibility</p:attrName>
                                        </p:attrNameLst>
                                      </p:cBhvr>
                                      <p:to>
                                        <p:strVal val="visible"/>
                                      </p:to>
                                    </p:set>
                                    <p:animEffect transition="in" filter="box(out)">
                                      <p:cBhvr>
                                        <p:cTn id="21" dur="500"/>
                                        <p:tgtEl>
                                          <p:spTgt spid="874505"/>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504" grpId="0" animBg="1" autoUpdateAnimBg="0"/>
      <p:bldP spid="874505" grpId="0" animBg="1" autoUpdateAnimBg="0"/>
      <p:bldP spid="87450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p:cNvSpPr>
            <a:spLocks noChangeArrowheads="1"/>
          </p:cNvSpPr>
          <p:nvPr/>
        </p:nvSpPr>
        <p:spPr bwMode="auto">
          <a:xfrm>
            <a:off x="241708" y="260351"/>
            <a:ext cx="4465638" cy="434975"/>
          </a:xfrm>
          <a:prstGeom prst="rect">
            <a:avLst/>
          </a:prstGeom>
          <a:noFill/>
          <a:ln w="9525">
            <a:noFill/>
            <a:miter lim="800000"/>
            <a:headEnd/>
            <a:tailEnd/>
          </a:ln>
        </p:spPr>
        <p:txBody>
          <a:bodyPr/>
          <a:lstStyle/>
          <a:p>
            <a:pPr lvl="1" eaLnBrk="0" hangingPunct="0">
              <a:buClr>
                <a:srgbClr val="FF3300"/>
              </a:buClr>
              <a:buFont typeface="Wingdings" pitchFamily="2" charset="2"/>
              <a:buChar char="l"/>
            </a:pPr>
            <a:r>
              <a:rPr lang="en-US" altLang="zh-CN" b="1" dirty="0">
                <a:effectLst>
                  <a:outerShdw blurRad="38100" dist="38100" dir="2700000" algn="tl">
                    <a:srgbClr val="FFFFFF"/>
                  </a:outerShdw>
                </a:effectLst>
                <a:latin typeface="楷体_GB2312" pitchFamily="49" charset="-122"/>
                <a:ea typeface="楷体_GB2312" pitchFamily="49" charset="-122"/>
              </a:rPr>
              <a:t> </a:t>
            </a:r>
            <a:r>
              <a:rPr lang="zh-CN" altLang="en-US" b="1" dirty="0">
                <a:solidFill>
                  <a:srgbClr val="FF3300"/>
                </a:solidFill>
                <a:effectLst>
                  <a:outerShdw blurRad="38100" dist="38100" dir="2700000" algn="tl">
                    <a:srgbClr val="000000"/>
                  </a:outerShdw>
                </a:effectLst>
                <a:latin typeface="+mn-lt"/>
                <a:ea typeface="隶书" pitchFamily="49" charset="-122"/>
              </a:rPr>
              <a:t>使用</a:t>
            </a:r>
            <a:r>
              <a:rPr lang="en-US" altLang="zh-CN" b="1" dirty="0">
                <a:solidFill>
                  <a:srgbClr val="FF3300"/>
                </a:solidFill>
                <a:effectLst>
                  <a:outerShdw blurRad="38100" dist="38100" dir="2700000" algn="tl">
                    <a:srgbClr val="000000"/>
                  </a:outerShdw>
                </a:effectLst>
                <a:latin typeface="+mn-lt"/>
                <a:ea typeface="隶书" pitchFamily="49" charset="-122"/>
              </a:rPr>
              <a:t>switch</a:t>
            </a:r>
            <a:r>
              <a:rPr lang="zh-CN" altLang="zh-CN" b="1" dirty="0">
                <a:solidFill>
                  <a:srgbClr val="FF3300"/>
                </a:solidFill>
                <a:effectLst>
                  <a:outerShdw blurRad="38100" dist="38100" dir="2700000" algn="tl">
                    <a:srgbClr val="000000"/>
                  </a:outerShdw>
                </a:effectLst>
                <a:latin typeface="+mn-lt"/>
                <a:ea typeface="隶书" pitchFamily="49" charset="-122"/>
              </a:rPr>
              <a:t>语句注意事项</a:t>
            </a:r>
            <a:endParaRPr lang="zh-CN" altLang="en-US" b="1" dirty="0">
              <a:solidFill>
                <a:srgbClr val="FF3300"/>
              </a:solidFill>
              <a:effectLst>
                <a:outerShdw blurRad="38100" dist="38100" dir="2700000" algn="tl">
                  <a:srgbClr val="000000"/>
                </a:outerShdw>
              </a:effectLst>
              <a:latin typeface="+mn-lt"/>
              <a:ea typeface="隶书" pitchFamily="49" charset="-122"/>
            </a:endParaRPr>
          </a:p>
        </p:txBody>
      </p:sp>
      <p:sp>
        <p:nvSpPr>
          <p:cNvPr id="876547" name="Rectangle 3"/>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76551" name="Rectangle 7"/>
          <p:cNvSpPr>
            <a:spLocks noChangeArrowheads="1"/>
          </p:cNvSpPr>
          <p:nvPr/>
        </p:nvSpPr>
        <p:spPr bwMode="auto">
          <a:xfrm>
            <a:off x="416334" y="692696"/>
            <a:ext cx="11368298"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楷体_GB2312" pitchFamily="49" charset="-122"/>
                <a:ea typeface="楷体_GB2312" pitchFamily="49" charset="-122"/>
              </a:rPr>
              <a:t>       </a:t>
            </a:r>
            <a:r>
              <a:rPr lang="en-US" altLang="zh-CN" b="1" dirty="0">
                <a:effectLst>
                  <a:outerShdw blurRad="38100" dist="38100" dir="2700000" algn="tl">
                    <a:srgbClr val="FFFFFF"/>
                  </a:outerShdw>
                </a:effectLst>
                <a:latin typeface="+mn-lt"/>
                <a:ea typeface="楷体" pitchFamily="49" charset="-122"/>
              </a:rPr>
              <a:t>(8) case</a:t>
            </a:r>
            <a:r>
              <a:rPr lang="zh-CN" altLang="en-US" b="1" dirty="0">
                <a:effectLst>
                  <a:outerShdw blurRad="38100" dist="38100" dir="2700000" algn="tl">
                    <a:srgbClr val="FFFFFF"/>
                  </a:outerShdw>
                </a:effectLst>
                <a:latin typeface="+mn-lt"/>
                <a:ea typeface="楷体" pitchFamily="49" charset="-122"/>
              </a:rPr>
              <a:t>子句和</a:t>
            </a:r>
            <a:r>
              <a:rPr lang="en-US" altLang="zh-CN" b="1" dirty="0">
                <a:effectLst>
                  <a:outerShdw blurRad="38100" dist="38100" dir="2700000" algn="tl">
                    <a:srgbClr val="FFFFFF"/>
                  </a:outerShdw>
                </a:effectLst>
                <a:latin typeface="+mn-lt"/>
                <a:ea typeface="楷体" pitchFamily="49" charset="-122"/>
              </a:rPr>
              <a:t>default</a:t>
            </a:r>
            <a:r>
              <a:rPr lang="zh-CN" altLang="en-US" b="1" dirty="0">
                <a:effectLst>
                  <a:outerShdw blurRad="38100" dist="38100" dir="2700000" algn="tl">
                    <a:srgbClr val="FFFFFF"/>
                  </a:outerShdw>
                </a:effectLst>
                <a:latin typeface="+mn-lt"/>
                <a:ea typeface="楷体" pitchFamily="49" charset="-122"/>
              </a:rPr>
              <a:t>子句如果有的带有</a:t>
            </a:r>
            <a:r>
              <a:rPr lang="en-US" altLang="zh-CN" b="1" dirty="0">
                <a:effectLst>
                  <a:outerShdw blurRad="38100" dist="38100" dir="2700000" algn="tl">
                    <a:srgbClr val="FFFFFF"/>
                  </a:outerShdw>
                </a:effectLst>
                <a:latin typeface="+mn-lt"/>
                <a:ea typeface="楷体" pitchFamily="49" charset="-122"/>
              </a:rPr>
              <a:t>break</a:t>
            </a:r>
            <a:r>
              <a:rPr lang="zh-CN" altLang="en-US" b="1" dirty="0">
                <a:effectLst>
                  <a:outerShdw blurRad="38100" dist="38100" dir="2700000" algn="tl">
                    <a:srgbClr val="FFFFFF"/>
                  </a:outerShdw>
                </a:effectLst>
                <a:latin typeface="+mn-lt"/>
                <a:ea typeface="楷体" pitchFamily="49" charset="-122"/>
              </a:rPr>
              <a:t>子句，而有的没有带</a:t>
            </a:r>
            <a:r>
              <a:rPr lang="en-US" altLang="zh-CN" b="1" dirty="0">
                <a:effectLst>
                  <a:outerShdw blurRad="38100" dist="38100" dir="2700000" algn="tl">
                    <a:srgbClr val="FFFFFF"/>
                  </a:outerShdw>
                </a:effectLst>
                <a:latin typeface="+mn-lt"/>
                <a:ea typeface="楷体" pitchFamily="49" charset="-122"/>
              </a:rPr>
              <a:t>break</a:t>
            </a:r>
            <a:r>
              <a:rPr lang="zh-CN" altLang="en-US" b="1" dirty="0">
                <a:effectLst>
                  <a:outerShdw blurRad="38100" dist="38100" dir="2700000" algn="tl">
                    <a:srgbClr val="FFFFFF"/>
                  </a:outerShdw>
                </a:effectLst>
                <a:latin typeface="+mn-lt"/>
                <a:ea typeface="楷体" pitchFamily="49" charset="-122"/>
              </a:rPr>
              <a:t>子句，那么它们之间顺序的变化可能会影响输出的结果。 </a:t>
            </a:r>
          </a:p>
        </p:txBody>
      </p:sp>
      <p:sp>
        <p:nvSpPr>
          <p:cNvPr id="876555" name="Text Box 11" descr="信纸"/>
          <p:cNvSpPr txBox="1">
            <a:spLocks noChangeArrowheads="1"/>
          </p:cNvSpPr>
          <p:nvPr/>
        </p:nvSpPr>
        <p:spPr bwMode="auto">
          <a:xfrm>
            <a:off x="1160400" y="1581844"/>
            <a:ext cx="4935600" cy="5018939"/>
          </a:xfrm>
          <a:prstGeom prst="rect">
            <a:avLst/>
          </a:prstGeom>
          <a:blipFill dpi="0" rotWithShape="0">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72000"/>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pPr marL="72000"/>
            <a:r>
              <a:rPr lang="en-US" altLang="zh-CN" sz="2000" b="1" dirty="0">
                <a:solidFill>
                  <a:srgbClr val="CC3300"/>
                </a:solidFill>
                <a:effectLst>
                  <a:outerShdw blurRad="38100" dist="38100" dir="2700000" algn="tl">
                    <a:srgbClr val="000000"/>
                  </a:outerShdw>
                </a:effectLst>
              </a:rPr>
              <a:t>void main ( )</a:t>
            </a:r>
          </a:p>
          <a:p>
            <a:pPr marL="72000"/>
            <a:r>
              <a:rPr lang="en-US" altLang="zh-CN" sz="2000" b="1" dirty="0">
                <a:effectLst>
                  <a:outerShdw blurRad="38100" dist="38100" dir="2700000" algn="tl">
                    <a:srgbClr val="FFFFFF"/>
                  </a:outerShdw>
                </a:effectLst>
              </a:rPr>
              <a:t>{</a:t>
            </a:r>
          </a:p>
          <a:p>
            <a:pPr marL="72000"/>
            <a:r>
              <a:rPr lang="en-US" altLang="zh-CN" sz="2000" b="1" dirty="0">
                <a:effectLst>
                  <a:outerShdw blurRad="38100" dist="38100" dir="2700000" algn="tl">
                    <a:srgbClr val="FFFFFF"/>
                  </a:outerShdw>
                </a:effectLst>
              </a:rPr>
              <a:t>  char  </a:t>
            </a:r>
            <a:r>
              <a:rPr lang="en-US" altLang="zh-CN" sz="2000" b="1" dirty="0" err="1">
                <a:effectLst>
                  <a:outerShdw blurRad="38100" dist="38100" dir="2700000" algn="tl">
                    <a:srgbClr val="FFFFFF"/>
                  </a:outerShdw>
                </a:effectLst>
              </a:rPr>
              <a:t>ch</a:t>
            </a:r>
            <a:r>
              <a:rPr lang="en-US" altLang="zh-CN" sz="2000" b="1" dirty="0">
                <a:effectLst>
                  <a:outerShdw blurRad="38100" dist="38100" dir="2700000" algn="tl">
                    <a:srgbClr val="FFFFFF"/>
                  </a:outerShdw>
                </a:effectLst>
              </a:rPr>
              <a:t>;</a:t>
            </a:r>
          </a:p>
          <a:p>
            <a:pPr marL="7200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ch</a:t>
            </a:r>
            <a:r>
              <a:rPr lang="en-US" altLang="zh-CN" sz="2000" b="1" dirty="0">
                <a:effectLst>
                  <a:outerShdw blurRad="38100" dist="38100" dir="2700000" algn="tl">
                    <a:srgbClr val="FFFFFF"/>
                  </a:outerShdw>
                </a:effectLst>
              </a:rPr>
              <a:t> = </a:t>
            </a:r>
            <a:r>
              <a:rPr lang="en-US" altLang="zh-CN" sz="2000" b="1" dirty="0" err="1">
                <a:effectLst>
                  <a:outerShdw blurRad="38100" dist="38100" dir="2700000" algn="tl">
                    <a:srgbClr val="FFFFFF"/>
                  </a:outerShdw>
                </a:effectLst>
              </a:rPr>
              <a:t>getch</a:t>
            </a:r>
            <a:r>
              <a:rPr lang="en-US" altLang="zh-CN" sz="2000" b="1" dirty="0">
                <a:effectLst>
                  <a:outerShdw blurRad="38100" dist="38100" dir="2700000" algn="tl">
                    <a:srgbClr val="FFFFFF"/>
                  </a:outerShdw>
                </a:effectLst>
              </a:rPr>
              <a:t> ( );</a:t>
            </a:r>
          </a:p>
          <a:p>
            <a:pPr marL="72000"/>
            <a:r>
              <a:rPr lang="en-US" altLang="zh-CN" sz="2000" b="1" dirty="0">
                <a:effectLst>
                  <a:outerShdw blurRad="38100" dist="38100" dir="2700000" algn="tl">
                    <a:srgbClr val="FFFFFF"/>
                  </a:outerShdw>
                </a:effectLst>
              </a:rPr>
              <a:t>  switch ( </a:t>
            </a:r>
            <a:r>
              <a:rPr lang="en-US" altLang="zh-CN" sz="2000" b="1" dirty="0" err="1">
                <a:effectLst>
                  <a:outerShdw blurRad="38100" dist="38100" dir="2700000" algn="tl">
                    <a:srgbClr val="FFFFFF"/>
                  </a:outerShdw>
                </a:effectLst>
              </a:rPr>
              <a:t>ch</a:t>
            </a:r>
            <a:r>
              <a:rPr lang="en-US" altLang="zh-CN" sz="2000" b="1" dirty="0">
                <a:effectLst>
                  <a:outerShdw blurRad="38100" dist="38100" dir="2700000" algn="tl">
                    <a:srgbClr val="FFFFFF"/>
                  </a:outerShdw>
                </a:effectLst>
              </a:rPr>
              <a:t> )</a:t>
            </a:r>
          </a:p>
          <a:p>
            <a:pPr marL="72000"/>
            <a:r>
              <a:rPr lang="en-US" altLang="zh-CN" sz="2000" b="1" dirty="0">
                <a:effectLst>
                  <a:outerShdw blurRad="38100" dist="38100" dir="2700000" algn="tl">
                    <a:srgbClr val="FFFFFF"/>
                  </a:outerShdw>
                </a:effectLst>
              </a:rPr>
              <a:t>  {</a:t>
            </a:r>
          </a:p>
          <a:p>
            <a:pPr marL="72000"/>
            <a:r>
              <a:rPr lang="en-US" altLang="zh-CN" sz="2000" b="1" dirty="0">
                <a:effectLst>
                  <a:outerShdw blurRad="38100" dist="38100" dir="2700000" algn="tl">
                    <a:srgbClr val="FFFFFF"/>
                  </a:outerShdw>
                </a:effectLst>
              </a:rPr>
              <a:t>    case 'Y' :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("Yes\n");  </a:t>
            </a:r>
          </a:p>
          <a:p>
            <a:pPr marL="72000"/>
            <a:r>
              <a:rPr lang="en-US" altLang="zh-CN" sz="2000" b="1" dirty="0">
                <a:effectLst>
                  <a:outerShdw blurRad="38100" dist="38100" dir="2700000" algn="tl">
                    <a:srgbClr val="FFFFFF"/>
                  </a:outerShdw>
                </a:effectLst>
              </a:rPr>
              <a:t>                     break;</a:t>
            </a:r>
          </a:p>
          <a:p>
            <a:pPr marL="72000"/>
            <a:r>
              <a:rPr lang="en-US" altLang="zh-CN" sz="2000" b="1" dirty="0">
                <a:effectLst>
                  <a:outerShdw blurRad="38100" dist="38100" dir="2700000" algn="tl">
                    <a:srgbClr val="FFFFFF"/>
                  </a:outerShdw>
                </a:effectLst>
              </a:rPr>
              <a:t>    case 'N' :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("No\n");  </a:t>
            </a:r>
          </a:p>
          <a:p>
            <a:pPr marL="72000"/>
            <a:r>
              <a:rPr lang="en-US" altLang="zh-CN" sz="2000" b="1" dirty="0">
                <a:effectLst>
                  <a:outerShdw blurRad="38100" dist="38100" dir="2700000" algn="tl">
                    <a:srgbClr val="FFFFFF"/>
                  </a:outerShdw>
                </a:effectLst>
              </a:rPr>
              <a:t>                     break;</a:t>
            </a:r>
          </a:p>
          <a:p>
            <a:pPr marL="72000"/>
            <a:r>
              <a:rPr lang="en-US" altLang="zh-CN" sz="2000" b="1" dirty="0">
                <a:effectLst>
                  <a:outerShdw blurRad="38100" dist="38100" dir="2700000" algn="tl">
                    <a:srgbClr val="FFFFFF"/>
                  </a:outerShdw>
                </a:effectLst>
              </a:rPr>
              <a:t>    case 'A' :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("All\n");  </a:t>
            </a:r>
          </a:p>
          <a:p>
            <a:pPr marL="72000"/>
            <a:r>
              <a:rPr lang="en-US" altLang="zh-CN" sz="2000" b="1" dirty="0">
                <a:effectLst>
                  <a:outerShdw blurRad="38100" dist="38100" dir="2700000" algn="tl">
                    <a:srgbClr val="FFFFFF"/>
                  </a:outerShdw>
                </a:effectLst>
              </a:rPr>
              <a:t>                     break;</a:t>
            </a:r>
          </a:p>
          <a:p>
            <a:pPr marL="72000"/>
            <a:r>
              <a:rPr lang="en-US" altLang="zh-CN" sz="2000" b="1" dirty="0">
                <a:effectLst>
                  <a:outerShdw blurRad="38100" dist="38100" dir="2700000" algn="tl">
                    <a:srgbClr val="FFFFFF"/>
                  </a:outerShdw>
                </a:effectLst>
              </a:rPr>
              <a:t>    </a:t>
            </a:r>
            <a:r>
              <a:rPr lang="en-US" altLang="zh-CN" sz="2000" b="1" dirty="0">
                <a:solidFill>
                  <a:srgbClr val="FF3300"/>
                </a:solidFill>
                <a:effectLst>
                  <a:outerShdw blurRad="38100" dist="38100" dir="2700000" algn="tl">
                    <a:srgbClr val="000000"/>
                  </a:outerShdw>
                </a:effectLst>
              </a:rPr>
              <a:t>default :   </a:t>
            </a:r>
            <a:r>
              <a:rPr lang="en-US" altLang="zh-CN" sz="2000" b="1" dirty="0" err="1">
                <a:solidFill>
                  <a:srgbClr val="FF3300"/>
                </a:solidFill>
                <a:effectLst>
                  <a:outerShdw blurRad="38100" dist="38100" dir="2700000" algn="tl">
                    <a:srgbClr val="000000"/>
                  </a:outerShdw>
                </a:effectLst>
              </a:rPr>
              <a:t>printf</a:t>
            </a:r>
            <a:r>
              <a:rPr lang="en-US" altLang="zh-CN" sz="2000" b="1" dirty="0">
                <a:solidFill>
                  <a:srgbClr val="FF3300"/>
                </a:solidFill>
                <a:effectLst>
                  <a:outerShdw blurRad="38100" dist="38100" dir="2700000" algn="tl">
                    <a:srgbClr val="000000"/>
                  </a:outerShdw>
                </a:effectLst>
              </a:rPr>
              <a:t> ("</a:t>
            </a:r>
            <a:r>
              <a:rPr lang="en-US" altLang="zh-CN" sz="2000" b="1" dirty="0" err="1">
                <a:solidFill>
                  <a:srgbClr val="FF3300"/>
                </a:solidFill>
                <a:effectLst>
                  <a:outerShdw blurRad="38100" dist="38100" dir="2700000" algn="tl">
                    <a:srgbClr val="000000"/>
                  </a:outerShdw>
                </a:effectLst>
              </a:rPr>
              <a:t>Yes,No</a:t>
            </a:r>
            <a:r>
              <a:rPr lang="en-US" altLang="zh-CN" sz="2000" b="1" dirty="0">
                <a:solidFill>
                  <a:srgbClr val="FF3300"/>
                </a:solidFill>
                <a:effectLst>
                  <a:outerShdw blurRad="38100" dist="38100" dir="2700000" algn="tl">
                    <a:srgbClr val="000000"/>
                  </a:outerShdw>
                </a:effectLst>
              </a:rPr>
              <a:t> or All\n"); </a:t>
            </a:r>
          </a:p>
          <a:p>
            <a:pPr marL="72000"/>
            <a:r>
              <a:rPr lang="en-US" altLang="zh-CN" sz="2000" b="1" dirty="0">
                <a:effectLst>
                  <a:outerShdw blurRad="38100" dist="38100" dir="2700000" algn="tl">
                    <a:srgbClr val="FFFFFF"/>
                  </a:outerShdw>
                </a:effectLst>
              </a:rPr>
              <a:t>  }</a:t>
            </a:r>
          </a:p>
          <a:p>
            <a:pPr marL="72000"/>
            <a:r>
              <a:rPr lang="en-US" altLang="zh-CN" sz="2000" b="1" dirty="0">
                <a:effectLst>
                  <a:outerShdw blurRad="38100" dist="38100" dir="2700000" algn="tl">
                    <a:srgbClr val="FFFFFF"/>
                  </a:outerShdw>
                </a:effectLst>
              </a:rPr>
              <a:t>}</a:t>
            </a:r>
          </a:p>
        </p:txBody>
      </p:sp>
      <p:sp>
        <p:nvSpPr>
          <p:cNvPr id="876556" name="Text Box 12" descr="信纸"/>
          <p:cNvSpPr txBox="1">
            <a:spLocks noChangeArrowheads="1"/>
          </p:cNvSpPr>
          <p:nvPr/>
        </p:nvSpPr>
        <p:spPr bwMode="auto">
          <a:xfrm>
            <a:off x="6562478" y="1556792"/>
            <a:ext cx="4934024" cy="5018939"/>
          </a:xfrm>
          <a:prstGeom prst="rect">
            <a:avLst/>
          </a:prstGeom>
          <a:blipFill dpi="0" rotWithShape="0">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72000"/>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pPr marL="72000"/>
            <a:r>
              <a:rPr lang="en-US" altLang="zh-CN" sz="2000" b="1" dirty="0">
                <a:solidFill>
                  <a:srgbClr val="CC3300"/>
                </a:solidFill>
                <a:effectLst>
                  <a:outerShdw blurRad="38100" dist="38100" dir="2700000" algn="tl">
                    <a:srgbClr val="000000"/>
                  </a:outerShdw>
                </a:effectLst>
              </a:rPr>
              <a:t>void main ( )</a:t>
            </a:r>
          </a:p>
          <a:p>
            <a:pPr marL="72000"/>
            <a:r>
              <a:rPr lang="en-US" altLang="zh-CN" sz="2000" b="1" dirty="0">
                <a:effectLst>
                  <a:outerShdw blurRad="38100" dist="38100" dir="2700000" algn="tl">
                    <a:srgbClr val="FFFFFF"/>
                  </a:outerShdw>
                </a:effectLst>
              </a:rPr>
              <a:t>{</a:t>
            </a:r>
          </a:p>
          <a:p>
            <a:pPr marL="72000"/>
            <a:r>
              <a:rPr lang="en-US" altLang="zh-CN" sz="2000" b="1" dirty="0">
                <a:effectLst>
                  <a:outerShdw blurRad="38100" dist="38100" dir="2700000" algn="tl">
                    <a:srgbClr val="FFFFFF"/>
                  </a:outerShdw>
                </a:effectLst>
              </a:rPr>
              <a:t>  char  </a:t>
            </a:r>
            <a:r>
              <a:rPr lang="en-US" altLang="zh-CN" sz="2000" b="1" dirty="0" err="1">
                <a:effectLst>
                  <a:outerShdw blurRad="38100" dist="38100" dir="2700000" algn="tl">
                    <a:srgbClr val="FFFFFF"/>
                  </a:outerShdw>
                </a:effectLst>
              </a:rPr>
              <a:t>ch</a:t>
            </a:r>
            <a:r>
              <a:rPr lang="en-US" altLang="zh-CN" sz="2000" b="1" dirty="0">
                <a:effectLst>
                  <a:outerShdw blurRad="38100" dist="38100" dir="2700000" algn="tl">
                    <a:srgbClr val="FFFFFF"/>
                  </a:outerShdw>
                </a:effectLst>
              </a:rPr>
              <a:t>;</a:t>
            </a:r>
          </a:p>
          <a:p>
            <a:pPr marL="7200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ch</a:t>
            </a:r>
            <a:r>
              <a:rPr lang="en-US" altLang="zh-CN" sz="2000" b="1" dirty="0">
                <a:effectLst>
                  <a:outerShdw blurRad="38100" dist="38100" dir="2700000" algn="tl">
                    <a:srgbClr val="FFFFFF"/>
                  </a:outerShdw>
                </a:effectLst>
              </a:rPr>
              <a:t> = </a:t>
            </a:r>
            <a:r>
              <a:rPr lang="en-US" altLang="zh-CN" sz="2000" b="1" dirty="0" err="1">
                <a:effectLst>
                  <a:outerShdw blurRad="38100" dist="38100" dir="2700000" algn="tl">
                    <a:srgbClr val="FFFFFF"/>
                  </a:outerShdw>
                </a:effectLst>
              </a:rPr>
              <a:t>getch</a:t>
            </a:r>
            <a:r>
              <a:rPr lang="en-US" altLang="zh-CN" sz="2000" b="1" dirty="0">
                <a:effectLst>
                  <a:outerShdw blurRad="38100" dist="38100" dir="2700000" algn="tl">
                    <a:srgbClr val="FFFFFF"/>
                  </a:outerShdw>
                </a:effectLst>
              </a:rPr>
              <a:t> ( );</a:t>
            </a:r>
            <a:endParaRPr lang="en-US" altLang="zh-CN" sz="2000" b="1" dirty="0">
              <a:solidFill>
                <a:schemeClr val="accent2"/>
              </a:solidFill>
              <a:effectLst>
                <a:outerShdw blurRad="38100" dist="38100" dir="2700000" algn="tl">
                  <a:srgbClr val="000000"/>
                </a:outerShdw>
              </a:effectLst>
              <a:latin typeface="+mn-lt"/>
              <a:ea typeface="楷体" pitchFamily="49" charset="-122"/>
            </a:endParaRPr>
          </a:p>
          <a:p>
            <a:pPr marL="72000"/>
            <a:r>
              <a:rPr lang="en-US" altLang="zh-CN" sz="2000" b="1" dirty="0">
                <a:effectLst>
                  <a:outerShdw blurRad="38100" dist="38100" dir="2700000" algn="tl">
                    <a:srgbClr val="FFFFFF"/>
                  </a:outerShdw>
                </a:effectLst>
              </a:rPr>
              <a:t>  switch ( </a:t>
            </a:r>
            <a:r>
              <a:rPr lang="en-US" altLang="zh-CN" sz="2000" b="1" dirty="0" err="1">
                <a:effectLst>
                  <a:outerShdw blurRad="38100" dist="38100" dir="2700000" algn="tl">
                    <a:srgbClr val="FFFFFF"/>
                  </a:outerShdw>
                </a:effectLst>
              </a:rPr>
              <a:t>ch</a:t>
            </a:r>
            <a:r>
              <a:rPr lang="en-US" altLang="zh-CN" sz="2000" b="1" dirty="0">
                <a:effectLst>
                  <a:outerShdw blurRad="38100" dist="38100" dir="2700000" algn="tl">
                    <a:srgbClr val="FFFFFF"/>
                  </a:outerShdw>
                </a:effectLst>
              </a:rPr>
              <a:t> )</a:t>
            </a:r>
          </a:p>
          <a:p>
            <a:pPr marL="72000"/>
            <a:r>
              <a:rPr lang="en-US" altLang="zh-CN" sz="2000" b="1" dirty="0">
                <a:effectLst>
                  <a:outerShdw blurRad="38100" dist="38100" dir="2700000" algn="tl">
                    <a:srgbClr val="FFFFFF"/>
                  </a:outerShdw>
                </a:effectLst>
              </a:rPr>
              <a:t>  {</a:t>
            </a:r>
          </a:p>
          <a:p>
            <a:pPr marL="72000"/>
            <a:r>
              <a:rPr lang="en-US" altLang="zh-CN" sz="2000" b="1" dirty="0">
                <a:effectLst>
                  <a:outerShdw blurRad="38100" dist="38100" dir="2700000" algn="tl">
                    <a:srgbClr val="FFFFFF"/>
                  </a:outerShdw>
                </a:effectLst>
              </a:rPr>
              <a:t>    case 'Y' :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("Yes\n");  </a:t>
            </a:r>
          </a:p>
          <a:p>
            <a:pPr marL="72000"/>
            <a:r>
              <a:rPr lang="en-US" altLang="zh-CN" sz="2000" b="1" dirty="0">
                <a:effectLst>
                  <a:outerShdw blurRad="38100" dist="38100" dir="2700000" algn="tl">
                    <a:srgbClr val="FFFFFF"/>
                  </a:outerShdw>
                </a:effectLst>
              </a:rPr>
              <a:t>                     break;</a:t>
            </a:r>
          </a:p>
          <a:p>
            <a:pPr marL="72000"/>
            <a:r>
              <a:rPr lang="en-US" altLang="zh-CN" sz="2000" dirty="0"/>
              <a:t>   </a:t>
            </a:r>
            <a:r>
              <a:rPr lang="en-US" altLang="zh-CN" sz="2000" b="1" dirty="0">
                <a:solidFill>
                  <a:srgbClr val="FF3300"/>
                </a:solidFill>
                <a:effectLst>
                  <a:outerShdw blurRad="38100" dist="38100" dir="2700000" algn="tl">
                    <a:srgbClr val="000000"/>
                  </a:outerShdw>
                </a:effectLst>
              </a:rPr>
              <a:t>default :   </a:t>
            </a:r>
            <a:r>
              <a:rPr lang="en-US" altLang="zh-CN" sz="2000" b="1" dirty="0" err="1">
                <a:solidFill>
                  <a:srgbClr val="FF3300"/>
                </a:solidFill>
                <a:effectLst>
                  <a:outerShdw blurRad="38100" dist="38100" dir="2700000" algn="tl">
                    <a:srgbClr val="000000"/>
                  </a:outerShdw>
                </a:effectLst>
              </a:rPr>
              <a:t>printf</a:t>
            </a:r>
            <a:r>
              <a:rPr lang="en-US" altLang="zh-CN" sz="2000" b="1" dirty="0">
                <a:solidFill>
                  <a:srgbClr val="FF3300"/>
                </a:solidFill>
                <a:effectLst>
                  <a:outerShdw blurRad="38100" dist="38100" dir="2700000" algn="tl">
                    <a:srgbClr val="000000"/>
                  </a:outerShdw>
                </a:effectLst>
              </a:rPr>
              <a:t> ("</a:t>
            </a:r>
            <a:r>
              <a:rPr lang="en-US" altLang="zh-CN" sz="2000" b="1" dirty="0" err="1">
                <a:solidFill>
                  <a:srgbClr val="FF3300"/>
                </a:solidFill>
                <a:effectLst>
                  <a:outerShdw blurRad="38100" dist="38100" dir="2700000" algn="tl">
                    <a:srgbClr val="000000"/>
                  </a:outerShdw>
                </a:effectLst>
              </a:rPr>
              <a:t>Yes,No</a:t>
            </a:r>
            <a:r>
              <a:rPr lang="en-US" altLang="zh-CN" sz="2000" b="1" dirty="0">
                <a:solidFill>
                  <a:srgbClr val="FF3300"/>
                </a:solidFill>
                <a:effectLst>
                  <a:outerShdw blurRad="38100" dist="38100" dir="2700000" algn="tl">
                    <a:srgbClr val="000000"/>
                  </a:outerShdw>
                </a:effectLst>
              </a:rPr>
              <a:t> or All\n"); </a:t>
            </a:r>
          </a:p>
          <a:p>
            <a:pPr marL="72000"/>
            <a:r>
              <a:rPr lang="en-US" altLang="zh-CN" sz="2000" b="1" dirty="0">
                <a:effectLst>
                  <a:outerShdw blurRad="38100" dist="38100" dir="2700000" algn="tl">
                    <a:srgbClr val="FFFFFF"/>
                  </a:outerShdw>
                </a:effectLst>
              </a:rPr>
              <a:t>   case 'N' :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("No\n");  </a:t>
            </a:r>
          </a:p>
          <a:p>
            <a:pPr marL="72000"/>
            <a:r>
              <a:rPr lang="en-US" altLang="zh-CN" sz="2000" b="1" dirty="0">
                <a:effectLst>
                  <a:outerShdw blurRad="38100" dist="38100" dir="2700000" algn="tl">
                    <a:srgbClr val="FFFFFF"/>
                  </a:outerShdw>
                </a:effectLst>
              </a:rPr>
              <a:t>                     break;</a:t>
            </a:r>
          </a:p>
          <a:p>
            <a:pPr marL="72000"/>
            <a:r>
              <a:rPr lang="en-US" altLang="zh-CN" sz="2000" b="1" dirty="0">
                <a:effectLst>
                  <a:outerShdw blurRad="38100" dist="38100" dir="2700000" algn="tl">
                    <a:srgbClr val="FFFFFF"/>
                  </a:outerShdw>
                </a:effectLst>
              </a:rPr>
              <a:t>    case 'A' :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("All\n");  </a:t>
            </a:r>
          </a:p>
          <a:p>
            <a:pPr marL="72000"/>
            <a:r>
              <a:rPr lang="en-US" altLang="zh-CN" sz="2000" b="1" dirty="0">
                <a:effectLst>
                  <a:outerShdw blurRad="38100" dist="38100" dir="2700000" algn="tl">
                    <a:srgbClr val="FFFFFF"/>
                  </a:outerShdw>
                </a:effectLst>
              </a:rPr>
              <a:t>                     break;</a:t>
            </a:r>
          </a:p>
          <a:p>
            <a:pPr marL="72000"/>
            <a:r>
              <a:rPr lang="en-US" altLang="zh-CN" sz="2000" b="1" dirty="0">
                <a:effectLst>
                  <a:outerShdw blurRad="38100" dist="38100" dir="2700000" algn="tl">
                    <a:srgbClr val="FFFFFF"/>
                  </a:outerShdw>
                </a:effectLst>
              </a:rPr>
              <a:t>  }</a:t>
            </a:r>
          </a:p>
          <a:p>
            <a:pPr marL="72000"/>
            <a:r>
              <a:rPr lang="en-US" altLang="zh-CN" sz="2000" b="1" dirty="0">
                <a:effectLst>
                  <a:outerShdw blurRad="38100" dist="38100" dir="2700000" algn="tl">
                    <a:srgbClr val="FFFFFF"/>
                  </a:outerShdw>
                </a:effectLst>
              </a:rPr>
              <a:t>}</a:t>
            </a:r>
          </a:p>
        </p:txBody>
      </p:sp>
      <p:sp>
        <p:nvSpPr>
          <p:cNvPr id="876557" name="Text Box 13"/>
          <p:cNvSpPr txBox="1">
            <a:spLocks noChangeArrowheads="1"/>
          </p:cNvSpPr>
          <p:nvPr/>
        </p:nvSpPr>
        <p:spPr bwMode="auto">
          <a:xfrm>
            <a:off x="3119067" y="2852936"/>
            <a:ext cx="2040829" cy="369332"/>
          </a:xfrm>
          <a:prstGeom prst="rect">
            <a:avLst/>
          </a:prstGeom>
          <a:noFill/>
          <a:ln w="9525">
            <a:noFill/>
            <a:miter lim="800000"/>
            <a:headEnd/>
            <a:tailEnd/>
          </a:ln>
          <a:effectLst/>
        </p:spPr>
        <p:txBody>
          <a:bodyPr wrap="square">
            <a:spAutoFit/>
          </a:bodyPr>
          <a:lstStyle/>
          <a:p>
            <a:pPr>
              <a:spcBef>
                <a:spcPct val="50000"/>
              </a:spcBef>
            </a:pP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假设输入为：</a:t>
            </a:r>
            <a:r>
              <a:rPr lang="en-US" altLang="zh-CN" sz="1800" b="1" dirty="0">
                <a:solidFill>
                  <a:srgbClr val="FF3300"/>
                </a:solidFill>
                <a:effectLst>
                  <a:outerShdw blurRad="38100" dist="38100" dir="2700000" algn="tl">
                    <a:srgbClr val="000000"/>
                  </a:outerShdw>
                </a:effectLst>
                <a:latin typeface="+mn-lt"/>
                <a:ea typeface="楷体" pitchFamily="49" charset="-122"/>
              </a:rPr>
              <a:t>B</a:t>
            </a:r>
          </a:p>
        </p:txBody>
      </p:sp>
      <p:sp>
        <p:nvSpPr>
          <p:cNvPr id="876558" name="Rectangle 14"/>
          <p:cNvSpPr>
            <a:spLocks noChangeArrowheads="1"/>
          </p:cNvSpPr>
          <p:nvPr/>
        </p:nvSpPr>
        <p:spPr bwMode="auto">
          <a:xfrm>
            <a:off x="4243263" y="1762808"/>
            <a:ext cx="1656184" cy="707886"/>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a:solidFill>
                  <a:srgbClr val="FF3300"/>
                </a:solidFill>
                <a:effectLst>
                  <a:outerShdw blurRad="38100" dist="38100" dir="2700000" algn="tl">
                    <a:srgbClr val="C0C0C0"/>
                  </a:outerShdw>
                </a:effectLst>
                <a:latin typeface="隶书" pitchFamily="49" charset="-122"/>
                <a:ea typeface="隶书" pitchFamily="49" charset="-122"/>
              </a:rPr>
              <a:t>运行结果：</a:t>
            </a:r>
          </a:p>
          <a:p>
            <a:r>
              <a:rPr lang="en-US" altLang="zh-CN" sz="2000" b="1">
                <a:solidFill>
                  <a:srgbClr val="0033CC"/>
                </a:solidFill>
                <a:effectLst>
                  <a:outerShdw blurRad="38100" dist="38100" dir="2700000" algn="tl">
                    <a:srgbClr val="C0C0C0"/>
                  </a:outerShdw>
                </a:effectLst>
              </a:rPr>
              <a:t>Yes,No or All</a:t>
            </a:r>
          </a:p>
        </p:txBody>
      </p:sp>
      <p:sp>
        <p:nvSpPr>
          <p:cNvPr id="876559" name="Rectangle 15"/>
          <p:cNvSpPr>
            <a:spLocks noChangeArrowheads="1"/>
          </p:cNvSpPr>
          <p:nvPr/>
        </p:nvSpPr>
        <p:spPr bwMode="auto">
          <a:xfrm>
            <a:off x="9625186" y="1765265"/>
            <a:ext cx="1655390" cy="1015663"/>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a:solidFill>
                  <a:srgbClr val="FF3300"/>
                </a:solidFill>
                <a:effectLst>
                  <a:outerShdw blurRad="38100" dist="38100" dir="2700000" algn="tl">
                    <a:srgbClr val="C0C0C0"/>
                  </a:outerShdw>
                </a:effectLst>
                <a:latin typeface="隶书" pitchFamily="49" charset="-122"/>
                <a:ea typeface="隶书" pitchFamily="49" charset="-122"/>
              </a:rPr>
              <a:t>运行结果：</a:t>
            </a:r>
          </a:p>
          <a:p>
            <a:r>
              <a:rPr lang="en-US" altLang="zh-CN" sz="2000" b="1">
                <a:solidFill>
                  <a:srgbClr val="0033CC"/>
                </a:solidFill>
                <a:effectLst>
                  <a:outerShdw blurRad="38100" dist="38100" dir="2700000" algn="tl">
                    <a:srgbClr val="C0C0C0"/>
                  </a:outerShdw>
                </a:effectLst>
              </a:rPr>
              <a:t>Yes,No or All</a:t>
            </a:r>
          </a:p>
          <a:p>
            <a:r>
              <a:rPr lang="en-US" altLang="zh-CN" sz="2000" b="1">
                <a:solidFill>
                  <a:srgbClr val="0033CC"/>
                </a:solidFill>
                <a:effectLst>
                  <a:outerShdw blurRad="38100" dist="38100" dir="2700000" algn="tl">
                    <a:srgbClr val="C0C0C0"/>
                  </a:outerShdw>
                </a:effectLst>
              </a:rPr>
              <a:t>No</a:t>
            </a:r>
          </a:p>
        </p:txBody>
      </p:sp>
      <p:sp>
        <p:nvSpPr>
          <p:cNvPr id="876560" name="Text Box 16"/>
          <p:cNvSpPr txBox="1">
            <a:spLocks noChangeArrowheads="1"/>
          </p:cNvSpPr>
          <p:nvPr/>
        </p:nvSpPr>
        <p:spPr bwMode="auto">
          <a:xfrm>
            <a:off x="8364235" y="2817988"/>
            <a:ext cx="2088207" cy="369332"/>
          </a:xfrm>
          <a:prstGeom prst="rect">
            <a:avLst/>
          </a:prstGeom>
          <a:noFill/>
          <a:ln w="9525">
            <a:noFill/>
            <a:miter lim="800000"/>
            <a:headEnd/>
            <a:tailEnd/>
          </a:ln>
          <a:effectLst/>
        </p:spPr>
        <p:txBody>
          <a:bodyPr wrap="square">
            <a:spAutoFit/>
          </a:bodyPr>
          <a:lstStyle/>
          <a:p>
            <a:pPr>
              <a:spcBef>
                <a:spcPct val="50000"/>
              </a:spcBef>
            </a:pPr>
            <a:r>
              <a:rPr lang="en-US" altLang="zh-CN" sz="1800" b="1" dirty="0">
                <a:solidFill>
                  <a:schemeClr val="accent2"/>
                </a:solidFill>
                <a:effectLst>
                  <a:outerShdw blurRad="38100" dist="38100" dir="2700000" algn="tl">
                    <a:srgbClr val="000000"/>
                  </a:outerShdw>
                </a:effectLst>
                <a:latin typeface="+mn-lt"/>
                <a:ea typeface="楷体" pitchFamily="49" charset="-122"/>
              </a:rPr>
              <a:t>//</a:t>
            </a:r>
            <a:r>
              <a:rPr lang="zh-CN" altLang="en-US" sz="1800" b="1" dirty="0">
                <a:solidFill>
                  <a:schemeClr val="accent2"/>
                </a:solidFill>
                <a:effectLst>
                  <a:outerShdw blurRad="38100" dist="38100" dir="2700000" algn="tl">
                    <a:srgbClr val="000000"/>
                  </a:outerShdw>
                </a:effectLst>
                <a:latin typeface="+mn-lt"/>
                <a:ea typeface="楷体" pitchFamily="49" charset="-122"/>
              </a:rPr>
              <a:t>假设输入为：</a:t>
            </a:r>
            <a:r>
              <a:rPr lang="en-US" altLang="zh-CN" sz="1800" b="1" dirty="0">
                <a:solidFill>
                  <a:srgbClr val="FF0000"/>
                </a:solidFill>
                <a:effectLst>
                  <a:outerShdw blurRad="38100" dist="38100" dir="2700000" algn="tl">
                    <a:srgbClr val="000000"/>
                  </a:outerShdw>
                </a:effectLst>
                <a:latin typeface="+mn-lt"/>
                <a:ea typeface="楷体" pitchFamily="49" charset="-122"/>
              </a:rPr>
              <a:t>B</a:t>
            </a:r>
          </a:p>
        </p:txBody>
      </p:sp>
      <p:grpSp>
        <p:nvGrpSpPr>
          <p:cNvPr id="876561" name="Group 17"/>
          <p:cNvGrpSpPr>
            <a:grpSpLocks/>
          </p:cNvGrpSpPr>
          <p:nvPr/>
        </p:nvGrpSpPr>
        <p:grpSpPr bwMode="auto">
          <a:xfrm>
            <a:off x="-9117" y="0"/>
            <a:ext cx="446088" cy="6858000"/>
            <a:chOff x="0" y="0"/>
            <a:chExt cx="281" cy="4320"/>
          </a:xfrm>
        </p:grpSpPr>
        <p:sp>
          <p:nvSpPr>
            <p:cNvPr id="876562" name="Text Box 1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76563" name="Text Box 1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76551">
                                            <p:txEl>
                                              <p:pRg st="0" end="0"/>
                                            </p:txEl>
                                          </p:spTgt>
                                        </p:tgtEl>
                                        <p:attrNameLst>
                                          <p:attrName>style.visibility</p:attrName>
                                        </p:attrNameLst>
                                      </p:cBhvr>
                                      <p:to>
                                        <p:strVal val="visible"/>
                                      </p:to>
                                    </p:set>
                                    <p:animEffect transition="in" filter="box(out)">
                                      <p:cBhvr>
                                        <p:cTn id="7" dur="500"/>
                                        <p:tgtEl>
                                          <p:spTgt spid="87655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76555"/>
                                        </p:tgtEl>
                                        <p:attrNameLst>
                                          <p:attrName>style.visibility</p:attrName>
                                        </p:attrNameLst>
                                      </p:cBhvr>
                                      <p:to>
                                        <p:strVal val="visible"/>
                                      </p:to>
                                    </p:set>
                                    <p:animEffect transition="in" filter="box(out)">
                                      <p:cBhvr>
                                        <p:cTn id="12" dur="500"/>
                                        <p:tgtEl>
                                          <p:spTgt spid="87655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76557"/>
                                        </p:tgtEl>
                                        <p:attrNameLst>
                                          <p:attrName>style.visibility</p:attrName>
                                        </p:attrNameLst>
                                      </p:cBhvr>
                                      <p:to>
                                        <p:strVal val="visible"/>
                                      </p:to>
                                    </p:set>
                                    <p:animEffect transition="in" filter="box(out)">
                                      <p:cBhvr>
                                        <p:cTn id="17" dur="500"/>
                                        <p:tgtEl>
                                          <p:spTgt spid="876557"/>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4" presetClass="entr" presetSubtype="32" fill="hold" grpId="0" nodeType="afterEffect">
                                  <p:stCondLst>
                                    <p:cond delay="0"/>
                                  </p:stCondLst>
                                  <p:childTnLst>
                                    <p:set>
                                      <p:cBhvr>
                                        <p:cTn id="20" dur="1" fill="hold">
                                          <p:stCondLst>
                                            <p:cond delay="0"/>
                                          </p:stCondLst>
                                        </p:cTn>
                                        <p:tgtEl>
                                          <p:spTgt spid="876558"/>
                                        </p:tgtEl>
                                        <p:attrNameLst>
                                          <p:attrName>style.visibility</p:attrName>
                                        </p:attrNameLst>
                                      </p:cBhvr>
                                      <p:to>
                                        <p:strVal val="visible"/>
                                      </p:to>
                                    </p:set>
                                    <p:animEffect transition="in" filter="box(out)">
                                      <p:cBhvr>
                                        <p:cTn id="21" dur="500"/>
                                        <p:tgtEl>
                                          <p:spTgt spid="876558"/>
                                        </p:tgtEl>
                                      </p:cBhvr>
                                    </p:animEffect>
                                  </p:childTnLst>
                                  <p:subTnLst>
                                    <p:audio>
                                      <p:cMediaNode>
                                        <p:cTn display="0" masterRel="sameClick">
                                          <p:stCondLst>
                                            <p:cond evt="begin" delay="0">
                                              <p:tn val="19"/>
                                            </p:cond>
                                          </p:stCondLst>
                                          <p:endCondLst>
                                            <p:cond evt="onStopAudio" delay="0">
                                              <p:tgtEl>
                                                <p:sldTgt/>
                                              </p:tgtEl>
                                            </p:cond>
                                          </p:endCondLst>
                                        </p:cTn>
                                        <p:tgtEl>
                                          <p:sndTgt r:embed="rId4" name="chimes.wav"/>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876556"/>
                                        </p:tgtEl>
                                        <p:attrNameLst>
                                          <p:attrName>style.visibility</p:attrName>
                                        </p:attrNameLst>
                                      </p:cBhvr>
                                      <p:to>
                                        <p:strVal val="visible"/>
                                      </p:to>
                                    </p:set>
                                    <p:animEffect transition="in" filter="box(out)">
                                      <p:cBhvr>
                                        <p:cTn id="26" dur="500"/>
                                        <p:tgtEl>
                                          <p:spTgt spid="876556"/>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876560"/>
                                        </p:tgtEl>
                                        <p:attrNameLst>
                                          <p:attrName>style.visibility</p:attrName>
                                        </p:attrNameLst>
                                      </p:cBhvr>
                                      <p:to>
                                        <p:strVal val="visible"/>
                                      </p:to>
                                    </p:set>
                                    <p:animEffect transition="in" filter="box(out)">
                                      <p:cBhvr>
                                        <p:cTn id="31" dur="500"/>
                                        <p:tgtEl>
                                          <p:spTgt spid="876560"/>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500"/>
                            </p:stCondLst>
                            <p:childTnLst>
                              <p:par>
                                <p:cTn id="33" presetID="4" presetClass="entr" presetSubtype="32" fill="hold" grpId="0" nodeType="afterEffect">
                                  <p:stCondLst>
                                    <p:cond delay="0"/>
                                  </p:stCondLst>
                                  <p:childTnLst>
                                    <p:set>
                                      <p:cBhvr>
                                        <p:cTn id="34" dur="1" fill="hold">
                                          <p:stCondLst>
                                            <p:cond delay="0"/>
                                          </p:stCondLst>
                                        </p:cTn>
                                        <p:tgtEl>
                                          <p:spTgt spid="876559"/>
                                        </p:tgtEl>
                                        <p:attrNameLst>
                                          <p:attrName>style.visibility</p:attrName>
                                        </p:attrNameLst>
                                      </p:cBhvr>
                                      <p:to>
                                        <p:strVal val="visible"/>
                                      </p:to>
                                    </p:set>
                                    <p:animEffect transition="in" filter="box(out)">
                                      <p:cBhvr>
                                        <p:cTn id="35" dur="500"/>
                                        <p:tgtEl>
                                          <p:spTgt spid="876559"/>
                                        </p:tgtEl>
                                      </p:cBhvr>
                                    </p:animEffect>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555" grpId="0" animBg="1" autoUpdateAnimBg="0"/>
      <p:bldP spid="876556" grpId="0" animBg="1"/>
      <p:bldP spid="876557" grpId="0"/>
      <p:bldP spid="876558" grpId="0" animBg="1"/>
      <p:bldP spid="876559" grpId="0" animBg="1"/>
      <p:bldP spid="87656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p:cNvSpPr>
            <a:spLocks noChangeArrowheads="1"/>
          </p:cNvSpPr>
          <p:nvPr/>
        </p:nvSpPr>
        <p:spPr bwMode="auto">
          <a:xfrm>
            <a:off x="235523" y="260351"/>
            <a:ext cx="4465638" cy="434975"/>
          </a:xfrm>
          <a:prstGeom prst="rect">
            <a:avLst/>
          </a:prstGeom>
          <a:noFill/>
          <a:ln w="9525">
            <a:noFill/>
            <a:miter lim="800000"/>
            <a:headEnd/>
            <a:tailEnd/>
          </a:ln>
        </p:spPr>
        <p:txBody>
          <a:bodyPr/>
          <a:lstStyle/>
          <a:p>
            <a:pPr lvl="1" eaLnBrk="0" hangingPunct="0">
              <a:buClr>
                <a:srgbClr val="FF3300"/>
              </a:buClr>
              <a:buFont typeface="Wingdings" pitchFamily="2" charset="2"/>
              <a:buChar char="l"/>
            </a:pPr>
            <a:r>
              <a:rPr lang="en-US" altLang="zh-CN" b="1" dirty="0">
                <a:effectLst>
                  <a:outerShdw blurRad="38100" dist="38100" dir="2700000" algn="tl">
                    <a:srgbClr val="000000">
                      <a:alpha val="43137"/>
                    </a:srgbClr>
                  </a:outerShdw>
                </a:effectLst>
                <a:latin typeface="+mn-lt"/>
                <a:ea typeface="隶书" pitchFamily="49" charset="-122"/>
              </a:rPr>
              <a:t> </a:t>
            </a:r>
            <a:r>
              <a:rPr lang="zh-CN" altLang="en-US" b="1" dirty="0">
                <a:solidFill>
                  <a:srgbClr val="FF3300"/>
                </a:solidFill>
                <a:effectLst>
                  <a:outerShdw blurRad="38100" dist="38100" dir="2700000" algn="tl">
                    <a:srgbClr val="000000"/>
                  </a:outerShdw>
                </a:effectLst>
                <a:latin typeface="+mn-lt"/>
                <a:ea typeface="隶书" pitchFamily="49" charset="-122"/>
              </a:rPr>
              <a:t>使用</a:t>
            </a:r>
            <a:r>
              <a:rPr lang="en-US" altLang="zh-CN" b="1" dirty="0">
                <a:solidFill>
                  <a:srgbClr val="FF3300"/>
                </a:solidFill>
                <a:effectLst>
                  <a:outerShdw blurRad="38100" dist="38100" dir="2700000" algn="tl">
                    <a:srgbClr val="000000"/>
                  </a:outerShdw>
                </a:effectLst>
                <a:latin typeface="+mn-lt"/>
                <a:ea typeface="隶书" pitchFamily="49" charset="-122"/>
              </a:rPr>
              <a:t>switch</a:t>
            </a:r>
            <a:r>
              <a:rPr lang="zh-CN" altLang="zh-CN" b="1" dirty="0">
                <a:solidFill>
                  <a:srgbClr val="FF3300"/>
                </a:solidFill>
                <a:effectLst>
                  <a:outerShdw blurRad="38100" dist="38100" dir="2700000" algn="tl">
                    <a:srgbClr val="000000"/>
                  </a:outerShdw>
                </a:effectLst>
                <a:latin typeface="+mn-lt"/>
                <a:ea typeface="隶书" pitchFamily="49" charset="-122"/>
              </a:rPr>
              <a:t>语句注意事项</a:t>
            </a:r>
            <a:endParaRPr lang="zh-CN" altLang="en-US" b="1" dirty="0">
              <a:solidFill>
                <a:srgbClr val="FF3300"/>
              </a:solidFill>
              <a:effectLst>
                <a:outerShdw blurRad="38100" dist="38100" dir="2700000" algn="tl">
                  <a:srgbClr val="000000"/>
                </a:outerShdw>
              </a:effectLst>
              <a:latin typeface="+mn-lt"/>
              <a:ea typeface="隶书" pitchFamily="49" charset="-122"/>
            </a:endParaRPr>
          </a:p>
        </p:txBody>
      </p:sp>
      <p:sp>
        <p:nvSpPr>
          <p:cNvPr id="878595" name="Rectangle 3"/>
          <p:cNvSpPr>
            <a:spLocks noChangeArrowheads="1"/>
          </p:cNvSpPr>
          <p:nvPr/>
        </p:nvSpPr>
        <p:spPr bwMode="auto">
          <a:xfrm>
            <a:off x="1013398"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78599" name="Rectangle 7"/>
          <p:cNvSpPr>
            <a:spLocks noChangeArrowheads="1"/>
          </p:cNvSpPr>
          <p:nvPr/>
        </p:nvSpPr>
        <p:spPr bwMode="auto">
          <a:xfrm>
            <a:off x="665738" y="692150"/>
            <a:ext cx="4819654" cy="457200"/>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(9) switch</a:t>
            </a:r>
            <a:r>
              <a:rPr lang="zh-CN" altLang="en-US" b="1" dirty="0">
                <a:effectLst>
                  <a:outerShdw blurRad="38100" dist="38100" dir="2700000" algn="tl">
                    <a:srgbClr val="FFFFFF"/>
                  </a:outerShdw>
                </a:effectLst>
                <a:latin typeface="+mn-lt"/>
                <a:ea typeface="楷体" pitchFamily="49" charset="-122"/>
              </a:rPr>
              <a:t>语句可以嵌套。</a:t>
            </a:r>
            <a:r>
              <a:rPr lang="zh-CN" altLang="en-US" dirty="0">
                <a:latin typeface="+mn-lt"/>
                <a:ea typeface="楷体" pitchFamily="49" charset="-122"/>
              </a:rPr>
              <a:t> </a:t>
            </a:r>
          </a:p>
        </p:txBody>
      </p:sp>
      <p:sp>
        <p:nvSpPr>
          <p:cNvPr id="878600" name="Text Box 8" descr="信纸"/>
          <p:cNvSpPr txBox="1">
            <a:spLocks noChangeArrowheads="1"/>
          </p:cNvSpPr>
          <p:nvPr/>
        </p:nvSpPr>
        <p:spPr bwMode="auto">
          <a:xfrm>
            <a:off x="4727848" y="260648"/>
            <a:ext cx="6848519" cy="6373156"/>
          </a:xfrm>
          <a:prstGeom prst="rect">
            <a:avLst/>
          </a:prstGeom>
          <a:blipFill dpi="0" rotWithShape="0">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b="1" dirty="0">
                <a:effectLst>
                  <a:outerShdw blurRad="38100" dist="38100" dir="2700000" algn="tl">
                    <a:srgbClr val="000000"/>
                  </a:outerShdw>
                </a:effectLst>
              </a:rPr>
              <a:t>  </a:t>
            </a:r>
            <a:r>
              <a:rPr lang="en-US" altLang="zh-CN" b="1" dirty="0">
                <a:effectLst>
                  <a:outerShdw blurRad="50800" dist="38100" dir="10800000" algn="r" rotWithShape="0">
                    <a:prstClr val="black">
                      <a:alpha val="40000"/>
                    </a:prstClr>
                  </a:outerShdw>
                </a:effectLst>
              </a:rPr>
              <a:t>#include &lt;</a:t>
            </a:r>
            <a:r>
              <a:rPr lang="en-US" altLang="zh-CN" b="1" dirty="0" err="1">
                <a:effectLst>
                  <a:outerShdw blurRad="50800" dist="38100" dir="10800000" algn="r" rotWithShape="0">
                    <a:prstClr val="black">
                      <a:alpha val="40000"/>
                    </a:prstClr>
                  </a:outerShdw>
                </a:effectLst>
              </a:rPr>
              <a:t>stdio.h</a:t>
            </a:r>
            <a:r>
              <a:rPr lang="en-US" altLang="zh-CN" b="1" dirty="0">
                <a:effectLst>
                  <a:outerShdw blurRad="50800" dist="38100" dir="10800000" algn="r" rotWithShape="0">
                    <a:prstClr val="black">
                      <a:alpha val="40000"/>
                    </a:prstClr>
                  </a:outerShdw>
                </a:effectLst>
              </a:rPr>
              <a:t>&gt;</a:t>
            </a:r>
          </a:p>
          <a:p>
            <a:pPr marL="457200" indent="-457200"/>
            <a:r>
              <a:rPr lang="en-US" altLang="zh-CN" b="1" dirty="0">
                <a:solidFill>
                  <a:srgbClr val="CC3300"/>
                </a:solidFill>
                <a:effectLst>
                  <a:outerShdw blurRad="50800" dist="38100" dir="10800000" algn="r" rotWithShape="0">
                    <a:prstClr val="black">
                      <a:alpha val="40000"/>
                    </a:prstClr>
                  </a:outerShdw>
                </a:effectLst>
              </a:rPr>
              <a:t>  </a:t>
            </a:r>
            <a:r>
              <a:rPr lang="en-US" altLang="zh-CN" b="1" dirty="0" err="1">
                <a:solidFill>
                  <a:srgbClr val="CC3300"/>
                </a:solidFill>
                <a:effectLst>
                  <a:outerShdw blurRad="50800" dist="38100" dir="10800000" algn="r" rotWithShape="0">
                    <a:prstClr val="black">
                      <a:alpha val="40000"/>
                    </a:prstClr>
                  </a:outerShdw>
                </a:effectLst>
              </a:rPr>
              <a:t>int</a:t>
            </a:r>
            <a:r>
              <a:rPr lang="en-US" altLang="zh-CN" b="1" dirty="0">
                <a:solidFill>
                  <a:srgbClr val="CC3300"/>
                </a:solidFill>
                <a:effectLst>
                  <a:outerShdw blurRad="50800" dist="38100" dir="10800000" algn="r" rotWithShape="0">
                    <a:prstClr val="black">
                      <a:alpha val="40000"/>
                    </a:prstClr>
                  </a:outerShdw>
                </a:effectLst>
              </a:rPr>
              <a:t> main ( )</a:t>
            </a:r>
          </a:p>
          <a:p>
            <a:pPr marL="457200" indent="-457200"/>
            <a:r>
              <a:rPr lang="en-US" altLang="zh-CN" b="1" dirty="0">
                <a:effectLst>
                  <a:outerShdw blurRad="50800" dist="38100" dir="10800000" algn="r" rotWithShape="0">
                    <a:prstClr val="black">
                      <a:alpha val="40000"/>
                    </a:prstClr>
                  </a:outerShdw>
                </a:effectLst>
              </a:rPr>
              <a:t>  {</a:t>
            </a:r>
          </a:p>
          <a:p>
            <a:pPr marL="457200" indent="-457200"/>
            <a:r>
              <a:rPr lang="en-US" altLang="zh-CN" b="1" dirty="0">
                <a:effectLst>
                  <a:outerShdw blurRad="50800" dist="38100" dir="10800000" algn="r" rotWithShape="0">
                    <a:prstClr val="black">
                      <a:alpha val="40000"/>
                    </a:prstClr>
                  </a:outerShdw>
                </a:effectLst>
              </a:rPr>
              <a:t>    </a:t>
            </a:r>
            <a:r>
              <a:rPr lang="en-US" altLang="zh-CN" b="1" dirty="0" err="1">
                <a:effectLst>
                  <a:outerShdw blurRad="50800" dist="38100" dir="10800000" algn="r" rotWithShape="0">
                    <a:prstClr val="black">
                      <a:alpha val="40000"/>
                    </a:prstClr>
                  </a:outerShdw>
                </a:effectLst>
              </a:rPr>
              <a:t>int</a:t>
            </a:r>
            <a:r>
              <a:rPr lang="en-US" altLang="zh-CN" b="1" dirty="0">
                <a:effectLst>
                  <a:outerShdw blurRad="50800" dist="38100" dir="10800000" algn="r" rotWithShape="0">
                    <a:prstClr val="black">
                      <a:alpha val="40000"/>
                    </a:prstClr>
                  </a:outerShdw>
                </a:effectLst>
              </a:rPr>
              <a:t> x = 1, y = 0, a = 0, b = 0;</a:t>
            </a:r>
          </a:p>
          <a:p>
            <a:pPr marL="457200" indent="-457200"/>
            <a:r>
              <a:rPr lang="en-US" altLang="zh-CN" b="1" dirty="0">
                <a:effectLst>
                  <a:outerShdw blurRad="50800" dist="38100" dir="10800000" algn="r" rotWithShape="0">
                    <a:prstClr val="black">
                      <a:alpha val="40000"/>
                    </a:prstClr>
                  </a:outerShdw>
                </a:effectLst>
              </a:rPr>
              <a:t>    switch ( x )</a:t>
            </a:r>
          </a:p>
          <a:p>
            <a:pPr marL="457200" indent="-457200"/>
            <a:r>
              <a:rPr lang="en-US" altLang="zh-CN" b="1" dirty="0">
                <a:effectLst>
                  <a:outerShdw blurRad="50800" dist="38100" dir="10800000" algn="r" rotWithShape="0">
                    <a:prstClr val="black">
                      <a:alpha val="40000"/>
                    </a:prstClr>
                  </a:outerShdw>
                </a:effectLst>
              </a:rPr>
              <a:t>    {</a:t>
            </a:r>
          </a:p>
          <a:p>
            <a:pPr marL="457200" indent="-457200"/>
            <a:r>
              <a:rPr lang="en-US" altLang="zh-CN" b="1" dirty="0">
                <a:effectLst>
                  <a:outerShdw blurRad="50800" dist="38100" dir="10800000" algn="r" rotWithShape="0">
                    <a:prstClr val="black">
                      <a:alpha val="40000"/>
                    </a:prstClr>
                  </a:outerShdw>
                </a:effectLst>
              </a:rPr>
              <a:t>      case  1:   </a:t>
            </a:r>
            <a:r>
              <a:rPr lang="en-US" altLang="zh-CN" b="1" dirty="0">
                <a:solidFill>
                  <a:srgbClr val="FF3300"/>
                </a:solidFill>
                <a:effectLst>
                  <a:outerShdw blurRad="50800" dist="38100" dir="10800000" algn="r" rotWithShape="0">
                    <a:prstClr val="black">
                      <a:alpha val="40000"/>
                    </a:prstClr>
                  </a:outerShdw>
                </a:effectLst>
              </a:rPr>
              <a:t>switch ( y )</a:t>
            </a:r>
          </a:p>
          <a:p>
            <a:pPr marL="457200" indent="-457200"/>
            <a:r>
              <a:rPr lang="en-US" altLang="zh-CN" b="1" dirty="0">
                <a:effectLst>
                  <a:outerShdw blurRad="50800" dist="38100" dir="10800000" algn="r" rotWithShape="0">
                    <a:prstClr val="black">
                      <a:alpha val="40000"/>
                    </a:prstClr>
                  </a:outerShdw>
                </a:effectLst>
              </a:rPr>
              <a:t>                     </a:t>
            </a:r>
            <a:r>
              <a:rPr lang="en-US" altLang="zh-CN" b="1" dirty="0">
                <a:solidFill>
                  <a:srgbClr val="FF3300"/>
                </a:solidFill>
                <a:effectLst>
                  <a:outerShdw blurRad="50800" dist="38100" dir="10800000" algn="r" rotWithShape="0">
                    <a:prstClr val="black">
                      <a:alpha val="40000"/>
                    </a:prstClr>
                  </a:outerShdw>
                </a:effectLst>
              </a:rPr>
              <a:t>{</a:t>
            </a:r>
          </a:p>
          <a:p>
            <a:pPr marL="457200" indent="-457200"/>
            <a:r>
              <a:rPr lang="en-US" altLang="zh-CN" b="1" dirty="0">
                <a:solidFill>
                  <a:srgbClr val="FF3300"/>
                </a:solidFill>
                <a:effectLst>
                  <a:outerShdw blurRad="50800" dist="38100" dir="10800000" algn="r" rotWithShape="0">
                    <a:prstClr val="black">
                      <a:alpha val="40000"/>
                    </a:prstClr>
                  </a:outerShdw>
                </a:effectLst>
              </a:rPr>
              <a:t>                       case 0:   a++;  break;</a:t>
            </a:r>
          </a:p>
          <a:p>
            <a:pPr marL="457200" indent="-457200"/>
            <a:r>
              <a:rPr lang="en-US" altLang="zh-CN" b="1" dirty="0">
                <a:solidFill>
                  <a:srgbClr val="FF3300"/>
                </a:solidFill>
                <a:effectLst>
                  <a:outerShdw blurRad="50800" dist="38100" dir="10800000" algn="r" rotWithShape="0">
                    <a:prstClr val="black">
                      <a:alpha val="40000"/>
                    </a:prstClr>
                  </a:outerShdw>
                </a:effectLst>
              </a:rPr>
              <a:t>                       case 1:   b++;  break;</a:t>
            </a:r>
          </a:p>
          <a:p>
            <a:pPr marL="457200" indent="-457200"/>
            <a:r>
              <a:rPr lang="en-US" altLang="zh-CN" b="1" dirty="0">
                <a:solidFill>
                  <a:srgbClr val="FF3300"/>
                </a:solidFill>
                <a:effectLst>
                  <a:outerShdw blurRad="50800" dist="38100" dir="10800000" algn="r" rotWithShape="0">
                    <a:prstClr val="black">
                      <a:alpha val="40000"/>
                    </a:prstClr>
                  </a:outerShdw>
                </a:effectLst>
              </a:rPr>
              <a:t>                     }</a:t>
            </a:r>
          </a:p>
          <a:p>
            <a:pPr marL="457200" indent="-457200"/>
            <a:r>
              <a:rPr lang="en-US" altLang="zh-CN" b="1" dirty="0">
                <a:effectLst>
                  <a:outerShdw blurRad="50800" dist="38100" dir="10800000" algn="r" rotWithShape="0">
                    <a:prstClr val="black">
                      <a:alpha val="40000"/>
                    </a:prstClr>
                  </a:outerShdw>
                </a:effectLst>
              </a:rPr>
              <a:t>      case  2:   a++;  b++;  break;</a:t>
            </a:r>
          </a:p>
          <a:p>
            <a:pPr marL="457200" indent="-457200"/>
            <a:r>
              <a:rPr lang="en-US" altLang="zh-CN" b="1" dirty="0">
                <a:effectLst>
                  <a:outerShdw blurRad="50800" dist="38100" dir="10800000" algn="r" rotWithShape="0">
                    <a:prstClr val="black">
                      <a:alpha val="40000"/>
                    </a:prstClr>
                  </a:outerShdw>
                </a:effectLst>
              </a:rPr>
              <a:t>      case  3:   a++;  b++;</a:t>
            </a:r>
          </a:p>
          <a:p>
            <a:pPr marL="457200" indent="-457200"/>
            <a:r>
              <a:rPr lang="en-US" altLang="zh-CN" b="1" dirty="0">
                <a:effectLst>
                  <a:outerShdw blurRad="50800" dist="38100" dir="10800000" algn="r" rotWithShape="0">
                    <a:prstClr val="black">
                      <a:alpha val="40000"/>
                    </a:prstClr>
                  </a:outerShdw>
                </a:effectLst>
              </a:rPr>
              <a:t>    }</a:t>
            </a:r>
          </a:p>
          <a:p>
            <a:pPr marL="457200" indent="-457200"/>
            <a:r>
              <a:rPr lang="en-US" altLang="zh-CN" b="1" dirty="0">
                <a:effectLst>
                  <a:outerShdw blurRad="50800" dist="38100" dir="10800000" algn="r" rotWithShape="0">
                    <a:prstClr val="black">
                      <a:alpha val="40000"/>
                    </a:prstClr>
                  </a:outerShdw>
                </a:effectLst>
              </a:rPr>
              <a:t>    </a:t>
            </a:r>
            <a:r>
              <a:rPr lang="en-US" altLang="zh-CN" b="1" dirty="0" err="1">
                <a:effectLst>
                  <a:outerShdw blurRad="50800" dist="38100" dir="10800000" algn="r" rotWithShape="0">
                    <a:prstClr val="black">
                      <a:alpha val="40000"/>
                    </a:prstClr>
                  </a:outerShdw>
                </a:effectLst>
              </a:rPr>
              <a:t>printf</a:t>
            </a:r>
            <a:r>
              <a:rPr lang="en-US" altLang="zh-CN" b="1" dirty="0">
                <a:effectLst>
                  <a:outerShdw blurRad="50800" dist="38100" dir="10800000" algn="r" rotWithShape="0">
                    <a:prstClr val="black">
                      <a:alpha val="40000"/>
                    </a:prstClr>
                  </a:outerShdw>
                </a:effectLst>
              </a:rPr>
              <a:t> ("\</a:t>
            </a:r>
            <a:r>
              <a:rPr lang="en-US" altLang="zh-CN" b="1" dirty="0" err="1">
                <a:effectLst>
                  <a:outerShdw blurRad="50800" dist="38100" dir="10800000" algn="r" rotWithShape="0">
                    <a:prstClr val="black">
                      <a:alpha val="40000"/>
                    </a:prstClr>
                  </a:outerShdw>
                </a:effectLst>
              </a:rPr>
              <a:t>na</a:t>
            </a:r>
            <a:r>
              <a:rPr lang="en-US" altLang="zh-CN" b="1" dirty="0">
                <a:effectLst>
                  <a:outerShdw blurRad="50800" dist="38100" dir="10800000" algn="r" rotWithShape="0">
                    <a:prstClr val="black">
                      <a:alpha val="40000"/>
                    </a:prstClr>
                  </a:outerShdw>
                </a:effectLst>
              </a:rPr>
              <a:t> = %d, b = %d", a, b);</a:t>
            </a:r>
          </a:p>
          <a:p>
            <a:pPr marL="457200" indent="-457200"/>
            <a:r>
              <a:rPr lang="en-US" altLang="zh-CN" b="1" dirty="0">
                <a:effectLst>
                  <a:outerShdw blurRad="50800" dist="38100" dir="10800000" algn="r" rotWithShape="0">
                    <a:prstClr val="black">
                      <a:alpha val="40000"/>
                    </a:prstClr>
                  </a:outerShdw>
                </a:effectLst>
              </a:rPr>
              <a:t>    return 0;</a:t>
            </a:r>
          </a:p>
          <a:p>
            <a:pPr marL="457200" indent="-457200"/>
            <a:r>
              <a:rPr lang="en-US" altLang="zh-CN" b="1" dirty="0">
                <a:effectLst>
                  <a:outerShdw blurRad="50800" dist="38100" dir="10800000" algn="r" rotWithShape="0">
                    <a:prstClr val="black">
                      <a:alpha val="40000"/>
                    </a:prstClr>
                  </a:outerShdw>
                </a:effectLst>
              </a:rPr>
              <a:t>  }</a:t>
            </a:r>
          </a:p>
        </p:txBody>
      </p:sp>
      <p:sp>
        <p:nvSpPr>
          <p:cNvPr id="878603" name="Rectangle 11"/>
          <p:cNvSpPr>
            <a:spLocks noChangeArrowheads="1"/>
          </p:cNvSpPr>
          <p:nvPr/>
        </p:nvSpPr>
        <p:spPr bwMode="auto">
          <a:xfrm>
            <a:off x="9264352" y="552351"/>
            <a:ext cx="2016125" cy="860425"/>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zh-CN" altLang="en-US" b="1" dirty="0">
                <a:solidFill>
                  <a:srgbClr val="FF33CC"/>
                </a:solidFill>
                <a:effectLst>
                  <a:outerShdw blurRad="38100" dist="38100" dir="2700000" algn="tl">
                    <a:srgbClr val="C0C0C0"/>
                  </a:outerShdw>
                </a:effectLst>
                <a:latin typeface="隶书" pitchFamily="49" charset="-122"/>
                <a:ea typeface="隶书" pitchFamily="49" charset="-122"/>
              </a:rPr>
              <a:t>运行结果：</a:t>
            </a:r>
          </a:p>
          <a:p>
            <a:r>
              <a:rPr lang="en-US" altLang="zh-CN" b="1" dirty="0">
                <a:solidFill>
                  <a:srgbClr val="0033CC"/>
                </a:solidFill>
                <a:effectLst>
                  <a:outerShdw blurRad="38100" dist="38100" dir="2700000" algn="tl">
                    <a:srgbClr val="C0C0C0"/>
                  </a:outerShdw>
                </a:effectLst>
              </a:rPr>
              <a:t>a = 2</a:t>
            </a:r>
            <a:r>
              <a:rPr lang="zh-CN" altLang="en-US" b="1" dirty="0">
                <a:solidFill>
                  <a:srgbClr val="0033CC"/>
                </a:solidFill>
                <a:effectLst>
                  <a:outerShdw blurRad="38100" dist="38100" dir="2700000" algn="tl">
                    <a:srgbClr val="C0C0C0"/>
                  </a:outerShdw>
                </a:effectLst>
              </a:rPr>
              <a:t>，</a:t>
            </a:r>
            <a:r>
              <a:rPr lang="en-US" altLang="zh-CN" b="1" dirty="0">
                <a:solidFill>
                  <a:srgbClr val="0033CC"/>
                </a:solidFill>
                <a:effectLst>
                  <a:outerShdw blurRad="38100" dist="38100" dir="2700000" algn="tl">
                    <a:srgbClr val="C0C0C0"/>
                  </a:outerShdw>
                </a:effectLst>
              </a:rPr>
              <a:t>b = 1</a:t>
            </a:r>
            <a:r>
              <a:rPr lang="en-US" altLang="zh-CN" dirty="0"/>
              <a:t> </a:t>
            </a:r>
          </a:p>
        </p:txBody>
      </p:sp>
      <p:grpSp>
        <p:nvGrpSpPr>
          <p:cNvPr id="878606" name="Group 14"/>
          <p:cNvGrpSpPr>
            <a:grpSpLocks/>
          </p:cNvGrpSpPr>
          <p:nvPr/>
        </p:nvGrpSpPr>
        <p:grpSpPr bwMode="auto">
          <a:xfrm>
            <a:off x="-15302" y="0"/>
            <a:ext cx="446088" cy="6858000"/>
            <a:chOff x="0" y="0"/>
            <a:chExt cx="281" cy="4320"/>
          </a:xfrm>
        </p:grpSpPr>
        <p:sp>
          <p:nvSpPr>
            <p:cNvPr id="878607" name="Text Box 1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78608" name="Text Box 1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78599">
                                            <p:txEl>
                                              <p:pRg st="0" end="0"/>
                                            </p:txEl>
                                          </p:spTgt>
                                        </p:tgtEl>
                                        <p:attrNameLst>
                                          <p:attrName>style.visibility</p:attrName>
                                        </p:attrNameLst>
                                      </p:cBhvr>
                                      <p:to>
                                        <p:strVal val="visible"/>
                                      </p:to>
                                    </p:set>
                                    <p:animEffect transition="in" filter="box(out)">
                                      <p:cBhvr>
                                        <p:cTn id="7" dur="500"/>
                                        <p:tgtEl>
                                          <p:spTgt spid="87859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78600"/>
                                        </p:tgtEl>
                                        <p:attrNameLst>
                                          <p:attrName>style.visibility</p:attrName>
                                        </p:attrNameLst>
                                      </p:cBhvr>
                                      <p:to>
                                        <p:strVal val="visible"/>
                                      </p:to>
                                    </p:set>
                                    <p:animEffect transition="in" filter="box(out)">
                                      <p:cBhvr>
                                        <p:cTn id="12" dur="500"/>
                                        <p:tgtEl>
                                          <p:spTgt spid="87860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78603"/>
                                        </p:tgtEl>
                                        <p:attrNameLst>
                                          <p:attrName>style.visibility</p:attrName>
                                        </p:attrNameLst>
                                      </p:cBhvr>
                                      <p:to>
                                        <p:strVal val="visible"/>
                                      </p:to>
                                    </p:set>
                                    <p:animEffect transition="in" filter="box(out)">
                                      <p:cBhvr>
                                        <p:cTn id="17" dur="500"/>
                                        <p:tgtEl>
                                          <p:spTgt spid="878603"/>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8600" grpId="0" animBg="1" autoUpdateAnimBg="0"/>
      <p:bldP spid="87860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3" name="Rectangle 3"/>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80650" name="Rectangle 10"/>
          <p:cNvSpPr>
            <a:spLocks noChangeArrowheads="1"/>
          </p:cNvSpPr>
          <p:nvPr/>
        </p:nvSpPr>
        <p:spPr bwMode="auto">
          <a:xfrm>
            <a:off x="503647" y="71414"/>
            <a:ext cx="5702311" cy="647700"/>
          </a:xfrm>
          <a:prstGeom prst="rect">
            <a:avLst/>
          </a:prstGeom>
          <a:noFill/>
          <a:ln w="9525">
            <a:noFill/>
            <a:miter lim="800000"/>
            <a:headEnd/>
            <a:tailEnd/>
          </a:ln>
          <a:effectLst/>
        </p:spPr>
        <p:txBody>
          <a:bodyPr/>
          <a:lstStyle/>
          <a:p>
            <a:pPr marL="342900" indent="-342900" algn="just">
              <a:spcBef>
                <a:spcPct val="20000"/>
              </a:spcBef>
            </a:pPr>
            <a:r>
              <a:rPr lang="en-US" altLang="zh-CN" sz="3200" b="1" dirty="0">
                <a:solidFill>
                  <a:srgbClr val="FF0000"/>
                </a:solidFill>
                <a:effectLst>
                  <a:outerShdw blurRad="38100" dist="38100" dir="2700000" algn="tl">
                    <a:srgbClr val="000000"/>
                  </a:outerShdw>
                </a:effectLst>
                <a:latin typeface="隶书" pitchFamily="49" charset="-122"/>
                <a:ea typeface="隶书" pitchFamily="49" charset="-122"/>
              </a:rPr>
              <a:t>5.4 </a:t>
            </a:r>
            <a:r>
              <a:rPr lang="zh-CN" altLang="en-US" sz="3200" b="1" dirty="0">
                <a:solidFill>
                  <a:srgbClr val="FF3300"/>
                </a:solidFill>
                <a:effectLst>
                  <a:outerShdw blurRad="38100" dist="38100" dir="2700000" algn="tl">
                    <a:srgbClr val="000000"/>
                  </a:outerShdw>
                </a:effectLst>
                <a:ea typeface="隶书" pitchFamily="49" charset="-122"/>
              </a:rPr>
              <a:t>选择结构程序设计举例</a:t>
            </a:r>
            <a:r>
              <a:rPr lang="zh-CN" altLang="en-US" sz="3200" b="1" dirty="0">
                <a:effectLst>
                  <a:outerShdw blurRad="38100" dist="38100" dir="2700000" algn="tl">
                    <a:srgbClr val="FFFFFF"/>
                  </a:outerShdw>
                </a:effectLst>
              </a:rPr>
              <a:t> </a:t>
            </a:r>
          </a:p>
        </p:txBody>
      </p:sp>
      <p:sp>
        <p:nvSpPr>
          <p:cNvPr id="880651" name="Rectangle 11"/>
          <p:cNvSpPr>
            <a:spLocks noChangeArrowheads="1"/>
          </p:cNvSpPr>
          <p:nvPr/>
        </p:nvSpPr>
        <p:spPr bwMode="auto">
          <a:xfrm>
            <a:off x="602071" y="756147"/>
            <a:ext cx="11086282" cy="830997"/>
          </a:xfrm>
          <a:prstGeom prst="rect">
            <a:avLst/>
          </a:prstGeom>
          <a:noFill/>
          <a:ln w="9525">
            <a:noFill/>
            <a:miter lim="800000"/>
            <a:headEnd/>
            <a:tailEnd/>
          </a:ln>
          <a:effectLst/>
        </p:spPr>
        <p:txBody>
          <a:bodyPr wrap="square" anchor="ctr">
            <a:spAutoFit/>
          </a:bodyPr>
          <a:lstStyle/>
          <a:p>
            <a:pPr>
              <a:tabLst>
                <a:tab pos="1049338" algn="l"/>
              </a:tabLst>
            </a:pPr>
            <a:r>
              <a:rPr lang="en-US" altLang="zh-CN" b="1" dirty="0">
                <a:solidFill>
                  <a:srgbClr val="FF33CC"/>
                </a:solidFill>
                <a:effectLst>
                  <a:outerShdw blurRad="38100" dist="38100" dir="2700000" algn="tl">
                    <a:srgbClr val="000000"/>
                  </a:outerShdw>
                </a:effectLst>
                <a:latin typeface="+mn-lt"/>
                <a:ea typeface="隶书" pitchFamily="49" charset="-122"/>
              </a:rPr>
              <a:t>       【</a:t>
            </a:r>
            <a:r>
              <a:rPr lang="zh-CN" altLang="en-US" b="1" dirty="0">
                <a:solidFill>
                  <a:srgbClr val="FF33CC"/>
                </a:solidFill>
                <a:effectLst>
                  <a:outerShdw blurRad="38100" dist="38100" dir="2700000" algn="tl">
                    <a:srgbClr val="000000"/>
                  </a:outerShdw>
                </a:effectLst>
                <a:latin typeface="+mn-lt"/>
                <a:ea typeface="隶书" pitchFamily="49" charset="-122"/>
              </a:rPr>
              <a:t>例</a:t>
            </a:r>
            <a:r>
              <a:rPr lang="en-US" altLang="zh-CN" b="1" dirty="0">
                <a:solidFill>
                  <a:srgbClr val="FF33CC"/>
                </a:solidFill>
                <a:effectLst>
                  <a:outerShdw blurRad="38100" dist="38100" dir="2700000" algn="tl">
                    <a:srgbClr val="000000"/>
                  </a:outerShdw>
                </a:effectLst>
                <a:latin typeface="+mn-lt"/>
                <a:ea typeface="隶书" pitchFamily="49" charset="-122"/>
              </a:rPr>
              <a:t>1】</a:t>
            </a:r>
            <a:r>
              <a:rPr lang="zh-CN" altLang="en-US" b="1" dirty="0">
                <a:solidFill>
                  <a:srgbClr val="FF33CC"/>
                </a:solidFill>
                <a:effectLst>
                  <a:outerShdw blurRad="38100" dist="38100" dir="2700000" algn="tl">
                    <a:srgbClr val="000000"/>
                  </a:outerShdw>
                </a:effectLst>
                <a:latin typeface="+mn-lt"/>
                <a:ea typeface="隶书" pitchFamily="49" charset="-122"/>
              </a:rPr>
              <a:t>已知某公司员工的保底薪水为</a:t>
            </a:r>
            <a:r>
              <a:rPr lang="en-US" altLang="zh-CN" b="1" dirty="0">
                <a:solidFill>
                  <a:srgbClr val="FF33CC"/>
                </a:solidFill>
                <a:effectLst>
                  <a:outerShdw blurRad="38100" dist="38100" dir="2700000" algn="tl">
                    <a:srgbClr val="000000"/>
                  </a:outerShdw>
                </a:effectLst>
                <a:latin typeface="+mn-lt"/>
                <a:ea typeface="隶书" pitchFamily="49" charset="-122"/>
              </a:rPr>
              <a:t>500</a:t>
            </a:r>
            <a:r>
              <a:rPr lang="zh-CN" altLang="en-US" b="1" dirty="0">
                <a:solidFill>
                  <a:srgbClr val="FF33CC"/>
                </a:solidFill>
                <a:effectLst>
                  <a:outerShdw blurRad="38100" dist="38100" dir="2700000" algn="tl">
                    <a:srgbClr val="000000"/>
                  </a:outerShdw>
                </a:effectLst>
                <a:latin typeface="+mn-lt"/>
                <a:ea typeface="隶书" pitchFamily="49" charset="-122"/>
              </a:rPr>
              <a:t>，某月所接工程的利润</a:t>
            </a:r>
            <a:r>
              <a:rPr lang="en-US" altLang="zh-CN" b="1" dirty="0">
                <a:solidFill>
                  <a:srgbClr val="FF33CC"/>
                </a:solidFill>
                <a:effectLst>
                  <a:outerShdw blurRad="38100" dist="38100" dir="2700000" algn="tl">
                    <a:srgbClr val="000000"/>
                  </a:outerShdw>
                </a:effectLst>
                <a:latin typeface="+mn-lt"/>
                <a:ea typeface="隶书" pitchFamily="49" charset="-122"/>
              </a:rPr>
              <a:t>profit</a:t>
            </a:r>
            <a:r>
              <a:rPr lang="zh-CN" altLang="en-US" b="1" dirty="0">
                <a:solidFill>
                  <a:srgbClr val="FF33CC"/>
                </a:solidFill>
                <a:effectLst>
                  <a:outerShdw blurRad="38100" dist="38100" dir="2700000" algn="tl">
                    <a:srgbClr val="000000"/>
                  </a:outerShdw>
                </a:effectLst>
                <a:latin typeface="+mn-lt"/>
                <a:ea typeface="隶书" pitchFamily="49" charset="-122"/>
              </a:rPr>
              <a:t>（整数）与利润提成的关系如下所示（计量单位：元）。计算员工的当月薪水。</a:t>
            </a:r>
            <a:r>
              <a:rPr lang="zh-CN" altLang="en-US" b="1" dirty="0">
                <a:solidFill>
                  <a:srgbClr val="FF33CC"/>
                </a:solidFill>
                <a:effectLst>
                  <a:outerShdw blurRad="38100" dist="38100" dir="2700000" algn="tl">
                    <a:srgbClr val="000000"/>
                  </a:outerShdw>
                </a:effectLst>
                <a:latin typeface="+mn-lt"/>
                <a:ea typeface="楷体_GB2312" pitchFamily="49" charset="-122"/>
              </a:rPr>
              <a:t> </a:t>
            </a:r>
          </a:p>
        </p:txBody>
      </p:sp>
      <p:graphicFrame>
        <p:nvGraphicFramePr>
          <p:cNvPr id="880728" name="Group 88"/>
          <p:cNvGraphicFramePr>
            <a:graphicFrameLocks noGrp="1"/>
          </p:cNvGraphicFramePr>
          <p:nvPr>
            <p:extLst>
              <p:ext uri="{D42A27DB-BD31-4B8C-83A1-F6EECF244321}">
                <p14:modId xmlns:p14="http://schemas.microsoft.com/office/powerpoint/2010/main" val="2643274047"/>
              </p:ext>
            </p:extLst>
          </p:nvPr>
        </p:nvGraphicFramePr>
        <p:xfrm>
          <a:off x="2711624" y="1738496"/>
          <a:ext cx="7272337" cy="2377440"/>
        </p:xfrm>
        <a:graphic>
          <a:graphicData uri="http://schemas.openxmlformats.org/drawingml/2006/table">
            <a:tbl>
              <a:tblPr>
                <a:effectLst>
                  <a:outerShdw blurRad="50800" dist="38100" dir="2700000" algn="tl" rotWithShape="0">
                    <a:prstClr val="black">
                      <a:alpha val="40000"/>
                    </a:prstClr>
                  </a:outerShdw>
                </a:effectLst>
              </a:tblPr>
              <a:tblGrid>
                <a:gridCol w="3636962">
                  <a:extLst>
                    <a:ext uri="{9D8B030D-6E8A-4147-A177-3AD203B41FA5}">
                      <a16:colId xmlns:a16="http://schemas.microsoft.com/office/drawing/2014/main" val="20000"/>
                    </a:ext>
                  </a:extLst>
                </a:gridCol>
                <a:gridCol w="3635375">
                  <a:extLst>
                    <a:ext uri="{9D8B030D-6E8A-4147-A177-3AD203B41FA5}">
                      <a16:colId xmlns:a16="http://schemas.microsoft.com/office/drawing/2014/main" val="20001"/>
                    </a:ext>
                  </a:extLst>
                </a:gridCol>
              </a:tblGrid>
              <a:tr h="2968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0000"/>
                          </a:solidFill>
                          <a:effectLst>
                            <a:outerShdw blurRad="38100" dist="38100" dir="2700000" algn="tl">
                              <a:srgbClr val="000000"/>
                            </a:outerShdw>
                          </a:effectLst>
                          <a:latin typeface="+mn-lt"/>
                          <a:ea typeface="楷体" pitchFamily="49" charset="-122"/>
                          <a:cs typeface="Times New Roman" pitchFamily="18" charset="0"/>
                        </a:rPr>
                        <a:t>工程利润</a:t>
                      </a:r>
                      <a:r>
                        <a:rPr kumimoji="1" lang="en-US" altLang="zh-CN" sz="2000" b="1" i="0" u="none" strike="noStrike" cap="none" normalizeH="0" baseline="0" dirty="0">
                          <a:ln>
                            <a:noFill/>
                          </a:ln>
                          <a:solidFill>
                            <a:srgbClr val="C00000"/>
                          </a:solidFill>
                          <a:effectLst>
                            <a:outerShdw blurRad="38100" dist="38100" dir="2700000" algn="tl">
                              <a:srgbClr val="000000"/>
                            </a:outerShdw>
                          </a:effectLst>
                          <a:latin typeface="+mn-lt"/>
                          <a:ea typeface="楷体" pitchFamily="49" charset="-122"/>
                          <a:cs typeface="Times New Roman" pitchFamily="18" charset="0"/>
                        </a:rPr>
                        <a:t>profit</a:t>
                      </a:r>
                      <a:endParaRPr kumimoji="1" lang="en-US" altLang="zh-CN" sz="2000" b="0" i="0" u="none" strike="noStrike" cap="none" normalizeH="0" baseline="0" dirty="0">
                        <a:ln>
                          <a:noFill/>
                        </a:ln>
                        <a:solidFill>
                          <a:srgbClr val="C00000"/>
                        </a:solidFill>
                        <a:effectLst>
                          <a:outerShdw blurRad="38100" dist="38100" dir="2700000" algn="tl">
                            <a:srgbClr val="000000"/>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0000"/>
                          </a:solidFill>
                          <a:effectLst>
                            <a:outerShdw blurRad="38100" dist="38100" dir="2700000" algn="tl">
                              <a:srgbClr val="000000"/>
                            </a:outerShdw>
                          </a:effectLst>
                          <a:latin typeface="+mn-lt"/>
                          <a:ea typeface="楷体" pitchFamily="49" charset="-122"/>
                          <a:cs typeface="Times New Roman" pitchFamily="18" charset="0"/>
                        </a:rPr>
                        <a:t>提成比率</a:t>
                      </a:r>
                      <a:endParaRPr kumimoji="1" lang="zh-CN" altLang="en-US" sz="2000" b="0" i="0" u="none" strike="noStrike" cap="none" normalizeH="0" baseline="0" dirty="0">
                        <a:ln>
                          <a:noFill/>
                        </a:ln>
                        <a:solidFill>
                          <a:srgbClr val="C00000"/>
                        </a:solidFill>
                        <a:effectLst>
                          <a:outerShdw blurRad="38100" dist="38100" dir="2700000" algn="tl">
                            <a:srgbClr val="000000"/>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6200000" scaled="1"/>
                      <a:tileRect/>
                    </a:gradFill>
                  </a:tcPr>
                </a:tc>
                <a:extLst>
                  <a:ext uri="{0D108BD9-81ED-4DB2-BD59-A6C34878D82A}">
                    <a16:rowId xmlns:a16="http://schemas.microsoft.com/office/drawing/2014/main" val="10000"/>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profit≤1000</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没有提成</a:t>
                      </a:r>
                      <a:endParaRPr kumimoji="1" lang="zh-CN" altLang="en-US"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1000</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profit≤2000</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提成</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10%</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587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2000</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profit≤5000</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提成</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15%</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5000</a:t>
                      </a:r>
                      <a:r>
                        <a:rPr kumimoji="1" lang="zh-CN" altLang="en-US"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profit≤10000</a:t>
                      </a:r>
                      <a:endParaRPr kumimoji="1" lang="en-US" altLang="zh-CN" sz="2000" b="0"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提成</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20%</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10000</a:t>
                      </a:r>
                      <a:r>
                        <a:rPr kumimoji="1" lang="zh-CN" altLang="en-US"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profit</a:t>
                      </a:r>
                      <a:endParaRPr kumimoji="1" lang="en-US" altLang="zh-CN" sz="2000" b="0"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提成</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25%</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
        <p:nvSpPr>
          <p:cNvPr id="880727" name="Rectangle 87"/>
          <p:cNvSpPr>
            <a:spLocks noChangeArrowheads="1"/>
          </p:cNvSpPr>
          <p:nvPr/>
        </p:nvSpPr>
        <p:spPr bwMode="auto">
          <a:xfrm>
            <a:off x="911424" y="4293096"/>
            <a:ext cx="10729689" cy="1938992"/>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tabLst>
                <a:tab pos="457200" algn="l"/>
              </a:tabLst>
            </a:pPr>
            <a:r>
              <a:rPr lang="zh-CN" altLang="en-US" sz="2000" b="1" dirty="0">
                <a:solidFill>
                  <a:srgbClr val="FF33CC"/>
                </a:solidFill>
                <a:effectLst>
                  <a:outerShdw blurRad="50800" dist="38100" dir="13500000" algn="br" rotWithShape="0">
                    <a:prstClr val="black">
                      <a:alpha val="40000"/>
                    </a:prstClr>
                  </a:outerShdw>
                </a:effectLst>
                <a:latin typeface="隶书" pitchFamily="49" charset="-122"/>
                <a:ea typeface="隶书" pitchFamily="49" charset="-122"/>
              </a:rPr>
              <a:t>程序应该这样来设计：</a:t>
            </a:r>
          </a:p>
          <a:p>
            <a:pPr>
              <a:buClr>
                <a:srgbClr val="CC00FF"/>
              </a:buClr>
              <a:tabLst>
                <a:tab pos="457200" algn="l"/>
              </a:tabLst>
            </a:pPr>
            <a:r>
              <a:rPr lang="zh-CN" altLang="en-US" sz="2000" b="1" dirty="0">
                <a:effectLst>
                  <a:outerShdw blurRad="50800" dist="38100" dir="13500000" algn="br" rotWithShape="0">
                    <a:prstClr val="black">
                      <a:alpha val="40000"/>
                    </a:prstClr>
                  </a:outerShdw>
                </a:effectLst>
                <a:ea typeface="楷体" pitchFamily="49" charset="-122"/>
              </a:rPr>
              <a:t>    （</a:t>
            </a:r>
            <a:r>
              <a:rPr lang="en-US" altLang="zh-CN" sz="2000" b="1" dirty="0">
                <a:effectLst>
                  <a:outerShdw blurRad="50800" dist="38100" dir="13500000" algn="br" rotWithShape="0">
                    <a:prstClr val="black">
                      <a:alpha val="40000"/>
                    </a:prstClr>
                  </a:outerShdw>
                </a:effectLst>
                <a:ea typeface="楷体" pitchFamily="49" charset="-122"/>
              </a:rPr>
              <a:t>1</a:t>
            </a:r>
            <a:r>
              <a:rPr lang="zh-CN" altLang="en-US" sz="2000" b="1" dirty="0">
                <a:effectLst>
                  <a:outerShdw blurRad="50800" dist="38100" dir="13500000" algn="br" rotWithShape="0">
                    <a:prstClr val="black">
                      <a:alpha val="40000"/>
                    </a:prstClr>
                  </a:outerShdw>
                </a:effectLst>
                <a:ea typeface="楷体" pitchFamily="49" charset="-122"/>
              </a:rPr>
              <a:t>）首先要定义一个变量用来存放员工所接工程的利润；</a:t>
            </a:r>
            <a:endParaRPr lang="en-US" altLang="zh-CN" sz="2000" b="1" dirty="0">
              <a:effectLst>
                <a:outerShdw blurRad="50800" dist="38100" dir="13500000" algn="br" rotWithShape="0">
                  <a:prstClr val="black">
                    <a:alpha val="40000"/>
                  </a:prstClr>
                </a:outerShdw>
              </a:effectLst>
              <a:ea typeface="楷体" pitchFamily="49" charset="-122"/>
            </a:endParaRPr>
          </a:p>
          <a:p>
            <a:pPr>
              <a:buClr>
                <a:srgbClr val="CC00FF"/>
              </a:buClr>
              <a:tabLst>
                <a:tab pos="457200" algn="l"/>
              </a:tabLst>
            </a:pPr>
            <a:r>
              <a:rPr lang="zh-CN" altLang="en-US" sz="2000" b="1" dirty="0">
                <a:effectLst>
                  <a:outerShdw blurRad="50800" dist="38100" dir="13500000" algn="br" rotWithShape="0">
                    <a:prstClr val="black">
                      <a:alpha val="40000"/>
                    </a:prstClr>
                  </a:outerShdw>
                </a:effectLst>
                <a:ea typeface="楷体" pitchFamily="49" charset="-122"/>
              </a:rPr>
              <a:t>    （</a:t>
            </a:r>
            <a:r>
              <a:rPr lang="en-US" altLang="zh-CN" sz="2000" b="1" dirty="0">
                <a:effectLst>
                  <a:outerShdw blurRad="50800" dist="38100" dir="13500000" algn="br" rotWithShape="0">
                    <a:prstClr val="black">
                      <a:alpha val="40000"/>
                    </a:prstClr>
                  </a:outerShdw>
                </a:effectLst>
                <a:ea typeface="楷体" pitchFamily="49" charset="-122"/>
              </a:rPr>
              <a:t>2</a:t>
            </a:r>
            <a:r>
              <a:rPr lang="zh-CN" altLang="en-US" sz="2000" b="1" dirty="0">
                <a:effectLst>
                  <a:outerShdw blurRad="50800" dist="38100" dir="13500000" algn="br" rotWithShape="0">
                    <a:prstClr val="black">
                      <a:alpha val="40000"/>
                    </a:prstClr>
                  </a:outerShdw>
                </a:effectLst>
                <a:ea typeface="楷体" pitchFamily="49" charset="-122"/>
              </a:rPr>
              <a:t>）其次提示用户输入员工所接工程的利润，并调用</a:t>
            </a:r>
            <a:r>
              <a:rPr lang="en-US" altLang="zh-CN" sz="2000" b="1" dirty="0" err="1">
                <a:effectLst>
                  <a:outerShdw blurRad="50800" dist="38100" dir="13500000" algn="br" rotWithShape="0">
                    <a:prstClr val="black">
                      <a:alpha val="40000"/>
                    </a:prstClr>
                  </a:outerShdw>
                </a:effectLst>
                <a:ea typeface="楷体" pitchFamily="49" charset="-122"/>
              </a:rPr>
              <a:t>scanf</a:t>
            </a:r>
            <a:r>
              <a:rPr lang="zh-CN" altLang="en-US" sz="2000" b="1" dirty="0">
                <a:effectLst>
                  <a:outerShdw blurRad="50800" dist="38100" dir="13500000" algn="br" rotWithShape="0">
                    <a:prstClr val="black">
                      <a:alpha val="40000"/>
                    </a:prstClr>
                  </a:outerShdw>
                </a:effectLst>
                <a:ea typeface="楷体" pitchFamily="49" charset="-122"/>
              </a:rPr>
              <a:t>函数接受用户输入员工所接工程的利润；</a:t>
            </a:r>
            <a:endParaRPr lang="en-US" altLang="zh-CN" sz="2000" b="1" dirty="0">
              <a:effectLst>
                <a:outerShdw blurRad="50800" dist="38100" dir="13500000" algn="br" rotWithShape="0">
                  <a:prstClr val="black">
                    <a:alpha val="40000"/>
                  </a:prstClr>
                </a:outerShdw>
              </a:effectLst>
              <a:ea typeface="楷体" pitchFamily="49" charset="-122"/>
            </a:endParaRPr>
          </a:p>
          <a:p>
            <a:pPr>
              <a:buClr>
                <a:srgbClr val="CC00FF"/>
              </a:buClr>
              <a:tabLst>
                <a:tab pos="457200" algn="l"/>
              </a:tabLst>
            </a:pPr>
            <a:r>
              <a:rPr lang="zh-CN" altLang="en-US" sz="2000" b="1" dirty="0">
                <a:effectLst>
                  <a:outerShdw blurRad="50800" dist="38100" dir="13500000" algn="br" rotWithShape="0">
                    <a:prstClr val="black">
                      <a:alpha val="40000"/>
                    </a:prstClr>
                  </a:outerShdw>
                </a:effectLst>
                <a:ea typeface="楷体" pitchFamily="49" charset="-122"/>
              </a:rPr>
              <a:t>    （</a:t>
            </a:r>
            <a:r>
              <a:rPr lang="en-US" altLang="zh-CN" sz="2000" b="1" dirty="0">
                <a:effectLst>
                  <a:outerShdw blurRad="50800" dist="38100" dir="13500000" algn="br" rotWithShape="0">
                    <a:prstClr val="black">
                      <a:alpha val="40000"/>
                    </a:prstClr>
                  </a:outerShdw>
                </a:effectLst>
                <a:ea typeface="楷体" pitchFamily="49" charset="-122"/>
              </a:rPr>
              <a:t>3</a:t>
            </a:r>
            <a:r>
              <a:rPr lang="zh-CN" altLang="en-US" sz="2000" b="1" dirty="0">
                <a:effectLst>
                  <a:outerShdw blurRad="50800" dist="38100" dir="13500000" algn="br" rotWithShape="0">
                    <a:prstClr val="black">
                      <a:alpha val="40000"/>
                    </a:prstClr>
                  </a:outerShdw>
                </a:effectLst>
                <a:ea typeface="楷体" pitchFamily="49" charset="-122"/>
              </a:rPr>
              <a:t>）然后根据上表的规则，计算该员工当月的提成比率。</a:t>
            </a:r>
            <a:endParaRPr lang="en-US" altLang="zh-CN" sz="2000" b="1" dirty="0">
              <a:effectLst>
                <a:outerShdw blurRad="50800" dist="38100" dir="13500000" algn="br" rotWithShape="0">
                  <a:prstClr val="black">
                    <a:alpha val="40000"/>
                  </a:prstClr>
                </a:outerShdw>
              </a:effectLst>
              <a:ea typeface="楷体" pitchFamily="49" charset="-122"/>
            </a:endParaRPr>
          </a:p>
          <a:p>
            <a:pPr>
              <a:buClr>
                <a:srgbClr val="CC00FF"/>
              </a:buClr>
              <a:tabLst>
                <a:tab pos="457200" algn="l"/>
              </a:tabLst>
            </a:pPr>
            <a:r>
              <a:rPr lang="zh-CN" altLang="en-US" sz="2000" b="1" dirty="0">
                <a:effectLst>
                  <a:outerShdw blurRad="50800" dist="38100" dir="13500000" algn="br" rotWithShape="0">
                    <a:prstClr val="black">
                      <a:alpha val="40000"/>
                    </a:prstClr>
                  </a:outerShdw>
                </a:effectLst>
                <a:ea typeface="楷体" pitchFamily="49" charset="-122"/>
              </a:rPr>
              <a:t>    （</a:t>
            </a:r>
            <a:r>
              <a:rPr lang="en-US" altLang="zh-CN" sz="2000" b="1" dirty="0">
                <a:effectLst>
                  <a:outerShdw blurRad="50800" dist="38100" dir="13500000" algn="br" rotWithShape="0">
                    <a:prstClr val="black">
                      <a:alpha val="40000"/>
                    </a:prstClr>
                  </a:outerShdw>
                </a:effectLst>
                <a:ea typeface="楷体" pitchFamily="49" charset="-122"/>
              </a:rPr>
              <a:t>4</a:t>
            </a:r>
            <a:r>
              <a:rPr lang="zh-CN" altLang="en-US" sz="2000" b="1" dirty="0">
                <a:effectLst>
                  <a:outerShdw blurRad="50800" dist="38100" dir="13500000" algn="br" rotWithShape="0">
                    <a:prstClr val="black">
                      <a:alpha val="40000"/>
                    </a:prstClr>
                  </a:outerShdw>
                </a:effectLst>
                <a:ea typeface="楷体" pitchFamily="49" charset="-122"/>
              </a:rPr>
              <a:t>）最后计算该员工当月的薪水（保底薪水</a:t>
            </a:r>
            <a:r>
              <a:rPr lang="en-US" altLang="zh-CN" sz="2000" b="1" dirty="0">
                <a:effectLst>
                  <a:outerShdw blurRad="50800" dist="38100" dir="13500000" algn="br" rotWithShape="0">
                    <a:prstClr val="black">
                      <a:alpha val="40000"/>
                    </a:prstClr>
                  </a:outerShdw>
                </a:effectLst>
                <a:ea typeface="楷体" pitchFamily="49" charset="-122"/>
              </a:rPr>
              <a:t>+</a:t>
            </a:r>
            <a:r>
              <a:rPr lang="zh-CN" altLang="en-US" sz="2000" b="1" dirty="0">
                <a:effectLst>
                  <a:outerShdw blurRad="50800" dist="38100" dir="13500000" algn="br" rotWithShape="0">
                    <a:prstClr val="black">
                      <a:alpha val="40000"/>
                    </a:prstClr>
                  </a:outerShdw>
                </a:effectLst>
                <a:ea typeface="楷体" pitchFamily="49" charset="-122"/>
              </a:rPr>
              <a:t>所接工程的利润*提成比率），并输出结果。</a:t>
            </a:r>
          </a:p>
        </p:txBody>
      </p:sp>
      <p:grpSp>
        <p:nvGrpSpPr>
          <p:cNvPr id="880729" name="Group 89"/>
          <p:cNvGrpSpPr>
            <a:grpSpLocks/>
          </p:cNvGrpSpPr>
          <p:nvPr/>
        </p:nvGrpSpPr>
        <p:grpSpPr bwMode="auto">
          <a:xfrm>
            <a:off x="-9117" y="0"/>
            <a:ext cx="446088" cy="6858000"/>
            <a:chOff x="0" y="0"/>
            <a:chExt cx="281" cy="4320"/>
          </a:xfrm>
        </p:grpSpPr>
        <p:sp>
          <p:nvSpPr>
            <p:cNvPr id="880730" name="Text Box 9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80731" name="Text Box 9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65" name="组合 64"/>
          <p:cNvGrpSpPr/>
          <p:nvPr/>
        </p:nvGrpSpPr>
        <p:grpSpPr>
          <a:xfrm>
            <a:off x="2927648" y="1732728"/>
            <a:ext cx="6286544" cy="4000528"/>
            <a:chOff x="928662" y="1000108"/>
            <a:chExt cx="6286544" cy="4000528"/>
          </a:xfrm>
        </p:grpSpPr>
        <p:sp>
          <p:nvSpPr>
            <p:cNvPr id="10" name="矩形 9"/>
            <p:cNvSpPr/>
            <p:nvPr/>
          </p:nvSpPr>
          <p:spPr bwMode="auto">
            <a:xfrm>
              <a:off x="928662" y="1000108"/>
              <a:ext cx="6286544" cy="4000528"/>
            </a:xfrm>
            <a:prstGeom prst="rect">
              <a:avLst/>
            </a:prstGeom>
            <a:gradFill flip="none" rotWithShape="1">
              <a:gsLst>
                <a:gs pos="0">
                  <a:srgbClr val="66FFFF">
                    <a:shade val="30000"/>
                    <a:satMod val="115000"/>
                  </a:srgbClr>
                </a:gs>
                <a:gs pos="50000">
                  <a:srgbClr val="66FFFF">
                    <a:shade val="67500"/>
                    <a:satMod val="115000"/>
                  </a:srgbClr>
                </a:gs>
                <a:gs pos="100000">
                  <a:srgbClr val="66FFFF">
                    <a:shade val="100000"/>
                    <a:satMod val="115000"/>
                  </a:srgbClr>
                </a:gs>
              </a:gsLst>
              <a:lin ang="13500000" scaled="1"/>
              <a:tileRect/>
            </a:gradFill>
            <a:ln w="38100" cap="flat" cmpd="sng" algn="ctr">
              <a:solidFill>
                <a:schemeClr val="accent1">
                  <a:lumMod val="50000"/>
                </a:schemeClr>
              </a:solidFill>
              <a:prstDash val="solid"/>
              <a:round/>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vert="horz" wrap="square" lIns="91440" tIns="45720" rIns="91440" bIns="45720" numCol="1" rtlCol="0" anchor="t" anchorCtr="0" compatLnSpc="1">
              <a:prstTxWarp prst="textNoShape">
                <a:avLst/>
              </a:prstTxWarp>
            </a:bodyPr>
            <a:lstStyle/>
            <a:p>
              <a:endParaRPr lang="zh-CN" altLang="en-US"/>
            </a:p>
          </p:txBody>
        </p:sp>
        <p:grpSp>
          <p:nvGrpSpPr>
            <p:cNvPr id="481282" name="组合 412"/>
            <p:cNvGrpSpPr>
              <a:grpSpLocks/>
            </p:cNvGrpSpPr>
            <p:nvPr/>
          </p:nvGrpSpPr>
          <p:grpSpPr bwMode="auto">
            <a:xfrm>
              <a:off x="1448382" y="1193950"/>
              <a:ext cx="5166630" cy="3396391"/>
              <a:chOff x="-396" y="-2543"/>
              <a:chExt cx="28633" cy="18211"/>
            </a:xfrm>
          </p:grpSpPr>
          <p:grpSp>
            <p:nvGrpSpPr>
              <p:cNvPr id="410" name="组合 410"/>
              <p:cNvGrpSpPr>
                <a:grpSpLocks/>
              </p:cNvGrpSpPr>
              <p:nvPr/>
            </p:nvGrpSpPr>
            <p:grpSpPr bwMode="auto">
              <a:xfrm>
                <a:off x="0" y="521"/>
                <a:ext cx="28237" cy="15147"/>
                <a:chOff x="0" y="521"/>
                <a:chExt cx="28237" cy="15153"/>
              </a:xfrm>
            </p:grpSpPr>
            <p:grpSp>
              <p:nvGrpSpPr>
                <p:cNvPr id="409" name="组合 409"/>
                <p:cNvGrpSpPr>
                  <a:grpSpLocks/>
                </p:cNvGrpSpPr>
                <p:nvPr/>
              </p:nvGrpSpPr>
              <p:grpSpPr bwMode="auto">
                <a:xfrm>
                  <a:off x="0" y="521"/>
                  <a:ext cx="28237" cy="15153"/>
                  <a:chOff x="0" y="521"/>
                  <a:chExt cx="28237" cy="15153"/>
                </a:xfrm>
              </p:grpSpPr>
              <p:grpSp>
                <p:nvGrpSpPr>
                  <p:cNvPr id="210" name="组合 210"/>
                  <p:cNvGrpSpPr>
                    <a:grpSpLocks/>
                  </p:cNvGrpSpPr>
                  <p:nvPr/>
                </p:nvGrpSpPr>
                <p:grpSpPr bwMode="auto">
                  <a:xfrm>
                    <a:off x="0" y="6897"/>
                    <a:ext cx="17674" cy="2457"/>
                    <a:chOff x="0" y="607"/>
                    <a:chExt cx="17674" cy="2457"/>
                  </a:xfrm>
                </p:grpSpPr>
                <p:sp>
                  <p:nvSpPr>
                    <p:cNvPr id="226" name="流程图: 过程 226"/>
                    <p:cNvSpPr>
                      <a:spLocks noChangeArrowheads="1"/>
                    </p:cNvSpPr>
                    <p:nvPr/>
                  </p:nvSpPr>
                  <p:spPr bwMode="auto">
                    <a:xfrm>
                      <a:off x="30" y="760"/>
                      <a:ext cx="17644" cy="2267"/>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43" name="直接连接符 243"/>
                    <p:cNvSpPr>
                      <a:spLocks noChangeShapeType="1"/>
                    </p:cNvSpPr>
                    <p:nvPr/>
                  </p:nvSpPr>
                  <p:spPr bwMode="auto">
                    <a:xfrm>
                      <a:off x="0" y="859"/>
                      <a:ext cx="12181" cy="220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47" name="文本框 2"/>
                    <p:cNvSpPr txBox="1">
                      <a:spLocks noChangeArrowheads="1"/>
                    </p:cNvSpPr>
                    <p:nvPr/>
                  </p:nvSpPr>
                  <p:spPr bwMode="auto">
                    <a:xfrm>
                      <a:off x="7918" y="607"/>
                      <a:ext cx="6730" cy="1916"/>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a:solidFill>
                            <a:srgbClr val="0000FF"/>
                          </a:solidFill>
                          <a:effectLst>
                            <a:outerShdw blurRad="50800" dist="38100" dir="13500000" algn="br" rotWithShape="0">
                              <a:prstClr val="black">
                                <a:alpha val="40000"/>
                              </a:prstClr>
                            </a:outerShdw>
                          </a:effectLst>
                          <a:latin typeface="+mn-lt"/>
                          <a:cs typeface="宋体" pitchFamily="2" charset="-122"/>
                        </a:rPr>
                        <a:t>profit≤5000</a:t>
                      </a:r>
                      <a:endParaRPr kumimoji="0" lang="zh-CN" altLang="zh-CN" sz="1400" b="1">
                        <a:solidFill>
                          <a:srgbClr val="0000FF"/>
                        </a:solidFill>
                        <a:effectLst>
                          <a:outerShdw blurRad="50800" dist="38100" dir="13500000" algn="br" rotWithShape="0">
                            <a:prstClr val="black">
                              <a:alpha val="40000"/>
                            </a:prstClr>
                          </a:outerShdw>
                        </a:effectLst>
                        <a:latin typeface="+mn-lt"/>
                        <a:cs typeface="宋体" pitchFamily="2" charset="-122"/>
                      </a:endParaRPr>
                    </a:p>
                  </p:txBody>
                </p:sp>
                <p:sp>
                  <p:nvSpPr>
                    <p:cNvPr id="254" name="文本框 2"/>
                    <p:cNvSpPr txBox="1">
                      <a:spLocks noChangeArrowheads="1"/>
                    </p:cNvSpPr>
                    <p:nvPr/>
                  </p:nvSpPr>
                  <p:spPr bwMode="auto">
                    <a:xfrm>
                      <a:off x="15478" y="1227"/>
                      <a:ext cx="1584" cy="153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50800" dist="38100" dir="13500000" algn="br" rotWithShape="0">
                              <a:prstClr val="black">
                                <a:alpha val="40000"/>
                              </a:prstClr>
                            </a:outerShdw>
                          </a:effectLst>
                          <a:latin typeface="+mn-lt"/>
                          <a:cs typeface="宋体" pitchFamily="2" charset="-122"/>
                        </a:rPr>
                        <a:t>T</a:t>
                      </a:r>
                      <a:endParaRPr kumimoji="0" lang="zh-CN" altLang="zh-CN" sz="1600" b="1" dirty="0">
                        <a:solidFill>
                          <a:srgbClr val="006600"/>
                        </a:solidFill>
                        <a:effectLst>
                          <a:outerShdw blurRad="50800" dist="38100" dir="13500000" algn="br" rotWithShape="0">
                            <a:prstClr val="black">
                              <a:alpha val="40000"/>
                            </a:prstClr>
                          </a:outerShdw>
                        </a:effectLst>
                        <a:latin typeface="+mn-lt"/>
                        <a:cs typeface="宋体" pitchFamily="2" charset="-122"/>
                      </a:endParaRPr>
                    </a:p>
                  </p:txBody>
                </p:sp>
                <p:sp>
                  <p:nvSpPr>
                    <p:cNvPr id="385" name="文本框 2"/>
                    <p:cNvSpPr txBox="1">
                      <a:spLocks noChangeArrowheads="1"/>
                    </p:cNvSpPr>
                    <p:nvPr/>
                  </p:nvSpPr>
                  <p:spPr bwMode="auto">
                    <a:xfrm>
                      <a:off x="1039" y="1154"/>
                      <a:ext cx="1980" cy="153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7030A0"/>
                          </a:solidFill>
                          <a:effectLst>
                            <a:outerShdw blurRad="50800" dist="38100" dir="13500000" algn="br" rotWithShape="0">
                              <a:prstClr val="black">
                                <a:alpha val="40000"/>
                              </a:prstClr>
                            </a:outerShdw>
                          </a:effectLst>
                          <a:latin typeface="+mn-lt"/>
                          <a:cs typeface="宋体" pitchFamily="2" charset="-122"/>
                        </a:rPr>
                        <a:t>F</a:t>
                      </a:r>
                      <a:endParaRPr kumimoji="0" lang="zh-CN" altLang="zh-CN" sz="1600" b="1" dirty="0">
                        <a:solidFill>
                          <a:srgbClr val="7030A0"/>
                        </a:solidFill>
                        <a:effectLst>
                          <a:outerShdw blurRad="50800" dist="38100" dir="13500000" algn="br" rotWithShape="0">
                            <a:prstClr val="black">
                              <a:alpha val="40000"/>
                            </a:prstClr>
                          </a:outerShdw>
                        </a:effectLst>
                        <a:latin typeface="+mn-lt"/>
                        <a:cs typeface="宋体" pitchFamily="2" charset="-122"/>
                      </a:endParaRPr>
                    </a:p>
                  </p:txBody>
                </p:sp>
              </p:grpSp>
              <p:grpSp>
                <p:nvGrpSpPr>
                  <p:cNvPr id="408" name="组合 408"/>
                  <p:cNvGrpSpPr>
                    <a:grpSpLocks/>
                  </p:cNvGrpSpPr>
                  <p:nvPr/>
                </p:nvGrpSpPr>
                <p:grpSpPr bwMode="auto">
                  <a:xfrm>
                    <a:off x="0" y="521"/>
                    <a:ext cx="28237" cy="15153"/>
                    <a:chOff x="0" y="521"/>
                    <a:chExt cx="28237" cy="15153"/>
                  </a:xfrm>
                </p:grpSpPr>
                <p:sp>
                  <p:nvSpPr>
                    <p:cNvPr id="403" name="流程图: 过程 403"/>
                    <p:cNvSpPr>
                      <a:spLocks noChangeArrowheads="1"/>
                    </p:cNvSpPr>
                    <p:nvPr/>
                  </p:nvSpPr>
                  <p:spPr bwMode="auto">
                    <a:xfrm>
                      <a:off x="22890" y="4811"/>
                      <a:ext cx="5347" cy="8798"/>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grpSp>
                  <p:nvGrpSpPr>
                    <p:cNvPr id="402" name="组合 402"/>
                    <p:cNvGrpSpPr>
                      <a:grpSpLocks/>
                    </p:cNvGrpSpPr>
                    <p:nvPr/>
                  </p:nvGrpSpPr>
                  <p:grpSpPr bwMode="auto">
                    <a:xfrm>
                      <a:off x="0" y="521"/>
                      <a:ext cx="28227" cy="15153"/>
                      <a:chOff x="0" y="521"/>
                      <a:chExt cx="28227" cy="15153"/>
                    </a:xfrm>
                  </p:grpSpPr>
                  <p:grpSp>
                    <p:nvGrpSpPr>
                      <p:cNvPr id="209" name="组合 209"/>
                      <p:cNvGrpSpPr>
                        <a:grpSpLocks/>
                      </p:cNvGrpSpPr>
                      <p:nvPr/>
                    </p:nvGrpSpPr>
                    <p:grpSpPr bwMode="auto">
                      <a:xfrm>
                        <a:off x="0" y="4810"/>
                        <a:ext cx="22890" cy="2278"/>
                        <a:chOff x="0" y="576"/>
                        <a:chExt cx="22890" cy="2277"/>
                      </a:xfrm>
                    </p:grpSpPr>
                    <p:sp>
                      <p:nvSpPr>
                        <p:cNvPr id="223" name="流程图: 过程 223"/>
                        <p:cNvSpPr>
                          <a:spLocks noChangeArrowheads="1"/>
                        </p:cNvSpPr>
                        <p:nvPr/>
                      </p:nvSpPr>
                      <p:spPr bwMode="auto">
                        <a:xfrm>
                          <a:off x="30" y="576"/>
                          <a:ext cx="22860" cy="2248"/>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32" name="直接连接符 232"/>
                        <p:cNvSpPr>
                          <a:spLocks noChangeShapeType="1"/>
                        </p:cNvSpPr>
                        <p:nvPr/>
                      </p:nvSpPr>
                      <p:spPr bwMode="auto">
                        <a:xfrm>
                          <a:off x="0" y="675"/>
                          <a:ext cx="17321" cy="2178"/>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41" name="文本框 2"/>
                        <p:cNvSpPr txBox="1">
                          <a:spLocks noChangeArrowheads="1"/>
                        </p:cNvSpPr>
                        <p:nvPr/>
                      </p:nvSpPr>
                      <p:spPr bwMode="auto">
                        <a:xfrm>
                          <a:off x="12669" y="747"/>
                          <a:ext cx="6334" cy="153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00FF"/>
                              </a:solidFill>
                              <a:effectLst>
                                <a:outerShdw blurRad="50800" dist="38100" dir="13500000" algn="br" rotWithShape="0">
                                  <a:prstClr val="black">
                                    <a:alpha val="40000"/>
                                  </a:prstClr>
                                </a:outerShdw>
                              </a:effectLst>
                              <a:latin typeface="+mn-lt"/>
                              <a:cs typeface="宋体" pitchFamily="2" charset="-122"/>
                            </a:rPr>
                            <a:t>profit≤2000</a:t>
                          </a:r>
                          <a:endParaRPr kumimoji="0" lang="zh-CN" altLang="zh-CN" sz="1400" b="1" dirty="0">
                            <a:solidFill>
                              <a:srgbClr val="0000FF"/>
                            </a:solidFill>
                            <a:effectLst>
                              <a:outerShdw blurRad="50800" dist="38100" dir="13500000" algn="br" rotWithShape="0">
                                <a:prstClr val="black">
                                  <a:alpha val="40000"/>
                                </a:prstClr>
                              </a:outerShdw>
                            </a:effectLst>
                            <a:latin typeface="+mn-lt"/>
                            <a:cs typeface="宋体" pitchFamily="2" charset="-122"/>
                          </a:endParaRPr>
                        </a:p>
                      </p:txBody>
                    </p:sp>
                    <p:sp>
                      <p:nvSpPr>
                        <p:cNvPr id="253" name="文本框 2"/>
                        <p:cNvSpPr txBox="1">
                          <a:spLocks noChangeArrowheads="1"/>
                        </p:cNvSpPr>
                        <p:nvPr/>
                      </p:nvSpPr>
                      <p:spPr bwMode="auto">
                        <a:xfrm>
                          <a:off x="20689" y="1057"/>
                          <a:ext cx="1557" cy="163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50800" dist="38100" dir="13500000" algn="br" rotWithShape="0">
                                  <a:prstClr val="black">
                                    <a:alpha val="40000"/>
                                  </a:prstClr>
                                </a:outerShdw>
                              </a:effectLst>
                              <a:latin typeface="+mn-lt"/>
                              <a:cs typeface="宋体" pitchFamily="2" charset="-122"/>
                            </a:rPr>
                            <a:t>T</a:t>
                          </a:r>
                          <a:endParaRPr kumimoji="0" lang="zh-CN" altLang="zh-CN" sz="1600" b="1" dirty="0">
                            <a:solidFill>
                              <a:srgbClr val="006600"/>
                            </a:solidFill>
                            <a:effectLst>
                              <a:outerShdw blurRad="50800" dist="38100" dir="13500000" algn="br" rotWithShape="0">
                                <a:prstClr val="black">
                                  <a:alpha val="40000"/>
                                </a:prstClr>
                              </a:outerShdw>
                            </a:effectLst>
                            <a:latin typeface="+mn-lt"/>
                            <a:cs typeface="宋体" pitchFamily="2" charset="-122"/>
                          </a:endParaRPr>
                        </a:p>
                      </p:txBody>
                    </p:sp>
                    <p:sp>
                      <p:nvSpPr>
                        <p:cNvPr id="384" name="文本框 2"/>
                        <p:cNvSpPr txBox="1">
                          <a:spLocks noChangeArrowheads="1"/>
                        </p:cNvSpPr>
                        <p:nvPr/>
                      </p:nvSpPr>
                      <p:spPr bwMode="auto">
                        <a:xfrm>
                          <a:off x="2910" y="941"/>
                          <a:ext cx="1652" cy="1758"/>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7030A0"/>
                              </a:solidFill>
                              <a:effectLst>
                                <a:outerShdw blurRad="50800" dist="38100" dir="13500000" algn="br" rotWithShape="0">
                                  <a:prstClr val="black">
                                    <a:alpha val="40000"/>
                                  </a:prstClr>
                                </a:outerShdw>
                              </a:effectLst>
                              <a:latin typeface="+mn-lt"/>
                              <a:cs typeface="宋体" pitchFamily="2" charset="-122"/>
                            </a:rPr>
                            <a:t>F</a:t>
                          </a:r>
                          <a:endParaRPr kumimoji="0" lang="zh-CN" altLang="zh-CN" sz="1600" b="1" dirty="0">
                            <a:solidFill>
                              <a:srgbClr val="7030A0"/>
                            </a:solidFill>
                            <a:effectLst>
                              <a:outerShdw blurRad="50800" dist="38100" dir="13500000" algn="br" rotWithShape="0">
                                <a:prstClr val="black">
                                  <a:alpha val="40000"/>
                                </a:prstClr>
                              </a:outerShdw>
                            </a:effectLst>
                            <a:latin typeface="+mn-lt"/>
                            <a:cs typeface="宋体" pitchFamily="2" charset="-122"/>
                          </a:endParaRPr>
                        </a:p>
                      </p:txBody>
                    </p:sp>
                  </p:grpSp>
                  <p:grpSp>
                    <p:nvGrpSpPr>
                      <p:cNvPr id="398" name="组合 398"/>
                      <p:cNvGrpSpPr>
                        <a:grpSpLocks/>
                      </p:cNvGrpSpPr>
                      <p:nvPr/>
                    </p:nvGrpSpPr>
                    <p:grpSpPr bwMode="auto">
                      <a:xfrm>
                        <a:off x="30" y="521"/>
                        <a:ext cx="28197" cy="15153"/>
                        <a:chOff x="30" y="521"/>
                        <a:chExt cx="28196" cy="15153"/>
                      </a:xfrm>
                    </p:grpSpPr>
                    <p:sp>
                      <p:nvSpPr>
                        <p:cNvPr id="218" name="流程图: 过程 218"/>
                        <p:cNvSpPr>
                          <a:spLocks noChangeArrowheads="1"/>
                        </p:cNvSpPr>
                        <p:nvPr/>
                      </p:nvSpPr>
                      <p:spPr bwMode="auto">
                        <a:xfrm>
                          <a:off x="30" y="2571"/>
                          <a:ext cx="28194" cy="2248"/>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sz="1600" b="1">
                            <a:effectLst>
                              <a:outerShdw blurRad="50800" dist="38100" dir="13500000" algn="br" rotWithShape="0">
                                <a:prstClr val="black">
                                  <a:alpha val="40000"/>
                                </a:prstClr>
                              </a:outerShdw>
                            </a:effectLst>
                            <a:latin typeface="+mn-lt"/>
                          </a:endParaRPr>
                        </a:p>
                      </p:txBody>
                    </p:sp>
                    <p:grpSp>
                      <p:nvGrpSpPr>
                        <p:cNvPr id="407" name="组合 407"/>
                        <p:cNvGrpSpPr>
                          <a:grpSpLocks/>
                        </p:cNvGrpSpPr>
                        <p:nvPr/>
                      </p:nvGrpSpPr>
                      <p:grpSpPr bwMode="auto">
                        <a:xfrm>
                          <a:off x="30" y="521"/>
                          <a:ext cx="28194" cy="2058"/>
                          <a:chOff x="0" y="521"/>
                          <a:chExt cx="28194" cy="2058"/>
                        </a:xfrm>
                      </p:grpSpPr>
                      <p:sp>
                        <p:nvSpPr>
                          <p:cNvPr id="213" name="流程图: 过程 213"/>
                          <p:cNvSpPr>
                            <a:spLocks noChangeArrowheads="1"/>
                          </p:cNvSpPr>
                          <p:nvPr/>
                        </p:nvSpPr>
                        <p:spPr bwMode="auto">
                          <a:xfrm>
                            <a:off x="0" y="521"/>
                            <a:ext cx="28194" cy="2058"/>
                          </a:xfrm>
                          <a:prstGeom prst="flowChartProcess">
                            <a:avLst/>
                          </a:prstGeom>
                          <a:gradFill flip="none" rotWithShape="1">
                            <a:gsLst>
                              <a:gs pos="0">
                                <a:srgbClr val="FF66FF">
                                  <a:tint val="66000"/>
                                  <a:satMod val="160000"/>
                                </a:srgbClr>
                              </a:gs>
                              <a:gs pos="50000">
                                <a:srgbClr val="FF66FF">
                                  <a:tint val="44500"/>
                                  <a:satMod val="160000"/>
                                </a:srgbClr>
                              </a:gs>
                              <a:gs pos="100000">
                                <a:srgbClr val="FF66FF">
                                  <a:tint val="23500"/>
                                  <a:satMod val="160000"/>
                                </a:srgbClr>
                              </a:gs>
                            </a:gsLst>
                            <a:lin ang="13500000" scaled="1"/>
                            <a:tileRect/>
                          </a:gra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17" name="文本框 2"/>
                          <p:cNvSpPr txBox="1">
                            <a:spLocks noChangeArrowheads="1"/>
                          </p:cNvSpPr>
                          <p:nvPr/>
                        </p:nvSpPr>
                        <p:spPr bwMode="auto">
                          <a:xfrm>
                            <a:off x="8750" y="583"/>
                            <a:ext cx="8714" cy="153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600" b="1" dirty="0">
                                <a:effectLst>
                                  <a:outerShdw blurRad="50800" dist="38100" dir="13500000" algn="br" rotWithShape="0">
                                    <a:prstClr val="black">
                                      <a:alpha val="40000"/>
                                    </a:prstClr>
                                  </a:outerShdw>
                                </a:effectLst>
                                <a:latin typeface="+mn-lt"/>
                                <a:ea typeface="楷体" pitchFamily="49" charset="-122"/>
                                <a:cs typeface="宋体" pitchFamily="2" charset="-122"/>
                              </a:rPr>
                              <a:t>输入</a:t>
                            </a:r>
                            <a:r>
                              <a:rPr kumimoji="0" lang="en-US" altLang="zh-CN" sz="1600" b="1" dirty="0">
                                <a:effectLst>
                                  <a:outerShdw blurRad="50800" dist="38100" dir="13500000" algn="br" rotWithShape="0">
                                    <a:prstClr val="black">
                                      <a:alpha val="40000"/>
                                    </a:prstClr>
                                  </a:outerShdw>
                                </a:effectLst>
                                <a:latin typeface="+mn-lt"/>
                                <a:ea typeface="楷体" pitchFamily="49" charset="-122"/>
                                <a:cs typeface="宋体" pitchFamily="2" charset="-122"/>
                              </a:rPr>
                              <a:t>profit</a:t>
                            </a:r>
                            <a:endParaRPr kumimoji="0" lang="zh-CN" altLang="zh-CN" sz="1600" b="1" dirty="0">
                              <a:effectLst>
                                <a:outerShdw blurRad="50800" dist="38100" dir="13500000" algn="br" rotWithShape="0">
                                  <a:prstClr val="black">
                                    <a:alpha val="40000"/>
                                  </a:prstClr>
                                </a:outerShdw>
                              </a:effectLst>
                              <a:latin typeface="+mn-lt"/>
                              <a:ea typeface="楷体" pitchFamily="49" charset="-122"/>
                              <a:cs typeface="宋体" pitchFamily="2" charset="-122"/>
                            </a:endParaRPr>
                          </a:p>
                        </p:txBody>
                      </p:sp>
                    </p:grpSp>
                    <p:grpSp>
                      <p:nvGrpSpPr>
                        <p:cNvPr id="224" name="组合 224"/>
                        <p:cNvGrpSpPr>
                          <a:grpSpLocks/>
                        </p:cNvGrpSpPr>
                        <p:nvPr/>
                      </p:nvGrpSpPr>
                      <p:grpSpPr bwMode="auto">
                        <a:xfrm>
                          <a:off x="30" y="7051"/>
                          <a:ext cx="28196" cy="8623"/>
                          <a:chOff x="30" y="-37"/>
                          <a:chExt cx="28195" cy="8623"/>
                        </a:xfrm>
                      </p:grpSpPr>
                      <p:grpSp>
                        <p:nvGrpSpPr>
                          <p:cNvPr id="222" name="组合 222"/>
                          <p:cNvGrpSpPr>
                            <a:grpSpLocks/>
                          </p:cNvGrpSpPr>
                          <p:nvPr/>
                        </p:nvGrpSpPr>
                        <p:grpSpPr bwMode="auto">
                          <a:xfrm>
                            <a:off x="30" y="-37"/>
                            <a:ext cx="28195" cy="8623"/>
                            <a:chOff x="30" y="-37"/>
                            <a:chExt cx="28194" cy="8623"/>
                          </a:xfrm>
                        </p:grpSpPr>
                        <p:grpSp>
                          <p:nvGrpSpPr>
                            <p:cNvPr id="416" name="组合 416"/>
                            <p:cNvGrpSpPr>
                              <a:grpSpLocks/>
                            </p:cNvGrpSpPr>
                            <p:nvPr/>
                          </p:nvGrpSpPr>
                          <p:grpSpPr bwMode="auto">
                            <a:xfrm>
                              <a:off x="30" y="2018"/>
                              <a:ext cx="18218" cy="4538"/>
                              <a:chOff x="30" y="730"/>
                              <a:chExt cx="18219" cy="4540"/>
                            </a:xfrm>
                          </p:grpSpPr>
                          <p:sp>
                            <p:nvSpPr>
                              <p:cNvPr id="244" name="流程图: 过程 244"/>
                              <p:cNvSpPr>
                                <a:spLocks noChangeArrowheads="1"/>
                              </p:cNvSpPr>
                              <p:nvPr/>
                            </p:nvSpPr>
                            <p:spPr bwMode="auto">
                              <a:xfrm>
                                <a:off x="30" y="951"/>
                                <a:ext cx="12078" cy="2267"/>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45" name="直接连接符 245"/>
                              <p:cNvSpPr>
                                <a:spLocks noChangeShapeType="1"/>
                              </p:cNvSpPr>
                              <p:nvPr/>
                            </p:nvSpPr>
                            <p:spPr bwMode="auto">
                              <a:xfrm>
                                <a:off x="30" y="1043"/>
                                <a:ext cx="6843" cy="217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50" name="文本框 2"/>
                              <p:cNvSpPr txBox="1">
                                <a:spLocks noChangeArrowheads="1"/>
                              </p:cNvSpPr>
                              <p:nvPr/>
                            </p:nvSpPr>
                            <p:spPr bwMode="auto">
                              <a:xfrm>
                                <a:off x="3011" y="730"/>
                                <a:ext cx="7471" cy="1588"/>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00FF"/>
                                    </a:solidFill>
                                    <a:effectLst>
                                      <a:outerShdw blurRad="50800" dist="38100" dir="13500000" algn="br" rotWithShape="0">
                                        <a:prstClr val="black">
                                          <a:alpha val="40000"/>
                                        </a:prstClr>
                                      </a:outerShdw>
                                    </a:effectLst>
                                    <a:latin typeface="+mn-lt"/>
                                    <a:cs typeface="宋体" pitchFamily="2" charset="-122"/>
                                  </a:rPr>
                                  <a:t>profit≤10000?</a:t>
                                </a:r>
                                <a:endParaRPr kumimoji="0" lang="zh-CN" altLang="zh-CN" sz="1400" b="1" dirty="0">
                                  <a:solidFill>
                                    <a:srgbClr val="0000FF"/>
                                  </a:solidFill>
                                  <a:effectLst>
                                    <a:outerShdw blurRad="50800" dist="38100" dir="13500000" algn="br" rotWithShape="0">
                                      <a:prstClr val="black">
                                        <a:alpha val="40000"/>
                                      </a:prstClr>
                                    </a:outerShdw>
                                  </a:effectLst>
                                  <a:latin typeface="+mn-lt"/>
                                  <a:cs typeface="宋体" pitchFamily="2" charset="-122"/>
                                </a:endParaRPr>
                              </a:p>
                            </p:txBody>
                          </p:sp>
                          <p:sp>
                            <p:nvSpPr>
                              <p:cNvPr id="255" name="文本框 2"/>
                              <p:cNvSpPr txBox="1">
                                <a:spLocks noChangeArrowheads="1"/>
                              </p:cNvSpPr>
                              <p:nvPr/>
                            </p:nvSpPr>
                            <p:spPr bwMode="auto">
                              <a:xfrm>
                                <a:off x="10057" y="1387"/>
                                <a:ext cx="2178" cy="172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50800" dist="38100" dir="13500000" algn="br" rotWithShape="0">
                                        <a:prstClr val="black">
                                          <a:alpha val="40000"/>
                                        </a:prstClr>
                                      </a:outerShdw>
                                    </a:effectLst>
                                    <a:latin typeface="+mn-lt"/>
                                    <a:cs typeface="宋体" pitchFamily="2" charset="-122"/>
                                  </a:rPr>
                                  <a:t>T</a:t>
                                </a:r>
                                <a:endParaRPr kumimoji="0" lang="zh-CN" altLang="zh-CN" sz="1600" b="1" dirty="0">
                                  <a:solidFill>
                                    <a:srgbClr val="006600"/>
                                  </a:solidFill>
                                  <a:effectLst>
                                    <a:outerShdw blurRad="50800" dist="38100" dir="13500000" algn="br" rotWithShape="0">
                                      <a:prstClr val="black">
                                        <a:alpha val="40000"/>
                                      </a:prstClr>
                                    </a:outerShdw>
                                  </a:effectLst>
                                  <a:latin typeface="+mn-lt"/>
                                  <a:cs typeface="宋体" pitchFamily="2" charset="-122"/>
                                </a:endParaRPr>
                              </a:p>
                            </p:txBody>
                          </p:sp>
                          <p:sp>
                            <p:nvSpPr>
                              <p:cNvPr id="386" name="文本框 2"/>
                              <p:cNvSpPr txBox="1">
                                <a:spLocks noChangeArrowheads="1"/>
                              </p:cNvSpPr>
                              <p:nvPr/>
                            </p:nvSpPr>
                            <p:spPr bwMode="auto">
                              <a:xfrm>
                                <a:off x="580" y="1478"/>
                                <a:ext cx="1946" cy="143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a:solidFill>
                                      <a:srgbClr val="7030A0"/>
                                    </a:solidFill>
                                    <a:effectLst>
                                      <a:outerShdw blurRad="50800" dist="38100" dir="13500000" algn="br" rotWithShape="0">
                                        <a:prstClr val="black">
                                          <a:alpha val="40000"/>
                                        </a:prstClr>
                                      </a:outerShdw>
                                    </a:effectLst>
                                    <a:latin typeface="+mn-lt"/>
                                    <a:cs typeface="宋体" pitchFamily="2" charset="-122"/>
                                  </a:rPr>
                                  <a:t>F</a:t>
                                </a:r>
                                <a:endParaRPr kumimoji="0" lang="zh-CN" altLang="zh-CN" sz="1600" b="1">
                                  <a:solidFill>
                                    <a:srgbClr val="7030A0"/>
                                  </a:solidFill>
                                  <a:effectLst>
                                    <a:outerShdw blurRad="50800" dist="38100" dir="13500000" algn="br" rotWithShape="0">
                                      <a:prstClr val="black">
                                        <a:alpha val="40000"/>
                                      </a:prstClr>
                                    </a:outerShdw>
                                  </a:effectLst>
                                  <a:latin typeface="+mn-lt"/>
                                  <a:cs typeface="宋体" pitchFamily="2" charset="-122"/>
                                </a:endParaRPr>
                              </a:p>
                            </p:txBody>
                          </p:sp>
                          <p:grpSp>
                            <p:nvGrpSpPr>
                              <p:cNvPr id="397" name="组合 397"/>
                              <p:cNvGrpSpPr>
                                <a:grpSpLocks/>
                              </p:cNvGrpSpPr>
                              <p:nvPr/>
                            </p:nvGrpSpPr>
                            <p:grpSpPr bwMode="auto">
                              <a:xfrm>
                                <a:off x="12002" y="951"/>
                                <a:ext cx="6247" cy="4319"/>
                                <a:chOff x="434" y="0"/>
                                <a:chExt cx="6247" cy="4319"/>
                              </a:xfrm>
                            </p:grpSpPr>
                            <p:sp>
                              <p:nvSpPr>
                                <p:cNvPr id="392" name="流程图: 过程 392"/>
                                <p:cNvSpPr>
                                  <a:spLocks noChangeArrowheads="1"/>
                                </p:cNvSpPr>
                                <p:nvPr/>
                              </p:nvSpPr>
                              <p:spPr bwMode="auto">
                                <a:xfrm>
                                  <a:off x="552" y="0"/>
                                  <a:ext cx="5554" cy="4319"/>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393" name="文本框 2"/>
                                <p:cNvSpPr txBox="1">
                                  <a:spLocks noChangeArrowheads="1"/>
                                </p:cNvSpPr>
                                <p:nvPr/>
                              </p:nvSpPr>
                              <p:spPr bwMode="auto">
                                <a:xfrm>
                                  <a:off x="434" y="1158"/>
                                  <a:ext cx="6247" cy="1649"/>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effectLst>
                                        <a:outerShdw blurRad="50800" dist="38100" dir="13500000" algn="br" rotWithShape="0">
                                          <a:prstClr val="black">
                                            <a:alpha val="40000"/>
                                          </a:prstClr>
                                        </a:outerShdw>
                                      </a:effectLst>
                                      <a:latin typeface="+mn-lt"/>
                                      <a:cs typeface="宋体" pitchFamily="2" charset="-122"/>
                                    </a:rPr>
                                    <a:t>ratio=0.15</a:t>
                                  </a:r>
                                  <a:endParaRPr kumimoji="0" lang="zh-CN" altLang="zh-CN" sz="1600" b="1" dirty="0">
                                    <a:solidFill>
                                      <a:srgbClr val="C00000"/>
                                    </a:solidFill>
                                    <a:effectLst>
                                      <a:outerShdw blurRad="50800" dist="38100" dir="13500000" algn="br" rotWithShape="0">
                                        <a:prstClr val="black">
                                          <a:alpha val="40000"/>
                                        </a:prstClr>
                                      </a:outerShdw>
                                    </a:effectLst>
                                    <a:latin typeface="+mn-lt"/>
                                    <a:cs typeface="宋体" pitchFamily="2" charset="-122"/>
                                  </a:endParaRPr>
                                </a:p>
                              </p:txBody>
                            </p:sp>
                          </p:grpSp>
                        </p:grpSp>
                        <p:grpSp>
                          <p:nvGrpSpPr>
                            <p:cNvPr id="401" name="组合 401"/>
                            <p:cNvGrpSpPr>
                              <a:grpSpLocks/>
                            </p:cNvGrpSpPr>
                            <p:nvPr/>
                          </p:nvGrpSpPr>
                          <p:grpSpPr bwMode="auto">
                            <a:xfrm>
                              <a:off x="17411" y="-37"/>
                              <a:ext cx="6265" cy="6554"/>
                              <a:chOff x="320" y="-37"/>
                              <a:chExt cx="6265" cy="6557"/>
                            </a:xfrm>
                          </p:grpSpPr>
                          <p:sp>
                            <p:nvSpPr>
                              <p:cNvPr id="399" name="流程图: 过程 399"/>
                              <p:cNvSpPr>
                                <a:spLocks noChangeArrowheads="1"/>
                              </p:cNvSpPr>
                              <p:nvPr/>
                            </p:nvSpPr>
                            <p:spPr bwMode="auto">
                              <a:xfrm>
                                <a:off x="583" y="-37"/>
                                <a:ext cx="5216" cy="6557"/>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400" name="文本框 2"/>
                              <p:cNvSpPr txBox="1">
                                <a:spLocks noChangeArrowheads="1"/>
                              </p:cNvSpPr>
                              <p:nvPr/>
                            </p:nvSpPr>
                            <p:spPr bwMode="auto">
                              <a:xfrm>
                                <a:off x="320" y="2258"/>
                                <a:ext cx="6265" cy="244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effectLst>
                                      <a:outerShdw blurRad="50800" dist="38100" dir="13500000" algn="br" rotWithShape="0">
                                        <a:prstClr val="black">
                                          <a:alpha val="40000"/>
                                        </a:prstClr>
                                      </a:outerShdw>
                                    </a:effectLst>
                                    <a:latin typeface="+mn-lt"/>
                                    <a:cs typeface="宋体" pitchFamily="2" charset="-122"/>
                                  </a:rPr>
                                  <a:t>ratio=0.10</a:t>
                                </a:r>
                                <a:endParaRPr kumimoji="0" lang="zh-CN" altLang="zh-CN" sz="1600" b="1" dirty="0">
                                  <a:solidFill>
                                    <a:srgbClr val="C00000"/>
                                  </a:solidFill>
                                  <a:effectLst>
                                    <a:outerShdw blurRad="50800" dist="38100" dir="13500000" algn="br" rotWithShape="0">
                                      <a:prstClr val="black">
                                        <a:alpha val="40000"/>
                                      </a:prstClr>
                                    </a:outerShdw>
                                  </a:effectLst>
                                  <a:latin typeface="+mn-lt"/>
                                  <a:cs typeface="宋体" pitchFamily="2" charset="-122"/>
                                </a:endParaRPr>
                              </a:p>
                            </p:txBody>
                          </p:sp>
                        </p:grpSp>
                        <p:sp>
                          <p:nvSpPr>
                            <p:cNvPr id="404" name="文本框 2"/>
                            <p:cNvSpPr txBox="1">
                              <a:spLocks noChangeArrowheads="1"/>
                            </p:cNvSpPr>
                            <p:nvPr/>
                          </p:nvSpPr>
                          <p:spPr bwMode="auto">
                            <a:xfrm>
                              <a:off x="23283" y="1064"/>
                              <a:ext cx="4881" cy="244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a:solidFill>
                                    <a:srgbClr val="C00000"/>
                                  </a:solidFill>
                                  <a:effectLst>
                                    <a:outerShdw blurRad="50800" dist="38100" dir="13500000" algn="br" rotWithShape="0">
                                      <a:prstClr val="black">
                                        <a:alpha val="40000"/>
                                      </a:prstClr>
                                    </a:outerShdw>
                                  </a:effectLst>
                                  <a:latin typeface="+mn-lt"/>
                                  <a:cs typeface="宋体" pitchFamily="2" charset="-122"/>
                                </a:rPr>
                                <a:t>ratio=0</a:t>
                              </a:r>
                              <a:endParaRPr kumimoji="0" lang="zh-CN" altLang="zh-CN" sz="1600" b="1">
                                <a:solidFill>
                                  <a:srgbClr val="C00000"/>
                                </a:solidFill>
                                <a:effectLst>
                                  <a:outerShdw blurRad="50800" dist="38100" dir="13500000" algn="br" rotWithShape="0">
                                    <a:prstClr val="black">
                                      <a:alpha val="40000"/>
                                    </a:prstClr>
                                  </a:outerShdw>
                                </a:effectLst>
                                <a:latin typeface="+mn-lt"/>
                                <a:cs typeface="宋体" pitchFamily="2" charset="-122"/>
                              </a:endParaRPr>
                            </a:p>
                          </p:txBody>
                        </p:sp>
                        <p:grpSp>
                          <p:nvGrpSpPr>
                            <p:cNvPr id="396" name="组合 396"/>
                            <p:cNvGrpSpPr>
                              <a:grpSpLocks/>
                            </p:cNvGrpSpPr>
                            <p:nvPr/>
                          </p:nvGrpSpPr>
                          <p:grpSpPr bwMode="auto">
                            <a:xfrm>
                              <a:off x="30" y="4508"/>
                              <a:ext cx="7020" cy="2138"/>
                              <a:chOff x="30" y="583"/>
                              <a:chExt cx="7021" cy="2142"/>
                            </a:xfrm>
                          </p:grpSpPr>
                          <p:sp>
                            <p:nvSpPr>
                              <p:cNvPr id="387" name="流程图: 过程 387"/>
                              <p:cNvSpPr>
                                <a:spLocks noChangeArrowheads="1"/>
                              </p:cNvSpPr>
                              <p:nvPr/>
                            </p:nvSpPr>
                            <p:spPr bwMode="auto">
                              <a:xfrm>
                                <a:off x="30" y="583"/>
                                <a:ext cx="6696" cy="2052"/>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394" name="文本框 2"/>
                              <p:cNvSpPr txBox="1">
                                <a:spLocks noChangeArrowheads="1"/>
                              </p:cNvSpPr>
                              <p:nvPr/>
                            </p:nvSpPr>
                            <p:spPr bwMode="auto">
                              <a:xfrm>
                                <a:off x="320" y="666"/>
                                <a:ext cx="6731" cy="2059"/>
                              </a:xfrm>
                              <a:prstGeom prst="rect">
                                <a:avLst/>
                              </a:prstGeom>
                              <a:noFill/>
                              <a:ln w="25400">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effectLst>
                                      <a:outerShdw blurRad="50800" dist="38100" dir="13500000" algn="br" rotWithShape="0">
                                        <a:prstClr val="black">
                                          <a:alpha val="40000"/>
                                        </a:prstClr>
                                      </a:outerShdw>
                                    </a:effectLst>
                                    <a:latin typeface="+mn-lt"/>
                                    <a:cs typeface="宋体" pitchFamily="2" charset="-122"/>
                                  </a:rPr>
                                  <a:t>ratio=0.25</a:t>
                                </a:r>
                                <a:endParaRPr kumimoji="0" lang="zh-CN" altLang="zh-CN" sz="1600" b="1" dirty="0">
                                  <a:solidFill>
                                    <a:srgbClr val="C00000"/>
                                  </a:solidFill>
                                  <a:effectLst>
                                    <a:outerShdw blurRad="50800" dist="38100" dir="13500000" algn="br" rotWithShape="0">
                                      <a:prstClr val="black">
                                        <a:alpha val="40000"/>
                                      </a:prstClr>
                                    </a:outerShdw>
                                  </a:effectLst>
                                  <a:latin typeface="+mn-lt"/>
                                  <a:cs typeface="宋体" pitchFamily="2" charset="-122"/>
                                </a:endParaRPr>
                              </a:p>
                            </p:txBody>
                          </p:sp>
                        </p:grpSp>
                        <p:grpSp>
                          <p:nvGrpSpPr>
                            <p:cNvPr id="395" name="组合 395"/>
                            <p:cNvGrpSpPr>
                              <a:grpSpLocks/>
                            </p:cNvGrpSpPr>
                            <p:nvPr/>
                          </p:nvGrpSpPr>
                          <p:grpSpPr bwMode="auto">
                            <a:xfrm>
                              <a:off x="6447" y="4478"/>
                              <a:ext cx="6334" cy="2047"/>
                              <a:chOff x="310" y="583"/>
                              <a:chExt cx="6339" cy="2052"/>
                            </a:xfrm>
                          </p:grpSpPr>
                          <p:sp>
                            <p:nvSpPr>
                              <p:cNvPr id="389" name="流程图: 过程 389"/>
                              <p:cNvSpPr>
                                <a:spLocks noChangeArrowheads="1"/>
                              </p:cNvSpPr>
                              <p:nvPr/>
                            </p:nvSpPr>
                            <p:spPr bwMode="auto">
                              <a:xfrm>
                                <a:off x="590" y="583"/>
                                <a:ext cx="5400" cy="2052"/>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388" name="文本框 2"/>
                              <p:cNvSpPr txBox="1">
                                <a:spLocks noChangeArrowheads="1"/>
                              </p:cNvSpPr>
                              <p:nvPr/>
                            </p:nvSpPr>
                            <p:spPr bwMode="auto">
                              <a:xfrm>
                                <a:off x="310" y="659"/>
                                <a:ext cx="6339" cy="1537"/>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effectLst>
                                      <a:outerShdw blurRad="50800" dist="38100" dir="13500000" algn="br" rotWithShape="0">
                                        <a:prstClr val="black">
                                          <a:alpha val="40000"/>
                                        </a:prstClr>
                                      </a:outerShdw>
                                    </a:effectLst>
                                    <a:latin typeface="+mn-lt"/>
                                    <a:cs typeface="宋体" pitchFamily="2" charset="-122"/>
                                  </a:rPr>
                                  <a:t>ratio=0.20</a:t>
                                </a:r>
                                <a:endParaRPr kumimoji="0" lang="zh-CN" altLang="zh-CN" sz="1600" b="1" dirty="0">
                                  <a:solidFill>
                                    <a:srgbClr val="C00000"/>
                                  </a:solidFill>
                                  <a:effectLst>
                                    <a:outerShdw blurRad="50800" dist="38100" dir="13500000" algn="br" rotWithShape="0">
                                      <a:prstClr val="black">
                                        <a:alpha val="40000"/>
                                      </a:prstClr>
                                    </a:outerShdw>
                                  </a:effectLst>
                                  <a:latin typeface="+mn-lt"/>
                                  <a:cs typeface="宋体" pitchFamily="2" charset="-122"/>
                                </a:endParaRPr>
                              </a:p>
                            </p:txBody>
                          </p:sp>
                        </p:grpSp>
                        <p:sp>
                          <p:nvSpPr>
                            <p:cNvPr id="405" name="流程图: 过程 405"/>
                            <p:cNvSpPr>
                              <a:spLocks noChangeArrowheads="1"/>
                            </p:cNvSpPr>
                            <p:nvPr/>
                          </p:nvSpPr>
                          <p:spPr bwMode="auto">
                            <a:xfrm>
                              <a:off x="30" y="6528"/>
                              <a:ext cx="28194" cy="2058"/>
                            </a:xfrm>
                            <a:prstGeom prst="flowChartProcess">
                              <a:avLst/>
                            </a:prstGeom>
                            <a:gradFill flip="none" rotWithShape="1">
                              <a:gsLst>
                                <a:gs pos="0">
                                  <a:srgbClr val="66FFFF">
                                    <a:tint val="66000"/>
                                    <a:satMod val="160000"/>
                                  </a:srgbClr>
                                </a:gs>
                                <a:gs pos="50000">
                                  <a:srgbClr val="66FFFF">
                                    <a:tint val="44500"/>
                                    <a:satMod val="160000"/>
                                  </a:srgbClr>
                                </a:gs>
                                <a:gs pos="100000">
                                  <a:srgbClr val="66FFFF">
                                    <a:tint val="23500"/>
                                    <a:satMod val="160000"/>
                                  </a:srgbClr>
                                </a:gs>
                              </a:gsLst>
                              <a:lin ang="13500000" scaled="1"/>
                              <a:tileRect/>
                            </a:gra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grpSp>
                      <p:sp>
                        <p:nvSpPr>
                          <p:cNvPr id="406" name="文本框 2"/>
                          <p:cNvSpPr txBox="1">
                            <a:spLocks noChangeArrowheads="1"/>
                          </p:cNvSpPr>
                          <p:nvPr/>
                        </p:nvSpPr>
                        <p:spPr bwMode="auto">
                          <a:xfrm>
                            <a:off x="5542" y="6634"/>
                            <a:ext cx="20096" cy="153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50800" dist="38100" dir="13500000" algn="br" rotWithShape="0">
                                    <a:prstClr val="black">
                                      <a:alpha val="40000"/>
                                    </a:prstClr>
                                  </a:outerShdw>
                                </a:effectLst>
                                <a:latin typeface="+mn-lt"/>
                                <a:ea typeface="楷体" pitchFamily="49" charset="-122"/>
                                <a:cs typeface="宋体" pitchFamily="2" charset="-122"/>
                              </a:rPr>
                              <a:t>计算当月薪水</a:t>
                            </a:r>
                            <a:r>
                              <a:rPr kumimoji="0" lang="en-US" altLang="zh-CN" sz="1600" b="1" dirty="0">
                                <a:effectLst>
                                  <a:outerShdw blurRad="50800" dist="38100" dir="13500000" algn="br" rotWithShape="0">
                                    <a:prstClr val="black">
                                      <a:alpha val="40000"/>
                                    </a:prstClr>
                                  </a:outerShdw>
                                </a:effectLst>
                                <a:latin typeface="+mn-lt"/>
                                <a:ea typeface="楷体" pitchFamily="49" charset="-122"/>
                                <a:cs typeface="宋体" pitchFamily="2" charset="-122"/>
                              </a:rPr>
                              <a:t>salary=500+pofit*ratio</a:t>
                            </a:r>
                            <a:endParaRPr kumimoji="0" lang="zh-CN" altLang="zh-CN" sz="1600" b="1" dirty="0">
                              <a:effectLst>
                                <a:outerShdw blurRad="50800" dist="38100" dir="13500000" algn="br" rotWithShape="0">
                                  <a:prstClr val="black">
                                    <a:alpha val="40000"/>
                                  </a:prstClr>
                                </a:outerShdw>
                              </a:effectLst>
                              <a:latin typeface="+mn-lt"/>
                              <a:ea typeface="楷体" pitchFamily="49" charset="-122"/>
                              <a:cs typeface="宋体" pitchFamily="2" charset="-122"/>
                            </a:endParaRPr>
                          </a:p>
                        </p:txBody>
                      </p:sp>
                    </p:grpSp>
                    <p:grpSp>
                      <p:nvGrpSpPr>
                        <p:cNvPr id="391" name="组合 391"/>
                        <p:cNvGrpSpPr>
                          <a:grpSpLocks/>
                        </p:cNvGrpSpPr>
                        <p:nvPr/>
                      </p:nvGrpSpPr>
                      <p:grpSpPr bwMode="auto">
                        <a:xfrm>
                          <a:off x="5404" y="2607"/>
                          <a:ext cx="22781" cy="8954"/>
                          <a:chOff x="-303" y="828"/>
                          <a:chExt cx="22780" cy="8953"/>
                        </a:xfrm>
                      </p:grpSpPr>
                      <p:grpSp>
                        <p:nvGrpSpPr>
                          <p:cNvPr id="68" name="组合 68"/>
                          <p:cNvGrpSpPr>
                            <a:grpSpLocks/>
                          </p:cNvGrpSpPr>
                          <p:nvPr/>
                        </p:nvGrpSpPr>
                        <p:grpSpPr bwMode="auto">
                          <a:xfrm>
                            <a:off x="-303" y="923"/>
                            <a:ext cx="22382" cy="2133"/>
                            <a:chOff x="-303" y="923"/>
                            <a:chExt cx="22382" cy="2133"/>
                          </a:xfrm>
                        </p:grpSpPr>
                        <p:sp>
                          <p:nvSpPr>
                            <p:cNvPr id="251" name="文本框 2"/>
                            <p:cNvSpPr txBox="1">
                              <a:spLocks noChangeArrowheads="1"/>
                            </p:cNvSpPr>
                            <p:nvPr/>
                          </p:nvSpPr>
                          <p:spPr bwMode="auto">
                            <a:xfrm>
                              <a:off x="-303" y="1235"/>
                              <a:ext cx="1419" cy="144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7030A0"/>
                                  </a:solidFill>
                                  <a:effectLst>
                                    <a:outerShdw blurRad="50800" dist="38100" dir="13500000" algn="br" rotWithShape="0">
                                      <a:prstClr val="black">
                                        <a:alpha val="40000"/>
                                      </a:prstClr>
                                    </a:outerShdw>
                                  </a:effectLst>
                                  <a:latin typeface="+mn-lt"/>
                                  <a:cs typeface="宋体" pitchFamily="2" charset="-122"/>
                                </a:rPr>
                                <a:t>F</a:t>
                              </a:r>
                              <a:endParaRPr kumimoji="0" lang="zh-CN" altLang="zh-CN" sz="1600" b="1" dirty="0">
                                <a:solidFill>
                                  <a:srgbClr val="7030A0"/>
                                </a:solidFill>
                                <a:effectLst>
                                  <a:outerShdw blurRad="50800" dist="38100" dir="13500000" algn="br" rotWithShape="0">
                                    <a:prstClr val="black">
                                      <a:alpha val="40000"/>
                                    </a:prstClr>
                                  </a:outerShdw>
                                </a:effectLst>
                                <a:latin typeface="+mn-lt"/>
                                <a:cs typeface="宋体" pitchFamily="2" charset="-122"/>
                              </a:endParaRPr>
                            </a:p>
                          </p:txBody>
                        </p:sp>
                        <p:sp>
                          <p:nvSpPr>
                            <p:cNvPr id="252" name="文本框 2"/>
                            <p:cNvSpPr txBox="1">
                              <a:spLocks noChangeArrowheads="1"/>
                            </p:cNvSpPr>
                            <p:nvPr/>
                          </p:nvSpPr>
                          <p:spPr bwMode="auto">
                            <a:xfrm>
                              <a:off x="20228" y="1325"/>
                              <a:ext cx="1851" cy="1731"/>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50800" dist="38100" dir="13500000" algn="br" rotWithShape="0">
                                      <a:prstClr val="black">
                                        <a:alpha val="40000"/>
                                      </a:prstClr>
                                    </a:outerShdw>
                                  </a:effectLst>
                                  <a:latin typeface="+mn-lt"/>
                                  <a:cs typeface="宋体" pitchFamily="2" charset="-122"/>
                                </a:rPr>
                                <a:t>T</a:t>
                              </a:r>
                              <a:endParaRPr kumimoji="0" lang="zh-CN" altLang="zh-CN" sz="1600" b="1" dirty="0">
                                <a:solidFill>
                                  <a:srgbClr val="006600"/>
                                </a:solidFill>
                                <a:effectLst>
                                  <a:outerShdw blurRad="50800" dist="38100" dir="13500000" algn="br" rotWithShape="0">
                                    <a:prstClr val="black">
                                      <a:alpha val="40000"/>
                                    </a:prstClr>
                                  </a:outerShdw>
                                </a:effectLst>
                                <a:latin typeface="+mn-lt"/>
                                <a:cs typeface="宋体" pitchFamily="2" charset="-122"/>
                              </a:endParaRPr>
                            </a:p>
                          </p:txBody>
                        </p:sp>
                        <p:sp>
                          <p:nvSpPr>
                            <p:cNvPr id="221" name="文本框 2"/>
                            <p:cNvSpPr txBox="1">
                              <a:spLocks noChangeArrowheads="1"/>
                            </p:cNvSpPr>
                            <p:nvPr/>
                          </p:nvSpPr>
                          <p:spPr bwMode="auto">
                            <a:xfrm>
                              <a:off x="13100" y="923"/>
                              <a:ext cx="6475" cy="167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00FF"/>
                                  </a:solidFill>
                                  <a:effectLst>
                                    <a:outerShdw blurRad="50800" dist="38100" dir="13500000" algn="br" rotWithShape="0">
                                      <a:prstClr val="black">
                                        <a:alpha val="40000"/>
                                      </a:prstClr>
                                    </a:outerShdw>
                                  </a:effectLst>
                                  <a:latin typeface="+mn-lt"/>
                                  <a:cs typeface="宋体" pitchFamily="2" charset="-122"/>
                                </a:rPr>
                                <a:t>profit≤1000</a:t>
                              </a:r>
                              <a:endParaRPr kumimoji="0" lang="zh-CN" altLang="zh-CN" sz="1400" b="1" dirty="0">
                                <a:solidFill>
                                  <a:srgbClr val="0000FF"/>
                                </a:solidFill>
                                <a:effectLst>
                                  <a:outerShdw blurRad="50800" dist="38100" dir="13500000" algn="br" rotWithShape="0">
                                    <a:prstClr val="black">
                                      <a:alpha val="40000"/>
                                    </a:prstClr>
                                  </a:outerShdw>
                                </a:effectLst>
                                <a:latin typeface="+mn-lt"/>
                                <a:cs typeface="宋体" pitchFamily="2" charset="-122"/>
                              </a:endParaRPr>
                            </a:p>
                          </p:txBody>
                        </p:sp>
                      </p:grpSp>
                      <p:sp>
                        <p:nvSpPr>
                          <p:cNvPr id="220" name="直接连接符 220"/>
                          <p:cNvSpPr>
                            <a:spLocks noChangeShapeType="1"/>
                          </p:cNvSpPr>
                          <p:nvPr/>
                        </p:nvSpPr>
                        <p:spPr bwMode="auto">
                          <a:xfrm flipV="1">
                            <a:off x="951" y="828"/>
                            <a:ext cx="21526" cy="8953"/>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grpSp>
                  </p:grpSp>
                </p:grpSp>
              </p:grpSp>
            </p:grpSp>
            <p:sp>
              <p:nvSpPr>
                <p:cNvPr id="219" name="直接连接符 219"/>
                <p:cNvSpPr>
                  <a:spLocks noChangeShapeType="1"/>
                </p:cNvSpPr>
                <p:nvPr/>
              </p:nvSpPr>
              <p:spPr bwMode="auto">
                <a:xfrm>
                  <a:off x="0" y="2638"/>
                  <a:ext cx="22952" cy="2218"/>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grpSp>
          <p:sp>
            <p:nvSpPr>
              <p:cNvPr id="411" name="文本框 2"/>
              <p:cNvSpPr txBox="1">
                <a:spLocks noChangeArrowheads="1"/>
              </p:cNvSpPr>
              <p:nvPr/>
            </p:nvSpPr>
            <p:spPr bwMode="auto">
              <a:xfrm>
                <a:off x="-396" y="-2543"/>
                <a:ext cx="19399" cy="281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b="1" u="sng" dirty="0">
                    <a:solidFill>
                      <a:srgbClr val="FF33CC"/>
                    </a:solidFill>
                    <a:effectLst>
                      <a:outerShdw blurRad="50800" dist="38100" dir="13500000" algn="br" rotWithShape="0">
                        <a:prstClr val="black">
                          <a:alpha val="40000"/>
                        </a:prstClr>
                      </a:outerShdw>
                    </a:effectLst>
                    <a:latin typeface="+mn-lt"/>
                    <a:ea typeface="隶书" pitchFamily="49" charset="-122"/>
                    <a:cs typeface="宋体" pitchFamily="2" charset="-122"/>
                  </a:rPr>
                  <a:t>计算当月薪水</a:t>
                </a:r>
                <a:r>
                  <a:rPr kumimoji="0" lang="en-US" altLang="zh-CN" b="1" u="sng" dirty="0">
                    <a:solidFill>
                      <a:srgbClr val="FF33CC"/>
                    </a:solidFill>
                    <a:effectLst>
                      <a:outerShdw blurRad="50800" dist="38100" dir="13500000" algn="br" rotWithShape="0">
                        <a:prstClr val="black">
                          <a:alpha val="40000"/>
                        </a:prstClr>
                      </a:outerShdw>
                    </a:effectLst>
                    <a:latin typeface="+mn-lt"/>
                    <a:ea typeface="隶书" pitchFamily="49" charset="-122"/>
                    <a:cs typeface="宋体" pitchFamily="2" charset="-122"/>
                  </a:rPr>
                  <a:t>N-S</a:t>
                </a:r>
                <a:r>
                  <a:rPr kumimoji="0" lang="zh-CN" altLang="en-US" b="1" u="sng" dirty="0">
                    <a:solidFill>
                      <a:srgbClr val="FF33CC"/>
                    </a:solidFill>
                    <a:effectLst>
                      <a:outerShdw blurRad="50800" dist="38100" dir="13500000" algn="br" rotWithShape="0">
                        <a:prstClr val="black">
                          <a:alpha val="40000"/>
                        </a:prstClr>
                      </a:outerShdw>
                    </a:effectLst>
                    <a:latin typeface="+mn-lt"/>
                    <a:ea typeface="隶书" pitchFamily="49" charset="-122"/>
                    <a:cs typeface="宋体" pitchFamily="2" charset="-122"/>
                  </a:rPr>
                  <a:t>流程图：</a:t>
                </a:r>
              </a:p>
            </p:txBody>
          </p:sp>
        </p:gr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80727"/>
                                        </p:tgtEl>
                                        <p:attrNameLst>
                                          <p:attrName>style.visibility</p:attrName>
                                        </p:attrNameLst>
                                      </p:cBhvr>
                                      <p:to>
                                        <p:strVal val="visible"/>
                                      </p:to>
                                    </p:set>
                                    <p:animEffect transition="in" filter="box(out)">
                                      <p:cBhvr>
                                        <p:cTn id="7" dur="500"/>
                                        <p:tgtEl>
                                          <p:spTgt spid="88072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box(in)">
                                      <p:cBhvr>
                                        <p:cTn id="12" dur="500"/>
                                        <p:tgtEl>
                                          <p:spTgt spid="65"/>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2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1" name="Rectangle 3"/>
          <p:cNvSpPr>
            <a:spLocks noChangeArrowheads="1"/>
          </p:cNvSpPr>
          <p:nvPr/>
        </p:nvSpPr>
        <p:spPr bwMode="auto">
          <a:xfrm>
            <a:off x="1505639"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82696" name="Text Box 8" descr="信纸"/>
          <p:cNvSpPr txBox="1">
            <a:spLocks noChangeArrowheads="1"/>
          </p:cNvSpPr>
          <p:nvPr/>
        </p:nvSpPr>
        <p:spPr bwMode="auto">
          <a:xfrm>
            <a:off x="864164" y="836712"/>
            <a:ext cx="7320068" cy="5634492"/>
          </a:xfrm>
          <a:prstGeom prst="rect">
            <a:avLst/>
          </a:prstGeom>
          <a:blipFill dpi="0" rotWithShape="0">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#include &lt;</a:t>
            </a:r>
            <a:r>
              <a:rPr lang="en-US" altLang="zh-CN" sz="2000" b="1" dirty="0" err="1">
                <a:effectLst>
                  <a:outerShdw blurRad="50800" dist="38100" dir="10800000" algn="r" rotWithShape="0">
                    <a:prstClr val="black">
                      <a:alpha val="40000"/>
                    </a:prstClr>
                  </a:outerShdw>
                </a:effectLst>
                <a:ea typeface="楷体_GB2312" pitchFamily="49" charset="-122"/>
              </a:rPr>
              <a:t>stdio.h</a:t>
            </a:r>
            <a:r>
              <a:rPr lang="en-US" altLang="zh-CN" sz="2000" b="1" dirty="0">
                <a:effectLst>
                  <a:outerShdw blurRad="50800" dist="38100" dir="10800000" algn="r" rotWithShape="0">
                    <a:prstClr val="black">
                      <a:alpha val="40000"/>
                    </a:prstClr>
                  </a:outerShdw>
                </a:effectLst>
                <a:ea typeface="楷体_GB2312" pitchFamily="49" charset="-122"/>
              </a:rPr>
              <a:t>&gt;</a:t>
            </a:r>
          </a:p>
          <a:p>
            <a:pPr marL="457200" indent="-457200"/>
            <a:r>
              <a:rPr lang="en-US" altLang="zh-CN" sz="2000" b="1" dirty="0">
                <a:solidFill>
                  <a:srgbClr val="CC3300"/>
                </a:solidFill>
                <a:effectLst>
                  <a:outerShdw blurRad="50800" dist="38100" dir="10800000" algn="r" rotWithShape="0">
                    <a:prstClr val="black">
                      <a:alpha val="40000"/>
                    </a:prstClr>
                  </a:outerShdw>
                </a:effectLst>
                <a:ea typeface="楷体_GB2312" pitchFamily="49" charset="-122"/>
              </a:rPr>
              <a:t>  </a:t>
            </a:r>
            <a:r>
              <a:rPr lang="en-US" altLang="zh-CN" sz="2000" b="1" dirty="0" err="1">
                <a:solidFill>
                  <a:srgbClr val="CC3300"/>
                </a:solidFill>
                <a:effectLst>
                  <a:outerShdw blurRad="50800" dist="38100" dir="10800000" algn="r" rotWithShape="0">
                    <a:prstClr val="black">
                      <a:alpha val="40000"/>
                    </a:prstClr>
                  </a:outerShdw>
                </a:effectLst>
                <a:ea typeface="楷体_GB2312" pitchFamily="49" charset="-122"/>
              </a:rPr>
              <a:t>int</a:t>
            </a:r>
            <a:r>
              <a:rPr lang="en-US" altLang="zh-CN" sz="2000" b="1" dirty="0">
                <a:solidFill>
                  <a:srgbClr val="CC3300"/>
                </a:solidFill>
                <a:effectLst>
                  <a:outerShdw blurRad="50800" dist="38100" dir="10800000" algn="r" rotWithShape="0">
                    <a:prstClr val="black">
                      <a:alpha val="40000"/>
                    </a:prstClr>
                  </a:outerShdw>
                </a:effectLst>
                <a:ea typeface="楷体_GB2312" pitchFamily="49" charset="-122"/>
              </a:rPr>
              <a:t> main (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long   profit;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所接工程的利润</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float   ratio;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提成比率</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float  salary = 500;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薪水，初始值为保底薪水</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500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("Input profit: ");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提示输入所接工程的利润</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scanf</a:t>
            </a:r>
            <a:r>
              <a:rPr lang="en-US" altLang="zh-CN" sz="2000" b="1" dirty="0">
                <a:effectLst>
                  <a:outerShdw blurRad="50800" dist="38100" dir="10800000" algn="r" rotWithShape="0">
                    <a:prstClr val="black">
                      <a:alpha val="40000"/>
                    </a:prstClr>
                  </a:outerShdw>
                </a:effectLst>
                <a:ea typeface="楷体_GB2312" pitchFamily="49" charset="-122"/>
              </a:rPr>
              <a:t> ("%ld", &amp;profit);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输入所接工程的利润</a:t>
            </a:r>
          </a:p>
          <a:p>
            <a:pPr marL="457200" indent="-457200"/>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计算提成比率</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solidFill>
                  <a:srgbClr val="FF33CC"/>
                </a:solidFill>
                <a:effectLst>
                  <a:outerShdw blurRad="50800" dist="38100" dir="10800000" algn="r" rotWithShape="0">
                    <a:prstClr val="black">
                      <a:alpha val="40000"/>
                    </a:prstClr>
                  </a:outerShdw>
                </a:effectLst>
                <a:ea typeface="楷体_GB2312" pitchFamily="49" charset="-122"/>
              </a:rPr>
              <a:t>if</a:t>
            </a:r>
            <a:r>
              <a:rPr lang="en-US" altLang="zh-CN" sz="2000" b="1" dirty="0">
                <a:effectLst>
                  <a:outerShdw blurRad="50800" dist="38100" dir="10800000" algn="r" rotWithShape="0">
                    <a:prstClr val="black">
                      <a:alpha val="40000"/>
                    </a:prstClr>
                  </a:outerShdw>
                </a:effectLst>
                <a:ea typeface="楷体_GB2312" pitchFamily="49" charset="-122"/>
              </a:rPr>
              <a:t> (profit &lt;= 1000)          ratio = 0;</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a:solidFill>
                  <a:srgbClr val="FF33CC"/>
                </a:solidFill>
                <a:effectLst>
                  <a:outerShdw blurRad="50800" dist="38100" dir="10800000" algn="r" rotWithShape="0">
                    <a:prstClr val="black">
                      <a:alpha val="40000"/>
                    </a:prstClr>
                  </a:outerShdw>
                </a:effectLst>
                <a:ea typeface="楷体_GB2312" pitchFamily="49" charset="-122"/>
              </a:rPr>
              <a:t>else if</a:t>
            </a:r>
            <a:r>
              <a:rPr lang="en-US" altLang="zh-CN" sz="2000" b="1" dirty="0">
                <a:effectLst>
                  <a:outerShdw blurRad="50800" dist="38100" dir="10800000" algn="r" rotWithShape="0">
                    <a:prstClr val="black">
                      <a:alpha val="40000"/>
                    </a:prstClr>
                  </a:outerShdw>
                </a:effectLst>
                <a:ea typeface="楷体_GB2312" pitchFamily="49" charset="-122"/>
              </a:rPr>
              <a:t> (profit &lt;= 2000)   ratio = (float)0.10;</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a:solidFill>
                  <a:srgbClr val="FF33CC"/>
                </a:solidFill>
                <a:effectLst>
                  <a:outerShdw blurRad="50800" dist="38100" dir="10800000" algn="r" rotWithShape="0">
                    <a:prstClr val="black">
                      <a:alpha val="40000"/>
                    </a:prstClr>
                  </a:outerShdw>
                </a:effectLst>
                <a:ea typeface="楷体_GB2312" pitchFamily="49" charset="-122"/>
              </a:rPr>
              <a:t>else if</a:t>
            </a:r>
            <a:r>
              <a:rPr lang="en-US" altLang="zh-CN" sz="2000" b="1" dirty="0">
                <a:effectLst>
                  <a:outerShdw blurRad="50800" dist="38100" dir="10800000" algn="r" rotWithShape="0">
                    <a:prstClr val="black">
                      <a:alpha val="40000"/>
                    </a:prstClr>
                  </a:outerShdw>
                </a:effectLst>
                <a:ea typeface="楷体_GB2312" pitchFamily="49" charset="-122"/>
              </a:rPr>
              <a:t> (profit &lt;= 5000)   ratio = (float)0.15;</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a:solidFill>
                  <a:srgbClr val="FF33CC"/>
                </a:solidFill>
                <a:effectLst>
                  <a:outerShdw blurRad="50800" dist="38100" dir="10800000" algn="r" rotWithShape="0">
                    <a:prstClr val="black">
                      <a:alpha val="40000"/>
                    </a:prstClr>
                  </a:outerShdw>
                </a:effectLst>
                <a:ea typeface="楷体_GB2312" pitchFamily="49" charset="-122"/>
              </a:rPr>
              <a:t>else if</a:t>
            </a:r>
            <a:r>
              <a:rPr lang="en-US" altLang="zh-CN" sz="2000" b="1" dirty="0">
                <a:effectLst>
                  <a:outerShdw blurRad="50800" dist="38100" dir="10800000" algn="r" rotWithShape="0">
                    <a:prstClr val="black">
                      <a:alpha val="40000"/>
                    </a:prstClr>
                  </a:outerShdw>
                </a:effectLst>
                <a:ea typeface="楷体_GB2312" pitchFamily="49" charset="-122"/>
              </a:rPr>
              <a:t> (profit &lt;= 10000) ratio = (float)0.20;</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a:solidFill>
                  <a:srgbClr val="FF33CC"/>
                </a:solidFill>
                <a:effectLst>
                  <a:outerShdw blurRad="50800" dist="38100" dir="10800000" algn="r" rotWithShape="0">
                    <a:prstClr val="black">
                      <a:alpha val="40000"/>
                    </a:prstClr>
                  </a:outerShdw>
                </a:effectLst>
                <a:ea typeface="楷体_GB2312" pitchFamily="49" charset="-122"/>
              </a:rPr>
              <a:t>else</a:t>
            </a:r>
            <a:r>
              <a:rPr lang="en-US" altLang="zh-CN" sz="2000" b="1" dirty="0">
                <a:effectLst>
                  <a:outerShdw blurRad="50800" dist="38100" dir="10800000" algn="r" rotWithShape="0">
                    <a:prstClr val="black">
                      <a:alpha val="40000"/>
                    </a:prstClr>
                  </a:outerShdw>
                </a:effectLst>
                <a:ea typeface="楷体_GB2312" pitchFamily="49" charset="-122"/>
              </a:rPr>
              <a:t>   ratio = (float)0.25;</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salary += profit * ratio;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计算当月薪水</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("salary = %.2f\n", salary);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输出结果</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return 0;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p>
        </p:txBody>
      </p:sp>
      <p:sp>
        <p:nvSpPr>
          <p:cNvPr id="882697" name="Rectangle 9"/>
          <p:cNvSpPr>
            <a:spLocks noChangeArrowheads="1"/>
          </p:cNvSpPr>
          <p:nvPr/>
        </p:nvSpPr>
        <p:spPr bwMode="auto">
          <a:xfrm>
            <a:off x="8544272" y="5437673"/>
            <a:ext cx="3210323" cy="1015663"/>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运行结果：</a:t>
            </a:r>
          </a:p>
          <a:p>
            <a:r>
              <a:rPr lang="en-US" altLang="zh-CN" sz="2000" b="1" dirty="0">
                <a:effectLst>
                  <a:outerShdw blurRad="50800" dist="38100" dir="10800000" algn="r" rotWithShape="0">
                    <a:prstClr val="black">
                      <a:alpha val="40000"/>
                    </a:prstClr>
                  </a:outerShdw>
                </a:effectLst>
              </a:rPr>
              <a:t>Input profit: 4000</a:t>
            </a:r>
            <a:r>
              <a:rPr lang="en-US" altLang="zh-CN" sz="2000" b="1" dirty="0">
                <a:effectLst>
                  <a:outerShdw blurRad="50800" dist="38100" dir="10800000" algn="r" rotWithShape="0">
                    <a:prstClr val="black">
                      <a:alpha val="40000"/>
                    </a:prstClr>
                  </a:outerShdw>
                </a:effectLst>
                <a:latin typeface="+mn-ea"/>
                <a:ea typeface="+mn-ea"/>
              </a:rPr>
              <a:t>↙</a:t>
            </a:r>
          </a:p>
          <a:p>
            <a:r>
              <a:rPr lang="en-US" altLang="zh-CN" sz="2000" b="1" dirty="0">
                <a:solidFill>
                  <a:srgbClr val="0033CC"/>
                </a:solidFill>
                <a:effectLst>
                  <a:outerShdw blurRad="50800" dist="38100" dir="10800000" algn="r" rotWithShape="0">
                    <a:prstClr val="black">
                      <a:alpha val="40000"/>
                    </a:prstClr>
                  </a:outerShdw>
                </a:effectLst>
              </a:rPr>
              <a:t>salary = 1100.00</a:t>
            </a:r>
          </a:p>
        </p:txBody>
      </p:sp>
      <p:sp>
        <p:nvSpPr>
          <p:cNvPr id="882690" name="Rectangle 2"/>
          <p:cNvSpPr>
            <a:spLocks noChangeArrowheads="1"/>
          </p:cNvSpPr>
          <p:nvPr/>
        </p:nvSpPr>
        <p:spPr bwMode="auto">
          <a:xfrm>
            <a:off x="864164" y="142727"/>
            <a:ext cx="3286148" cy="434975"/>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lstStyle/>
          <a:p>
            <a:pPr algn="ctr" eaLnBrk="0" hangingPunct="0">
              <a:buClr>
                <a:srgbClr val="FF3300"/>
              </a:buClr>
              <a:buFont typeface="Wingdings" pitchFamily="2" charset="2"/>
              <a:buNone/>
            </a:pPr>
            <a:r>
              <a:rPr kumimoji="0" lang="zh-CN" altLang="en-US" sz="2000" b="1" dirty="0">
                <a:solidFill>
                  <a:srgbClr val="FF3300"/>
                </a:solidFill>
                <a:effectLst>
                  <a:outerShdw blurRad="38100" dist="38100" dir="2700000" algn="tl">
                    <a:srgbClr val="000000"/>
                  </a:outerShdw>
                </a:effectLst>
                <a:ea typeface="隶书" pitchFamily="49" charset="-122"/>
              </a:rPr>
              <a:t>方法一：使</a:t>
            </a:r>
            <a:r>
              <a:rPr lang="zh-CN" altLang="en-US" sz="2000" b="1" dirty="0">
                <a:solidFill>
                  <a:srgbClr val="FF3300"/>
                </a:solidFill>
                <a:effectLst>
                  <a:outerShdw blurRad="38100" dist="38100" dir="2700000" algn="tl">
                    <a:srgbClr val="000000"/>
                  </a:outerShdw>
                </a:effectLst>
                <a:ea typeface="隶书" pitchFamily="49" charset="-122"/>
              </a:rPr>
              <a:t>用</a:t>
            </a:r>
            <a:r>
              <a:rPr lang="en-US" altLang="zh-CN" sz="2000" b="1" dirty="0" err="1">
                <a:solidFill>
                  <a:srgbClr val="FF3300"/>
                </a:solidFill>
                <a:effectLst>
                  <a:outerShdw blurRad="38100" dist="38100" dir="2700000" algn="tl">
                    <a:srgbClr val="000000"/>
                  </a:outerShdw>
                </a:effectLst>
                <a:ea typeface="隶书" pitchFamily="49" charset="-122"/>
              </a:rPr>
              <a:t>if_else</a:t>
            </a:r>
            <a:r>
              <a:rPr lang="en-US" altLang="zh-CN" sz="2000" b="1" dirty="0">
                <a:solidFill>
                  <a:srgbClr val="FF3300"/>
                </a:solidFill>
                <a:effectLst>
                  <a:outerShdw blurRad="38100" dist="38100" dir="2700000" algn="tl">
                    <a:srgbClr val="000000"/>
                  </a:outerShdw>
                </a:effectLst>
                <a:ea typeface="隶书" pitchFamily="49" charset="-122"/>
              </a:rPr>
              <a:t> if</a:t>
            </a:r>
            <a:r>
              <a:rPr lang="zh-CN" altLang="en-US" sz="2000" b="1" dirty="0">
                <a:solidFill>
                  <a:srgbClr val="FF3300"/>
                </a:solidFill>
                <a:effectLst>
                  <a:outerShdw blurRad="38100" dist="38100" dir="2700000" algn="tl">
                    <a:srgbClr val="000000"/>
                  </a:outerShdw>
                </a:effectLst>
                <a:ea typeface="隶书" pitchFamily="49" charset="-122"/>
              </a:rPr>
              <a:t>语句</a:t>
            </a:r>
          </a:p>
        </p:txBody>
      </p:sp>
      <p:sp>
        <p:nvSpPr>
          <p:cNvPr id="882699" name="Rectangle 11"/>
          <p:cNvSpPr>
            <a:spLocks noChangeArrowheads="1"/>
          </p:cNvSpPr>
          <p:nvPr/>
        </p:nvSpPr>
        <p:spPr bwMode="auto">
          <a:xfrm>
            <a:off x="1095934" y="3644056"/>
            <a:ext cx="4784041" cy="1492218"/>
          </a:xfrm>
          <a:prstGeom prst="rect">
            <a:avLst/>
          </a:prstGeom>
          <a:noFill/>
          <a:ln w="25400">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882700" name="Group 12"/>
          <p:cNvGrpSpPr>
            <a:grpSpLocks/>
          </p:cNvGrpSpPr>
          <p:nvPr/>
        </p:nvGrpSpPr>
        <p:grpSpPr bwMode="auto">
          <a:xfrm>
            <a:off x="-9117" y="0"/>
            <a:ext cx="446088" cy="6858000"/>
            <a:chOff x="0" y="0"/>
            <a:chExt cx="281" cy="4320"/>
          </a:xfrm>
        </p:grpSpPr>
        <p:sp>
          <p:nvSpPr>
            <p:cNvPr id="882701" name="Text Box 1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82702" name="Text Box 1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2690"/>
                                        </p:tgtEl>
                                        <p:attrNameLst>
                                          <p:attrName>style.visibility</p:attrName>
                                        </p:attrNameLst>
                                      </p:cBhvr>
                                      <p:to>
                                        <p:strVal val="visible"/>
                                      </p:to>
                                    </p:set>
                                    <p:animEffect transition="in" filter="blinds(horizontal)">
                                      <p:cBhvr>
                                        <p:cTn id="7" dur="500"/>
                                        <p:tgtEl>
                                          <p:spTgt spid="88269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82696"/>
                                        </p:tgtEl>
                                        <p:attrNameLst>
                                          <p:attrName>style.visibility</p:attrName>
                                        </p:attrNameLst>
                                      </p:cBhvr>
                                      <p:to>
                                        <p:strVal val="visible"/>
                                      </p:to>
                                    </p:set>
                                    <p:animEffect transition="in" filter="box(out)">
                                      <p:cBhvr>
                                        <p:cTn id="12" dur="500"/>
                                        <p:tgtEl>
                                          <p:spTgt spid="88269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18" presetClass="entr" presetSubtype="12" fill="hold" grpId="0" nodeType="afterEffect">
                                  <p:stCondLst>
                                    <p:cond delay="0"/>
                                  </p:stCondLst>
                                  <p:childTnLst>
                                    <p:set>
                                      <p:cBhvr>
                                        <p:cTn id="15" dur="1" fill="hold">
                                          <p:stCondLst>
                                            <p:cond delay="0"/>
                                          </p:stCondLst>
                                        </p:cTn>
                                        <p:tgtEl>
                                          <p:spTgt spid="882699"/>
                                        </p:tgtEl>
                                        <p:attrNameLst>
                                          <p:attrName>style.visibility</p:attrName>
                                        </p:attrNameLst>
                                      </p:cBhvr>
                                      <p:to>
                                        <p:strVal val="visible"/>
                                      </p:to>
                                    </p:set>
                                    <p:animEffect transition="in" filter="strips(downLeft)">
                                      <p:cBhvr>
                                        <p:cTn id="16" dur="500"/>
                                        <p:tgtEl>
                                          <p:spTgt spid="88269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882697"/>
                                        </p:tgtEl>
                                        <p:attrNameLst>
                                          <p:attrName>style.visibility</p:attrName>
                                        </p:attrNameLst>
                                      </p:cBhvr>
                                      <p:to>
                                        <p:strVal val="visible"/>
                                      </p:to>
                                    </p:set>
                                    <p:animEffect transition="in" filter="box(out)">
                                      <p:cBhvr>
                                        <p:cTn id="21" dur="500"/>
                                        <p:tgtEl>
                                          <p:spTgt spid="882697"/>
                                        </p:tgtEl>
                                      </p:cBhvr>
                                    </p:animEffect>
                                  </p:childTnLst>
                                  <p:subTnLst>
                                    <p:audio>
                                      <p:cMediaNode>
                                        <p:cTn display="0" masterRel="sameClick">
                                          <p:stCondLst>
                                            <p:cond evt="begin" delay="0">
                                              <p:tn val="1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2696" grpId="0" animBg="1" autoUpdateAnimBg="0"/>
      <p:bldP spid="882697" grpId="0" animBg="1"/>
      <p:bldP spid="882690" grpId="0" animBg="1"/>
      <p:bldP spid="88269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84742" name="Text Box 6" descr="信纸"/>
          <p:cNvSpPr txBox="1">
            <a:spLocks noChangeArrowheads="1"/>
          </p:cNvSpPr>
          <p:nvPr/>
        </p:nvSpPr>
        <p:spPr bwMode="auto">
          <a:xfrm>
            <a:off x="801674" y="908720"/>
            <a:ext cx="8102638" cy="5634492"/>
          </a:xfrm>
          <a:prstGeom prst="rect">
            <a:avLst/>
          </a:prstGeom>
          <a:blipFill dpi="0" rotWithShape="0">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#include &lt;</a:t>
            </a:r>
            <a:r>
              <a:rPr lang="en-US" altLang="zh-CN" sz="2000" b="1" dirty="0" err="1">
                <a:effectLst>
                  <a:outerShdw blurRad="50800" dist="38100" dir="10800000" algn="r" rotWithShape="0">
                    <a:prstClr val="black">
                      <a:alpha val="40000"/>
                    </a:prstClr>
                  </a:outerShdw>
                </a:effectLst>
                <a:ea typeface="楷体_GB2312" pitchFamily="49" charset="-122"/>
              </a:rPr>
              <a:t>stdio.h</a:t>
            </a:r>
            <a:r>
              <a:rPr lang="en-US" altLang="zh-CN" sz="2000" b="1" dirty="0">
                <a:effectLst>
                  <a:outerShdw blurRad="50800" dist="38100" dir="10800000" algn="r" rotWithShape="0">
                    <a:prstClr val="black">
                      <a:alpha val="40000"/>
                    </a:prstClr>
                  </a:outerShdw>
                </a:effectLst>
                <a:ea typeface="楷体_GB2312" pitchFamily="49" charset="-122"/>
              </a:rPr>
              <a:t>&gt;</a:t>
            </a:r>
          </a:p>
          <a:p>
            <a:pPr marL="457200" indent="-457200"/>
            <a:r>
              <a:rPr lang="en-US" altLang="zh-CN" sz="2000" b="1" dirty="0">
                <a:solidFill>
                  <a:srgbClr val="CC3300"/>
                </a:solidFill>
                <a:effectLst>
                  <a:outerShdw blurRad="50800" dist="38100" dir="10800000" algn="r" rotWithShape="0">
                    <a:prstClr val="black">
                      <a:alpha val="40000"/>
                    </a:prstClr>
                  </a:outerShdw>
                </a:effectLst>
                <a:ea typeface="楷体_GB2312" pitchFamily="49" charset="-122"/>
              </a:rPr>
              <a:t>  </a:t>
            </a:r>
            <a:r>
              <a:rPr lang="en-US" altLang="zh-CN" sz="2000" b="1" dirty="0" err="1">
                <a:solidFill>
                  <a:srgbClr val="CC3300"/>
                </a:solidFill>
                <a:effectLst>
                  <a:outerShdw blurRad="50800" dist="38100" dir="10800000" algn="r" rotWithShape="0">
                    <a:prstClr val="black">
                      <a:alpha val="40000"/>
                    </a:prstClr>
                  </a:outerShdw>
                </a:effectLst>
                <a:ea typeface="楷体_GB2312" pitchFamily="49" charset="-122"/>
              </a:rPr>
              <a:t>int</a:t>
            </a:r>
            <a:r>
              <a:rPr lang="en-US" altLang="zh-CN" sz="2000" b="1" dirty="0">
                <a:solidFill>
                  <a:srgbClr val="CC3300"/>
                </a:solidFill>
                <a:effectLst>
                  <a:outerShdw blurRad="50800" dist="38100" dir="10800000" algn="r" rotWithShape="0">
                    <a:prstClr val="black">
                      <a:alpha val="40000"/>
                    </a:prstClr>
                  </a:outerShdw>
                </a:effectLst>
                <a:ea typeface="楷体_GB2312" pitchFamily="49" charset="-122"/>
              </a:rPr>
              <a:t> main (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long   profit;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所接工程的利润</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float   ratio;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提成比率</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float   salary = 500;              </a:t>
            </a:r>
            <a:r>
              <a:rPr lang="en-US" altLang="zh-CN" sz="2000" b="1" dirty="0">
                <a:solidFill>
                  <a:srgbClr val="0033CC"/>
                </a:solidFill>
                <a:effectLst>
                  <a:outerShdw blurRad="50800" dist="38100" dir="10800000" algn="r" rotWithShape="0">
                    <a:prstClr val="black">
                      <a:alpha val="40000"/>
                    </a:prstClr>
                  </a:outerShdw>
                </a:effectLst>
                <a:ea typeface="楷体_GB2312"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薪水，初始值为保底薪水</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500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("Input profit: ");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提示输入所接工程的利润</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scanf</a:t>
            </a:r>
            <a:r>
              <a:rPr lang="en-US" altLang="zh-CN" sz="2000" b="1" dirty="0">
                <a:effectLst>
                  <a:outerShdw blurRad="50800" dist="38100" dir="10800000" algn="r" rotWithShape="0">
                    <a:prstClr val="black">
                      <a:alpha val="40000"/>
                    </a:prstClr>
                  </a:outerShdw>
                </a:effectLst>
                <a:ea typeface="楷体_GB2312" pitchFamily="49" charset="-122"/>
              </a:rPr>
              <a:t> ("%ld", &amp;profit);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输入所接工程的利润</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计算提成比率</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solidFill>
                  <a:srgbClr val="FF33CC"/>
                </a:solidFill>
                <a:effectLst>
                  <a:outerShdw blurRad="50800" dist="38100" dir="10800000" algn="r" rotWithShape="0">
                    <a:prstClr val="black">
                      <a:alpha val="40000"/>
                    </a:prstClr>
                  </a:outerShdw>
                </a:effectLst>
                <a:ea typeface="楷体_GB2312" pitchFamily="49" charset="-122"/>
              </a:rPr>
              <a:t>if</a:t>
            </a:r>
            <a:r>
              <a:rPr lang="en-US" altLang="zh-CN" sz="2000" b="1" dirty="0">
                <a:effectLst>
                  <a:outerShdw blurRad="50800" dist="38100" dir="10800000" algn="r" rotWithShape="0">
                    <a:prstClr val="black">
                      <a:alpha val="40000"/>
                    </a:prstClr>
                  </a:outerShdw>
                </a:effectLst>
                <a:ea typeface="楷体_GB2312" pitchFamily="49" charset="-122"/>
              </a:rPr>
              <a:t> (profit &lt;= 1000)   ratio = 0;</a:t>
            </a:r>
          </a:p>
          <a:p>
            <a:pPr marL="457200" indent="-457200"/>
            <a:r>
              <a:rPr lang="en-US" altLang="zh-CN" sz="2000" b="1" dirty="0">
                <a:solidFill>
                  <a:srgbClr val="FF33CC"/>
                </a:solidFill>
                <a:effectLst>
                  <a:outerShdw blurRad="50800" dist="38100" dir="10800000" algn="r" rotWithShape="0">
                    <a:prstClr val="black">
                      <a:alpha val="40000"/>
                    </a:prstClr>
                  </a:outerShdw>
                </a:effectLst>
                <a:ea typeface="楷体_GB2312" pitchFamily="49" charset="-122"/>
              </a:rPr>
              <a:t>     if</a:t>
            </a:r>
            <a:r>
              <a:rPr lang="en-US" altLang="zh-CN" sz="2000" b="1" dirty="0">
                <a:effectLst>
                  <a:outerShdw blurRad="50800" dist="38100" dir="10800000" algn="r" rotWithShape="0">
                    <a:prstClr val="black">
                      <a:alpha val="40000"/>
                    </a:prstClr>
                  </a:outerShdw>
                </a:effectLst>
                <a:ea typeface="楷体_GB2312" pitchFamily="49" charset="-122"/>
              </a:rPr>
              <a:t> (1000 &lt; profit &amp;&amp; profit &lt;= 2000)    ratio = </a:t>
            </a:r>
            <a:r>
              <a:rPr lang="en-US" altLang="zh-CN" sz="2000" b="1" dirty="0">
                <a:solidFill>
                  <a:srgbClr val="CC00FF"/>
                </a:solidFill>
                <a:effectLst>
                  <a:outerShdw blurRad="50800" dist="38100" dir="10800000" algn="r" rotWithShape="0">
                    <a:prstClr val="black">
                      <a:alpha val="40000"/>
                    </a:prstClr>
                  </a:outerShdw>
                </a:effectLst>
                <a:ea typeface="楷体_GB2312" pitchFamily="49" charset="-122"/>
              </a:rPr>
              <a:t>(float)</a:t>
            </a:r>
            <a:r>
              <a:rPr lang="en-US" altLang="zh-CN" sz="2000" b="1" dirty="0">
                <a:effectLst>
                  <a:outerShdw blurRad="50800" dist="38100" dir="10800000" algn="r" rotWithShape="0">
                    <a:prstClr val="black">
                      <a:alpha val="40000"/>
                    </a:prstClr>
                  </a:outerShdw>
                </a:effectLst>
                <a:ea typeface="楷体_GB2312" pitchFamily="49" charset="-122"/>
              </a:rPr>
              <a:t>0.10;</a:t>
            </a:r>
          </a:p>
          <a:p>
            <a:pPr marL="457200" indent="-457200"/>
            <a:r>
              <a:rPr lang="en-US" altLang="zh-CN" sz="2000" b="1" dirty="0">
                <a:solidFill>
                  <a:srgbClr val="FF33CC"/>
                </a:solidFill>
                <a:effectLst>
                  <a:outerShdw blurRad="50800" dist="38100" dir="10800000" algn="r" rotWithShape="0">
                    <a:prstClr val="black">
                      <a:alpha val="40000"/>
                    </a:prstClr>
                  </a:outerShdw>
                </a:effectLst>
                <a:ea typeface="楷体_GB2312" pitchFamily="49" charset="-122"/>
              </a:rPr>
              <a:t>     if</a:t>
            </a:r>
            <a:r>
              <a:rPr lang="en-US" altLang="zh-CN" sz="2000" b="1" dirty="0">
                <a:effectLst>
                  <a:outerShdw blurRad="50800" dist="38100" dir="10800000" algn="r" rotWithShape="0">
                    <a:prstClr val="black">
                      <a:alpha val="40000"/>
                    </a:prstClr>
                  </a:outerShdw>
                </a:effectLst>
                <a:ea typeface="楷体_GB2312" pitchFamily="49" charset="-122"/>
              </a:rPr>
              <a:t> (2000 &lt; profit &amp;&amp; profit &lt;= 5000)    ratio = </a:t>
            </a:r>
            <a:r>
              <a:rPr lang="en-US" altLang="zh-CN" sz="2000" b="1" dirty="0">
                <a:solidFill>
                  <a:srgbClr val="CC00FF"/>
                </a:solidFill>
                <a:effectLst>
                  <a:outerShdw blurRad="50800" dist="38100" dir="10800000" algn="r" rotWithShape="0">
                    <a:prstClr val="black">
                      <a:alpha val="40000"/>
                    </a:prstClr>
                  </a:outerShdw>
                </a:effectLst>
                <a:ea typeface="楷体_GB2312" pitchFamily="49" charset="-122"/>
              </a:rPr>
              <a:t>(float)</a:t>
            </a:r>
            <a:r>
              <a:rPr lang="en-US" altLang="zh-CN" sz="2000" b="1" dirty="0">
                <a:effectLst>
                  <a:outerShdw blurRad="50800" dist="38100" dir="10800000" algn="r" rotWithShape="0">
                    <a:prstClr val="black">
                      <a:alpha val="40000"/>
                    </a:prstClr>
                  </a:outerShdw>
                </a:effectLst>
                <a:ea typeface="楷体_GB2312" pitchFamily="49" charset="-122"/>
              </a:rPr>
              <a:t>0.15;</a:t>
            </a:r>
          </a:p>
          <a:p>
            <a:pPr marL="457200" indent="-457200"/>
            <a:r>
              <a:rPr lang="en-US" altLang="zh-CN" sz="2000" b="1" dirty="0">
                <a:solidFill>
                  <a:srgbClr val="FF33CC"/>
                </a:solidFill>
                <a:effectLst>
                  <a:outerShdw blurRad="50800" dist="38100" dir="10800000" algn="r" rotWithShape="0">
                    <a:prstClr val="black">
                      <a:alpha val="40000"/>
                    </a:prstClr>
                  </a:outerShdw>
                </a:effectLst>
                <a:ea typeface="楷体_GB2312" pitchFamily="49" charset="-122"/>
              </a:rPr>
              <a:t>     if</a:t>
            </a:r>
            <a:r>
              <a:rPr lang="en-US" altLang="zh-CN" sz="2000" b="1" dirty="0">
                <a:effectLst>
                  <a:outerShdw blurRad="50800" dist="38100" dir="10800000" algn="r" rotWithShape="0">
                    <a:prstClr val="black">
                      <a:alpha val="40000"/>
                    </a:prstClr>
                  </a:outerShdw>
                </a:effectLst>
                <a:ea typeface="楷体_GB2312" pitchFamily="49" charset="-122"/>
              </a:rPr>
              <a:t> (5000 &lt; profit &amp;&amp; profit &lt;= 10000)  ratio = </a:t>
            </a:r>
            <a:r>
              <a:rPr lang="en-US" altLang="zh-CN" sz="2000" b="1" dirty="0">
                <a:solidFill>
                  <a:srgbClr val="CC00FF"/>
                </a:solidFill>
                <a:effectLst>
                  <a:outerShdw blurRad="50800" dist="38100" dir="10800000" algn="r" rotWithShape="0">
                    <a:prstClr val="black">
                      <a:alpha val="40000"/>
                    </a:prstClr>
                  </a:outerShdw>
                </a:effectLst>
                <a:ea typeface="楷体_GB2312" pitchFamily="49" charset="-122"/>
              </a:rPr>
              <a:t>(float)</a:t>
            </a:r>
            <a:r>
              <a:rPr lang="en-US" altLang="zh-CN" sz="2000" b="1" dirty="0">
                <a:effectLst>
                  <a:outerShdw blurRad="50800" dist="38100" dir="10800000" algn="r" rotWithShape="0">
                    <a:prstClr val="black">
                      <a:alpha val="40000"/>
                    </a:prstClr>
                  </a:outerShdw>
                </a:effectLst>
                <a:ea typeface="楷体_GB2312" pitchFamily="49" charset="-122"/>
              </a:rPr>
              <a:t>0.20;</a:t>
            </a:r>
          </a:p>
          <a:p>
            <a:pPr marL="457200" indent="-457200"/>
            <a:r>
              <a:rPr lang="en-US" altLang="zh-CN" sz="2000" b="1" dirty="0">
                <a:solidFill>
                  <a:srgbClr val="FF33CC"/>
                </a:solidFill>
                <a:effectLst>
                  <a:outerShdw blurRad="50800" dist="38100" dir="10800000" algn="r" rotWithShape="0">
                    <a:prstClr val="black">
                      <a:alpha val="40000"/>
                    </a:prstClr>
                  </a:outerShdw>
                </a:effectLst>
                <a:ea typeface="楷体_GB2312" pitchFamily="49" charset="-122"/>
              </a:rPr>
              <a:t>     if</a:t>
            </a:r>
            <a:r>
              <a:rPr lang="en-US" altLang="zh-CN" sz="2000" b="1" dirty="0">
                <a:effectLst>
                  <a:outerShdw blurRad="50800" dist="38100" dir="10800000" algn="r" rotWithShape="0">
                    <a:prstClr val="black">
                      <a:alpha val="40000"/>
                    </a:prstClr>
                  </a:outerShdw>
                </a:effectLst>
                <a:ea typeface="楷体_GB2312" pitchFamily="49" charset="-122"/>
              </a:rPr>
              <a:t> (10000 &lt; profit)   ratio = </a:t>
            </a:r>
            <a:r>
              <a:rPr lang="en-US" altLang="zh-CN" sz="2000" b="1" dirty="0">
                <a:solidFill>
                  <a:srgbClr val="CC00FF"/>
                </a:solidFill>
                <a:effectLst>
                  <a:outerShdw blurRad="50800" dist="38100" dir="10800000" algn="r" rotWithShape="0">
                    <a:prstClr val="black">
                      <a:alpha val="40000"/>
                    </a:prstClr>
                  </a:outerShdw>
                </a:effectLst>
                <a:ea typeface="楷体_GB2312" pitchFamily="49" charset="-122"/>
              </a:rPr>
              <a:t>(float)</a:t>
            </a:r>
            <a:r>
              <a:rPr lang="en-US" altLang="zh-CN" sz="2000" b="1" dirty="0">
                <a:effectLst>
                  <a:outerShdw blurRad="50800" dist="38100" dir="10800000" algn="r" rotWithShape="0">
                    <a:prstClr val="black">
                      <a:alpha val="40000"/>
                    </a:prstClr>
                  </a:outerShdw>
                </a:effectLst>
                <a:ea typeface="楷体_GB2312" pitchFamily="49" charset="-122"/>
              </a:rPr>
              <a:t>0.25;</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salary += profit * ratio;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计算当月薪水</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("salary = %.2f\n", salary);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输出结果</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return 0;</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p>
        </p:txBody>
      </p:sp>
      <p:sp>
        <p:nvSpPr>
          <p:cNvPr id="884743" name="Rectangle 7"/>
          <p:cNvSpPr>
            <a:spLocks noChangeArrowheads="1"/>
          </p:cNvSpPr>
          <p:nvPr/>
        </p:nvSpPr>
        <p:spPr bwMode="auto">
          <a:xfrm>
            <a:off x="9192344" y="5527549"/>
            <a:ext cx="2703541" cy="1015663"/>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运行结果：</a:t>
            </a:r>
          </a:p>
          <a:p>
            <a:r>
              <a:rPr lang="en-US" altLang="zh-CN" sz="2000" b="1" dirty="0">
                <a:effectLst>
                  <a:outerShdw blurRad="50800" dist="38100" dir="10800000" algn="r" rotWithShape="0">
                    <a:prstClr val="black">
                      <a:alpha val="40000"/>
                    </a:prstClr>
                  </a:outerShdw>
                </a:effectLst>
              </a:rPr>
              <a:t>Input profit: 4000</a:t>
            </a:r>
            <a:r>
              <a:rPr lang="en-US" altLang="zh-CN" sz="2000" b="1" dirty="0">
                <a:effectLst>
                  <a:outerShdw blurRad="50800" dist="38100" dir="10800000" algn="r" rotWithShape="0">
                    <a:prstClr val="black">
                      <a:alpha val="40000"/>
                    </a:prstClr>
                  </a:outerShdw>
                </a:effectLst>
                <a:latin typeface="+mn-ea"/>
                <a:ea typeface="+mn-ea"/>
              </a:rPr>
              <a:t>↙</a:t>
            </a:r>
          </a:p>
          <a:p>
            <a:r>
              <a:rPr lang="en-US" altLang="zh-CN" sz="2000" b="1" dirty="0">
                <a:solidFill>
                  <a:srgbClr val="0033CC"/>
                </a:solidFill>
                <a:effectLst>
                  <a:outerShdw blurRad="50800" dist="38100" dir="10800000" algn="r" rotWithShape="0">
                    <a:prstClr val="black">
                      <a:alpha val="40000"/>
                    </a:prstClr>
                  </a:outerShdw>
                </a:effectLst>
              </a:rPr>
              <a:t>salary = 1100.00</a:t>
            </a:r>
          </a:p>
        </p:txBody>
      </p:sp>
      <p:sp>
        <p:nvSpPr>
          <p:cNvPr id="884744" name="Rectangle 8"/>
          <p:cNvSpPr>
            <a:spLocks noChangeArrowheads="1"/>
          </p:cNvSpPr>
          <p:nvPr/>
        </p:nvSpPr>
        <p:spPr bwMode="auto">
          <a:xfrm>
            <a:off x="801674" y="245096"/>
            <a:ext cx="3065467" cy="434975"/>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lstStyle/>
          <a:p>
            <a:pPr algn="ctr" eaLnBrk="0" hangingPunct="0">
              <a:buClr>
                <a:srgbClr val="FF3300"/>
              </a:buClr>
              <a:buFont typeface="Wingdings" pitchFamily="2" charset="2"/>
              <a:buNone/>
            </a:pPr>
            <a:r>
              <a:rPr kumimoji="0" lang="zh-CN" altLang="en-US" sz="2000" b="1" dirty="0">
                <a:solidFill>
                  <a:srgbClr val="FF3300"/>
                </a:solidFill>
                <a:effectLst>
                  <a:outerShdw blurRad="38100" dist="38100" dir="2700000" algn="tl">
                    <a:srgbClr val="000000"/>
                  </a:outerShdw>
                </a:effectLst>
                <a:ea typeface="隶书" pitchFamily="49" charset="-122"/>
              </a:rPr>
              <a:t>方法二：使</a:t>
            </a:r>
            <a:r>
              <a:rPr lang="zh-CN" altLang="en-US" sz="2000" b="1" dirty="0">
                <a:solidFill>
                  <a:srgbClr val="FF3300"/>
                </a:solidFill>
                <a:effectLst>
                  <a:outerShdw blurRad="38100" dist="38100" dir="2700000" algn="tl">
                    <a:srgbClr val="000000"/>
                  </a:outerShdw>
                </a:effectLst>
                <a:ea typeface="隶书" pitchFamily="49" charset="-122"/>
              </a:rPr>
              <a:t>用</a:t>
            </a:r>
            <a:r>
              <a:rPr lang="en-US" altLang="zh-CN" sz="2000" b="1" dirty="0">
                <a:solidFill>
                  <a:srgbClr val="FF3300"/>
                </a:solidFill>
                <a:effectLst>
                  <a:outerShdw blurRad="38100" dist="38100" dir="2700000" algn="tl">
                    <a:srgbClr val="000000"/>
                  </a:outerShdw>
                </a:effectLst>
                <a:ea typeface="隶书" pitchFamily="49" charset="-122"/>
              </a:rPr>
              <a:t>if</a:t>
            </a:r>
            <a:r>
              <a:rPr lang="zh-CN" altLang="en-US" sz="2000" b="1" dirty="0">
                <a:solidFill>
                  <a:srgbClr val="FF3300"/>
                </a:solidFill>
                <a:effectLst>
                  <a:outerShdw blurRad="38100" dist="38100" dir="2700000" algn="tl">
                    <a:srgbClr val="000000"/>
                  </a:outerShdw>
                </a:effectLst>
                <a:ea typeface="隶书" pitchFamily="49" charset="-122"/>
              </a:rPr>
              <a:t>语句</a:t>
            </a:r>
          </a:p>
        </p:txBody>
      </p:sp>
      <p:sp>
        <p:nvSpPr>
          <p:cNvPr id="884745" name="Rectangle 9"/>
          <p:cNvSpPr>
            <a:spLocks noChangeArrowheads="1"/>
          </p:cNvSpPr>
          <p:nvPr/>
        </p:nvSpPr>
        <p:spPr bwMode="auto">
          <a:xfrm>
            <a:off x="936644" y="3688606"/>
            <a:ext cx="6357579" cy="1573072"/>
          </a:xfrm>
          <a:prstGeom prst="rect">
            <a:avLst/>
          </a:prstGeom>
          <a:no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884746" name="AutoShape 10"/>
          <p:cNvSpPr>
            <a:spLocks noChangeArrowheads="1"/>
          </p:cNvSpPr>
          <p:nvPr/>
        </p:nvSpPr>
        <p:spPr bwMode="auto">
          <a:xfrm>
            <a:off x="9192344" y="2132856"/>
            <a:ext cx="2703541" cy="1225549"/>
          </a:xfrm>
          <a:prstGeom prst="wedgeRoundRectCallout">
            <a:avLst>
              <a:gd name="adj1" fmla="val -129775"/>
              <a:gd name="adj2" fmla="val 106724"/>
              <a:gd name="adj3" fmla="val 16667"/>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189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solidFill>
                  <a:srgbClr val="FF33CC"/>
                </a:solidFill>
                <a:effectLst>
                  <a:outerShdw blurRad="38100" dist="38100" dir="2700000" algn="tl">
                    <a:srgbClr val="000000"/>
                  </a:outerShdw>
                </a:effectLst>
                <a:latin typeface="隶书" pitchFamily="49" charset="-122"/>
                <a:ea typeface="隶书" pitchFamily="49" charset="-122"/>
              </a:rPr>
              <a:t>0.1</a:t>
            </a:r>
            <a:r>
              <a:rPr lang="zh-CN" altLang="en-US" sz="2000" b="1" dirty="0">
                <a:solidFill>
                  <a:srgbClr val="FF33CC"/>
                </a:solidFill>
                <a:effectLst>
                  <a:outerShdw blurRad="38100" dist="38100" dir="2700000" algn="tl">
                    <a:srgbClr val="000000"/>
                  </a:outerShdw>
                </a:effectLst>
                <a:latin typeface="隶书" pitchFamily="49" charset="-122"/>
                <a:ea typeface="隶书" pitchFamily="49" charset="-122"/>
              </a:rPr>
              <a:t>默认为</a:t>
            </a:r>
            <a:r>
              <a:rPr lang="en-US" altLang="zh-CN" sz="2000" b="1" dirty="0">
                <a:solidFill>
                  <a:srgbClr val="FF33CC"/>
                </a:solidFill>
                <a:effectLst>
                  <a:outerShdw blurRad="38100" dist="38100" dir="2700000" algn="tl">
                    <a:srgbClr val="000000"/>
                  </a:outerShdw>
                </a:effectLst>
                <a:latin typeface="隶书" pitchFamily="49" charset="-122"/>
                <a:ea typeface="隶书" pitchFamily="49" charset="-122"/>
              </a:rPr>
              <a:t>double</a:t>
            </a:r>
            <a:r>
              <a:rPr lang="zh-CN" altLang="en-US" sz="2000" b="1" dirty="0">
                <a:solidFill>
                  <a:srgbClr val="FF33CC"/>
                </a:solidFill>
                <a:effectLst>
                  <a:outerShdw blurRad="38100" dist="38100" dir="2700000" algn="tl">
                    <a:srgbClr val="000000"/>
                  </a:outerShdw>
                </a:effectLst>
                <a:latin typeface="隶书" pitchFamily="49" charset="-122"/>
                <a:ea typeface="隶书" pitchFamily="49" charset="-122"/>
              </a:rPr>
              <a:t>型，不进行强制类型转换将产生警告信息！</a:t>
            </a:r>
          </a:p>
        </p:txBody>
      </p:sp>
      <p:grpSp>
        <p:nvGrpSpPr>
          <p:cNvPr id="884747" name="Group 11"/>
          <p:cNvGrpSpPr>
            <a:grpSpLocks/>
          </p:cNvGrpSpPr>
          <p:nvPr/>
        </p:nvGrpSpPr>
        <p:grpSpPr bwMode="auto">
          <a:xfrm>
            <a:off x="-9117" y="0"/>
            <a:ext cx="446088" cy="6858000"/>
            <a:chOff x="0" y="0"/>
            <a:chExt cx="281" cy="4320"/>
          </a:xfrm>
        </p:grpSpPr>
        <p:sp>
          <p:nvSpPr>
            <p:cNvPr id="884748"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84749"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4744"/>
                                        </p:tgtEl>
                                        <p:attrNameLst>
                                          <p:attrName>style.visibility</p:attrName>
                                        </p:attrNameLst>
                                      </p:cBhvr>
                                      <p:to>
                                        <p:strVal val="visible"/>
                                      </p:to>
                                    </p:set>
                                    <p:animEffect transition="in" filter="blinds(horizontal)">
                                      <p:cBhvr>
                                        <p:cTn id="7" dur="500"/>
                                        <p:tgtEl>
                                          <p:spTgt spid="88474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84742"/>
                                        </p:tgtEl>
                                        <p:attrNameLst>
                                          <p:attrName>style.visibility</p:attrName>
                                        </p:attrNameLst>
                                      </p:cBhvr>
                                      <p:to>
                                        <p:strVal val="visible"/>
                                      </p:to>
                                    </p:set>
                                    <p:animEffect transition="in" filter="box(out)">
                                      <p:cBhvr>
                                        <p:cTn id="12" dur="500"/>
                                        <p:tgtEl>
                                          <p:spTgt spid="88474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18" presetClass="entr" presetSubtype="12" fill="hold" grpId="0" nodeType="afterEffect">
                                  <p:stCondLst>
                                    <p:cond delay="0"/>
                                  </p:stCondLst>
                                  <p:childTnLst>
                                    <p:set>
                                      <p:cBhvr>
                                        <p:cTn id="15" dur="1" fill="hold">
                                          <p:stCondLst>
                                            <p:cond delay="0"/>
                                          </p:stCondLst>
                                        </p:cTn>
                                        <p:tgtEl>
                                          <p:spTgt spid="884745"/>
                                        </p:tgtEl>
                                        <p:attrNameLst>
                                          <p:attrName>style.visibility</p:attrName>
                                        </p:attrNameLst>
                                      </p:cBhvr>
                                      <p:to>
                                        <p:strVal val="visible"/>
                                      </p:to>
                                    </p:set>
                                    <p:animEffect transition="in" filter="strips(downLeft)">
                                      <p:cBhvr>
                                        <p:cTn id="16" dur="500"/>
                                        <p:tgtEl>
                                          <p:spTgt spid="884745"/>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884743"/>
                                        </p:tgtEl>
                                        <p:attrNameLst>
                                          <p:attrName>style.visibility</p:attrName>
                                        </p:attrNameLst>
                                      </p:cBhvr>
                                      <p:to>
                                        <p:strVal val="visible"/>
                                      </p:to>
                                    </p:set>
                                    <p:animEffect transition="in" filter="box(out)">
                                      <p:cBhvr>
                                        <p:cTn id="21" dur="500"/>
                                        <p:tgtEl>
                                          <p:spTgt spid="884743"/>
                                        </p:tgtEl>
                                      </p:cBhvr>
                                    </p:animEffect>
                                  </p:childTnLst>
                                  <p:subTnLst>
                                    <p:audio>
                                      <p:cMediaNode>
                                        <p:cTn display="0" masterRel="sameClick">
                                          <p:stCondLst>
                                            <p:cond evt="begin" delay="0">
                                              <p:tn val="19"/>
                                            </p:cond>
                                          </p:stCondLst>
                                          <p:endCondLst>
                                            <p:cond evt="onStopAudio" delay="0">
                                              <p:tgtEl>
                                                <p:sldTgt/>
                                              </p:tgtEl>
                                            </p:cond>
                                          </p:endCondLst>
                                        </p:cTn>
                                        <p:tgtEl>
                                          <p:sndTgt r:embed="rId4" name="chimes.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884746"/>
                                        </p:tgtEl>
                                        <p:attrNameLst>
                                          <p:attrName>style.visibility</p:attrName>
                                        </p:attrNameLst>
                                      </p:cBhvr>
                                      <p:to>
                                        <p:strVal val="visible"/>
                                      </p:to>
                                    </p:set>
                                    <p:animEffect transition="in" filter="strips(downRight)">
                                      <p:cBhvr>
                                        <p:cTn id="26" dur="500"/>
                                        <p:tgtEl>
                                          <p:spTgt spid="884746"/>
                                        </p:tgtEl>
                                      </p:cBhvr>
                                    </p:animEffect>
                                  </p:childTnLst>
                                  <p:subTnLst>
                                    <p:audio>
                                      <p:cMediaNode>
                                        <p:cTn display="0" masterRel="sameClick">
                                          <p:stCondLst>
                                            <p:cond evt="begin" delay="0">
                                              <p:tn val="24"/>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42" grpId="0" animBg="1" autoUpdateAnimBg="0"/>
      <p:bldP spid="884743" grpId="0" animBg="1"/>
      <p:bldP spid="884744" grpId="0" animBg="1"/>
      <p:bldP spid="884745" grpId="0" animBg="1"/>
      <p:bldP spid="88474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6"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86792" name="Rectangle 8"/>
          <p:cNvSpPr>
            <a:spLocks noChangeArrowheads="1"/>
          </p:cNvSpPr>
          <p:nvPr/>
        </p:nvSpPr>
        <p:spPr bwMode="auto">
          <a:xfrm>
            <a:off x="837781" y="188914"/>
            <a:ext cx="3889373" cy="434975"/>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lstStyle/>
          <a:p>
            <a:pPr algn="ctr" eaLnBrk="0" hangingPunct="0">
              <a:buClr>
                <a:srgbClr val="FF3300"/>
              </a:buClr>
              <a:buFont typeface="Wingdings" pitchFamily="2" charset="2"/>
              <a:buNone/>
            </a:pPr>
            <a:r>
              <a:rPr kumimoji="0" lang="zh-CN" altLang="en-US" b="1" dirty="0">
                <a:solidFill>
                  <a:srgbClr val="FF3300"/>
                </a:solidFill>
                <a:effectLst>
                  <a:outerShdw blurRad="38100" dist="38100" dir="2700000" algn="tl">
                    <a:srgbClr val="000000"/>
                  </a:outerShdw>
                </a:effectLst>
                <a:ea typeface="隶书" pitchFamily="49" charset="-122"/>
              </a:rPr>
              <a:t>方法三：使</a:t>
            </a:r>
            <a:r>
              <a:rPr lang="zh-CN" altLang="en-US" b="1" dirty="0">
                <a:solidFill>
                  <a:srgbClr val="FF3300"/>
                </a:solidFill>
                <a:effectLst>
                  <a:outerShdw blurRad="38100" dist="38100" dir="2700000" algn="tl">
                    <a:srgbClr val="000000"/>
                  </a:outerShdw>
                </a:effectLst>
                <a:ea typeface="隶书" pitchFamily="49" charset="-122"/>
              </a:rPr>
              <a:t>用</a:t>
            </a:r>
            <a:r>
              <a:rPr lang="en-US" altLang="zh-CN" b="1" dirty="0">
                <a:solidFill>
                  <a:srgbClr val="FF3300"/>
                </a:solidFill>
                <a:effectLst>
                  <a:outerShdw blurRad="38100" dist="38100" dir="2700000" algn="tl">
                    <a:srgbClr val="000000"/>
                  </a:outerShdw>
                </a:effectLst>
                <a:ea typeface="隶书" pitchFamily="49" charset="-122"/>
              </a:rPr>
              <a:t>switch</a:t>
            </a:r>
            <a:r>
              <a:rPr lang="zh-CN" altLang="en-US" b="1" dirty="0">
                <a:solidFill>
                  <a:srgbClr val="FF3300"/>
                </a:solidFill>
                <a:effectLst>
                  <a:outerShdw blurRad="38100" dist="38100" dir="2700000" algn="tl">
                    <a:srgbClr val="000000"/>
                  </a:outerShdw>
                </a:effectLst>
                <a:ea typeface="隶书" pitchFamily="49" charset="-122"/>
              </a:rPr>
              <a:t>语句</a:t>
            </a:r>
          </a:p>
        </p:txBody>
      </p:sp>
      <p:sp>
        <p:nvSpPr>
          <p:cNvPr id="886794" name="Rectangle 10"/>
          <p:cNvSpPr>
            <a:spLocks noChangeArrowheads="1"/>
          </p:cNvSpPr>
          <p:nvPr/>
        </p:nvSpPr>
        <p:spPr bwMode="auto">
          <a:xfrm>
            <a:off x="839366" y="908720"/>
            <a:ext cx="10873258" cy="5734903"/>
          </a:xfrm>
          <a:prstGeom prst="rect">
            <a:avLst/>
          </a:prstGeo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a:ln w="38100">
            <a:solidFill>
              <a:schemeClr val="accent1">
                <a:lumMod val="50000"/>
              </a:schemeClr>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pPr indent="266700">
              <a:lnSpc>
                <a:spcPts val="2600"/>
              </a:lnSpc>
            </a:pPr>
            <a:r>
              <a:rPr lang="zh-CN" altLang="en-US" sz="2000" b="1" u="sng" dirty="0">
                <a:solidFill>
                  <a:srgbClr val="FF33CC"/>
                </a:solidFill>
                <a:effectLst>
                  <a:outerShdw blurRad="50800" dist="38100" dir="10800000" algn="r" rotWithShape="0">
                    <a:prstClr val="black">
                      <a:alpha val="40000"/>
                    </a:prstClr>
                  </a:outerShdw>
                </a:effectLst>
                <a:latin typeface="隶书" pitchFamily="49" charset="-122"/>
                <a:ea typeface="隶书" pitchFamily="49" charset="-122"/>
              </a:rPr>
              <a:t>算法设计要点：</a:t>
            </a:r>
            <a:endParaRPr lang="zh-CN" altLang="en-US" sz="2000" u="sng" dirty="0">
              <a:solidFill>
                <a:srgbClr val="FF33CC"/>
              </a:solidFill>
              <a:effectLst>
                <a:outerShdw blurRad="50800" dist="38100" dir="10800000" algn="r" rotWithShape="0">
                  <a:prstClr val="black">
                    <a:alpha val="40000"/>
                  </a:prstClr>
                </a:outerShdw>
              </a:effectLst>
              <a:latin typeface="隶书" pitchFamily="49" charset="-122"/>
              <a:ea typeface="隶书" pitchFamily="49" charset="-122"/>
            </a:endParaRPr>
          </a:p>
          <a:p>
            <a:pPr indent="266700">
              <a:lnSpc>
                <a:spcPts val="2600"/>
              </a:lnSpc>
            </a:pPr>
            <a:r>
              <a:rPr lang="zh-CN" altLang="en-US" sz="2000" b="1" dirty="0">
                <a:effectLst>
                  <a:outerShdw blurRad="50800" dist="38100" dir="10800000" algn="r" rotWithShape="0">
                    <a:prstClr val="black">
                      <a:alpha val="40000"/>
                    </a:prstClr>
                  </a:outerShdw>
                </a:effectLst>
                <a:latin typeface="+mn-lt"/>
                <a:ea typeface="楷体" pitchFamily="49" charset="-122"/>
              </a:rPr>
              <a:t>    为使用</a:t>
            </a:r>
            <a:r>
              <a:rPr lang="en-US" altLang="zh-CN" sz="2000" b="1" dirty="0">
                <a:effectLst>
                  <a:outerShdw blurRad="50800" dist="38100" dir="10800000" algn="r" rotWithShape="0">
                    <a:prstClr val="black">
                      <a:alpha val="40000"/>
                    </a:prstClr>
                  </a:outerShdw>
                </a:effectLst>
                <a:latin typeface="+mn-lt"/>
                <a:ea typeface="楷体" pitchFamily="49" charset="-122"/>
              </a:rPr>
              <a:t>switch</a:t>
            </a:r>
            <a:r>
              <a:rPr lang="zh-CN" altLang="en-US" sz="2000" b="1" dirty="0">
                <a:effectLst>
                  <a:outerShdw blurRad="50800" dist="38100" dir="10800000" algn="r" rotWithShape="0">
                    <a:prstClr val="black">
                      <a:alpha val="40000"/>
                    </a:prstClr>
                  </a:outerShdw>
                </a:effectLst>
                <a:latin typeface="+mn-lt"/>
                <a:ea typeface="楷体" pitchFamily="49" charset="-122"/>
              </a:rPr>
              <a:t>语句，必须将利润</a:t>
            </a:r>
            <a:r>
              <a:rPr lang="en-US" altLang="zh-CN" sz="2000" b="1" dirty="0">
                <a:effectLst>
                  <a:outerShdw blurRad="50800" dist="38100" dir="10800000" algn="r" rotWithShape="0">
                    <a:prstClr val="black">
                      <a:alpha val="40000"/>
                    </a:prstClr>
                  </a:outerShdw>
                </a:effectLst>
                <a:latin typeface="+mn-lt"/>
                <a:ea typeface="楷体" pitchFamily="49" charset="-122"/>
              </a:rPr>
              <a:t>profit</a:t>
            </a:r>
            <a:r>
              <a:rPr lang="zh-CN" altLang="en-US" sz="2000" b="1" dirty="0">
                <a:effectLst>
                  <a:outerShdw blurRad="50800" dist="38100" dir="10800000" algn="r" rotWithShape="0">
                    <a:prstClr val="black">
                      <a:alpha val="40000"/>
                    </a:prstClr>
                  </a:outerShdw>
                </a:effectLst>
                <a:latin typeface="+mn-lt"/>
                <a:ea typeface="楷体" pitchFamily="49" charset="-122"/>
              </a:rPr>
              <a:t>与提成的关系转换成某些整数与提成的关系。分析本题可知，提成的变化点都是</a:t>
            </a:r>
            <a:r>
              <a:rPr lang="en-US" altLang="zh-CN" sz="2000" b="1" dirty="0">
                <a:effectLst>
                  <a:outerShdw blurRad="50800" dist="38100" dir="10800000" algn="r" rotWithShape="0">
                    <a:prstClr val="black">
                      <a:alpha val="40000"/>
                    </a:prstClr>
                  </a:outerShdw>
                </a:effectLst>
                <a:latin typeface="+mn-lt"/>
                <a:ea typeface="楷体" pitchFamily="49" charset="-122"/>
              </a:rPr>
              <a:t>1000</a:t>
            </a:r>
            <a:r>
              <a:rPr lang="zh-CN" altLang="en-US" sz="2000" b="1" dirty="0">
                <a:effectLst>
                  <a:outerShdw blurRad="50800" dist="38100" dir="10800000" algn="r" rotWithShape="0">
                    <a:prstClr val="black">
                      <a:alpha val="40000"/>
                    </a:prstClr>
                  </a:outerShdw>
                </a:effectLst>
                <a:latin typeface="+mn-lt"/>
                <a:ea typeface="楷体" pitchFamily="49" charset="-122"/>
              </a:rPr>
              <a:t>的整数倍（</a:t>
            </a:r>
            <a:r>
              <a:rPr lang="en-US" altLang="zh-CN" sz="2000" b="1" dirty="0">
                <a:effectLst>
                  <a:outerShdw blurRad="50800" dist="38100" dir="10800000" algn="r" rotWithShape="0">
                    <a:prstClr val="black">
                      <a:alpha val="40000"/>
                    </a:prstClr>
                  </a:outerShdw>
                </a:effectLst>
                <a:latin typeface="+mn-lt"/>
                <a:ea typeface="楷体" pitchFamily="49" charset="-122"/>
              </a:rPr>
              <a:t>1000</a:t>
            </a:r>
            <a:r>
              <a:rPr lang="zh-CN" altLang="en-US" sz="2000" b="1" dirty="0">
                <a:effectLst>
                  <a:outerShdw blurRad="50800" dist="38100" dir="10800000" algn="r" rotWithShape="0">
                    <a:prstClr val="black">
                      <a:alpha val="40000"/>
                    </a:prstClr>
                  </a:outerShdw>
                </a:effectLst>
                <a:latin typeface="+mn-lt"/>
                <a:ea typeface="楷体" pitchFamily="49" charset="-122"/>
              </a:rPr>
              <a:t>、</a:t>
            </a:r>
            <a:r>
              <a:rPr lang="en-US" altLang="zh-CN" sz="2000" b="1" dirty="0">
                <a:effectLst>
                  <a:outerShdw blurRad="50800" dist="38100" dir="10800000" algn="r" rotWithShape="0">
                    <a:prstClr val="black">
                      <a:alpha val="40000"/>
                    </a:prstClr>
                  </a:outerShdw>
                </a:effectLst>
                <a:latin typeface="+mn-lt"/>
                <a:ea typeface="楷体" pitchFamily="49" charset="-122"/>
              </a:rPr>
              <a:t>2000</a:t>
            </a:r>
            <a:r>
              <a:rPr lang="zh-CN" altLang="en-US" sz="2000" b="1" dirty="0">
                <a:effectLst>
                  <a:outerShdw blurRad="50800" dist="38100" dir="10800000" algn="r" rotWithShape="0">
                    <a:prstClr val="black">
                      <a:alpha val="40000"/>
                    </a:prstClr>
                  </a:outerShdw>
                </a:effectLst>
                <a:latin typeface="+mn-lt"/>
                <a:ea typeface="楷体" pitchFamily="49" charset="-122"/>
              </a:rPr>
              <a:t>、</a:t>
            </a:r>
            <a:r>
              <a:rPr lang="en-US" altLang="zh-CN" sz="2000" b="1" dirty="0">
                <a:effectLst>
                  <a:outerShdw blurRad="50800" dist="38100" dir="10800000" algn="r" rotWithShape="0">
                    <a:prstClr val="black">
                      <a:alpha val="40000"/>
                    </a:prstClr>
                  </a:outerShdw>
                </a:effectLst>
                <a:latin typeface="+mn-lt"/>
                <a:ea typeface="楷体" pitchFamily="49" charset="-122"/>
              </a:rPr>
              <a:t>5000</a:t>
            </a:r>
            <a:r>
              <a:rPr lang="zh-CN" altLang="en-US" sz="2000" b="1" dirty="0">
                <a:effectLst>
                  <a:outerShdw blurRad="50800" dist="38100" dir="10800000" algn="r" rotWithShape="0">
                    <a:prstClr val="black">
                      <a:alpha val="40000"/>
                    </a:prstClr>
                  </a:outerShdw>
                </a:effectLst>
                <a:latin typeface="+mn-lt"/>
                <a:ea typeface="楷体" pitchFamily="49" charset="-122"/>
              </a:rPr>
              <a:t>、</a:t>
            </a:r>
            <a:r>
              <a:rPr lang="en-US" altLang="zh-CN" sz="2000" b="1" dirty="0">
                <a:effectLst>
                  <a:outerShdw blurRad="50800" dist="38100" dir="10800000" algn="r" rotWithShape="0">
                    <a:prstClr val="black">
                      <a:alpha val="40000"/>
                    </a:prstClr>
                  </a:outerShdw>
                </a:effectLst>
                <a:latin typeface="+mn-lt"/>
                <a:ea typeface="楷体" pitchFamily="49" charset="-122"/>
              </a:rPr>
              <a:t>……</a:t>
            </a:r>
            <a:r>
              <a:rPr lang="zh-CN" altLang="en-US" sz="2000" b="1" dirty="0">
                <a:effectLst>
                  <a:outerShdw blurRad="50800" dist="38100" dir="10800000" algn="r" rotWithShape="0">
                    <a:prstClr val="black">
                      <a:alpha val="40000"/>
                    </a:prstClr>
                  </a:outerShdw>
                </a:effectLst>
                <a:latin typeface="+mn-lt"/>
                <a:ea typeface="楷体" pitchFamily="49" charset="-122"/>
              </a:rPr>
              <a:t>），如果将利润</a:t>
            </a:r>
            <a:r>
              <a:rPr lang="en-US" altLang="zh-CN" sz="2000" b="1" dirty="0">
                <a:effectLst>
                  <a:outerShdw blurRad="50800" dist="38100" dir="10800000" algn="r" rotWithShape="0">
                    <a:prstClr val="black">
                      <a:alpha val="40000"/>
                    </a:prstClr>
                  </a:outerShdw>
                </a:effectLst>
                <a:latin typeface="+mn-lt"/>
                <a:ea typeface="楷体" pitchFamily="49" charset="-122"/>
              </a:rPr>
              <a:t>profit</a:t>
            </a:r>
            <a:r>
              <a:rPr lang="zh-CN" altLang="en-US" sz="2000" b="1" dirty="0">
                <a:effectLst>
                  <a:outerShdw blurRad="50800" dist="38100" dir="10800000" algn="r" rotWithShape="0">
                    <a:prstClr val="black">
                      <a:alpha val="40000"/>
                    </a:prstClr>
                  </a:outerShdw>
                </a:effectLst>
                <a:latin typeface="+mn-lt"/>
                <a:ea typeface="楷体" pitchFamily="49" charset="-122"/>
              </a:rPr>
              <a:t>整除</a:t>
            </a:r>
            <a:r>
              <a:rPr lang="en-US" altLang="zh-CN" sz="2000" b="1" dirty="0">
                <a:effectLst>
                  <a:outerShdw blurRad="50800" dist="38100" dir="10800000" algn="r" rotWithShape="0">
                    <a:prstClr val="black">
                      <a:alpha val="40000"/>
                    </a:prstClr>
                  </a:outerShdw>
                </a:effectLst>
                <a:latin typeface="+mn-lt"/>
                <a:ea typeface="楷体" pitchFamily="49" charset="-122"/>
              </a:rPr>
              <a:t>1000</a:t>
            </a:r>
            <a:r>
              <a:rPr lang="zh-CN" altLang="en-US" sz="2000" b="1" dirty="0">
                <a:effectLst>
                  <a:outerShdw blurRad="50800" dist="38100" dir="10800000" algn="r" rotWithShape="0">
                    <a:prstClr val="black">
                      <a:alpha val="40000"/>
                    </a:prstClr>
                  </a:outerShdw>
                </a:effectLst>
                <a:latin typeface="+mn-lt"/>
                <a:ea typeface="楷体" pitchFamily="49" charset="-122"/>
              </a:rPr>
              <a:t>，则当：</a:t>
            </a:r>
          </a:p>
          <a:p>
            <a:pPr indent="266700">
              <a:lnSpc>
                <a:spcPts val="2600"/>
              </a:lnSpc>
            </a:pPr>
            <a:r>
              <a:rPr lang="zh-CN" altLang="en-US" sz="2000" b="1" dirty="0">
                <a:effectLst>
                  <a:outerShdw blurRad="50800" dist="38100" dir="10800000" algn="r" rotWithShape="0">
                    <a:prstClr val="black">
                      <a:alpha val="40000"/>
                    </a:prstClr>
                  </a:outerShdw>
                </a:effectLst>
                <a:latin typeface="+mn-lt"/>
                <a:ea typeface="楷体" pitchFamily="49" charset="-122"/>
              </a:rPr>
              <a:t>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profit ≤ 1000                     </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对应</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0</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FF3300"/>
                </a:solidFill>
                <a:effectLst>
                  <a:outerShdw blurRad="50800" dist="38100" dir="10800000" algn="r" rotWithShape="0">
                    <a:prstClr val="black">
                      <a:alpha val="40000"/>
                    </a:prstClr>
                  </a:outerShdw>
                </a:effectLst>
                <a:latin typeface="+mn-lt"/>
                <a:ea typeface="楷体" pitchFamily="49" charset="-122"/>
              </a:rPr>
              <a:t>1</a:t>
            </a:r>
          </a:p>
          <a:p>
            <a:pPr indent="266700">
              <a:lnSpc>
                <a:spcPts val="2600"/>
              </a:lnSpc>
            </a:pP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       1000 </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profit ≤ 2000       </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对应</a:t>
            </a:r>
            <a:r>
              <a:rPr lang="en-US" altLang="zh-CN" sz="2000" b="1" dirty="0">
                <a:solidFill>
                  <a:srgbClr val="FF3300"/>
                </a:solidFill>
                <a:effectLst>
                  <a:outerShdw blurRad="50800" dist="38100" dir="10800000" algn="r" rotWithShape="0">
                    <a:prstClr val="black">
                      <a:alpha val="40000"/>
                    </a:prstClr>
                  </a:outerShdw>
                </a:effectLst>
                <a:latin typeface="+mn-lt"/>
                <a:ea typeface="楷体" pitchFamily="49" charset="-122"/>
              </a:rPr>
              <a:t>1</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339933"/>
                </a:solidFill>
                <a:effectLst>
                  <a:outerShdw blurRad="50800" dist="38100" dir="10800000" algn="r" rotWithShape="0">
                    <a:prstClr val="black">
                      <a:alpha val="40000"/>
                    </a:prstClr>
                  </a:outerShdw>
                </a:effectLst>
                <a:latin typeface="+mn-lt"/>
                <a:ea typeface="楷体" pitchFamily="49" charset="-122"/>
              </a:rPr>
              <a:t>2</a:t>
            </a:r>
          </a:p>
          <a:p>
            <a:pPr indent="266700">
              <a:lnSpc>
                <a:spcPts val="2600"/>
              </a:lnSpc>
            </a:pP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       2000 </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profit ≤ 5000       </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对应</a:t>
            </a:r>
            <a:r>
              <a:rPr lang="en-US" altLang="zh-CN" sz="2000" b="1" dirty="0">
                <a:solidFill>
                  <a:srgbClr val="339933"/>
                </a:solidFill>
                <a:effectLst>
                  <a:outerShdw blurRad="50800" dist="38100" dir="10800000" algn="r" rotWithShape="0">
                    <a:prstClr val="black">
                      <a:alpha val="40000"/>
                    </a:prstClr>
                  </a:outerShdw>
                </a:effectLst>
                <a:latin typeface="+mn-lt"/>
                <a:ea typeface="楷体" pitchFamily="49" charset="-122"/>
              </a:rPr>
              <a:t>2</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3</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4</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5</a:t>
            </a:r>
          </a:p>
          <a:p>
            <a:pPr indent="266700">
              <a:lnSpc>
                <a:spcPts val="2600"/>
              </a:lnSpc>
            </a:pP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       5000 </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profit ≤ 10000     </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对应</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5</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6</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7</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8</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9</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CC3300"/>
                </a:solidFill>
                <a:effectLst>
                  <a:outerShdw blurRad="50800" dist="38100" dir="10800000" algn="r" rotWithShape="0">
                    <a:prstClr val="black">
                      <a:alpha val="40000"/>
                    </a:prstClr>
                  </a:outerShdw>
                </a:effectLst>
                <a:latin typeface="+mn-lt"/>
                <a:ea typeface="楷体" pitchFamily="49" charset="-122"/>
              </a:rPr>
              <a:t>10</a:t>
            </a:r>
          </a:p>
          <a:p>
            <a:pPr indent="266700">
              <a:lnSpc>
                <a:spcPts val="2600"/>
              </a:lnSpc>
            </a:pP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       10000</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 </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profit                  </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对应</a:t>
            </a:r>
            <a:r>
              <a:rPr lang="en-US" altLang="zh-CN" sz="2000" b="1" dirty="0">
                <a:solidFill>
                  <a:srgbClr val="CC3300"/>
                </a:solidFill>
                <a:effectLst>
                  <a:outerShdw blurRad="50800" dist="38100" dir="10800000" algn="r" rotWithShape="0">
                    <a:prstClr val="black">
                      <a:alpha val="40000"/>
                    </a:prstClr>
                  </a:outerShdw>
                </a:effectLst>
                <a:latin typeface="+mn-lt"/>
                <a:ea typeface="楷体" pitchFamily="49" charset="-122"/>
              </a:rPr>
              <a:t>10</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11</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12</a:t>
            </a:r>
            <a:r>
              <a:rPr lang="zh-CN" altLang="en-US" sz="2000" b="1" dirty="0">
                <a:solidFill>
                  <a:srgbClr val="0033CC"/>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0033CC"/>
                </a:solidFill>
                <a:effectLst>
                  <a:outerShdw blurRad="50800" dist="38100" dir="10800000" algn="r" rotWithShape="0">
                    <a:prstClr val="black">
                      <a:alpha val="40000"/>
                    </a:prstClr>
                  </a:outerShdw>
                </a:effectLst>
                <a:latin typeface="+mn-lt"/>
                <a:ea typeface="楷体" pitchFamily="49" charset="-122"/>
              </a:rPr>
              <a:t>……</a:t>
            </a:r>
          </a:p>
          <a:p>
            <a:pPr indent="266700">
              <a:lnSpc>
                <a:spcPts val="2600"/>
              </a:lnSpc>
            </a:pPr>
            <a:r>
              <a:rPr lang="en-US" altLang="zh-CN" sz="2000" b="1" dirty="0">
                <a:effectLst>
                  <a:outerShdw blurRad="50800" dist="38100" dir="10800000" algn="r" rotWithShape="0">
                    <a:prstClr val="black">
                      <a:alpha val="40000"/>
                    </a:prstClr>
                  </a:outerShdw>
                </a:effectLst>
                <a:latin typeface="+mn-lt"/>
                <a:ea typeface="楷体" pitchFamily="49" charset="-122"/>
              </a:rPr>
              <a:t>   </a:t>
            </a:r>
            <a:r>
              <a:rPr lang="zh-CN" altLang="en-US" sz="2000" b="1" dirty="0">
                <a:effectLst>
                  <a:outerShdw blurRad="50800" dist="38100" dir="10800000" algn="r" rotWithShape="0">
                    <a:prstClr val="black">
                      <a:alpha val="40000"/>
                    </a:prstClr>
                  </a:outerShdw>
                </a:effectLst>
                <a:latin typeface="+mn-lt"/>
                <a:ea typeface="楷体" pitchFamily="49" charset="-122"/>
              </a:rPr>
              <a:t>为解决相邻两个区间的重叠问题，最简单的方法就是：利润</a:t>
            </a:r>
            <a:r>
              <a:rPr lang="en-US" altLang="zh-CN" sz="2000" b="1" dirty="0">
                <a:effectLst>
                  <a:outerShdw blurRad="50800" dist="38100" dir="10800000" algn="r" rotWithShape="0">
                    <a:prstClr val="black">
                      <a:alpha val="40000"/>
                    </a:prstClr>
                  </a:outerShdw>
                </a:effectLst>
                <a:latin typeface="+mn-lt"/>
                <a:ea typeface="楷体" pitchFamily="49" charset="-122"/>
              </a:rPr>
              <a:t>profit</a:t>
            </a:r>
            <a:r>
              <a:rPr lang="zh-CN" altLang="en-US" sz="2000" b="1" dirty="0">
                <a:effectLst>
                  <a:outerShdw blurRad="50800" dist="38100" dir="10800000" algn="r" rotWithShape="0">
                    <a:prstClr val="black">
                      <a:alpha val="40000"/>
                    </a:prstClr>
                  </a:outerShdw>
                </a:effectLst>
                <a:latin typeface="+mn-lt"/>
                <a:ea typeface="楷体" pitchFamily="49" charset="-122"/>
              </a:rPr>
              <a:t>先减</a:t>
            </a:r>
            <a:r>
              <a:rPr lang="en-US" altLang="zh-CN" sz="2000" b="1" dirty="0">
                <a:effectLst>
                  <a:outerShdw blurRad="50800" dist="38100" dir="10800000" algn="r" rotWithShape="0">
                    <a:prstClr val="black">
                      <a:alpha val="40000"/>
                    </a:prstClr>
                  </a:outerShdw>
                </a:effectLst>
                <a:latin typeface="+mn-lt"/>
                <a:ea typeface="楷体" pitchFamily="49" charset="-122"/>
              </a:rPr>
              <a:t>1</a:t>
            </a:r>
            <a:r>
              <a:rPr lang="zh-CN" altLang="en-US" sz="2000" b="1" dirty="0">
                <a:effectLst>
                  <a:outerShdw blurRad="50800" dist="38100" dir="10800000" algn="r" rotWithShape="0">
                    <a:prstClr val="black">
                      <a:alpha val="40000"/>
                    </a:prstClr>
                  </a:outerShdw>
                </a:effectLst>
                <a:latin typeface="+mn-lt"/>
                <a:ea typeface="楷体" pitchFamily="49" charset="-122"/>
              </a:rPr>
              <a:t>（最小增量），然后再整除</a:t>
            </a:r>
            <a:r>
              <a:rPr lang="en-US" altLang="zh-CN" sz="2000" b="1" dirty="0">
                <a:effectLst>
                  <a:outerShdw blurRad="50800" dist="38100" dir="10800000" algn="r" rotWithShape="0">
                    <a:prstClr val="black">
                      <a:alpha val="40000"/>
                    </a:prstClr>
                  </a:outerShdw>
                </a:effectLst>
                <a:latin typeface="+mn-lt"/>
                <a:ea typeface="楷体" pitchFamily="49" charset="-122"/>
              </a:rPr>
              <a:t>1000</a:t>
            </a:r>
            <a:r>
              <a:rPr lang="zh-CN" altLang="en-US" sz="2000" b="1" dirty="0">
                <a:effectLst>
                  <a:outerShdw blurRad="50800" dist="38100" dir="10800000" algn="r" rotWithShape="0">
                    <a:prstClr val="black">
                      <a:alpha val="40000"/>
                    </a:prstClr>
                  </a:outerShdw>
                </a:effectLst>
                <a:latin typeface="+mn-lt"/>
                <a:ea typeface="楷体" pitchFamily="49" charset="-122"/>
              </a:rPr>
              <a:t>即可：</a:t>
            </a:r>
          </a:p>
          <a:p>
            <a:pPr indent="266700">
              <a:lnSpc>
                <a:spcPts val="2600"/>
              </a:lnSpc>
            </a:pPr>
            <a:r>
              <a:rPr lang="zh-CN" altLang="en-US" sz="2000" b="1" dirty="0">
                <a:effectLst>
                  <a:outerShdw blurRad="50800" dist="38100" dir="10800000" algn="r" rotWithShape="0">
                    <a:prstClr val="black">
                      <a:alpha val="40000"/>
                    </a:prstClr>
                  </a:outerShdw>
                </a:effectLst>
                <a:latin typeface="+mn-lt"/>
                <a:ea typeface="楷体" pitchFamily="49" charset="-122"/>
              </a:rPr>
              <a:t>       </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profit ≤ 1000                     </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对应</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0</a:t>
            </a:r>
          </a:p>
          <a:p>
            <a:pPr indent="266700">
              <a:lnSpc>
                <a:spcPts val="2600"/>
              </a:lnSpc>
            </a:pP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       1000 </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 </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profit ≤ 2000       </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对应</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1</a:t>
            </a:r>
          </a:p>
          <a:p>
            <a:pPr indent="266700">
              <a:lnSpc>
                <a:spcPts val="2600"/>
              </a:lnSpc>
            </a:pP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       2000 </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 </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profit ≤ 5000       </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对应</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2</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3</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4</a:t>
            </a:r>
          </a:p>
          <a:p>
            <a:pPr indent="266700">
              <a:lnSpc>
                <a:spcPts val="2600"/>
              </a:lnSpc>
            </a:pP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       5000 </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 </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profit ≤ 10000     </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对应</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5</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6</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7</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8</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9</a:t>
            </a:r>
          </a:p>
          <a:p>
            <a:pPr indent="266700">
              <a:lnSpc>
                <a:spcPts val="2600"/>
              </a:lnSpc>
            </a:pP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       10000</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 </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profit                  </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对应</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10</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11</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12</a:t>
            </a:r>
            <a:r>
              <a:rPr lang="zh-CN" altLang="en-US" sz="2000" b="1" dirty="0">
                <a:solidFill>
                  <a:srgbClr val="CC00FF"/>
                </a:solidFill>
                <a:effectLst>
                  <a:outerShdw blurRad="50800" dist="38100" dir="10800000" algn="r" rotWithShape="0">
                    <a:prstClr val="black">
                      <a:alpha val="40000"/>
                    </a:prstClr>
                  </a:outerShdw>
                </a:effectLst>
                <a:latin typeface="+mn-lt"/>
                <a:ea typeface="楷体" pitchFamily="49" charset="-122"/>
              </a:rPr>
              <a:t>、</a:t>
            </a:r>
            <a:r>
              <a:rPr lang="en-US" altLang="zh-CN" sz="2000" b="1" dirty="0">
                <a:solidFill>
                  <a:srgbClr val="CC00FF"/>
                </a:solidFill>
                <a:effectLst>
                  <a:outerShdw blurRad="50800" dist="38100" dir="10800000" algn="r" rotWithShape="0">
                    <a:prstClr val="black">
                      <a:alpha val="40000"/>
                    </a:prstClr>
                  </a:outerShdw>
                </a:effectLst>
                <a:latin typeface="+mn-lt"/>
                <a:ea typeface="楷体" pitchFamily="49" charset="-122"/>
              </a:rPr>
              <a:t>……</a:t>
            </a:r>
          </a:p>
          <a:p>
            <a:pPr indent="266700" eaLnBrk="0" hangingPunct="0"/>
            <a:endParaRPr lang="en-US" altLang="zh-CN" sz="2000" b="1" dirty="0">
              <a:solidFill>
                <a:srgbClr val="CC00FF"/>
              </a:solidFill>
              <a:effectLst>
                <a:outerShdw blurRad="50800" dist="38100" dir="10800000" algn="r" rotWithShape="0">
                  <a:prstClr val="black">
                    <a:alpha val="40000"/>
                  </a:prstClr>
                </a:outerShdw>
              </a:effectLst>
              <a:ea typeface="楷体_GB2312" pitchFamily="49" charset="-122"/>
            </a:endParaRPr>
          </a:p>
        </p:txBody>
      </p:sp>
      <p:grpSp>
        <p:nvGrpSpPr>
          <p:cNvPr id="886795" name="Group 11"/>
          <p:cNvGrpSpPr>
            <a:grpSpLocks/>
          </p:cNvGrpSpPr>
          <p:nvPr/>
        </p:nvGrpSpPr>
        <p:grpSpPr bwMode="auto">
          <a:xfrm>
            <a:off x="-9117" y="0"/>
            <a:ext cx="446088" cy="6858000"/>
            <a:chOff x="0" y="0"/>
            <a:chExt cx="281" cy="4320"/>
          </a:xfrm>
        </p:grpSpPr>
        <p:sp>
          <p:nvSpPr>
            <p:cNvPr id="886796"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86797"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86794">
                                            <p:txEl>
                                              <p:pRg st="0" end="0"/>
                                            </p:txEl>
                                          </p:spTgt>
                                        </p:tgtEl>
                                        <p:attrNameLst>
                                          <p:attrName>style.visibility</p:attrName>
                                        </p:attrNameLst>
                                      </p:cBhvr>
                                      <p:to>
                                        <p:strVal val="visible"/>
                                      </p:to>
                                    </p:set>
                                    <p:animEffect transition="in" filter="box(out)">
                                      <p:cBhvr>
                                        <p:cTn id="7" dur="500"/>
                                        <p:tgtEl>
                                          <p:spTgt spid="886794">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par>
                                <p:cTn id="8" presetID="4" presetClass="entr" presetSubtype="32" fill="hold" nodeType="withEffect">
                                  <p:stCondLst>
                                    <p:cond delay="0"/>
                                  </p:stCondLst>
                                  <p:childTnLst>
                                    <p:set>
                                      <p:cBhvr>
                                        <p:cTn id="9" dur="1" fill="hold">
                                          <p:stCondLst>
                                            <p:cond delay="0"/>
                                          </p:stCondLst>
                                        </p:cTn>
                                        <p:tgtEl>
                                          <p:spTgt spid="886794">
                                            <p:txEl>
                                              <p:pRg st="1" end="1"/>
                                            </p:txEl>
                                          </p:spTgt>
                                        </p:tgtEl>
                                        <p:attrNameLst>
                                          <p:attrName>style.visibility</p:attrName>
                                        </p:attrNameLst>
                                      </p:cBhvr>
                                      <p:to>
                                        <p:strVal val="visible"/>
                                      </p:to>
                                    </p:set>
                                    <p:animEffect transition="in" filter="box(out)">
                                      <p:cBhvr>
                                        <p:cTn id="10" dur="500"/>
                                        <p:tgtEl>
                                          <p:spTgt spid="886794">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4" name="chimes.wav"/>
                                        </p:tgtEl>
                                      </p:cMediaNode>
                                    </p:audio>
                                  </p:subTnLst>
                                </p:cTn>
                              </p:par>
                              <p:par>
                                <p:cTn id="11" presetID="4" presetClass="entr" presetSubtype="32" fill="hold" nodeType="withEffect">
                                  <p:stCondLst>
                                    <p:cond delay="0"/>
                                  </p:stCondLst>
                                  <p:childTnLst>
                                    <p:set>
                                      <p:cBhvr>
                                        <p:cTn id="12" dur="1" fill="hold">
                                          <p:stCondLst>
                                            <p:cond delay="0"/>
                                          </p:stCondLst>
                                        </p:cTn>
                                        <p:tgtEl>
                                          <p:spTgt spid="886794">
                                            <p:txEl>
                                              <p:pRg st="2" end="2"/>
                                            </p:txEl>
                                          </p:spTgt>
                                        </p:tgtEl>
                                        <p:attrNameLst>
                                          <p:attrName>style.visibility</p:attrName>
                                        </p:attrNameLst>
                                      </p:cBhvr>
                                      <p:to>
                                        <p:strVal val="visible"/>
                                      </p:to>
                                    </p:set>
                                    <p:animEffect transition="in" filter="box(out)">
                                      <p:cBhvr>
                                        <p:cTn id="13" dur="500"/>
                                        <p:tgtEl>
                                          <p:spTgt spid="886794">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par>
                                <p:cTn id="14" presetID="4" presetClass="entr" presetSubtype="32" fill="hold" nodeType="withEffect">
                                  <p:stCondLst>
                                    <p:cond delay="0"/>
                                  </p:stCondLst>
                                  <p:childTnLst>
                                    <p:set>
                                      <p:cBhvr>
                                        <p:cTn id="15" dur="1" fill="hold">
                                          <p:stCondLst>
                                            <p:cond delay="0"/>
                                          </p:stCondLst>
                                        </p:cTn>
                                        <p:tgtEl>
                                          <p:spTgt spid="886794">
                                            <p:txEl>
                                              <p:pRg st="3" end="3"/>
                                            </p:txEl>
                                          </p:spTgt>
                                        </p:tgtEl>
                                        <p:attrNameLst>
                                          <p:attrName>style.visibility</p:attrName>
                                        </p:attrNameLst>
                                      </p:cBhvr>
                                      <p:to>
                                        <p:strVal val="visible"/>
                                      </p:to>
                                    </p:set>
                                    <p:animEffect transition="in" filter="box(out)">
                                      <p:cBhvr>
                                        <p:cTn id="16" dur="500"/>
                                        <p:tgtEl>
                                          <p:spTgt spid="886794">
                                            <p:txEl>
                                              <p:pRg st="3" end="3"/>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4" name="chimes.wav"/>
                                        </p:tgtEl>
                                      </p:cMediaNode>
                                    </p:audio>
                                  </p:subTnLst>
                                </p:cTn>
                              </p:par>
                              <p:par>
                                <p:cTn id="17" presetID="4" presetClass="entr" presetSubtype="32" fill="hold" nodeType="withEffect">
                                  <p:stCondLst>
                                    <p:cond delay="0"/>
                                  </p:stCondLst>
                                  <p:childTnLst>
                                    <p:set>
                                      <p:cBhvr>
                                        <p:cTn id="18" dur="1" fill="hold">
                                          <p:stCondLst>
                                            <p:cond delay="0"/>
                                          </p:stCondLst>
                                        </p:cTn>
                                        <p:tgtEl>
                                          <p:spTgt spid="886794">
                                            <p:txEl>
                                              <p:pRg st="4" end="4"/>
                                            </p:txEl>
                                          </p:spTgt>
                                        </p:tgtEl>
                                        <p:attrNameLst>
                                          <p:attrName>style.visibility</p:attrName>
                                        </p:attrNameLst>
                                      </p:cBhvr>
                                      <p:to>
                                        <p:strVal val="visible"/>
                                      </p:to>
                                    </p:set>
                                    <p:animEffect transition="in" filter="box(out)">
                                      <p:cBhvr>
                                        <p:cTn id="19" dur="500"/>
                                        <p:tgtEl>
                                          <p:spTgt spid="886794">
                                            <p:txEl>
                                              <p:pRg st="4" end="4"/>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par>
                                <p:cTn id="20" presetID="4" presetClass="entr" presetSubtype="32" fill="hold" nodeType="withEffect">
                                  <p:stCondLst>
                                    <p:cond delay="0"/>
                                  </p:stCondLst>
                                  <p:childTnLst>
                                    <p:set>
                                      <p:cBhvr>
                                        <p:cTn id="21" dur="1" fill="hold">
                                          <p:stCondLst>
                                            <p:cond delay="0"/>
                                          </p:stCondLst>
                                        </p:cTn>
                                        <p:tgtEl>
                                          <p:spTgt spid="886794">
                                            <p:txEl>
                                              <p:pRg st="5" end="5"/>
                                            </p:txEl>
                                          </p:spTgt>
                                        </p:tgtEl>
                                        <p:attrNameLst>
                                          <p:attrName>style.visibility</p:attrName>
                                        </p:attrNameLst>
                                      </p:cBhvr>
                                      <p:to>
                                        <p:strVal val="visible"/>
                                      </p:to>
                                    </p:set>
                                    <p:animEffect transition="in" filter="box(out)">
                                      <p:cBhvr>
                                        <p:cTn id="22" dur="500"/>
                                        <p:tgtEl>
                                          <p:spTgt spid="886794">
                                            <p:txEl>
                                              <p:pRg st="5" end="5"/>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par>
                                <p:cTn id="23" presetID="4" presetClass="entr" presetSubtype="32" fill="hold" nodeType="withEffect">
                                  <p:stCondLst>
                                    <p:cond delay="0"/>
                                  </p:stCondLst>
                                  <p:childTnLst>
                                    <p:set>
                                      <p:cBhvr>
                                        <p:cTn id="24" dur="1" fill="hold">
                                          <p:stCondLst>
                                            <p:cond delay="0"/>
                                          </p:stCondLst>
                                        </p:cTn>
                                        <p:tgtEl>
                                          <p:spTgt spid="886794">
                                            <p:txEl>
                                              <p:pRg st="6" end="6"/>
                                            </p:txEl>
                                          </p:spTgt>
                                        </p:tgtEl>
                                        <p:attrNameLst>
                                          <p:attrName>style.visibility</p:attrName>
                                        </p:attrNameLst>
                                      </p:cBhvr>
                                      <p:to>
                                        <p:strVal val="visible"/>
                                      </p:to>
                                    </p:set>
                                    <p:animEffect transition="in" filter="box(out)">
                                      <p:cBhvr>
                                        <p:cTn id="25" dur="500"/>
                                        <p:tgtEl>
                                          <p:spTgt spid="886794">
                                            <p:txEl>
                                              <p:pRg st="6" end="6"/>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4" name="chimes.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nodeType="clickEffect">
                                  <p:stCondLst>
                                    <p:cond delay="0"/>
                                  </p:stCondLst>
                                  <p:childTnLst>
                                    <p:set>
                                      <p:cBhvr>
                                        <p:cTn id="29" dur="1" fill="hold">
                                          <p:stCondLst>
                                            <p:cond delay="0"/>
                                          </p:stCondLst>
                                        </p:cTn>
                                        <p:tgtEl>
                                          <p:spTgt spid="886794">
                                            <p:txEl>
                                              <p:pRg st="7" end="7"/>
                                            </p:txEl>
                                          </p:spTgt>
                                        </p:tgtEl>
                                        <p:attrNameLst>
                                          <p:attrName>style.visibility</p:attrName>
                                        </p:attrNameLst>
                                      </p:cBhvr>
                                      <p:to>
                                        <p:strVal val="visible"/>
                                      </p:to>
                                    </p:set>
                                    <p:animEffect transition="in" filter="box(out)">
                                      <p:cBhvr>
                                        <p:cTn id="30" dur="500"/>
                                        <p:tgtEl>
                                          <p:spTgt spid="886794">
                                            <p:txEl>
                                              <p:pRg st="7" end="7"/>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4" name="chimes.wav"/>
                                        </p:tgtEl>
                                      </p:cMediaNode>
                                    </p:audio>
                                  </p:subTnLst>
                                </p:cTn>
                              </p:par>
                              <p:par>
                                <p:cTn id="31" presetID="4" presetClass="entr" presetSubtype="32" fill="hold" nodeType="withEffect">
                                  <p:stCondLst>
                                    <p:cond delay="0"/>
                                  </p:stCondLst>
                                  <p:childTnLst>
                                    <p:set>
                                      <p:cBhvr>
                                        <p:cTn id="32" dur="1" fill="hold">
                                          <p:stCondLst>
                                            <p:cond delay="0"/>
                                          </p:stCondLst>
                                        </p:cTn>
                                        <p:tgtEl>
                                          <p:spTgt spid="886794">
                                            <p:txEl>
                                              <p:pRg st="8" end="8"/>
                                            </p:txEl>
                                          </p:spTgt>
                                        </p:tgtEl>
                                        <p:attrNameLst>
                                          <p:attrName>style.visibility</p:attrName>
                                        </p:attrNameLst>
                                      </p:cBhvr>
                                      <p:to>
                                        <p:strVal val="visible"/>
                                      </p:to>
                                    </p:set>
                                    <p:animEffect transition="in" filter="box(out)">
                                      <p:cBhvr>
                                        <p:cTn id="33" dur="500"/>
                                        <p:tgtEl>
                                          <p:spTgt spid="886794">
                                            <p:txEl>
                                              <p:pRg st="8" end="8"/>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par>
                                <p:cTn id="34" presetID="4" presetClass="entr" presetSubtype="32" fill="hold" nodeType="withEffect">
                                  <p:stCondLst>
                                    <p:cond delay="0"/>
                                  </p:stCondLst>
                                  <p:childTnLst>
                                    <p:set>
                                      <p:cBhvr>
                                        <p:cTn id="35" dur="1" fill="hold">
                                          <p:stCondLst>
                                            <p:cond delay="0"/>
                                          </p:stCondLst>
                                        </p:cTn>
                                        <p:tgtEl>
                                          <p:spTgt spid="886794">
                                            <p:txEl>
                                              <p:pRg st="9" end="9"/>
                                            </p:txEl>
                                          </p:spTgt>
                                        </p:tgtEl>
                                        <p:attrNameLst>
                                          <p:attrName>style.visibility</p:attrName>
                                        </p:attrNameLst>
                                      </p:cBhvr>
                                      <p:to>
                                        <p:strVal val="visible"/>
                                      </p:to>
                                    </p:set>
                                    <p:animEffect transition="in" filter="box(out)">
                                      <p:cBhvr>
                                        <p:cTn id="36" dur="500"/>
                                        <p:tgtEl>
                                          <p:spTgt spid="886794">
                                            <p:txEl>
                                              <p:pRg st="9" end="9"/>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4" name="chimes.wav"/>
                                        </p:tgtEl>
                                      </p:cMediaNode>
                                    </p:audio>
                                  </p:subTnLst>
                                </p:cTn>
                              </p:par>
                              <p:par>
                                <p:cTn id="37" presetID="4" presetClass="entr" presetSubtype="32" fill="hold" nodeType="withEffect">
                                  <p:stCondLst>
                                    <p:cond delay="0"/>
                                  </p:stCondLst>
                                  <p:childTnLst>
                                    <p:set>
                                      <p:cBhvr>
                                        <p:cTn id="38" dur="1" fill="hold">
                                          <p:stCondLst>
                                            <p:cond delay="0"/>
                                          </p:stCondLst>
                                        </p:cTn>
                                        <p:tgtEl>
                                          <p:spTgt spid="886794">
                                            <p:txEl>
                                              <p:pRg st="10" end="10"/>
                                            </p:txEl>
                                          </p:spTgt>
                                        </p:tgtEl>
                                        <p:attrNameLst>
                                          <p:attrName>style.visibility</p:attrName>
                                        </p:attrNameLst>
                                      </p:cBhvr>
                                      <p:to>
                                        <p:strVal val="visible"/>
                                      </p:to>
                                    </p:set>
                                    <p:animEffect transition="in" filter="box(out)">
                                      <p:cBhvr>
                                        <p:cTn id="39" dur="500"/>
                                        <p:tgtEl>
                                          <p:spTgt spid="886794">
                                            <p:txEl>
                                              <p:pRg st="10" end="10"/>
                                            </p:txEl>
                                          </p:spTgt>
                                        </p:tgtEl>
                                      </p:cBhvr>
                                    </p:animEffect>
                                  </p:childTnLst>
                                  <p:subTnLst>
                                    <p:audio>
                                      <p:cMediaNode>
                                        <p:cTn display="0" masterRel="sameClick">
                                          <p:stCondLst>
                                            <p:cond evt="begin" delay="0">
                                              <p:tn val="37"/>
                                            </p:cond>
                                          </p:stCondLst>
                                          <p:endCondLst>
                                            <p:cond evt="onStopAudio" delay="0">
                                              <p:tgtEl>
                                                <p:sldTgt/>
                                              </p:tgtEl>
                                            </p:cond>
                                          </p:endCondLst>
                                        </p:cTn>
                                        <p:tgtEl>
                                          <p:sndTgt r:embed="rId4" name="chimes.wav"/>
                                        </p:tgtEl>
                                      </p:cMediaNode>
                                    </p:audio>
                                  </p:subTnLst>
                                </p:cTn>
                              </p:par>
                              <p:par>
                                <p:cTn id="40" presetID="4" presetClass="entr" presetSubtype="32" fill="hold" nodeType="withEffect">
                                  <p:stCondLst>
                                    <p:cond delay="0"/>
                                  </p:stCondLst>
                                  <p:childTnLst>
                                    <p:set>
                                      <p:cBhvr>
                                        <p:cTn id="41" dur="1" fill="hold">
                                          <p:stCondLst>
                                            <p:cond delay="0"/>
                                          </p:stCondLst>
                                        </p:cTn>
                                        <p:tgtEl>
                                          <p:spTgt spid="886794">
                                            <p:txEl>
                                              <p:pRg st="11" end="11"/>
                                            </p:txEl>
                                          </p:spTgt>
                                        </p:tgtEl>
                                        <p:attrNameLst>
                                          <p:attrName>style.visibility</p:attrName>
                                        </p:attrNameLst>
                                      </p:cBhvr>
                                      <p:to>
                                        <p:strVal val="visible"/>
                                      </p:to>
                                    </p:set>
                                    <p:animEffect transition="in" filter="box(out)">
                                      <p:cBhvr>
                                        <p:cTn id="42" dur="500"/>
                                        <p:tgtEl>
                                          <p:spTgt spid="886794">
                                            <p:txEl>
                                              <p:pRg st="11" end="11"/>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4" name="chimes.wav"/>
                                        </p:tgtEl>
                                      </p:cMediaNode>
                                    </p:audio>
                                  </p:subTnLst>
                                </p:cTn>
                              </p:par>
                              <p:par>
                                <p:cTn id="43" presetID="4" presetClass="entr" presetSubtype="32" fill="hold" nodeType="withEffect">
                                  <p:stCondLst>
                                    <p:cond delay="0"/>
                                  </p:stCondLst>
                                  <p:childTnLst>
                                    <p:set>
                                      <p:cBhvr>
                                        <p:cTn id="44" dur="1" fill="hold">
                                          <p:stCondLst>
                                            <p:cond delay="0"/>
                                          </p:stCondLst>
                                        </p:cTn>
                                        <p:tgtEl>
                                          <p:spTgt spid="886794">
                                            <p:txEl>
                                              <p:pRg st="12" end="12"/>
                                            </p:txEl>
                                          </p:spTgt>
                                        </p:tgtEl>
                                        <p:attrNameLst>
                                          <p:attrName>style.visibility</p:attrName>
                                        </p:attrNameLst>
                                      </p:cBhvr>
                                      <p:to>
                                        <p:strVal val="visible"/>
                                      </p:to>
                                    </p:set>
                                    <p:animEffect transition="in" filter="box(out)">
                                      <p:cBhvr>
                                        <p:cTn id="45" dur="500"/>
                                        <p:tgtEl>
                                          <p:spTgt spid="886794">
                                            <p:txEl>
                                              <p:pRg st="12" end="12"/>
                                            </p:txEl>
                                          </p:spTgt>
                                        </p:tgtEl>
                                      </p:cBhvr>
                                    </p:animEffect>
                                  </p:childTnLst>
                                  <p:subTnLst>
                                    <p:audio>
                                      <p:cMediaNode>
                                        <p:cTn display="0" masterRel="sameClick">
                                          <p:stCondLst>
                                            <p:cond evt="begin" delay="0">
                                              <p:tn val="43"/>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88838" name="Text Box 6" descr="信纸"/>
          <p:cNvSpPr txBox="1">
            <a:spLocks noChangeArrowheads="1"/>
          </p:cNvSpPr>
          <p:nvPr/>
        </p:nvSpPr>
        <p:spPr bwMode="auto">
          <a:xfrm>
            <a:off x="594132" y="142852"/>
            <a:ext cx="6942027" cy="2587504"/>
          </a:xfrm>
          <a:prstGeom prst="rect">
            <a:avLst/>
          </a:prstGeom>
          <a:blipFill dpi="0" rotWithShape="0">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#include &lt;</a:t>
            </a:r>
            <a:r>
              <a:rPr lang="en-US" altLang="zh-CN" sz="1800" b="1" dirty="0" err="1">
                <a:effectLst>
                  <a:outerShdw blurRad="50800" dist="38100" dir="13500000" algn="br" rotWithShape="0">
                    <a:prstClr val="black">
                      <a:alpha val="40000"/>
                    </a:prstClr>
                  </a:outerShdw>
                </a:effectLst>
                <a:ea typeface="楷体_GB2312" pitchFamily="49" charset="-122"/>
              </a:rPr>
              <a:t>stdio.h</a:t>
            </a:r>
            <a:r>
              <a:rPr lang="en-US" altLang="zh-CN" sz="1800" b="1" dirty="0">
                <a:effectLst>
                  <a:outerShdw blurRad="50800" dist="38100" dir="13500000" algn="br" rotWithShape="0">
                    <a:prstClr val="black">
                      <a:alpha val="40000"/>
                    </a:prstClr>
                  </a:outerShdw>
                </a:effectLst>
                <a:ea typeface="楷体_GB2312" pitchFamily="49" charset="-122"/>
              </a:rPr>
              <a:t>&gt;</a:t>
            </a:r>
          </a:p>
          <a:p>
            <a:pPr marL="457200" indent="-457200"/>
            <a:r>
              <a:rPr lang="en-US" altLang="zh-CN" sz="1800" b="1" dirty="0">
                <a:solidFill>
                  <a:srgbClr val="CC3300"/>
                </a:solidFill>
                <a:effectLst>
                  <a:outerShdw blurRad="50800" dist="38100" dir="13500000" algn="br" rotWithShape="0">
                    <a:prstClr val="black">
                      <a:alpha val="40000"/>
                    </a:prstClr>
                  </a:outerShdw>
                </a:effectLst>
                <a:ea typeface="楷体_GB2312" pitchFamily="49" charset="-122"/>
              </a:rPr>
              <a:t>  </a:t>
            </a:r>
            <a:r>
              <a:rPr lang="en-US" altLang="zh-CN" sz="1800" b="1" dirty="0" err="1">
                <a:solidFill>
                  <a:srgbClr val="CC3300"/>
                </a:solidFill>
                <a:effectLst>
                  <a:outerShdw blurRad="50800" dist="38100" dir="13500000" algn="br" rotWithShape="0">
                    <a:prstClr val="black">
                      <a:alpha val="40000"/>
                    </a:prstClr>
                  </a:outerShdw>
                </a:effectLst>
                <a:ea typeface="楷体_GB2312" pitchFamily="49" charset="-122"/>
              </a:rPr>
              <a:t>int</a:t>
            </a:r>
            <a:r>
              <a:rPr lang="en-US" altLang="zh-CN" sz="1800" b="1" dirty="0">
                <a:solidFill>
                  <a:srgbClr val="CC3300"/>
                </a:solidFill>
                <a:effectLst>
                  <a:outerShdw blurRad="50800" dist="38100" dir="13500000" algn="br" rotWithShape="0">
                    <a:prstClr val="black">
                      <a:alpha val="40000"/>
                    </a:prstClr>
                  </a:outerShdw>
                </a:effectLst>
                <a:ea typeface="楷体_GB2312" pitchFamily="49" charset="-122"/>
              </a:rPr>
              <a:t> main (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long   profit;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所接工程的利润</a:t>
            </a:r>
          </a:p>
          <a:p>
            <a:pPr marL="457200" indent="-457200"/>
            <a:r>
              <a:rPr lang="zh-CN" altLang="en-US" sz="1800" b="1" dirty="0">
                <a:effectLst>
                  <a:outerShdw blurRad="50800" dist="38100" dir="13500000" algn="br" rotWithShape="0">
                    <a:prstClr val="black">
                      <a:alpha val="40000"/>
                    </a:prstClr>
                  </a:outerShdw>
                </a:effectLst>
                <a:ea typeface="楷体_GB2312" pitchFamily="49" charset="-122"/>
              </a:rPr>
              <a:t>    </a:t>
            </a:r>
            <a:r>
              <a:rPr lang="en-US" altLang="zh-CN" sz="1800" b="1" dirty="0" err="1">
                <a:effectLst>
                  <a:outerShdw blurRad="50800" dist="38100" dir="13500000" algn="br" rotWithShape="0">
                    <a:prstClr val="black">
                      <a:alpha val="40000"/>
                    </a:prstClr>
                  </a:outerShdw>
                </a:effectLst>
                <a:ea typeface="楷体_GB2312" pitchFamily="49" charset="-122"/>
              </a:rPr>
              <a:t>int</a:t>
            </a:r>
            <a:r>
              <a:rPr lang="en-US" altLang="zh-CN" sz="1800" b="1" dirty="0">
                <a:effectLst>
                  <a:outerShdw blurRad="50800" dist="38100" dir="13500000" algn="br" rotWithShape="0">
                    <a:prstClr val="black">
                      <a:alpha val="40000"/>
                    </a:prstClr>
                  </a:outerShdw>
                </a:effectLst>
                <a:ea typeface="楷体_GB2312" pitchFamily="49" charset="-122"/>
              </a:rPr>
              <a:t>    grade;</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float   ratio;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提成比率</a:t>
            </a:r>
          </a:p>
          <a:p>
            <a:pPr marL="457200" indent="-457200"/>
            <a:r>
              <a:rPr lang="zh-CN" altLang="en-US" sz="1800" b="1" dirty="0">
                <a:effectLst>
                  <a:outerShdw blurRad="50800" dist="38100" dir="13500000" algn="br" rotWithShape="0">
                    <a:prstClr val="black">
                      <a:alpha val="40000"/>
                    </a:prstClr>
                  </a:outerShdw>
                </a:effectLst>
                <a:ea typeface="楷体_GB2312" pitchFamily="49" charset="-122"/>
              </a:rPr>
              <a:t>    </a:t>
            </a:r>
            <a:r>
              <a:rPr lang="en-US" altLang="zh-CN" sz="1800" b="1" dirty="0">
                <a:effectLst>
                  <a:outerShdw blurRad="50800" dist="38100" dir="13500000" algn="br" rotWithShape="0">
                    <a:prstClr val="black">
                      <a:alpha val="40000"/>
                    </a:prstClr>
                  </a:outerShdw>
                </a:effectLst>
                <a:ea typeface="楷体_GB2312" pitchFamily="49" charset="-122"/>
              </a:rPr>
              <a:t>float   salary = 500;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薪水，初始值为保底薪水</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500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r>
              <a:rPr lang="en-US" altLang="zh-CN" sz="1800" b="1" dirty="0" err="1">
                <a:effectLst>
                  <a:outerShdw blurRad="50800" dist="38100" dir="13500000" algn="br" rotWithShape="0">
                    <a:prstClr val="black">
                      <a:alpha val="40000"/>
                    </a:prstClr>
                  </a:outerShdw>
                </a:effectLst>
                <a:ea typeface="楷体_GB2312" pitchFamily="49" charset="-122"/>
              </a:rPr>
              <a:t>printf</a:t>
            </a:r>
            <a:r>
              <a:rPr lang="en-US" altLang="zh-CN" sz="1800" b="1" dirty="0">
                <a:effectLst>
                  <a:outerShdw blurRad="50800" dist="38100" dir="13500000" algn="br" rotWithShape="0">
                    <a:prstClr val="black">
                      <a:alpha val="40000"/>
                    </a:prstClr>
                  </a:outerShdw>
                </a:effectLst>
                <a:ea typeface="楷体_GB2312" pitchFamily="49" charset="-122"/>
              </a:rPr>
              <a:t> ("Input profit: ");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提示输入所接工程的利润</a:t>
            </a:r>
          </a:p>
          <a:p>
            <a:pPr marL="457200" indent="-457200"/>
            <a:r>
              <a:rPr lang="zh-CN" altLang="en-US" sz="1800" b="1" dirty="0">
                <a:effectLst>
                  <a:outerShdw blurRad="50800" dist="38100" dir="13500000" algn="br" rotWithShape="0">
                    <a:prstClr val="black">
                      <a:alpha val="40000"/>
                    </a:prstClr>
                  </a:outerShdw>
                </a:effectLst>
                <a:ea typeface="楷体_GB2312" pitchFamily="49" charset="-122"/>
              </a:rPr>
              <a:t>    </a:t>
            </a:r>
            <a:r>
              <a:rPr lang="en-US" altLang="zh-CN" sz="1800" b="1" dirty="0" err="1">
                <a:effectLst>
                  <a:outerShdw blurRad="50800" dist="38100" dir="13500000" algn="br" rotWithShape="0">
                    <a:prstClr val="black">
                      <a:alpha val="40000"/>
                    </a:prstClr>
                  </a:outerShdw>
                </a:effectLst>
                <a:ea typeface="楷体_GB2312" pitchFamily="49" charset="-122"/>
              </a:rPr>
              <a:t>scanf</a:t>
            </a:r>
            <a:r>
              <a:rPr lang="en-US" altLang="zh-CN" sz="1800" b="1" dirty="0">
                <a:effectLst>
                  <a:outerShdw blurRad="50800" dist="38100" dir="13500000" algn="br" rotWithShape="0">
                    <a:prstClr val="black">
                      <a:alpha val="40000"/>
                    </a:prstClr>
                  </a:outerShdw>
                </a:effectLst>
                <a:ea typeface="楷体_GB2312" pitchFamily="49" charset="-122"/>
              </a:rPr>
              <a:t> ("%ld", &amp;profit);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输入所接工程的利润</a:t>
            </a:r>
          </a:p>
        </p:txBody>
      </p:sp>
      <p:sp>
        <p:nvSpPr>
          <p:cNvPr id="888840" name="Rectangle 8"/>
          <p:cNvSpPr>
            <a:spLocks noChangeArrowheads="1"/>
          </p:cNvSpPr>
          <p:nvPr/>
        </p:nvSpPr>
        <p:spPr bwMode="auto">
          <a:xfrm>
            <a:off x="2933877" y="279382"/>
            <a:ext cx="3857652" cy="434975"/>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lstStyle/>
          <a:p>
            <a:pPr algn="ctr" eaLnBrk="0" hangingPunct="0">
              <a:buClr>
                <a:srgbClr val="FF3300"/>
              </a:buClr>
              <a:buFont typeface="Wingdings" pitchFamily="2" charset="2"/>
              <a:buNone/>
            </a:pPr>
            <a:r>
              <a:rPr kumimoji="0" lang="zh-CN" altLang="en-US" b="1" dirty="0">
                <a:solidFill>
                  <a:srgbClr val="FF3300"/>
                </a:solidFill>
                <a:effectLst>
                  <a:outerShdw blurRad="38100" dist="38100" dir="2700000" algn="tl">
                    <a:srgbClr val="000000"/>
                  </a:outerShdw>
                </a:effectLst>
                <a:ea typeface="隶书" pitchFamily="49" charset="-122"/>
              </a:rPr>
              <a:t>方法三：使</a:t>
            </a:r>
            <a:r>
              <a:rPr lang="zh-CN" altLang="en-US" b="1" dirty="0">
                <a:solidFill>
                  <a:srgbClr val="FF3300"/>
                </a:solidFill>
                <a:effectLst>
                  <a:outerShdw blurRad="38100" dist="38100" dir="2700000" algn="tl">
                    <a:srgbClr val="000000"/>
                  </a:outerShdw>
                </a:effectLst>
                <a:ea typeface="隶书" pitchFamily="49" charset="-122"/>
              </a:rPr>
              <a:t>用</a:t>
            </a:r>
            <a:r>
              <a:rPr lang="en-US" altLang="zh-CN" b="1" dirty="0">
                <a:solidFill>
                  <a:srgbClr val="FF3300"/>
                </a:solidFill>
                <a:effectLst>
                  <a:outerShdw blurRad="38100" dist="38100" dir="2700000" algn="tl">
                    <a:srgbClr val="000000"/>
                  </a:outerShdw>
                </a:effectLst>
                <a:ea typeface="隶书" pitchFamily="49" charset="-122"/>
              </a:rPr>
              <a:t>switch</a:t>
            </a:r>
            <a:r>
              <a:rPr lang="zh-CN" altLang="en-US" b="1" dirty="0">
                <a:solidFill>
                  <a:srgbClr val="FF3300"/>
                </a:solidFill>
                <a:effectLst>
                  <a:outerShdw blurRad="38100" dist="38100" dir="2700000" algn="tl">
                    <a:srgbClr val="000000"/>
                  </a:outerShdw>
                </a:effectLst>
                <a:ea typeface="隶书" pitchFamily="49" charset="-122"/>
              </a:rPr>
              <a:t>语句</a:t>
            </a:r>
          </a:p>
        </p:txBody>
      </p:sp>
      <p:sp>
        <p:nvSpPr>
          <p:cNvPr id="888842" name="Text Box 10" descr="信纸"/>
          <p:cNvSpPr txBox="1">
            <a:spLocks noChangeArrowheads="1"/>
          </p:cNvSpPr>
          <p:nvPr/>
        </p:nvSpPr>
        <p:spPr bwMode="auto">
          <a:xfrm>
            <a:off x="5855310" y="901304"/>
            <a:ext cx="5929322" cy="5696048"/>
          </a:xfrm>
          <a:prstGeom prst="rect">
            <a:avLst/>
          </a:prstGeom>
          <a:blipFill dpi="0" rotWithShape="0">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2000" b="1" dirty="0">
                <a:solidFill>
                  <a:srgbClr val="0033CC"/>
                </a:solidFill>
                <a:effectLst>
                  <a:outerShdw blurRad="50800" dist="38100" dir="13500000" algn="br" rotWithShape="0">
                    <a:prstClr val="black">
                      <a:alpha val="40000"/>
                    </a:prstClr>
                  </a:outerShdw>
                </a:effectLst>
                <a:ea typeface="楷体_GB2312" pitchFamily="49" charset="-122"/>
              </a:rPr>
              <a:t>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将利润</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-1</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、再整除</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1000</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，转化成</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switch</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语句中的</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case</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标号</a:t>
            </a:r>
          </a:p>
          <a:p>
            <a:pPr marL="457200" indent="-457200"/>
            <a:r>
              <a:rPr lang="zh-CN" altLang="en-US" sz="2000" b="1" dirty="0">
                <a:effectLst>
                  <a:outerShdw blurRad="50800" dist="38100" dir="13500000" algn="br" rotWithShape="0">
                    <a:prstClr val="black">
                      <a:alpha val="40000"/>
                    </a:prstClr>
                  </a:outerShdw>
                </a:effectLst>
                <a:ea typeface="楷体_GB2312" pitchFamily="49" charset="-122"/>
              </a:rPr>
              <a:t>    </a:t>
            </a:r>
            <a:r>
              <a:rPr lang="en-US" altLang="zh-CN" sz="1800" b="1" dirty="0">
                <a:effectLst>
                  <a:outerShdw blurRad="50800" dist="38100" dir="13500000" algn="br" rotWithShape="0">
                    <a:prstClr val="black">
                      <a:alpha val="40000"/>
                    </a:prstClr>
                  </a:outerShdw>
                </a:effectLst>
                <a:ea typeface="楷体_GB2312" pitchFamily="49" charset="-122"/>
              </a:rPr>
              <a:t>grade = (profit - 1) / 1000;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switch</a:t>
            </a:r>
            <a:r>
              <a:rPr lang="en-US" altLang="zh-CN" sz="1800" b="1" dirty="0">
                <a:effectLst>
                  <a:outerShdw blurRad="50800" dist="38100" dir="13500000" algn="br" rotWithShape="0">
                    <a:prstClr val="black">
                      <a:alpha val="40000"/>
                    </a:prstClr>
                  </a:outerShdw>
                </a:effectLst>
                <a:ea typeface="楷体_GB2312" pitchFamily="49" charset="-122"/>
              </a:rPr>
              <a:t> ( grade )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计算提成比率</a:t>
            </a:r>
          </a:p>
          <a:p>
            <a:pPr marL="457200" indent="-457200"/>
            <a:r>
              <a:rPr lang="zh-CN" altLang="en-US" sz="1800" b="1" dirty="0">
                <a:effectLst>
                  <a:outerShdw blurRad="50800" dist="38100" dir="13500000" algn="br" rotWithShape="0">
                    <a:prstClr val="black">
                      <a:alpha val="40000"/>
                    </a:prstClr>
                  </a:outerShdw>
                </a:effectLst>
                <a:ea typeface="楷体_GB2312" pitchFamily="49" charset="-122"/>
              </a:rPr>
              <a:t>    </a:t>
            </a:r>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case</a:t>
            </a:r>
            <a:r>
              <a:rPr lang="en-US" altLang="zh-CN" sz="1800" b="1" dirty="0">
                <a:effectLst>
                  <a:outerShdw blurRad="50800" dist="38100" dir="13500000" algn="br" rotWithShape="0">
                    <a:prstClr val="black">
                      <a:alpha val="40000"/>
                    </a:prstClr>
                  </a:outerShdw>
                </a:effectLst>
                <a:ea typeface="楷体_GB2312" pitchFamily="49" charset="-122"/>
              </a:rPr>
              <a:t>  0:  ratio = 0;  break;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 profit≤1000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case</a:t>
            </a:r>
            <a:r>
              <a:rPr lang="en-US" altLang="zh-CN" sz="1800" b="1" dirty="0">
                <a:effectLst>
                  <a:outerShdw blurRad="50800" dist="38100" dir="13500000" algn="br" rotWithShape="0">
                    <a:prstClr val="black">
                      <a:alpha val="40000"/>
                    </a:prstClr>
                  </a:outerShdw>
                </a:effectLst>
                <a:ea typeface="楷体_GB2312" pitchFamily="49" charset="-122"/>
              </a:rPr>
              <a:t>  1:  ratio = (float)0.10;  break;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 1000</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profit≤2000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case</a:t>
            </a:r>
            <a:r>
              <a:rPr lang="en-US" altLang="zh-CN" sz="1800" b="1" dirty="0">
                <a:effectLst>
                  <a:outerShdw blurRad="50800" dist="38100" dir="13500000" algn="br" rotWithShape="0">
                    <a:prstClr val="black">
                      <a:alpha val="40000"/>
                    </a:prstClr>
                  </a:outerShdw>
                </a:effectLst>
                <a:ea typeface="楷体_GB2312" pitchFamily="49" charset="-122"/>
              </a:rPr>
              <a:t>  2: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case</a:t>
            </a:r>
            <a:r>
              <a:rPr lang="en-US" altLang="zh-CN" sz="1800" b="1" dirty="0">
                <a:effectLst>
                  <a:outerShdw blurRad="50800" dist="38100" dir="13500000" algn="br" rotWithShape="0">
                    <a:prstClr val="black">
                      <a:alpha val="40000"/>
                    </a:prstClr>
                  </a:outerShdw>
                </a:effectLst>
                <a:ea typeface="楷体_GB2312" pitchFamily="49" charset="-122"/>
              </a:rPr>
              <a:t>  3: </a:t>
            </a:r>
          </a:p>
          <a:p>
            <a:pPr marL="457200" indent="-457200"/>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      case</a:t>
            </a:r>
            <a:r>
              <a:rPr lang="en-US" altLang="zh-CN" sz="1800" b="1" dirty="0">
                <a:effectLst>
                  <a:outerShdw blurRad="50800" dist="38100" dir="13500000" algn="br" rotWithShape="0">
                    <a:prstClr val="black">
                      <a:alpha val="40000"/>
                    </a:prstClr>
                  </a:outerShdw>
                </a:effectLst>
                <a:ea typeface="楷体_GB2312" pitchFamily="49" charset="-122"/>
              </a:rPr>
              <a:t>  4:  ratio = (float)0.15;  break;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 2000</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profit≤5000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case</a:t>
            </a:r>
            <a:r>
              <a:rPr lang="en-US" altLang="zh-CN" sz="1800" b="1" dirty="0">
                <a:effectLst>
                  <a:outerShdw blurRad="50800" dist="38100" dir="13500000" algn="br" rotWithShape="0">
                    <a:prstClr val="black">
                      <a:alpha val="40000"/>
                    </a:prstClr>
                  </a:outerShdw>
                </a:effectLst>
                <a:ea typeface="楷体_GB2312" pitchFamily="49" charset="-122"/>
              </a:rPr>
              <a:t>  5: </a:t>
            </a:r>
          </a:p>
          <a:p>
            <a:pPr marL="457200" indent="-457200"/>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      case</a:t>
            </a:r>
            <a:r>
              <a:rPr lang="en-US" altLang="zh-CN" sz="1800" b="1" dirty="0">
                <a:effectLst>
                  <a:outerShdw blurRad="50800" dist="38100" dir="13500000" algn="br" rotWithShape="0">
                    <a:prstClr val="black">
                      <a:alpha val="40000"/>
                    </a:prstClr>
                  </a:outerShdw>
                </a:effectLst>
                <a:ea typeface="楷体_GB2312" pitchFamily="49" charset="-122"/>
              </a:rPr>
              <a:t>  6: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case</a:t>
            </a:r>
            <a:r>
              <a:rPr lang="en-US" altLang="zh-CN" sz="1800" b="1" dirty="0">
                <a:effectLst>
                  <a:outerShdw blurRad="50800" dist="38100" dir="13500000" algn="br" rotWithShape="0">
                    <a:prstClr val="black">
                      <a:alpha val="40000"/>
                    </a:prstClr>
                  </a:outerShdw>
                </a:effectLst>
                <a:ea typeface="楷体_GB2312" pitchFamily="49" charset="-122"/>
              </a:rPr>
              <a:t>  7: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case</a:t>
            </a:r>
            <a:r>
              <a:rPr lang="en-US" altLang="zh-CN" sz="1800" b="1" dirty="0">
                <a:effectLst>
                  <a:outerShdw blurRad="50800" dist="38100" dir="13500000" algn="br" rotWithShape="0">
                    <a:prstClr val="black">
                      <a:alpha val="40000"/>
                    </a:prstClr>
                  </a:outerShdw>
                </a:effectLst>
                <a:ea typeface="楷体_GB2312" pitchFamily="49" charset="-122"/>
              </a:rPr>
              <a:t>  8: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case</a:t>
            </a:r>
            <a:r>
              <a:rPr lang="en-US" altLang="zh-CN" sz="1800" b="1" dirty="0">
                <a:effectLst>
                  <a:outerShdw blurRad="50800" dist="38100" dir="13500000" algn="br" rotWithShape="0">
                    <a:prstClr val="black">
                      <a:alpha val="40000"/>
                    </a:prstClr>
                  </a:outerShdw>
                </a:effectLst>
                <a:ea typeface="楷体_GB2312" pitchFamily="49" charset="-122"/>
              </a:rPr>
              <a:t>  9:  ratio = (float)0.20;  break;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 5000</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profit≤10000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default</a:t>
            </a:r>
            <a:r>
              <a:rPr lang="en-US" altLang="zh-CN" sz="1800" b="1" dirty="0">
                <a:effectLst>
                  <a:outerShdw blurRad="50800" dist="38100" dir="13500000" algn="br" rotWithShape="0">
                    <a:prstClr val="black">
                      <a:alpha val="40000"/>
                    </a:prstClr>
                  </a:outerShdw>
                </a:effectLst>
                <a:ea typeface="楷体_GB2312" pitchFamily="49" charset="-122"/>
              </a:rPr>
              <a:t>:  ratio = (float)0.25;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 10000</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profit </a:t>
            </a:r>
          </a:p>
          <a:p>
            <a:pPr marL="457200" indent="-457200"/>
            <a:r>
              <a:rPr lang="en-US" altLang="zh-CN" sz="1800" b="1" dirty="0">
                <a:solidFill>
                  <a:srgbClr val="FF33CC"/>
                </a:solidFill>
                <a:effectLst>
                  <a:outerShdw blurRad="50800" dist="38100" dir="13500000" algn="br" rotWithShape="0">
                    <a:prstClr val="black">
                      <a:alpha val="40000"/>
                    </a:prstClr>
                  </a:outerShdw>
                </a:effectLst>
                <a:ea typeface="楷体_GB2312" pitchFamily="49" charset="-122"/>
              </a:rPr>
              <a:t>    }</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salary += profit * ratio;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计算当月薪水</a:t>
            </a:r>
          </a:p>
          <a:p>
            <a:pPr marL="457200" indent="-457200"/>
            <a:r>
              <a:rPr lang="zh-CN" altLang="en-US" sz="1800" b="1" dirty="0">
                <a:effectLst>
                  <a:outerShdw blurRad="50800" dist="38100" dir="13500000" algn="br" rotWithShape="0">
                    <a:prstClr val="black">
                      <a:alpha val="40000"/>
                    </a:prstClr>
                  </a:outerShdw>
                </a:effectLst>
                <a:ea typeface="楷体_GB2312" pitchFamily="49" charset="-122"/>
              </a:rPr>
              <a:t>    </a:t>
            </a:r>
            <a:r>
              <a:rPr lang="en-US" altLang="zh-CN" sz="1800" b="1" dirty="0" err="1">
                <a:effectLst>
                  <a:outerShdw blurRad="50800" dist="38100" dir="13500000" algn="br" rotWithShape="0">
                    <a:prstClr val="black">
                      <a:alpha val="40000"/>
                    </a:prstClr>
                  </a:outerShdw>
                </a:effectLst>
                <a:ea typeface="楷体_GB2312" pitchFamily="49" charset="-122"/>
              </a:rPr>
              <a:t>printf</a:t>
            </a:r>
            <a:r>
              <a:rPr lang="en-US" altLang="zh-CN" sz="1800" b="1" dirty="0">
                <a:effectLst>
                  <a:outerShdw blurRad="50800" dist="38100" dir="13500000" algn="br" rotWithShape="0">
                    <a:prstClr val="black">
                      <a:alpha val="40000"/>
                    </a:prstClr>
                  </a:outerShdw>
                </a:effectLst>
                <a:ea typeface="楷体_GB2312" pitchFamily="49" charset="-122"/>
              </a:rPr>
              <a:t> ("salary = %.2f\n", salary);     </a:t>
            </a:r>
            <a:r>
              <a:rPr lang="en-US" altLang="zh-CN" sz="1600" b="1" dirty="0">
                <a:solidFill>
                  <a:srgbClr val="0033CC"/>
                </a:solidFill>
                <a:effectLst>
                  <a:outerShdw blurRad="50800" dist="38100" dir="13500000" algn="br" rotWithShape="0">
                    <a:prstClr val="black">
                      <a:alpha val="40000"/>
                    </a:prstClr>
                  </a:outerShdw>
                </a:effectLst>
                <a:latin typeface="+mn-lt"/>
                <a:ea typeface="楷体" pitchFamily="49" charset="-122"/>
              </a:rPr>
              <a:t>//</a:t>
            </a:r>
            <a:r>
              <a:rPr lang="zh-CN" altLang="en-US" sz="1600" b="1" dirty="0">
                <a:solidFill>
                  <a:srgbClr val="0033CC"/>
                </a:solidFill>
                <a:effectLst>
                  <a:outerShdw blurRad="50800" dist="38100" dir="13500000" algn="br" rotWithShape="0">
                    <a:prstClr val="black">
                      <a:alpha val="40000"/>
                    </a:prstClr>
                  </a:outerShdw>
                </a:effectLst>
                <a:latin typeface="+mn-lt"/>
                <a:ea typeface="楷体" pitchFamily="49" charset="-122"/>
              </a:rPr>
              <a:t>输出结果</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return 0;</a:t>
            </a:r>
          </a:p>
          <a:p>
            <a:pPr marL="457200" indent="-457200"/>
            <a:r>
              <a:rPr lang="en-US" altLang="zh-CN" sz="1800" b="1" dirty="0">
                <a:effectLst>
                  <a:outerShdw blurRad="50800" dist="38100" dir="13500000" algn="br" rotWithShape="0">
                    <a:prstClr val="black">
                      <a:alpha val="40000"/>
                    </a:prstClr>
                  </a:outerShdw>
                </a:effectLst>
                <a:ea typeface="楷体_GB2312" pitchFamily="49" charset="-122"/>
              </a:rPr>
              <a:t>  }</a:t>
            </a:r>
          </a:p>
        </p:txBody>
      </p:sp>
      <p:sp>
        <p:nvSpPr>
          <p:cNvPr id="888841" name="Rectangle 9"/>
          <p:cNvSpPr>
            <a:spLocks noChangeArrowheads="1"/>
          </p:cNvSpPr>
          <p:nvPr/>
        </p:nvSpPr>
        <p:spPr bwMode="auto">
          <a:xfrm>
            <a:off x="6011835" y="1583045"/>
            <a:ext cx="3667151" cy="3844939"/>
          </a:xfrm>
          <a:prstGeom prst="rect">
            <a:avLst/>
          </a:prstGeom>
          <a:no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888839" name="Rectangle 7"/>
          <p:cNvSpPr>
            <a:spLocks noChangeArrowheads="1"/>
          </p:cNvSpPr>
          <p:nvPr/>
        </p:nvSpPr>
        <p:spPr bwMode="auto">
          <a:xfrm>
            <a:off x="2749941" y="5581689"/>
            <a:ext cx="2769995" cy="1015663"/>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FF3300"/>
                </a:solidFill>
                <a:effectLst>
                  <a:outerShdw blurRad="50800" dist="38100" dir="13500000" algn="br" rotWithShape="0">
                    <a:prstClr val="black">
                      <a:alpha val="40000"/>
                    </a:prstClr>
                  </a:outerShdw>
                </a:effectLst>
                <a:latin typeface="隶书" pitchFamily="49" charset="-122"/>
                <a:ea typeface="隶书" pitchFamily="49" charset="-122"/>
              </a:rPr>
              <a:t>运行结果：</a:t>
            </a:r>
          </a:p>
          <a:p>
            <a:r>
              <a:rPr lang="en-US" altLang="zh-CN" sz="2000" b="1" dirty="0">
                <a:effectLst>
                  <a:outerShdw blurRad="50800" dist="38100" dir="13500000" algn="br" rotWithShape="0">
                    <a:prstClr val="black">
                      <a:alpha val="40000"/>
                    </a:prstClr>
                  </a:outerShdw>
                </a:effectLst>
              </a:rPr>
              <a:t>Input profit: 4000</a:t>
            </a:r>
            <a:r>
              <a:rPr lang="en-US" altLang="zh-CN" sz="2000" b="1" dirty="0">
                <a:effectLst>
                  <a:outerShdw blurRad="50800" dist="38100" dir="13500000" algn="br" rotWithShape="0">
                    <a:prstClr val="black">
                      <a:alpha val="40000"/>
                    </a:prstClr>
                  </a:outerShdw>
                </a:effectLst>
                <a:latin typeface="+mn-ea"/>
                <a:ea typeface="+mn-ea"/>
              </a:rPr>
              <a:t>↙</a:t>
            </a:r>
          </a:p>
          <a:p>
            <a:r>
              <a:rPr lang="en-US" altLang="zh-CN" sz="2000" b="1" dirty="0">
                <a:solidFill>
                  <a:srgbClr val="0033CC"/>
                </a:solidFill>
                <a:effectLst>
                  <a:outerShdw blurRad="50800" dist="38100" dir="13500000" algn="br" rotWithShape="0">
                    <a:prstClr val="black">
                      <a:alpha val="40000"/>
                    </a:prstClr>
                  </a:outerShdw>
                </a:effectLst>
              </a:rPr>
              <a:t>salary = 1100.00</a:t>
            </a:r>
          </a:p>
        </p:txBody>
      </p:sp>
      <p:grpSp>
        <p:nvGrpSpPr>
          <p:cNvPr id="888843" name="Group 11"/>
          <p:cNvGrpSpPr>
            <a:grpSpLocks/>
          </p:cNvGrpSpPr>
          <p:nvPr/>
        </p:nvGrpSpPr>
        <p:grpSpPr bwMode="auto">
          <a:xfrm>
            <a:off x="-9117" y="0"/>
            <a:ext cx="446088" cy="6858000"/>
            <a:chOff x="0" y="0"/>
            <a:chExt cx="281" cy="4320"/>
          </a:xfrm>
        </p:grpSpPr>
        <p:sp>
          <p:nvSpPr>
            <p:cNvPr id="888844"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88845"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8840"/>
                                        </p:tgtEl>
                                        <p:attrNameLst>
                                          <p:attrName>style.visibility</p:attrName>
                                        </p:attrNameLst>
                                      </p:cBhvr>
                                      <p:to>
                                        <p:strVal val="visible"/>
                                      </p:to>
                                    </p:set>
                                    <p:animEffect transition="in" filter="blinds(horizontal)">
                                      <p:cBhvr>
                                        <p:cTn id="7" dur="500"/>
                                        <p:tgtEl>
                                          <p:spTgt spid="88884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88838"/>
                                        </p:tgtEl>
                                        <p:attrNameLst>
                                          <p:attrName>style.visibility</p:attrName>
                                        </p:attrNameLst>
                                      </p:cBhvr>
                                      <p:to>
                                        <p:strVal val="visible"/>
                                      </p:to>
                                    </p:set>
                                    <p:animEffect transition="in" filter="box(out)">
                                      <p:cBhvr>
                                        <p:cTn id="12" dur="500"/>
                                        <p:tgtEl>
                                          <p:spTgt spid="88883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88842"/>
                                        </p:tgtEl>
                                        <p:attrNameLst>
                                          <p:attrName>style.visibility</p:attrName>
                                        </p:attrNameLst>
                                      </p:cBhvr>
                                      <p:to>
                                        <p:strVal val="visible"/>
                                      </p:to>
                                    </p:set>
                                    <p:animEffect transition="in" filter="box(out)">
                                      <p:cBhvr>
                                        <p:cTn id="17" dur="500"/>
                                        <p:tgtEl>
                                          <p:spTgt spid="888842"/>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18" presetClass="entr" presetSubtype="12" fill="hold" grpId="0" nodeType="afterEffect">
                                  <p:stCondLst>
                                    <p:cond delay="0"/>
                                  </p:stCondLst>
                                  <p:childTnLst>
                                    <p:set>
                                      <p:cBhvr>
                                        <p:cTn id="20" dur="1" fill="hold">
                                          <p:stCondLst>
                                            <p:cond delay="0"/>
                                          </p:stCondLst>
                                        </p:cTn>
                                        <p:tgtEl>
                                          <p:spTgt spid="888841"/>
                                        </p:tgtEl>
                                        <p:attrNameLst>
                                          <p:attrName>style.visibility</p:attrName>
                                        </p:attrNameLst>
                                      </p:cBhvr>
                                      <p:to>
                                        <p:strVal val="visible"/>
                                      </p:to>
                                    </p:set>
                                    <p:animEffect transition="in" filter="strips(downLeft)">
                                      <p:cBhvr>
                                        <p:cTn id="21" dur="500"/>
                                        <p:tgtEl>
                                          <p:spTgt spid="888841"/>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888839"/>
                                        </p:tgtEl>
                                        <p:attrNameLst>
                                          <p:attrName>style.visibility</p:attrName>
                                        </p:attrNameLst>
                                      </p:cBhvr>
                                      <p:to>
                                        <p:strVal val="visible"/>
                                      </p:to>
                                    </p:set>
                                    <p:animEffect transition="in" filter="box(out)">
                                      <p:cBhvr>
                                        <p:cTn id="26" dur="500"/>
                                        <p:tgtEl>
                                          <p:spTgt spid="888839"/>
                                        </p:tgtEl>
                                      </p:cBhvr>
                                    </p:animEffect>
                                  </p:childTnLst>
                                  <p:subTnLst>
                                    <p:audio>
                                      <p:cMediaNode>
                                        <p:cTn display="0" masterRel="sameClick">
                                          <p:stCondLst>
                                            <p:cond evt="begin" delay="0">
                                              <p:tn val="2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8838" grpId="0" animBg="1" autoUpdateAnimBg="0"/>
      <p:bldP spid="888840" grpId="0" animBg="1"/>
      <p:bldP spid="888842" grpId="0" animBg="1" autoUpdateAnimBg="0"/>
      <p:bldP spid="888841" grpId="0" animBg="1"/>
      <p:bldP spid="88883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90887" name="Rectangle 7"/>
          <p:cNvSpPr>
            <a:spLocks noChangeArrowheads="1"/>
          </p:cNvSpPr>
          <p:nvPr/>
        </p:nvSpPr>
        <p:spPr bwMode="auto">
          <a:xfrm>
            <a:off x="490916" y="270198"/>
            <a:ext cx="11293715" cy="830997"/>
          </a:xfrm>
          <a:prstGeom prst="rect">
            <a:avLst/>
          </a:prstGeom>
          <a:noFill/>
          <a:ln w="9525">
            <a:noFill/>
            <a:miter lim="800000"/>
            <a:headEnd/>
            <a:tailEnd/>
          </a:ln>
          <a:effectLst/>
        </p:spPr>
        <p:txBody>
          <a:bodyPr wrap="square" anchor="ctr">
            <a:spAutoFit/>
          </a:bodyPr>
          <a:lstStyle/>
          <a:p>
            <a:pPr>
              <a:tabLst>
                <a:tab pos="1049338" algn="l"/>
              </a:tabLst>
            </a:pPr>
            <a:r>
              <a:rPr lang="en-US" altLang="zh-CN" b="1" dirty="0">
                <a:solidFill>
                  <a:schemeClr val="accent2"/>
                </a:solidFill>
                <a:effectLst>
                  <a:outerShdw blurRad="38100" dist="38100" dir="2700000" algn="tl">
                    <a:srgbClr val="000000"/>
                  </a:outerShdw>
                </a:effectLst>
                <a:latin typeface="+mn-lt"/>
                <a:ea typeface="隶书" pitchFamily="49" charset="-122"/>
              </a:rPr>
              <a:t>      </a:t>
            </a:r>
            <a:r>
              <a:rPr lang="en-US" altLang="zh-CN" b="1" dirty="0">
                <a:solidFill>
                  <a:srgbClr val="FF33CC"/>
                </a:solidFill>
                <a:effectLst>
                  <a:outerShdw blurRad="38100" dist="38100" dir="2700000" algn="tl">
                    <a:srgbClr val="000000"/>
                  </a:outerShdw>
                </a:effectLst>
                <a:latin typeface="+mn-lt"/>
                <a:ea typeface="隶书" pitchFamily="49" charset="-122"/>
              </a:rPr>
              <a:t>【</a:t>
            </a:r>
            <a:r>
              <a:rPr lang="zh-CN" altLang="en-US" b="1" dirty="0">
                <a:solidFill>
                  <a:srgbClr val="FF33CC"/>
                </a:solidFill>
                <a:effectLst>
                  <a:outerShdw blurRad="38100" dist="38100" dir="2700000" algn="tl">
                    <a:srgbClr val="000000"/>
                  </a:outerShdw>
                </a:effectLst>
                <a:latin typeface="+mn-lt"/>
                <a:ea typeface="隶书" pitchFamily="49" charset="-122"/>
              </a:rPr>
              <a:t>例</a:t>
            </a:r>
            <a:r>
              <a:rPr lang="en-US" altLang="zh-CN" b="1" dirty="0">
                <a:solidFill>
                  <a:srgbClr val="FF33CC"/>
                </a:solidFill>
                <a:effectLst>
                  <a:outerShdw blurRad="38100" dist="38100" dir="2700000" algn="tl">
                    <a:srgbClr val="000000"/>
                  </a:outerShdw>
                </a:effectLst>
                <a:latin typeface="+mn-lt"/>
                <a:ea typeface="隶书" pitchFamily="49" charset="-122"/>
              </a:rPr>
              <a:t>2】</a:t>
            </a:r>
            <a:r>
              <a:rPr lang="zh-CN" altLang="en-US" b="1" dirty="0">
                <a:solidFill>
                  <a:srgbClr val="FF33CC"/>
                </a:solidFill>
                <a:effectLst>
                  <a:outerShdw blurRad="38100" dist="38100" dir="2700000" algn="tl">
                    <a:srgbClr val="000000"/>
                  </a:outerShdw>
                </a:effectLst>
                <a:latin typeface="+mn-lt"/>
                <a:ea typeface="隶书" pitchFamily="49" charset="-122"/>
              </a:rPr>
              <a:t>写一程序，从键盘上输入</a:t>
            </a:r>
            <a:r>
              <a:rPr lang="en-US" altLang="zh-CN" b="1" dirty="0">
                <a:solidFill>
                  <a:srgbClr val="FF33CC"/>
                </a:solidFill>
                <a:effectLst>
                  <a:outerShdw blurRad="38100" dist="38100" dir="2700000" algn="tl">
                    <a:srgbClr val="000000"/>
                  </a:outerShdw>
                </a:effectLst>
                <a:latin typeface="+mn-lt"/>
                <a:ea typeface="隶书" pitchFamily="49" charset="-122"/>
              </a:rPr>
              <a:t>1</a:t>
            </a:r>
            <a:r>
              <a:rPr lang="zh-CN" altLang="en-US" b="1" dirty="0">
                <a:solidFill>
                  <a:srgbClr val="FF33CC"/>
                </a:solidFill>
                <a:effectLst>
                  <a:outerShdw blurRad="38100" dist="38100" dir="2700000" algn="tl">
                    <a:srgbClr val="000000"/>
                  </a:outerShdw>
                </a:effectLst>
                <a:latin typeface="+mn-lt"/>
                <a:ea typeface="隶书" pitchFamily="49" charset="-122"/>
              </a:rPr>
              <a:t>年份</a:t>
            </a:r>
            <a:r>
              <a:rPr lang="en-US" altLang="zh-CN" b="1" dirty="0">
                <a:solidFill>
                  <a:srgbClr val="FF33CC"/>
                </a:solidFill>
                <a:effectLst>
                  <a:outerShdw blurRad="38100" dist="38100" dir="2700000" algn="tl">
                    <a:srgbClr val="000000"/>
                  </a:outerShdw>
                </a:effectLst>
                <a:latin typeface="+mn-lt"/>
                <a:ea typeface="隶书" pitchFamily="49" charset="-122"/>
              </a:rPr>
              <a:t>year</a:t>
            </a:r>
            <a:r>
              <a:rPr lang="zh-CN" altLang="en-US" b="1" dirty="0">
                <a:solidFill>
                  <a:srgbClr val="FF33CC"/>
                </a:solidFill>
                <a:effectLst>
                  <a:outerShdw blurRad="38100" dist="38100" dir="2700000" algn="tl">
                    <a:srgbClr val="000000"/>
                  </a:outerShdw>
                </a:effectLst>
                <a:latin typeface="+mn-lt"/>
                <a:ea typeface="隶书" pitchFamily="49" charset="-122"/>
              </a:rPr>
              <a:t>（</a:t>
            </a:r>
            <a:r>
              <a:rPr lang="en-US" altLang="zh-CN" b="1" dirty="0">
                <a:solidFill>
                  <a:srgbClr val="FF33CC"/>
                </a:solidFill>
                <a:effectLst>
                  <a:outerShdw blurRad="38100" dist="38100" dir="2700000" algn="tl">
                    <a:srgbClr val="000000"/>
                  </a:outerShdw>
                </a:effectLst>
                <a:latin typeface="+mn-lt"/>
                <a:ea typeface="隶书" pitchFamily="49" charset="-122"/>
              </a:rPr>
              <a:t>4</a:t>
            </a:r>
            <a:r>
              <a:rPr lang="zh-CN" altLang="en-US" b="1" dirty="0">
                <a:solidFill>
                  <a:srgbClr val="FF33CC"/>
                </a:solidFill>
                <a:effectLst>
                  <a:outerShdw blurRad="38100" dist="38100" dir="2700000" algn="tl">
                    <a:srgbClr val="000000"/>
                  </a:outerShdw>
                </a:effectLst>
                <a:latin typeface="+mn-lt"/>
                <a:ea typeface="隶书" pitchFamily="49" charset="-122"/>
              </a:rPr>
              <a:t>位十进制数），判断其是否闰年。闰年的条件是：能被</a:t>
            </a:r>
            <a:r>
              <a:rPr lang="en-US" altLang="zh-CN" b="1" dirty="0">
                <a:solidFill>
                  <a:srgbClr val="FF33CC"/>
                </a:solidFill>
                <a:effectLst>
                  <a:outerShdw blurRad="38100" dist="38100" dir="2700000" algn="tl">
                    <a:srgbClr val="000000"/>
                  </a:outerShdw>
                </a:effectLst>
                <a:latin typeface="+mn-lt"/>
                <a:ea typeface="隶书" pitchFamily="49" charset="-122"/>
              </a:rPr>
              <a:t>4</a:t>
            </a:r>
            <a:r>
              <a:rPr lang="zh-CN" altLang="en-US" b="1" dirty="0">
                <a:solidFill>
                  <a:srgbClr val="FF33CC"/>
                </a:solidFill>
                <a:effectLst>
                  <a:outerShdw blurRad="38100" dist="38100" dir="2700000" algn="tl">
                    <a:srgbClr val="000000"/>
                  </a:outerShdw>
                </a:effectLst>
                <a:latin typeface="+mn-lt"/>
                <a:ea typeface="隶书" pitchFamily="49" charset="-122"/>
              </a:rPr>
              <a:t>整除、但不能被</a:t>
            </a:r>
            <a:r>
              <a:rPr lang="en-US" altLang="zh-CN" b="1" dirty="0">
                <a:solidFill>
                  <a:srgbClr val="FF33CC"/>
                </a:solidFill>
                <a:effectLst>
                  <a:outerShdw blurRad="38100" dist="38100" dir="2700000" algn="tl">
                    <a:srgbClr val="000000"/>
                  </a:outerShdw>
                </a:effectLst>
                <a:latin typeface="+mn-lt"/>
                <a:ea typeface="隶书" pitchFamily="49" charset="-122"/>
              </a:rPr>
              <a:t>100</a:t>
            </a:r>
            <a:r>
              <a:rPr lang="zh-CN" altLang="en-US" b="1" dirty="0">
                <a:solidFill>
                  <a:srgbClr val="FF33CC"/>
                </a:solidFill>
                <a:effectLst>
                  <a:outerShdw blurRad="38100" dist="38100" dir="2700000" algn="tl">
                    <a:srgbClr val="000000"/>
                  </a:outerShdw>
                </a:effectLst>
                <a:latin typeface="+mn-lt"/>
                <a:ea typeface="隶书" pitchFamily="49" charset="-122"/>
              </a:rPr>
              <a:t>整除，或者能被</a:t>
            </a:r>
            <a:r>
              <a:rPr lang="en-US" altLang="zh-CN" b="1" dirty="0">
                <a:solidFill>
                  <a:srgbClr val="FF33CC"/>
                </a:solidFill>
                <a:effectLst>
                  <a:outerShdw blurRad="38100" dist="38100" dir="2700000" algn="tl">
                    <a:srgbClr val="000000"/>
                  </a:outerShdw>
                </a:effectLst>
                <a:latin typeface="+mn-lt"/>
                <a:ea typeface="隶书" pitchFamily="49" charset="-122"/>
              </a:rPr>
              <a:t>400</a:t>
            </a:r>
            <a:r>
              <a:rPr lang="zh-CN" altLang="en-US" b="1" dirty="0">
                <a:solidFill>
                  <a:srgbClr val="FF33CC"/>
                </a:solidFill>
                <a:effectLst>
                  <a:outerShdw blurRad="38100" dist="38100" dir="2700000" algn="tl">
                    <a:srgbClr val="000000"/>
                  </a:outerShdw>
                </a:effectLst>
                <a:latin typeface="+mn-lt"/>
                <a:ea typeface="隶书" pitchFamily="49" charset="-122"/>
              </a:rPr>
              <a:t>整除。</a:t>
            </a:r>
            <a:r>
              <a:rPr lang="zh-CN" altLang="en-US" b="1" dirty="0">
                <a:solidFill>
                  <a:srgbClr val="FF33CC"/>
                </a:solidFill>
                <a:effectLst>
                  <a:outerShdw blurRad="38100" dist="38100" dir="2700000" algn="tl">
                    <a:srgbClr val="000000"/>
                  </a:outerShdw>
                </a:effectLst>
                <a:latin typeface="+mn-lt"/>
                <a:ea typeface="楷体_GB2312" pitchFamily="49" charset="-122"/>
              </a:rPr>
              <a:t> </a:t>
            </a:r>
          </a:p>
        </p:txBody>
      </p:sp>
      <p:sp>
        <p:nvSpPr>
          <p:cNvPr id="890912" name="Rectangle 32"/>
          <p:cNvSpPr>
            <a:spLocks noChangeArrowheads="1"/>
          </p:cNvSpPr>
          <p:nvPr/>
        </p:nvSpPr>
        <p:spPr bwMode="auto">
          <a:xfrm>
            <a:off x="1126951" y="1084094"/>
            <a:ext cx="10441657" cy="2677656"/>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tabLst>
                <a:tab pos="457200" algn="l"/>
              </a:tabLst>
            </a:pPr>
            <a:r>
              <a:rPr lang="zh-CN" altLang="en-US" b="1" u="sng" dirty="0">
                <a:solidFill>
                  <a:srgbClr val="FF33CC"/>
                </a:solidFill>
                <a:effectLst>
                  <a:outerShdw blurRad="50800" dist="38100" algn="l" rotWithShape="0">
                    <a:prstClr val="black">
                      <a:alpha val="40000"/>
                    </a:prstClr>
                  </a:outerShdw>
                </a:effectLst>
                <a:latin typeface="隶书" pitchFamily="49" charset="-122"/>
                <a:ea typeface="隶书" pitchFamily="49" charset="-122"/>
              </a:rPr>
              <a:t>程序应该这样来设计：</a:t>
            </a:r>
          </a:p>
          <a:p>
            <a:pPr>
              <a:buClr>
                <a:srgbClr val="CC00FF"/>
              </a:buClr>
              <a:tabLst>
                <a:tab pos="457200" algn="l"/>
              </a:tabLst>
            </a:pPr>
            <a:r>
              <a:rPr lang="zh-CN" altLang="en-US" b="1" dirty="0">
                <a:effectLst>
                  <a:outerShdw blurRad="50800" dist="38100" algn="l" rotWithShape="0">
                    <a:prstClr val="black">
                      <a:alpha val="40000"/>
                    </a:prstClr>
                  </a:outerShdw>
                </a:effectLst>
                <a:ea typeface="楷体" pitchFamily="49" charset="-122"/>
              </a:rPr>
              <a:t>    （</a:t>
            </a:r>
            <a:r>
              <a:rPr lang="en-US" altLang="zh-CN" b="1" dirty="0">
                <a:effectLst>
                  <a:outerShdw blurRad="50800" dist="38100" algn="l" rotWithShape="0">
                    <a:prstClr val="black">
                      <a:alpha val="40000"/>
                    </a:prstClr>
                  </a:outerShdw>
                </a:effectLst>
                <a:ea typeface="楷体" pitchFamily="49" charset="-122"/>
              </a:rPr>
              <a:t>1</a:t>
            </a:r>
            <a:r>
              <a:rPr lang="zh-CN" altLang="en-US" b="1" dirty="0">
                <a:effectLst>
                  <a:outerShdw blurRad="50800" dist="38100" algn="l" rotWithShape="0">
                    <a:prstClr val="black">
                      <a:alpha val="40000"/>
                    </a:prstClr>
                  </a:outerShdw>
                </a:effectLst>
                <a:ea typeface="楷体" pitchFamily="49" charset="-122"/>
              </a:rPr>
              <a:t>）如果</a:t>
            </a:r>
            <a:r>
              <a:rPr lang="en-US" altLang="zh-CN" b="1" dirty="0">
                <a:effectLst>
                  <a:outerShdw blurRad="50800" dist="38100" algn="l" rotWithShape="0">
                    <a:prstClr val="black">
                      <a:alpha val="40000"/>
                    </a:prstClr>
                  </a:outerShdw>
                </a:effectLst>
                <a:ea typeface="楷体" pitchFamily="49" charset="-122"/>
              </a:rPr>
              <a:t>x</a:t>
            </a:r>
            <a:r>
              <a:rPr lang="zh-CN" altLang="en-US" b="1" dirty="0">
                <a:effectLst>
                  <a:outerShdw blurRad="50800" dist="38100" algn="l" rotWithShape="0">
                    <a:prstClr val="black">
                      <a:alpha val="40000"/>
                    </a:prstClr>
                  </a:outerShdw>
                </a:effectLst>
                <a:ea typeface="楷体" pitchFamily="49" charset="-122"/>
              </a:rPr>
              <a:t>能被</a:t>
            </a:r>
            <a:r>
              <a:rPr lang="en-US" altLang="zh-CN" b="1" dirty="0">
                <a:effectLst>
                  <a:outerShdw blurRad="50800" dist="38100" algn="l" rotWithShape="0">
                    <a:prstClr val="black">
                      <a:alpha val="40000"/>
                    </a:prstClr>
                  </a:outerShdw>
                </a:effectLst>
                <a:ea typeface="楷体" pitchFamily="49" charset="-122"/>
              </a:rPr>
              <a:t>y</a:t>
            </a:r>
            <a:r>
              <a:rPr lang="zh-CN" altLang="en-US" b="1" dirty="0">
                <a:effectLst>
                  <a:outerShdw blurRad="50800" dist="38100" algn="l" rotWithShape="0">
                    <a:prstClr val="black">
                      <a:alpha val="40000"/>
                    </a:prstClr>
                  </a:outerShdw>
                </a:effectLst>
                <a:ea typeface="楷体" pitchFamily="49" charset="-122"/>
              </a:rPr>
              <a:t>整除，则余数为</a:t>
            </a:r>
            <a:r>
              <a:rPr lang="en-US" altLang="zh-CN" b="1" dirty="0">
                <a:effectLst>
                  <a:outerShdw blurRad="50800" dist="38100" algn="l" rotWithShape="0">
                    <a:prstClr val="black">
                      <a:alpha val="40000"/>
                    </a:prstClr>
                  </a:outerShdw>
                </a:effectLst>
                <a:ea typeface="楷体" pitchFamily="49" charset="-122"/>
              </a:rPr>
              <a:t>0</a:t>
            </a:r>
            <a:r>
              <a:rPr lang="zh-CN" altLang="en-US" b="1" dirty="0">
                <a:effectLst>
                  <a:outerShdw blurRad="50800" dist="38100" algn="l" rotWithShape="0">
                    <a:prstClr val="black">
                      <a:alpha val="40000"/>
                    </a:prstClr>
                  </a:outerShdw>
                </a:effectLst>
                <a:ea typeface="楷体" pitchFamily="49" charset="-122"/>
              </a:rPr>
              <a:t>，即如果</a:t>
            </a:r>
            <a:r>
              <a:rPr lang="en-US" altLang="zh-CN" b="1" dirty="0">
                <a:effectLst>
                  <a:outerShdw blurRad="50800" dist="38100" algn="l" rotWithShape="0">
                    <a:prstClr val="black">
                      <a:alpha val="40000"/>
                    </a:prstClr>
                  </a:outerShdw>
                </a:effectLst>
                <a:ea typeface="楷体" pitchFamily="49" charset="-122"/>
              </a:rPr>
              <a:t>x</a:t>
            </a:r>
            <a:r>
              <a:rPr lang="zh-CN" altLang="en-US" b="1" dirty="0">
                <a:effectLst>
                  <a:outerShdw blurRad="50800" dist="38100" algn="l" rotWithShape="0">
                    <a:prstClr val="black">
                      <a:alpha val="40000"/>
                    </a:prstClr>
                  </a:outerShdw>
                </a:effectLst>
                <a:ea typeface="楷体" pitchFamily="49" charset="-122"/>
              </a:rPr>
              <a:t>％</a:t>
            </a:r>
            <a:r>
              <a:rPr lang="en-US" altLang="zh-CN" b="1" dirty="0">
                <a:effectLst>
                  <a:outerShdw blurRad="50800" dist="38100" algn="l" rotWithShape="0">
                    <a:prstClr val="black">
                      <a:alpha val="40000"/>
                    </a:prstClr>
                  </a:outerShdw>
                </a:effectLst>
                <a:ea typeface="楷体" pitchFamily="49" charset="-122"/>
              </a:rPr>
              <a:t>y</a:t>
            </a:r>
            <a:r>
              <a:rPr lang="zh-CN" altLang="en-US" b="1" dirty="0">
                <a:effectLst>
                  <a:outerShdw blurRad="50800" dist="38100" algn="l" rotWithShape="0">
                    <a:prstClr val="black">
                      <a:alpha val="40000"/>
                    </a:prstClr>
                  </a:outerShdw>
                </a:effectLst>
                <a:ea typeface="楷体" pitchFamily="49" charset="-122"/>
              </a:rPr>
              <a:t>的值等于</a:t>
            </a:r>
            <a:r>
              <a:rPr lang="en-US" altLang="zh-CN" b="1" dirty="0">
                <a:effectLst>
                  <a:outerShdw blurRad="50800" dist="38100" algn="l" rotWithShape="0">
                    <a:prstClr val="black">
                      <a:alpha val="40000"/>
                    </a:prstClr>
                  </a:outerShdw>
                </a:effectLst>
                <a:ea typeface="楷体" pitchFamily="49" charset="-122"/>
              </a:rPr>
              <a:t>0</a:t>
            </a:r>
            <a:r>
              <a:rPr lang="zh-CN" altLang="en-US" b="1" dirty="0">
                <a:effectLst>
                  <a:outerShdw blurRad="50800" dist="38100" algn="l" rotWithShape="0">
                    <a:prstClr val="black">
                      <a:alpha val="40000"/>
                    </a:prstClr>
                  </a:outerShdw>
                </a:effectLst>
                <a:ea typeface="楷体" pitchFamily="49" charset="-122"/>
              </a:rPr>
              <a:t>，则表示</a:t>
            </a:r>
            <a:r>
              <a:rPr lang="en-US" altLang="zh-CN" b="1" dirty="0">
                <a:effectLst>
                  <a:outerShdw blurRad="50800" dist="38100" algn="l" rotWithShape="0">
                    <a:prstClr val="black">
                      <a:alpha val="40000"/>
                    </a:prstClr>
                  </a:outerShdw>
                </a:effectLst>
                <a:ea typeface="楷体" pitchFamily="49" charset="-122"/>
              </a:rPr>
              <a:t>x</a:t>
            </a:r>
            <a:r>
              <a:rPr lang="zh-CN" altLang="en-US" b="1" dirty="0">
                <a:effectLst>
                  <a:outerShdw blurRad="50800" dist="38100" algn="l" rotWithShape="0">
                    <a:prstClr val="black">
                      <a:alpha val="40000"/>
                    </a:prstClr>
                  </a:outerShdw>
                </a:effectLst>
                <a:ea typeface="楷体" pitchFamily="49" charset="-122"/>
              </a:rPr>
              <a:t>能被</a:t>
            </a:r>
            <a:r>
              <a:rPr lang="en-US" altLang="zh-CN" b="1" dirty="0">
                <a:effectLst>
                  <a:outerShdw blurRad="50800" dist="38100" algn="l" rotWithShape="0">
                    <a:prstClr val="black">
                      <a:alpha val="40000"/>
                    </a:prstClr>
                  </a:outerShdw>
                </a:effectLst>
                <a:ea typeface="楷体" pitchFamily="49" charset="-122"/>
              </a:rPr>
              <a:t>y</a:t>
            </a:r>
            <a:r>
              <a:rPr lang="zh-CN" altLang="en-US" b="1" dirty="0">
                <a:effectLst>
                  <a:outerShdw blurRad="50800" dist="38100" algn="l" rotWithShape="0">
                    <a:prstClr val="black">
                      <a:alpha val="40000"/>
                    </a:prstClr>
                  </a:outerShdw>
                </a:effectLst>
                <a:ea typeface="楷体" pitchFamily="49" charset="-122"/>
              </a:rPr>
              <a:t>整除！</a:t>
            </a:r>
          </a:p>
          <a:p>
            <a:pPr>
              <a:buClr>
                <a:srgbClr val="CC00FF"/>
              </a:buClr>
              <a:tabLst>
                <a:tab pos="457200" algn="l"/>
              </a:tabLst>
            </a:pPr>
            <a:r>
              <a:rPr lang="zh-CN" altLang="en-US" b="1" dirty="0">
                <a:effectLst>
                  <a:outerShdw blurRad="50800" dist="38100" algn="l" rotWithShape="0">
                    <a:prstClr val="black">
                      <a:alpha val="40000"/>
                    </a:prstClr>
                  </a:outerShdw>
                </a:effectLst>
                <a:ea typeface="楷体" pitchFamily="49" charset="-122"/>
              </a:rPr>
              <a:t>    （</a:t>
            </a:r>
            <a:r>
              <a:rPr lang="en-US" altLang="zh-CN" b="1" dirty="0">
                <a:effectLst>
                  <a:outerShdw blurRad="50800" dist="38100" algn="l" rotWithShape="0">
                    <a:prstClr val="black">
                      <a:alpha val="40000"/>
                    </a:prstClr>
                  </a:outerShdw>
                </a:effectLst>
                <a:ea typeface="楷体" pitchFamily="49" charset="-122"/>
              </a:rPr>
              <a:t>2</a:t>
            </a:r>
            <a:r>
              <a:rPr lang="zh-CN" altLang="en-US" b="1" dirty="0">
                <a:effectLst>
                  <a:outerShdw blurRad="50800" dist="38100" algn="l" rotWithShape="0">
                    <a:prstClr val="black">
                      <a:alpha val="40000"/>
                    </a:prstClr>
                  </a:outerShdw>
                </a:effectLst>
                <a:ea typeface="楷体" pitchFamily="49" charset="-122"/>
              </a:rPr>
              <a:t>）首先将是否闰年的标志</a:t>
            </a:r>
            <a:r>
              <a:rPr lang="en-US" altLang="zh-CN" b="1" dirty="0">
                <a:effectLst>
                  <a:outerShdw blurRad="50800" dist="38100" algn="l" rotWithShape="0">
                    <a:prstClr val="black">
                      <a:alpha val="40000"/>
                    </a:prstClr>
                  </a:outerShdw>
                </a:effectLst>
                <a:ea typeface="楷体" pitchFamily="49" charset="-122"/>
              </a:rPr>
              <a:t>leap</a:t>
            </a:r>
            <a:r>
              <a:rPr lang="zh-CN" altLang="en-US" b="1" dirty="0">
                <a:effectLst>
                  <a:outerShdw blurRad="50800" dist="38100" algn="l" rotWithShape="0">
                    <a:prstClr val="black">
                      <a:alpha val="40000"/>
                    </a:prstClr>
                  </a:outerShdw>
                </a:effectLst>
                <a:ea typeface="楷体" pitchFamily="49" charset="-122"/>
              </a:rPr>
              <a:t>预置为</a:t>
            </a:r>
            <a:r>
              <a:rPr lang="en-US" altLang="zh-CN" b="1" dirty="0">
                <a:effectLst>
                  <a:outerShdw blurRad="50800" dist="38100" algn="l" rotWithShape="0">
                    <a:prstClr val="black">
                      <a:alpha val="40000"/>
                    </a:prstClr>
                  </a:outerShdw>
                </a:effectLst>
                <a:ea typeface="楷体" pitchFamily="49" charset="-122"/>
              </a:rPr>
              <a:t>0</a:t>
            </a:r>
            <a:r>
              <a:rPr lang="zh-CN" altLang="en-US" b="1" dirty="0">
                <a:effectLst>
                  <a:outerShdw blurRad="50800" dist="38100" algn="l" rotWithShape="0">
                    <a:prstClr val="black">
                      <a:alpha val="40000"/>
                    </a:prstClr>
                  </a:outerShdw>
                </a:effectLst>
                <a:ea typeface="楷体" pitchFamily="49" charset="-122"/>
              </a:rPr>
              <a:t>（非闰年），这样仅当</a:t>
            </a:r>
            <a:r>
              <a:rPr lang="en-US" altLang="zh-CN" b="1" dirty="0">
                <a:effectLst>
                  <a:outerShdw blurRad="50800" dist="38100" algn="l" rotWithShape="0">
                    <a:prstClr val="black">
                      <a:alpha val="40000"/>
                    </a:prstClr>
                  </a:outerShdw>
                </a:effectLst>
                <a:ea typeface="楷体" pitchFamily="49" charset="-122"/>
              </a:rPr>
              <a:t>year</a:t>
            </a:r>
            <a:r>
              <a:rPr lang="zh-CN" altLang="en-US" b="1" dirty="0">
                <a:effectLst>
                  <a:outerShdw blurRad="50800" dist="38100" algn="l" rotWithShape="0">
                    <a:prstClr val="black">
                      <a:alpha val="40000"/>
                    </a:prstClr>
                  </a:outerShdw>
                </a:effectLst>
                <a:ea typeface="楷体" pitchFamily="49" charset="-122"/>
              </a:rPr>
              <a:t>为闰年时，将</a:t>
            </a:r>
            <a:r>
              <a:rPr lang="en-US" altLang="zh-CN" b="1" dirty="0">
                <a:effectLst>
                  <a:outerShdw blurRad="50800" dist="38100" algn="l" rotWithShape="0">
                    <a:prstClr val="black">
                      <a:alpha val="40000"/>
                    </a:prstClr>
                  </a:outerShdw>
                </a:effectLst>
                <a:ea typeface="楷体" pitchFamily="49" charset="-122"/>
              </a:rPr>
              <a:t>leap</a:t>
            </a:r>
            <a:r>
              <a:rPr lang="zh-CN" altLang="en-US" b="1" dirty="0">
                <a:effectLst>
                  <a:outerShdw blurRad="50800" dist="38100" algn="l" rotWithShape="0">
                    <a:prstClr val="black">
                      <a:alpha val="40000"/>
                    </a:prstClr>
                  </a:outerShdw>
                </a:effectLst>
                <a:ea typeface="楷体" pitchFamily="49" charset="-122"/>
              </a:rPr>
              <a:t>置为</a:t>
            </a:r>
            <a:r>
              <a:rPr lang="en-US" altLang="zh-CN" b="1" dirty="0">
                <a:effectLst>
                  <a:outerShdw blurRad="50800" dist="38100" algn="l" rotWithShape="0">
                    <a:prstClr val="black">
                      <a:alpha val="40000"/>
                    </a:prstClr>
                  </a:outerShdw>
                </a:effectLst>
                <a:ea typeface="楷体" pitchFamily="49" charset="-122"/>
              </a:rPr>
              <a:t>1</a:t>
            </a:r>
            <a:r>
              <a:rPr lang="zh-CN" altLang="en-US" b="1" dirty="0">
                <a:effectLst>
                  <a:outerShdw blurRad="50800" dist="38100" algn="l" rotWithShape="0">
                    <a:prstClr val="black">
                      <a:alpha val="40000"/>
                    </a:prstClr>
                  </a:outerShdw>
                </a:effectLst>
                <a:ea typeface="楷体" pitchFamily="49" charset="-122"/>
              </a:rPr>
              <a:t>即可。最后判断</a:t>
            </a:r>
            <a:r>
              <a:rPr lang="en-US" b="1" dirty="0">
                <a:effectLst>
                  <a:outerShdw blurRad="50800" dist="38100" algn="l" rotWithShape="0">
                    <a:prstClr val="black">
                      <a:alpha val="40000"/>
                    </a:prstClr>
                  </a:outerShdw>
                </a:effectLst>
                <a:ea typeface="楷体" pitchFamily="49" charset="-122"/>
              </a:rPr>
              <a:t>leap</a:t>
            </a:r>
            <a:r>
              <a:rPr lang="zh-CN" altLang="en-US" b="1" dirty="0">
                <a:effectLst>
                  <a:outerShdw blurRad="50800" dist="38100" algn="l" rotWithShape="0">
                    <a:prstClr val="black">
                      <a:alpha val="40000"/>
                    </a:prstClr>
                  </a:outerShdw>
                </a:effectLst>
                <a:ea typeface="楷体" pitchFamily="49" charset="-122"/>
              </a:rPr>
              <a:t>是否为</a:t>
            </a:r>
            <a:r>
              <a:rPr lang="en-US" b="1" dirty="0">
                <a:effectLst>
                  <a:outerShdw blurRad="50800" dist="38100" algn="l" rotWithShape="0">
                    <a:prstClr val="black">
                      <a:alpha val="40000"/>
                    </a:prstClr>
                  </a:outerShdw>
                </a:effectLst>
                <a:ea typeface="楷体" pitchFamily="49" charset="-122"/>
              </a:rPr>
              <a:t>1</a:t>
            </a:r>
            <a:r>
              <a:rPr lang="zh-CN" altLang="en-US" b="1" dirty="0">
                <a:effectLst>
                  <a:outerShdw blurRad="50800" dist="38100" algn="l" rotWithShape="0">
                    <a:prstClr val="black">
                      <a:alpha val="40000"/>
                    </a:prstClr>
                  </a:outerShdw>
                </a:effectLst>
                <a:ea typeface="楷体" pitchFamily="49" charset="-122"/>
              </a:rPr>
              <a:t>，若是，则输出“闰年”信息。这种处理两种状态值的方法，对优化算法和提高程序可读性非常有效，请读者仔细体会。</a:t>
            </a:r>
          </a:p>
        </p:txBody>
      </p:sp>
      <p:grpSp>
        <p:nvGrpSpPr>
          <p:cNvPr id="890913" name="Group 33"/>
          <p:cNvGrpSpPr>
            <a:grpSpLocks/>
          </p:cNvGrpSpPr>
          <p:nvPr/>
        </p:nvGrpSpPr>
        <p:grpSpPr bwMode="auto">
          <a:xfrm>
            <a:off x="-9117" y="0"/>
            <a:ext cx="446088" cy="6858000"/>
            <a:chOff x="0" y="0"/>
            <a:chExt cx="281" cy="4320"/>
          </a:xfrm>
        </p:grpSpPr>
        <p:sp>
          <p:nvSpPr>
            <p:cNvPr id="890914" name="Text Box 3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90915" name="Text Box 3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482306" name="组合 458"/>
          <p:cNvGrpSpPr>
            <a:grpSpLocks/>
          </p:cNvGrpSpPr>
          <p:nvPr/>
        </p:nvGrpSpPr>
        <p:grpSpPr bwMode="auto">
          <a:xfrm>
            <a:off x="3427285" y="3813574"/>
            <a:ext cx="5477027" cy="3071810"/>
            <a:chOff x="0" y="-1986"/>
            <a:chExt cx="28291" cy="19621"/>
          </a:xfrm>
        </p:grpSpPr>
        <p:grpSp>
          <p:nvGrpSpPr>
            <p:cNvPr id="456" name="组合 456"/>
            <p:cNvGrpSpPr>
              <a:grpSpLocks/>
            </p:cNvGrpSpPr>
            <p:nvPr/>
          </p:nvGrpSpPr>
          <p:grpSpPr bwMode="auto">
            <a:xfrm>
              <a:off x="0" y="456"/>
              <a:ext cx="28291" cy="17179"/>
              <a:chOff x="0" y="456"/>
              <a:chExt cx="28291" cy="17179"/>
            </a:xfrm>
          </p:grpSpPr>
          <p:grpSp>
            <p:nvGrpSpPr>
              <p:cNvPr id="455" name="组合 455"/>
              <p:cNvGrpSpPr>
                <a:grpSpLocks/>
              </p:cNvGrpSpPr>
              <p:nvPr/>
            </p:nvGrpSpPr>
            <p:grpSpPr bwMode="auto">
              <a:xfrm>
                <a:off x="0" y="456"/>
                <a:ext cx="28291" cy="17179"/>
                <a:chOff x="0" y="456"/>
                <a:chExt cx="28291" cy="17179"/>
              </a:xfrm>
            </p:grpSpPr>
            <p:grpSp>
              <p:nvGrpSpPr>
                <p:cNvPr id="454" name="组合 454"/>
                <p:cNvGrpSpPr>
                  <a:grpSpLocks/>
                </p:cNvGrpSpPr>
                <p:nvPr/>
              </p:nvGrpSpPr>
              <p:grpSpPr bwMode="auto">
                <a:xfrm>
                  <a:off x="0" y="456"/>
                  <a:ext cx="28291" cy="17179"/>
                  <a:chOff x="0" y="456"/>
                  <a:chExt cx="28291" cy="17179"/>
                </a:xfrm>
              </p:grpSpPr>
              <p:grpSp>
                <p:nvGrpSpPr>
                  <p:cNvPr id="452" name="组合 452"/>
                  <p:cNvGrpSpPr>
                    <a:grpSpLocks/>
                  </p:cNvGrpSpPr>
                  <p:nvPr/>
                </p:nvGrpSpPr>
                <p:grpSpPr bwMode="auto">
                  <a:xfrm>
                    <a:off x="0" y="490"/>
                    <a:ext cx="28291" cy="16351"/>
                    <a:chOff x="0" y="0"/>
                    <a:chExt cx="28291" cy="16351"/>
                  </a:xfrm>
                </p:grpSpPr>
                <p:sp>
                  <p:nvSpPr>
                    <p:cNvPr id="240" name="流程图: 过程 240"/>
                    <p:cNvSpPr>
                      <a:spLocks noChangeArrowheads="1"/>
                    </p:cNvSpPr>
                    <p:nvPr/>
                  </p:nvSpPr>
                  <p:spPr bwMode="auto">
                    <a:xfrm>
                      <a:off x="92" y="0"/>
                      <a:ext cx="28190" cy="2051"/>
                    </a:xfrm>
                    <a:prstGeom prst="flowChartProcess">
                      <a:avLst/>
                    </a:prstGeom>
                    <a:gradFill flip="none" rotWithShape="1">
                      <a:gsLst>
                        <a:gs pos="0">
                          <a:srgbClr val="FF66FF">
                            <a:tint val="66000"/>
                            <a:satMod val="160000"/>
                          </a:srgbClr>
                        </a:gs>
                        <a:gs pos="50000">
                          <a:srgbClr val="FF66FF">
                            <a:tint val="44500"/>
                            <a:satMod val="160000"/>
                          </a:srgbClr>
                        </a:gs>
                        <a:gs pos="100000">
                          <a:srgbClr val="FF66FF">
                            <a:tint val="23500"/>
                            <a:satMod val="160000"/>
                          </a:srgbClr>
                        </a:gs>
                      </a:gsLst>
                      <a:lin ang="13500000" scaled="1"/>
                      <a:tileRect/>
                    </a:gra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13" name="流程图: 过程 413"/>
                    <p:cNvSpPr>
                      <a:spLocks noChangeArrowheads="1"/>
                    </p:cNvSpPr>
                    <p:nvPr/>
                  </p:nvSpPr>
                  <p:spPr bwMode="auto">
                    <a:xfrm>
                      <a:off x="92" y="2055"/>
                      <a:ext cx="28199" cy="2055"/>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14" name="流程图: 过程 414"/>
                    <p:cNvSpPr>
                      <a:spLocks noChangeArrowheads="1"/>
                    </p:cNvSpPr>
                    <p:nvPr/>
                  </p:nvSpPr>
                  <p:spPr bwMode="auto">
                    <a:xfrm>
                      <a:off x="92" y="4111"/>
                      <a:ext cx="21755" cy="2051"/>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15" name="直接连接符 415"/>
                    <p:cNvSpPr>
                      <a:spLocks noChangeShapeType="1"/>
                    </p:cNvSpPr>
                    <p:nvPr/>
                  </p:nvSpPr>
                  <p:spPr bwMode="auto">
                    <a:xfrm flipH="1">
                      <a:off x="14943" y="2055"/>
                      <a:ext cx="13332" cy="4107"/>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17" name="直接连接符 417"/>
                    <p:cNvSpPr>
                      <a:spLocks noChangeShapeType="1"/>
                    </p:cNvSpPr>
                    <p:nvPr/>
                  </p:nvSpPr>
                  <p:spPr bwMode="auto">
                    <a:xfrm>
                      <a:off x="92" y="2055"/>
                      <a:ext cx="22154" cy="205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18" name="直接连接符 418"/>
                    <p:cNvSpPr>
                      <a:spLocks noChangeShapeType="1"/>
                    </p:cNvSpPr>
                    <p:nvPr/>
                  </p:nvSpPr>
                  <p:spPr bwMode="auto">
                    <a:xfrm>
                      <a:off x="92" y="4111"/>
                      <a:ext cx="15035" cy="204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23" name="流程图: 过程 423"/>
                    <p:cNvSpPr>
                      <a:spLocks noChangeArrowheads="1"/>
                    </p:cNvSpPr>
                    <p:nvPr/>
                  </p:nvSpPr>
                  <p:spPr bwMode="auto">
                    <a:xfrm>
                      <a:off x="92" y="6136"/>
                      <a:ext cx="14851" cy="2051"/>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25" name="流程图: 过程 425"/>
                    <p:cNvSpPr>
                      <a:spLocks noChangeArrowheads="1"/>
                    </p:cNvSpPr>
                    <p:nvPr/>
                  </p:nvSpPr>
                  <p:spPr bwMode="auto">
                    <a:xfrm>
                      <a:off x="14943" y="6136"/>
                      <a:ext cx="6904" cy="2051"/>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26" name="流程图: 过程 426"/>
                    <p:cNvSpPr>
                      <a:spLocks noChangeArrowheads="1"/>
                    </p:cNvSpPr>
                    <p:nvPr/>
                  </p:nvSpPr>
                  <p:spPr bwMode="auto">
                    <a:xfrm>
                      <a:off x="21816" y="4111"/>
                      <a:ext cx="6470" cy="4076"/>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31" name="流程图: 过程 431"/>
                    <p:cNvSpPr>
                      <a:spLocks noChangeArrowheads="1"/>
                    </p:cNvSpPr>
                    <p:nvPr/>
                  </p:nvSpPr>
                  <p:spPr bwMode="auto">
                    <a:xfrm>
                      <a:off x="92" y="8192"/>
                      <a:ext cx="28199" cy="2055"/>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33" name="直接连接符 433"/>
                    <p:cNvSpPr>
                      <a:spLocks noChangeShapeType="1"/>
                    </p:cNvSpPr>
                    <p:nvPr/>
                  </p:nvSpPr>
                  <p:spPr bwMode="auto">
                    <a:xfrm flipH="1">
                      <a:off x="21847" y="8223"/>
                      <a:ext cx="6425" cy="202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34" name="直接连接符 434"/>
                    <p:cNvSpPr>
                      <a:spLocks noChangeShapeType="1"/>
                    </p:cNvSpPr>
                    <p:nvPr/>
                  </p:nvSpPr>
                  <p:spPr bwMode="auto">
                    <a:xfrm>
                      <a:off x="0" y="8192"/>
                      <a:ext cx="22154" cy="205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38" name="流程图: 过程 438"/>
                    <p:cNvSpPr>
                      <a:spLocks noChangeArrowheads="1"/>
                    </p:cNvSpPr>
                    <p:nvPr/>
                  </p:nvSpPr>
                  <p:spPr bwMode="auto">
                    <a:xfrm>
                      <a:off x="92" y="10248"/>
                      <a:ext cx="21755" cy="2051"/>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40" name="流程图: 过程 440"/>
                    <p:cNvSpPr>
                      <a:spLocks noChangeArrowheads="1"/>
                    </p:cNvSpPr>
                    <p:nvPr/>
                  </p:nvSpPr>
                  <p:spPr bwMode="auto">
                    <a:xfrm>
                      <a:off x="21816" y="10248"/>
                      <a:ext cx="6470" cy="2051"/>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41" name="流程图: 过程 441"/>
                    <p:cNvSpPr>
                      <a:spLocks noChangeArrowheads="1"/>
                    </p:cNvSpPr>
                    <p:nvPr/>
                  </p:nvSpPr>
                  <p:spPr bwMode="auto">
                    <a:xfrm>
                      <a:off x="92" y="12243"/>
                      <a:ext cx="28199" cy="2054"/>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42" name="流程图: 过程 442"/>
                    <p:cNvSpPr>
                      <a:spLocks noChangeArrowheads="1"/>
                    </p:cNvSpPr>
                    <p:nvPr/>
                  </p:nvSpPr>
                  <p:spPr bwMode="auto">
                    <a:xfrm>
                      <a:off x="92" y="14299"/>
                      <a:ext cx="14076" cy="2052"/>
                    </a:xfrm>
                    <a:prstGeom prst="flowChartProcess">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3500000" scaled="1"/>
                      <a:tileRect/>
                    </a:gra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43" name="流程图: 过程 443"/>
                    <p:cNvSpPr>
                      <a:spLocks noChangeArrowheads="1"/>
                    </p:cNvSpPr>
                    <p:nvPr/>
                  </p:nvSpPr>
                  <p:spPr bwMode="auto">
                    <a:xfrm>
                      <a:off x="14176" y="14299"/>
                      <a:ext cx="14110" cy="2052"/>
                    </a:xfrm>
                    <a:prstGeom prst="flowChartProcess">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44" name="直接连接符 444"/>
                    <p:cNvSpPr>
                      <a:spLocks noChangeShapeType="1"/>
                    </p:cNvSpPr>
                    <p:nvPr/>
                  </p:nvSpPr>
                  <p:spPr bwMode="auto">
                    <a:xfrm>
                      <a:off x="61" y="12243"/>
                      <a:ext cx="14164" cy="2051"/>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45" name="直接连接符 445"/>
                    <p:cNvSpPr>
                      <a:spLocks noChangeShapeType="1"/>
                    </p:cNvSpPr>
                    <p:nvPr/>
                  </p:nvSpPr>
                  <p:spPr bwMode="auto">
                    <a:xfrm flipH="1">
                      <a:off x="14206" y="12243"/>
                      <a:ext cx="14065" cy="2051"/>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420" name="文本框 2"/>
                  <p:cNvSpPr txBox="1">
                    <a:spLocks noChangeArrowheads="1"/>
                  </p:cNvSpPr>
                  <p:nvPr/>
                </p:nvSpPr>
                <p:spPr bwMode="auto">
                  <a:xfrm>
                    <a:off x="9283" y="4150"/>
                    <a:ext cx="8775" cy="17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year</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被</a:t>
                    </a:r>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100</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整除</a:t>
                    </a:r>
                  </a:p>
                </p:txBody>
              </p:sp>
              <p:sp>
                <p:nvSpPr>
                  <p:cNvPr id="424" name="文本框 2"/>
                  <p:cNvSpPr txBox="1">
                    <a:spLocks noChangeArrowheads="1"/>
                  </p:cNvSpPr>
                  <p:nvPr/>
                </p:nvSpPr>
                <p:spPr bwMode="auto">
                  <a:xfrm>
                    <a:off x="4783" y="6514"/>
                    <a:ext cx="5624" cy="174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effectLst>
                          <a:outerShdw blurRad="38100" dist="38100" dir="2700000" algn="tl">
                            <a:srgbClr val="000000">
                              <a:alpha val="43137"/>
                            </a:srgbClr>
                          </a:outerShdw>
                        </a:effectLst>
                        <a:latin typeface="+mn-lt"/>
                        <a:cs typeface="宋体" pitchFamily="2" charset="-122"/>
                      </a:rPr>
                      <a:t>leap = 1</a:t>
                    </a:r>
                    <a:endParaRPr kumimoji="0" lang="zh-CN" altLang="zh-CN" sz="1400" b="1" dirty="0">
                      <a:effectLst>
                        <a:outerShdw blurRad="38100" dist="38100" dir="2700000" algn="tl">
                          <a:srgbClr val="000000">
                            <a:alpha val="43137"/>
                          </a:srgbClr>
                        </a:outerShdw>
                      </a:effectLst>
                      <a:latin typeface="+mn-lt"/>
                      <a:cs typeface="宋体" pitchFamily="2" charset="-122"/>
                    </a:endParaRPr>
                  </a:p>
                </p:txBody>
              </p:sp>
              <p:sp>
                <p:nvSpPr>
                  <p:cNvPr id="435" name="文本框 2"/>
                  <p:cNvSpPr txBox="1">
                    <a:spLocks noChangeArrowheads="1"/>
                  </p:cNvSpPr>
                  <p:nvPr/>
                </p:nvSpPr>
                <p:spPr bwMode="auto">
                  <a:xfrm>
                    <a:off x="15697" y="8364"/>
                    <a:ext cx="8443" cy="215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year</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被</a:t>
                    </a:r>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400</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整除</a:t>
                    </a:r>
                  </a:p>
                </p:txBody>
              </p:sp>
              <p:sp>
                <p:nvSpPr>
                  <p:cNvPr id="439" name="文本框 2"/>
                  <p:cNvSpPr txBox="1">
                    <a:spLocks noChangeArrowheads="1"/>
                  </p:cNvSpPr>
                  <p:nvPr/>
                </p:nvSpPr>
                <p:spPr bwMode="auto">
                  <a:xfrm>
                    <a:off x="8070" y="10626"/>
                    <a:ext cx="5891" cy="2256"/>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effectLst>
                          <a:outerShdw blurRad="38100" dist="38100" dir="2700000" algn="tl">
                            <a:srgbClr val="000000">
                              <a:alpha val="43137"/>
                            </a:srgbClr>
                          </a:outerShdw>
                        </a:effectLst>
                        <a:latin typeface="+mn-lt"/>
                        <a:cs typeface="宋体" pitchFamily="2" charset="-122"/>
                      </a:rPr>
                      <a:t>leap = 1</a:t>
                    </a:r>
                    <a:endParaRPr kumimoji="0" lang="zh-CN" altLang="zh-CN" sz="1400" b="1" dirty="0">
                      <a:effectLst>
                        <a:outerShdw blurRad="38100" dist="38100" dir="2700000" algn="tl">
                          <a:srgbClr val="000000">
                            <a:alpha val="43137"/>
                          </a:srgbClr>
                        </a:outerShdw>
                      </a:effectLst>
                      <a:latin typeface="+mn-lt"/>
                      <a:cs typeface="宋体" pitchFamily="2" charset="-122"/>
                    </a:endParaRPr>
                  </a:p>
                </p:txBody>
              </p:sp>
              <p:sp>
                <p:nvSpPr>
                  <p:cNvPr id="446" name="文本框 2"/>
                  <p:cNvSpPr txBox="1">
                    <a:spLocks noChangeArrowheads="1"/>
                  </p:cNvSpPr>
                  <p:nvPr/>
                </p:nvSpPr>
                <p:spPr bwMode="auto">
                  <a:xfrm>
                    <a:off x="12304" y="12570"/>
                    <a:ext cx="4204" cy="281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C00000"/>
                        </a:solidFill>
                        <a:effectLst>
                          <a:outerShdw blurRad="38100" dist="38100" dir="2700000" algn="tl">
                            <a:srgbClr val="000000">
                              <a:alpha val="43137"/>
                            </a:srgbClr>
                          </a:outerShdw>
                        </a:effectLst>
                        <a:latin typeface="+mn-lt"/>
                        <a:cs typeface="宋体" pitchFamily="2" charset="-122"/>
                      </a:rPr>
                      <a:t>leap</a:t>
                    </a:r>
                    <a:endParaRPr kumimoji="0" lang="zh-CN" altLang="zh-CN" sz="1400" b="1" dirty="0">
                      <a:solidFill>
                        <a:srgbClr val="C00000"/>
                      </a:solidFill>
                      <a:effectLst>
                        <a:outerShdw blurRad="38100" dist="38100" dir="2700000" algn="tl">
                          <a:srgbClr val="000000">
                            <a:alpha val="43137"/>
                          </a:srgbClr>
                        </a:outerShdw>
                      </a:effectLst>
                      <a:latin typeface="+mn-lt"/>
                      <a:cs typeface="宋体" pitchFamily="2" charset="-122"/>
                    </a:endParaRPr>
                  </a:p>
                </p:txBody>
              </p:sp>
              <p:sp>
                <p:nvSpPr>
                  <p:cNvPr id="449" name="文本框 2"/>
                  <p:cNvSpPr txBox="1">
                    <a:spLocks noChangeArrowheads="1"/>
                  </p:cNvSpPr>
                  <p:nvPr/>
                </p:nvSpPr>
                <p:spPr bwMode="auto">
                  <a:xfrm>
                    <a:off x="3099" y="14822"/>
                    <a:ext cx="7794" cy="281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400" b="1">
                        <a:effectLst>
                          <a:outerShdw blurRad="38100" dist="38100" dir="2700000" algn="tl">
                            <a:srgbClr val="000000">
                              <a:alpha val="43137"/>
                            </a:srgbClr>
                          </a:outerShdw>
                        </a:effectLst>
                        <a:latin typeface="+mn-lt"/>
                        <a:ea typeface="楷体" pitchFamily="49" charset="-122"/>
                        <a:cs typeface="宋体" pitchFamily="2" charset="-122"/>
                      </a:rPr>
                      <a:t>输出“闰年”</a:t>
                    </a:r>
                  </a:p>
                </p:txBody>
              </p:sp>
              <p:sp>
                <p:nvSpPr>
                  <p:cNvPr id="450" name="文本框 2"/>
                  <p:cNvSpPr txBox="1">
                    <a:spLocks noChangeArrowheads="1"/>
                  </p:cNvSpPr>
                  <p:nvPr/>
                </p:nvSpPr>
                <p:spPr bwMode="auto">
                  <a:xfrm>
                    <a:off x="17275" y="14822"/>
                    <a:ext cx="9205" cy="281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400" b="1" dirty="0">
                        <a:effectLst>
                          <a:outerShdw blurRad="38100" dist="38100" dir="2700000" algn="tl">
                            <a:srgbClr val="000000">
                              <a:alpha val="43137"/>
                            </a:srgbClr>
                          </a:outerShdw>
                        </a:effectLst>
                        <a:latin typeface="+mn-lt"/>
                        <a:ea typeface="楷体" pitchFamily="49" charset="-122"/>
                        <a:cs typeface="宋体" pitchFamily="2" charset="-122"/>
                      </a:rPr>
                      <a:t>输出“非闰年”</a:t>
                    </a:r>
                  </a:p>
                </p:txBody>
              </p:sp>
              <p:sp>
                <p:nvSpPr>
                  <p:cNvPr id="390" name="文本框 2"/>
                  <p:cNvSpPr txBox="1">
                    <a:spLocks noChangeArrowheads="1"/>
                  </p:cNvSpPr>
                  <p:nvPr/>
                </p:nvSpPr>
                <p:spPr bwMode="auto">
                  <a:xfrm>
                    <a:off x="8337" y="456"/>
                    <a:ext cx="11476" cy="182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effectLst>
                          <a:outerShdw blurRad="38100" dist="38100" dir="2700000" algn="tl">
                            <a:srgbClr val="000000">
                              <a:alpha val="43137"/>
                            </a:srgbClr>
                          </a:outerShdw>
                        </a:effectLst>
                        <a:latin typeface="+mn-lt"/>
                        <a:ea typeface="楷体" pitchFamily="49" charset="-122"/>
                        <a:cs typeface="宋体" pitchFamily="2" charset="-122"/>
                      </a:rPr>
                      <a:t>leap = 0, </a:t>
                    </a:r>
                    <a:r>
                      <a:rPr kumimoji="0" lang="zh-CN" altLang="en-US" sz="1400" b="1" dirty="0">
                        <a:effectLst>
                          <a:outerShdw blurRad="38100" dist="38100" dir="2700000" algn="tl">
                            <a:srgbClr val="000000">
                              <a:alpha val="43137"/>
                            </a:srgbClr>
                          </a:outerShdw>
                        </a:effectLst>
                        <a:latin typeface="+mn-lt"/>
                        <a:ea typeface="楷体" pitchFamily="49" charset="-122"/>
                        <a:cs typeface="宋体" pitchFamily="2" charset="-122"/>
                      </a:rPr>
                      <a:t>输入</a:t>
                    </a:r>
                    <a:r>
                      <a:rPr kumimoji="0" lang="en-US" altLang="zh-CN" sz="1400" b="1" dirty="0">
                        <a:effectLst>
                          <a:outerShdw blurRad="38100" dist="38100" dir="2700000" algn="tl">
                            <a:srgbClr val="000000">
                              <a:alpha val="43137"/>
                            </a:srgbClr>
                          </a:outerShdw>
                        </a:effectLst>
                        <a:latin typeface="+mn-lt"/>
                        <a:ea typeface="楷体" pitchFamily="49" charset="-122"/>
                        <a:cs typeface="宋体" pitchFamily="2" charset="-122"/>
                      </a:rPr>
                      <a:t>year</a:t>
                    </a:r>
                    <a:endParaRPr kumimoji="0" lang="zh-CN" altLang="zh-CN" sz="14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19" name="文本框 2"/>
                  <p:cNvSpPr txBox="1">
                    <a:spLocks noChangeArrowheads="1"/>
                  </p:cNvSpPr>
                  <p:nvPr/>
                </p:nvSpPr>
                <p:spPr bwMode="auto">
                  <a:xfrm>
                    <a:off x="16267" y="2205"/>
                    <a:ext cx="9236" cy="1901"/>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year</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被</a:t>
                    </a:r>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4</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整除</a:t>
                    </a:r>
                  </a:p>
                </p:txBody>
              </p:sp>
            </p:grpSp>
            <p:grpSp>
              <p:nvGrpSpPr>
                <p:cNvPr id="453" name="组合 453"/>
                <p:cNvGrpSpPr>
                  <a:grpSpLocks/>
                </p:cNvGrpSpPr>
                <p:nvPr/>
              </p:nvGrpSpPr>
              <p:grpSpPr bwMode="auto">
                <a:xfrm>
                  <a:off x="2634" y="2803"/>
                  <a:ext cx="25266" cy="12342"/>
                  <a:chOff x="640" y="564"/>
                  <a:chExt cx="25265" cy="12341"/>
                </a:xfrm>
              </p:grpSpPr>
              <p:sp>
                <p:nvSpPr>
                  <p:cNvPr id="421" name="文本框 2"/>
                  <p:cNvSpPr txBox="1">
                    <a:spLocks noChangeArrowheads="1"/>
                  </p:cNvSpPr>
                  <p:nvPr/>
                </p:nvSpPr>
                <p:spPr bwMode="auto">
                  <a:xfrm>
                    <a:off x="640" y="10822"/>
                    <a:ext cx="2083" cy="208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6600"/>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rgbClr val="006600"/>
                      </a:solidFill>
                      <a:effectLst>
                        <a:outerShdw blurRad="38100" dist="38100" dir="2700000" algn="tl">
                          <a:srgbClr val="000000">
                            <a:alpha val="43137"/>
                          </a:srgbClr>
                        </a:outerShdw>
                      </a:effectLst>
                      <a:latin typeface="+mn-lt"/>
                      <a:cs typeface="宋体" pitchFamily="2" charset="-122"/>
                    </a:endParaRPr>
                  </a:p>
                </p:txBody>
              </p:sp>
              <p:sp>
                <p:nvSpPr>
                  <p:cNvPr id="422" name="文本框 2"/>
                  <p:cNvSpPr txBox="1">
                    <a:spLocks noChangeArrowheads="1"/>
                  </p:cNvSpPr>
                  <p:nvPr/>
                </p:nvSpPr>
                <p:spPr bwMode="auto">
                  <a:xfrm>
                    <a:off x="1799" y="564"/>
                    <a:ext cx="1595" cy="1868"/>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6600"/>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rgbClr val="006600"/>
                      </a:solidFill>
                      <a:effectLst>
                        <a:outerShdw blurRad="38100" dist="38100" dir="2700000" algn="tl">
                          <a:srgbClr val="000000">
                            <a:alpha val="43137"/>
                          </a:srgbClr>
                        </a:outerShdw>
                      </a:effectLst>
                      <a:latin typeface="+mn-lt"/>
                      <a:cs typeface="宋体" pitchFamily="2" charset="-122"/>
                    </a:endParaRPr>
                  </a:p>
                </p:txBody>
              </p:sp>
              <p:sp>
                <p:nvSpPr>
                  <p:cNvPr id="427" name="文本框 2"/>
                  <p:cNvSpPr txBox="1">
                    <a:spLocks noChangeArrowheads="1"/>
                  </p:cNvSpPr>
                  <p:nvPr/>
                </p:nvSpPr>
                <p:spPr bwMode="auto">
                  <a:xfrm>
                    <a:off x="22599" y="10687"/>
                    <a:ext cx="1761" cy="1719"/>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sp>
                <p:nvSpPr>
                  <p:cNvPr id="428" name="文本框 2"/>
                  <p:cNvSpPr txBox="1">
                    <a:spLocks noChangeArrowheads="1"/>
                  </p:cNvSpPr>
                  <p:nvPr/>
                </p:nvSpPr>
                <p:spPr bwMode="auto">
                  <a:xfrm>
                    <a:off x="23727" y="578"/>
                    <a:ext cx="2178" cy="1746"/>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sp>
                <p:nvSpPr>
                  <p:cNvPr id="436" name="文本框 2"/>
                  <p:cNvSpPr txBox="1">
                    <a:spLocks noChangeArrowheads="1"/>
                  </p:cNvSpPr>
                  <p:nvPr/>
                </p:nvSpPr>
                <p:spPr bwMode="auto">
                  <a:xfrm>
                    <a:off x="23102" y="6785"/>
                    <a:ext cx="1910" cy="2057"/>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sp>
                <p:nvSpPr>
                  <p:cNvPr id="437" name="文本框 2"/>
                  <p:cNvSpPr txBox="1">
                    <a:spLocks noChangeArrowheads="1"/>
                  </p:cNvSpPr>
                  <p:nvPr/>
                </p:nvSpPr>
                <p:spPr bwMode="auto">
                  <a:xfrm>
                    <a:off x="1369" y="6562"/>
                    <a:ext cx="1656" cy="169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6600"/>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rgbClr val="006600"/>
                      </a:solidFill>
                      <a:effectLst>
                        <a:outerShdw blurRad="38100" dist="38100" dir="2700000" algn="tl">
                          <a:srgbClr val="000000">
                            <a:alpha val="43137"/>
                          </a:srgbClr>
                        </a:outerShdw>
                      </a:effectLst>
                      <a:latin typeface="+mn-lt"/>
                      <a:cs typeface="宋体" pitchFamily="2" charset="-122"/>
                    </a:endParaRPr>
                  </a:p>
                </p:txBody>
              </p:sp>
              <p:sp>
                <p:nvSpPr>
                  <p:cNvPr id="448" name="文本框 2"/>
                  <p:cNvSpPr txBox="1">
                    <a:spLocks noChangeArrowheads="1"/>
                  </p:cNvSpPr>
                  <p:nvPr/>
                </p:nvSpPr>
                <p:spPr bwMode="auto">
                  <a:xfrm>
                    <a:off x="16583" y="2737"/>
                    <a:ext cx="2178" cy="200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339933"/>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rgbClr val="339933"/>
                      </a:solidFill>
                      <a:effectLst>
                        <a:outerShdw blurRad="38100" dist="38100" dir="2700000" algn="tl">
                          <a:srgbClr val="000000">
                            <a:alpha val="43137"/>
                          </a:srgbClr>
                        </a:outerShdw>
                      </a:effectLst>
                      <a:latin typeface="+mn-lt"/>
                      <a:cs typeface="宋体" pitchFamily="2" charset="-122"/>
                    </a:endParaRPr>
                  </a:p>
                </p:txBody>
              </p:sp>
            </p:grpSp>
          </p:grpSp>
          <p:sp>
            <p:nvSpPr>
              <p:cNvPr id="447" name="文本框 2"/>
              <p:cNvSpPr txBox="1">
                <a:spLocks noChangeArrowheads="1"/>
              </p:cNvSpPr>
              <p:nvPr/>
            </p:nvSpPr>
            <p:spPr bwMode="auto">
              <a:xfrm>
                <a:off x="2907" y="4813"/>
                <a:ext cx="1656" cy="157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grpSp>
        <p:sp>
          <p:nvSpPr>
            <p:cNvPr id="457" name="文本框 2"/>
            <p:cNvSpPr txBox="1">
              <a:spLocks noChangeArrowheads="1"/>
            </p:cNvSpPr>
            <p:nvPr/>
          </p:nvSpPr>
          <p:spPr bwMode="auto">
            <a:xfrm>
              <a:off x="7182" y="-1986"/>
              <a:ext cx="19621" cy="2807"/>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2000" b="1" dirty="0">
                  <a:solidFill>
                    <a:srgbClr val="0000FF"/>
                  </a:solidFill>
                  <a:effectLst>
                    <a:outerShdw blurRad="38100" dist="38100" dir="2700000" algn="tl">
                      <a:srgbClr val="000000">
                        <a:alpha val="43137"/>
                      </a:srgbClr>
                    </a:outerShdw>
                  </a:effectLst>
                  <a:latin typeface="+mn-lt"/>
                  <a:ea typeface="隶书" pitchFamily="49" charset="-122"/>
                  <a:cs typeface="宋体" pitchFamily="2" charset="-122"/>
                </a:rPr>
                <a:t>判别闰年算法</a:t>
              </a:r>
              <a:r>
                <a:rPr kumimoji="0" lang="en-US" altLang="zh-CN" sz="2000" b="1" dirty="0">
                  <a:solidFill>
                    <a:srgbClr val="0000FF"/>
                  </a:solidFill>
                  <a:effectLst>
                    <a:outerShdw blurRad="38100" dist="38100" dir="2700000" algn="tl">
                      <a:srgbClr val="000000">
                        <a:alpha val="43137"/>
                      </a:srgbClr>
                    </a:outerShdw>
                  </a:effectLst>
                  <a:latin typeface="+mn-lt"/>
                  <a:ea typeface="隶书" pitchFamily="49" charset="-122"/>
                  <a:cs typeface="宋体" pitchFamily="2" charset="-122"/>
                </a:rPr>
                <a:t>N-S</a:t>
              </a:r>
              <a:r>
                <a:rPr kumimoji="0" lang="zh-CN" altLang="en-US" sz="2000" b="1" dirty="0">
                  <a:solidFill>
                    <a:srgbClr val="0000FF"/>
                  </a:solidFill>
                  <a:effectLst>
                    <a:outerShdw blurRad="38100" dist="38100" dir="2700000" algn="tl">
                      <a:srgbClr val="000000">
                        <a:alpha val="43137"/>
                      </a:srgbClr>
                    </a:outerShdw>
                  </a:effectLst>
                  <a:latin typeface="+mn-lt"/>
                  <a:ea typeface="隶书" pitchFamily="49" charset="-122"/>
                  <a:cs typeface="宋体" pitchFamily="2" charset="-122"/>
                </a:rPr>
                <a:t>流程图</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90912"/>
                                        </p:tgtEl>
                                        <p:attrNameLst>
                                          <p:attrName>style.visibility</p:attrName>
                                        </p:attrNameLst>
                                      </p:cBhvr>
                                      <p:to>
                                        <p:strVal val="visible"/>
                                      </p:to>
                                    </p:set>
                                    <p:animEffect transition="in" filter="box(out)">
                                      <p:cBhvr>
                                        <p:cTn id="7" dur="500"/>
                                        <p:tgtEl>
                                          <p:spTgt spid="89091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82306"/>
                                        </p:tgtEl>
                                        <p:attrNameLst>
                                          <p:attrName>style.visibility</p:attrName>
                                        </p:attrNameLst>
                                      </p:cBhvr>
                                      <p:to>
                                        <p:strVal val="visible"/>
                                      </p:to>
                                    </p:set>
                                    <p:animEffect transition="in" filter="strips(downRight)">
                                      <p:cBhvr>
                                        <p:cTn id="12" dur="500"/>
                                        <p:tgtEl>
                                          <p:spTgt spid="482306"/>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Rectangle 2"/>
          <p:cNvSpPr>
            <a:spLocks noChangeArrowheads="1"/>
          </p:cNvSpPr>
          <p:nvPr/>
        </p:nvSpPr>
        <p:spPr bwMode="auto">
          <a:xfrm>
            <a:off x="1017954"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92934" name="Text Box 6" descr="信纸"/>
          <p:cNvSpPr txBox="1">
            <a:spLocks noChangeArrowheads="1"/>
          </p:cNvSpPr>
          <p:nvPr/>
        </p:nvSpPr>
        <p:spPr bwMode="auto">
          <a:xfrm>
            <a:off x="664908" y="174626"/>
            <a:ext cx="7424738" cy="6250045"/>
          </a:xfrm>
          <a:prstGeom prst="rect">
            <a:avLst/>
          </a:prstGeom>
          <a:blipFill dpi="0" rotWithShape="0">
            <a:blip r:embed="rId6"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#include &lt;</a:t>
            </a:r>
            <a:r>
              <a:rPr lang="en-US" altLang="zh-CN" sz="2000" b="1" dirty="0" err="1">
                <a:effectLst>
                  <a:outerShdw blurRad="50800" dist="38100" dir="10800000" algn="r" rotWithShape="0">
                    <a:prstClr val="black">
                      <a:alpha val="40000"/>
                    </a:prstClr>
                  </a:outerShdw>
                </a:effectLst>
                <a:ea typeface="楷体_GB2312" pitchFamily="49" charset="-122"/>
              </a:rPr>
              <a:t>stdio.h</a:t>
            </a:r>
            <a:r>
              <a:rPr lang="en-US" altLang="zh-CN" sz="2000" b="1" dirty="0">
                <a:effectLst>
                  <a:outerShdw blurRad="50800" dist="38100" dir="10800000" algn="r" rotWithShape="0">
                    <a:prstClr val="black">
                      <a:alpha val="40000"/>
                    </a:prstClr>
                  </a:outerShdw>
                </a:effectLst>
                <a:ea typeface="楷体_GB2312" pitchFamily="49" charset="-122"/>
              </a:rPr>
              <a:t>&gt;</a:t>
            </a:r>
          </a:p>
          <a:p>
            <a:pPr marL="457200" indent="-457200"/>
            <a:r>
              <a:rPr lang="en-US" altLang="zh-CN" sz="2000" b="1" dirty="0">
                <a:solidFill>
                  <a:srgbClr val="CC3300"/>
                </a:solidFill>
                <a:effectLst>
                  <a:outerShdw blurRad="50800" dist="38100" dir="10800000" algn="r" rotWithShape="0">
                    <a:prstClr val="black">
                      <a:alpha val="40000"/>
                    </a:prstClr>
                  </a:outerShdw>
                </a:effectLst>
                <a:ea typeface="楷体_GB2312" pitchFamily="49" charset="-122"/>
              </a:rPr>
              <a:t>  </a:t>
            </a:r>
            <a:r>
              <a:rPr lang="en-US" altLang="zh-CN" sz="2000" b="1" dirty="0" err="1">
                <a:solidFill>
                  <a:srgbClr val="CC3300"/>
                </a:solidFill>
                <a:effectLst>
                  <a:outerShdw blurRad="50800" dist="38100" dir="10800000" algn="r" rotWithShape="0">
                    <a:prstClr val="black">
                      <a:alpha val="40000"/>
                    </a:prstClr>
                  </a:outerShdw>
                </a:effectLst>
                <a:ea typeface="楷体_GB2312" pitchFamily="49" charset="-122"/>
              </a:rPr>
              <a:t>int</a:t>
            </a:r>
            <a:r>
              <a:rPr lang="en-US" altLang="zh-CN" sz="2000" b="1" dirty="0">
                <a:solidFill>
                  <a:srgbClr val="CC3300"/>
                </a:solidFill>
                <a:effectLst>
                  <a:outerShdw blurRad="50800" dist="38100" dir="10800000" algn="r" rotWithShape="0">
                    <a:prstClr val="black">
                      <a:alpha val="40000"/>
                    </a:prstClr>
                  </a:outerShdw>
                </a:effectLst>
                <a:ea typeface="楷体_GB2312" pitchFamily="49" charset="-122"/>
              </a:rPr>
              <a:t> main (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int</a:t>
            </a:r>
            <a:r>
              <a:rPr lang="en-US" altLang="zh-CN" sz="2000" b="1" dirty="0">
                <a:effectLst>
                  <a:outerShdw blurRad="50800" dist="38100" dir="10800000" algn="r" rotWithShape="0">
                    <a:prstClr val="black">
                      <a:alpha val="40000"/>
                    </a:prstClr>
                  </a:outerShdw>
                </a:effectLst>
                <a:ea typeface="楷体_GB2312" pitchFamily="49" charset="-122"/>
              </a:rPr>
              <a:t> year, leap = 0;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//leap=0</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：预置为非闰年</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("Please input the year: ");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提示输入年份</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scanf</a:t>
            </a:r>
            <a:r>
              <a:rPr lang="en-US" altLang="zh-CN" sz="2000" b="1" dirty="0">
                <a:effectLst>
                  <a:outerShdw blurRad="50800" dist="38100" dir="10800000" algn="r" rotWithShape="0">
                    <a:prstClr val="black">
                      <a:alpha val="40000"/>
                    </a:prstClr>
                  </a:outerShdw>
                </a:effectLst>
                <a:ea typeface="楷体_GB2312" pitchFamily="49" charset="-122"/>
              </a:rPr>
              <a:t> (“%d”, &amp;year);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输入年份</a:t>
            </a:r>
          </a:p>
          <a:p>
            <a:pPr marL="457200" indent="-457200"/>
            <a:endParaRPr lang="zh-CN" altLang="en-US" sz="2000" b="1" dirty="0">
              <a:solidFill>
                <a:schemeClr val="accent2"/>
              </a:solidFill>
              <a:effectLst>
                <a:outerShdw blurRad="50800" dist="38100" dir="10800000" algn="r" rotWithShape="0">
                  <a:prstClr val="black">
                    <a:alpha val="40000"/>
                  </a:prstClr>
                </a:outerShdw>
              </a:effectLst>
              <a:ea typeface="楷体_GB2312" pitchFamily="49" charset="-122"/>
            </a:endParaRP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if (year % 4 == 0)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如果被</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4</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整除  </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if (year % 100 != 0)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如果不被</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100</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整除</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leap = 1;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置为闰年</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if (year % 400 == 0)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如果被</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400</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整除</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leap = 1;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置为闰年</a:t>
            </a:r>
          </a:p>
          <a:p>
            <a:pPr marL="457200" indent="-457200"/>
            <a:endParaRPr lang="zh-CN" altLang="en-US" sz="2000" b="1" dirty="0">
              <a:solidFill>
                <a:schemeClr val="accent2"/>
              </a:solidFill>
              <a:effectLst>
                <a:outerShdw blurRad="50800" dist="38100" dir="10800000" algn="r" rotWithShape="0">
                  <a:prstClr val="black">
                    <a:alpha val="40000"/>
                  </a:prstClr>
                </a:outerShdw>
              </a:effectLst>
              <a:ea typeface="楷体_GB2312" pitchFamily="49" charset="-122"/>
            </a:endParaRP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输出结果</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if (leap)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如果是闰年</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(leap==1)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("%d is a leap year.\n", year);</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else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("%d is not a leap year.\n", year);</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return 0;</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p>
        </p:txBody>
      </p:sp>
      <p:sp>
        <p:nvSpPr>
          <p:cNvPr id="892935" name="Rectangle 7"/>
          <p:cNvSpPr>
            <a:spLocks noChangeArrowheads="1"/>
          </p:cNvSpPr>
          <p:nvPr/>
        </p:nvSpPr>
        <p:spPr bwMode="auto">
          <a:xfrm>
            <a:off x="8290107" y="5386430"/>
            <a:ext cx="3600400" cy="1015663"/>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FF33CC"/>
                </a:solidFill>
                <a:effectLst>
                  <a:outerShdw blurRad="38100" dist="38100" dir="2700000" algn="tl">
                    <a:srgbClr val="C0C0C0"/>
                  </a:outerShdw>
                </a:effectLst>
                <a:latin typeface="隶书" pitchFamily="49" charset="-122"/>
                <a:ea typeface="隶书" pitchFamily="49" charset="-122"/>
              </a:rPr>
              <a:t>运行结果：</a:t>
            </a:r>
          </a:p>
          <a:p>
            <a:r>
              <a:rPr lang="en-US" altLang="zh-CN" sz="2000" b="1" dirty="0">
                <a:effectLst>
                  <a:outerShdw blurRad="38100" dist="38100" dir="2700000" algn="tl">
                    <a:srgbClr val="C0C0C0"/>
                  </a:outerShdw>
                </a:effectLst>
              </a:rPr>
              <a:t>Please input the year: 2008</a:t>
            </a:r>
            <a:r>
              <a:rPr lang="en-US" altLang="zh-CN" sz="2000" b="1" dirty="0">
                <a:effectLst>
                  <a:outerShdw blurRad="38100" dist="38100" dir="2700000" algn="tl">
                    <a:srgbClr val="C0C0C0"/>
                  </a:outerShdw>
                </a:effectLst>
                <a:latin typeface="+mn-ea"/>
                <a:ea typeface="+mn-ea"/>
              </a:rPr>
              <a:t>↙</a:t>
            </a:r>
          </a:p>
          <a:p>
            <a:r>
              <a:rPr lang="en-US" altLang="zh-CN" sz="2000" b="1" dirty="0">
                <a:solidFill>
                  <a:srgbClr val="0033CC"/>
                </a:solidFill>
                <a:effectLst>
                  <a:outerShdw blurRad="38100" dist="38100" dir="2700000" algn="tl">
                    <a:srgbClr val="C0C0C0"/>
                  </a:outerShdw>
                </a:effectLst>
              </a:rPr>
              <a:t>2008 is a leap year.</a:t>
            </a:r>
          </a:p>
        </p:txBody>
      </p:sp>
      <p:sp>
        <p:nvSpPr>
          <p:cNvPr id="892938" name="Rectangle 10"/>
          <p:cNvSpPr>
            <a:spLocks noChangeArrowheads="1"/>
          </p:cNvSpPr>
          <p:nvPr/>
        </p:nvSpPr>
        <p:spPr bwMode="auto">
          <a:xfrm>
            <a:off x="816839" y="2349501"/>
            <a:ext cx="2663825" cy="1584325"/>
          </a:xfrm>
          <a:prstGeom prst="rect">
            <a:avLst/>
          </a:prstGeom>
          <a:no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892940" name="AutoShape 12"/>
          <p:cNvSpPr>
            <a:spLocks noChangeArrowheads="1"/>
          </p:cNvSpPr>
          <p:nvPr/>
        </p:nvSpPr>
        <p:spPr bwMode="auto">
          <a:xfrm>
            <a:off x="3697654" y="260351"/>
            <a:ext cx="1727200" cy="936625"/>
          </a:xfrm>
          <a:prstGeom prst="wedgeRoundRectCallout">
            <a:avLst>
              <a:gd name="adj1" fmla="val -86671"/>
              <a:gd name="adj2" fmla="val 192375"/>
              <a:gd name="adj3" fmla="val 16667"/>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判断是否为闰年</a:t>
            </a:r>
          </a:p>
        </p:txBody>
      </p:sp>
      <p:sp>
        <p:nvSpPr>
          <p:cNvPr id="892941" name="Rectangle 13" descr="新闻纸"/>
          <p:cNvSpPr>
            <a:spLocks noChangeArrowheads="1"/>
          </p:cNvSpPr>
          <p:nvPr/>
        </p:nvSpPr>
        <p:spPr bwMode="auto">
          <a:xfrm>
            <a:off x="4417331" y="3862523"/>
            <a:ext cx="7488238" cy="1409700"/>
          </a:xfrm>
          <a:prstGeom prst="rect">
            <a:avLst/>
          </a:prstGeom>
          <a:blipFill dpi="0" rotWithShape="1">
            <a:blip r:embed="rId7" cstate="print"/>
            <a:srcRect/>
            <a:tile tx="0" ty="0" sx="100000" sy="100000" flip="none" algn="tl"/>
          </a:blip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en-US" altLang="zh-CN" sz="2000" b="1" dirty="0">
                <a:solidFill>
                  <a:srgbClr val="CC3300"/>
                </a:solidFill>
                <a:effectLst>
                  <a:outerShdw blurRad="50800" dist="38100" dir="10800000" algn="r" rotWithShape="0">
                    <a:prstClr val="black">
                      <a:alpha val="40000"/>
                    </a:prstClr>
                  </a:outerShdw>
                </a:effectLst>
              </a:rPr>
              <a:t>if ( ( year % 4 == 0 &amp;&amp; year % 100 != 0 ) || ( year % 400 == 0 ) )</a:t>
            </a:r>
          </a:p>
          <a:p>
            <a:r>
              <a:rPr lang="en-US" altLang="zh-CN" sz="2000" b="1" dirty="0">
                <a:solidFill>
                  <a:srgbClr val="CC3300"/>
                </a:solidFill>
                <a:effectLst>
                  <a:outerShdw blurRad="50800" dist="38100" dir="10800000" algn="r" rotWithShape="0">
                    <a:prstClr val="black">
                      <a:alpha val="40000"/>
                    </a:prstClr>
                  </a:outerShdw>
                </a:effectLst>
              </a:rPr>
              <a:t>    leap = 1;</a:t>
            </a:r>
          </a:p>
          <a:p>
            <a:r>
              <a:rPr lang="zh-CN" altLang="en-US" b="1" dirty="0">
                <a:solidFill>
                  <a:srgbClr val="CC3300"/>
                </a:solidFill>
                <a:effectLst>
                  <a:outerShdw blurRad="50800" dist="38100" dir="10800000" algn="r" rotWithShape="0">
                    <a:prstClr val="black">
                      <a:alpha val="40000"/>
                    </a:prstClr>
                  </a:outerShdw>
                </a:effectLst>
                <a:ea typeface="隶书" pitchFamily="49" charset="-122"/>
              </a:rPr>
              <a:t>    </a:t>
            </a:r>
            <a:r>
              <a:rPr lang="zh-CN" altLang="en-US" b="1" dirty="0">
                <a:solidFill>
                  <a:srgbClr val="0000FF"/>
                </a:solidFill>
                <a:effectLst>
                  <a:outerShdw blurRad="50800" dist="38100" dir="10800000" algn="r" rotWithShape="0">
                    <a:prstClr val="black">
                      <a:alpha val="40000"/>
                    </a:prstClr>
                  </a:outerShdw>
                </a:effectLst>
                <a:ea typeface="隶书" pitchFamily="49" charset="-122"/>
              </a:rPr>
              <a:t> 或</a:t>
            </a:r>
          </a:p>
          <a:p>
            <a:r>
              <a:rPr lang="en-US" altLang="zh-CN" sz="2000" b="1" dirty="0" err="1">
                <a:solidFill>
                  <a:srgbClr val="CC3300"/>
                </a:solidFill>
                <a:effectLst>
                  <a:outerShdw blurRad="50800" dist="38100" dir="10800000" algn="r" rotWithShape="0">
                    <a:prstClr val="black">
                      <a:alpha val="40000"/>
                    </a:prstClr>
                  </a:outerShdw>
                </a:effectLst>
              </a:rPr>
              <a:t>leep</a:t>
            </a:r>
            <a:r>
              <a:rPr lang="en-US" altLang="zh-CN" sz="2000" b="1" dirty="0">
                <a:solidFill>
                  <a:srgbClr val="CC3300"/>
                </a:solidFill>
                <a:effectLst>
                  <a:outerShdw blurRad="50800" dist="38100" dir="10800000" algn="r" rotWithShape="0">
                    <a:prstClr val="black">
                      <a:alpha val="40000"/>
                    </a:prstClr>
                  </a:outerShdw>
                </a:effectLst>
              </a:rPr>
              <a:t> = ( year % 4 == 0 &amp;&amp; year % 100 != 0 ) || ( year % 400 == 0 );</a:t>
            </a:r>
          </a:p>
        </p:txBody>
      </p:sp>
      <p:sp>
        <p:nvSpPr>
          <p:cNvPr id="892942" name="AutoShape 14"/>
          <p:cNvSpPr>
            <a:spLocks noChangeArrowheads="1"/>
          </p:cNvSpPr>
          <p:nvPr/>
        </p:nvSpPr>
        <p:spPr bwMode="auto">
          <a:xfrm rot="18785480">
            <a:off x="4007542" y="2044583"/>
            <a:ext cx="1057495" cy="1901786"/>
          </a:xfrm>
          <a:prstGeom prst="curvedLeftArrow">
            <a:avLst>
              <a:gd name="adj1" fmla="val 25866"/>
              <a:gd name="adj2" fmla="val 42584"/>
              <a:gd name="adj3" fmla="val 26502"/>
            </a:avLst>
          </a:prstGeom>
          <a:solidFill>
            <a:srgbClr val="00FFFF"/>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grpSp>
        <p:nvGrpSpPr>
          <p:cNvPr id="892943" name="Group 15"/>
          <p:cNvGrpSpPr>
            <a:grpSpLocks/>
          </p:cNvGrpSpPr>
          <p:nvPr/>
        </p:nvGrpSpPr>
        <p:grpSpPr bwMode="auto">
          <a:xfrm>
            <a:off x="-10746" y="0"/>
            <a:ext cx="446088" cy="6858000"/>
            <a:chOff x="0" y="0"/>
            <a:chExt cx="281" cy="4320"/>
          </a:xfrm>
        </p:grpSpPr>
        <p:sp>
          <p:nvSpPr>
            <p:cNvPr id="892944" name="Text Box 1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92945" name="Text Box 1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92934"/>
                                        </p:tgtEl>
                                        <p:attrNameLst>
                                          <p:attrName>style.visibility</p:attrName>
                                        </p:attrNameLst>
                                      </p:cBhvr>
                                      <p:to>
                                        <p:strVal val="visible"/>
                                      </p:to>
                                    </p:set>
                                    <p:animEffect transition="in" filter="box(out)">
                                      <p:cBhvr>
                                        <p:cTn id="7" dur="500"/>
                                        <p:tgtEl>
                                          <p:spTgt spid="89293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92935"/>
                                        </p:tgtEl>
                                        <p:attrNameLst>
                                          <p:attrName>style.visibility</p:attrName>
                                        </p:attrNameLst>
                                      </p:cBhvr>
                                      <p:to>
                                        <p:strVal val="visible"/>
                                      </p:to>
                                    </p:set>
                                    <p:animEffect transition="in" filter="box(out)">
                                      <p:cBhvr>
                                        <p:cTn id="12" dur="500"/>
                                        <p:tgtEl>
                                          <p:spTgt spid="892935"/>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par>
                          <p:cTn id="13" fill="hold">
                            <p:stCondLst>
                              <p:cond delay="500"/>
                            </p:stCondLst>
                            <p:childTnLst>
                              <p:par>
                                <p:cTn id="14" presetID="18" presetClass="entr" presetSubtype="12" fill="hold" grpId="0" nodeType="afterEffect">
                                  <p:stCondLst>
                                    <p:cond delay="0"/>
                                  </p:stCondLst>
                                  <p:childTnLst>
                                    <p:set>
                                      <p:cBhvr>
                                        <p:cTn id="15" dur="1" fill="hold">
                                          <p:stCondLst>
                                            <p:cond delay="0"/>
                                          </p:stCondLst>
                                        </p:cTn>
                                        <p:tgtEl>
                                          <p:spTgt spid="892938"/>
                                        </p:tgtEl>
                                        <p:attrNameLst>
                                          <p:attrName>style.visibility</p:attrName>
                                        </p:attrNameLst>
                                      </p:cBhvr>
                                      <p:to>
                                        <p:strVal val="visible"/>
                                      </p:to>
                                    </p:set>
                                    <p:animEffect transition="in" filter="strips(downLeft)">
                                      <p:cBhvr>
                                        <p:cTn id="16" dur="500"/>
                                        <p:tgtEl>
                                          <p:spTgt spid="892938"/>
                                        </p:tgtEl>
                                      </p:cBhvr>
                                    </p:animEffect>
                                  </p:childTnLst>
                                </p:cTn>
                              </p:par>
                            </p:childTnLst>
                          </p:cTn>
                        </p:par>
                        <p:par>
                          <p:cTn id="17" fill="hold">
                            <p:stCondLst>
                              <p:cond delay="1000"/>
                            </p:stCondLst>
                            <p:childTnLst>
                              <p:par>
                                <p:cTn id="18" presetID="18" presetClass="entr" presetSubtype="6" fill="hold" grpId="0" nodeType="afterEffect">
                                  <p:stCondLst>
                                    <p:cond delay="0"/>
                                  </p:stCondLst>
                                  <p:childTnLst>
                                    <p:set>
                                      <p:cBhvr>
                                        <p:cTn id="19" dur="1" fill="hold">
                                          <p:stCondLst>
                                            <p:cond delay="0"/>
                                          </p:stCondLst>
                                        </p:cTn>
                                        <p:tgtEl>
                                          <p:spTgt spid="892940"/>
                                        </p:tgtEl>
                                        <p:attrNameLst>
                                          <p:attrName>style.visibility</p:attrName>
                                        </p:attrNameLst>
                                      </p:cBhvr>
                                      <p:to>
                                        <p:strVal val="visible"/>
                                      </p:to>
                                    </p:set>
                                    <p:animEffect transition="in" filter="strips(downRight)">
                                      <p:cBhvr>
                                        <p:cTn id="20" dur="500"/>
                                        <p:tgtEl>
                                          <p:spTgt spid="892940"/>
                                        </p:tgtEl>
                                      </p:cBhvr>
                                    </p:animEffect>
                                  </p:childTnLst>
                                  <p:subTnLst>
                                    <p:audio>
                                      <p:cMediaNode>
                                        <p:cTn display="0" masterRel="sameClick">
                                          <p:stCondLst>
                                            <p:cond evt="begin" delay="0">
                                              <p:tn val="18"/>
                                            </p:cond>
                                          </p:stCondLst>
                                          <p:endCondLst>
                                            <p:cond evt="onStopAudio" delay="0">
                                              <p:tgtEl>
                                                <p:sldTgt/>
                                              </p:tgtEl>
                                            </p:cond>
                                          </p:endCondLst>
                                        </p:cTn>
                                        <p:tgtEl>
                                          <p:sndTgt r:embed="rId5" name="laser.wav"/>
                                        </p:tgtEl>
                                      </p:cMediaNode>
                                    </p:audio>
                                  </p:subTnLst>
                                </p:cTn>
                              </p:par>
                            </p:childTnLst>
                          </p:cTn>
                        </p:par>
                      </p:childTnLst>
                    </p:cTn>
                  </p:par>
                  <p:par>
                    <p:cTn id="21" fill="hold">
                      <p:stCondLst>
                        <p:cond delay="indefinite"/>
                      </p:stCondLst>
                      <p:childTnLst>
                        <p:par>
                          <p:cTn id="22" fill="hold">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892942"/>
                                        </p:tgtEl>
                                        <p:attrNameLst>
                                          <p:attrName>style.visibility</p:attrName>
                                        </p:attrNameLst>
                                      </p:cBhvr>
                                      <p:to>
                                        <p:strVal val="visible"/>
                                      </p:to>
                                    </p:set>
                                    <p:animEffect transition="in" filter="strips(downRight)">
                                      <p:cBhvr>
                                        <p:cTn id="25" dur="500"/>
                                        <p:tgtEl>
                                          <p:spTgt spid="892942"/>
                                        </p:tgtEl>
                                      </p:cBhvr>
                                    </p:animEffect>
                                  </p:childTnLst>
                                  <p:subTnLst>
                                    <p:audio>
                                      <p:cMediaNode>
                                        <p:cTn display="0" masterRel="sameClick">
                                          <p:stCondLst>
                                            <p:cond evt="begin" delay="0">
                                              <p:tn val="23"/>
                                            </p:cond>
                                          </p:stCondLst>
                                          <p:endCondLst>
                                            <p:cond evt="onStopAudio" delay="0">
                                              <p:tgtEl>
                                                <p:sldTgt/>
                                              </p:tgtEl>
                                            </p:cond>
                                          </p:endCondLst>
                                        </p:cTn>
                                        <p:tgtEl>
                                          <p:sndTgt r:embed="rId4" name="chimes.wav"/>
                                        </p:tgtEl>
                                      </p:cMediaNode>
                                    </p:audio>
                                  </p:subTnLst>
                                </p:cTn>
                              </p:par>
                            </p:childTnLst>
                          </p:cTn>
                        </p:par>
                        <p:par>
                          <p:cTn id="26" fill="hold">
                            <p:stCondLst>
                              <p:cond delay="500"/>
                            </p:stCondLst>
                            <p:childTnLst>
                              <p:par>
                                <p:cTn id="27" presetID="4" presetClass="entr" presetSubtype="32" fill="hold" grpId="0" nodeType="afterEffect">
                                  <p:stCondLst>
                                    <p:cond delay="0"/>
                                  </p:stCondLst>
                                  <p:childTnLst>
                                    <p:set>
                                      <p:cBhvr>
                                        <p:cTn id="28" dur="1" fill="hold">
                                          <p:stCondLst>
                                            <p:cond delay="0"/>
                                          </p:stCondLst>
                                        </p:cTn>
                                        <p:tgtEl>
                                          <p:spTgt spid="892941"/>
                                        </p:tgtEl>
                                        <p:attrNameLst>
                                          <p:attrName>style.visibility</p:attrName>
                                        </p:attrNameLst>
                                      </p:cBhvr>
                                      <p:to>
                                        <p:strVal val="visible"/>
                                      </p:to>
                                    </p:set>
                                    <p:animEffect transition="in" filter="box(out)">
                                      <p:cBhvr>
                                        <p:cTn id="29" dur="500"/>
                                        <p:tgtEl>
                                          <p:spTgt spid="892941"/>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934" grpId="0" animBg="1" autoUpdateAnimBg="0"/>
      <p:bldP spid="892935" grpId="0" animBg="1"/>
      <p:bldP spid="892938" grpId="0" animBg="1"/>
      <p:bldP spid="892940" grpId="0" animBg="1"/>
      <p:bldP spid="892941" grpId="0" animBg="1"/>
      <p:bldP spid="89294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94982" name="Rectangle 6"/>
          <p:cNvSpPr>
            <a:spLocks noChangeArrowheads="1"/>
          </p:cNvSpPr>
          <p:nvPr/>
        </p:nvSpPr>
        <p:spPr bwMode="auto">
          <a:xfrm>
            <a:off x="602070" y="373580"/>
            <a:ext cx="11110553" cy="830997"/>
          </a:xfrm>
          <a:prstGeom prst="rect">
            <a:avLst/>
          </a:prstGeom>
          <a:noFill/>
          <a:ln w="9525">
            <a:noFill/>
            <a:miter lim="800000"/>
            <a:headEnd/>
            <a:tailEnd/>
          </a:ln>
          <a:effectLst/>
        </p:spPr>
        <p:txBody>
          <a:bodyPr wrap="square" anchor="ctr">
            <a:spAutoFit/>
          </a:bodyPr>
          <a:lstStyle/>
          <a:p>
            <a:pPr>
              <a:tabLst>
                <a:tab pos="1049338" algn="l"/>
              </a:tabLst>
            </a:pP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   【</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例</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3】</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编写一程序，从键盘上输入任意两个数和一个运算符（</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：加，</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：减，*：乘，</a:t>
            </a:r>
            <a:r>
              <a:rPr lang="en-US" altLang="zh-CN" b="1" dirty="0">
                <a:solidFill>
                  <a:srgbClr val="FF33CC"/>
                </a:solidFill>
                <a:effectLst>
                  <a:outerShdw blurRad="38100" dist="38100" dir="2700000" algn="tl">
                    <a:srgbClr val="000000"/>
                  </a:outerShdw>
                </a:effectLst>
                <a:latin typeface="隶书" pitchFamily="49" charset="-122"/>
                <a:ea typeface="隶书" pitchFamily="49" charset="-122"/>
              </a:rPr>
              <a:t>/</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：除），计算其运算的结果并输出</a:t>
            </a:r>
            <a:r>
              <a:rPr lang="zh-CN" altLang="en-US" dirty="0">
                <a:solidFill>
                  <a:srgbClr val="FF33CC"/>
                </a:solidFill>
                <a:latin typeface="隶书" pitchFamily="49" charset="-122"/>
                <a:ea typeface="隶书" pitchFamily="49" charset="-122"/>
              </a:rPr>
              <a:t> </a:t>
            </a: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 </a:t>
            </a:r>
          </a:p>
        </p:txBody>
      </p:sp>
      <p:sp>
        <p:nvSpPr>
          <p:cNvPr id="894983" name="Rectangle 7"/>
          <p:cNvSpPr>
            <a:spLocks noChangeArrowheads="1"/>
          </p:cNvSpPr>
          <p:nvPr/>
        </p:nvSpPr>
        <p:spPr bwMode="auto">
          <a:xfrm>
            <a:off x="982935" y="1418000"/>
            <a:ext cx="10729688" cy="1938992"/>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tabLst>
                <a:tab pos="457200" algn="l"/>
              </a:tabLst>
            </a:pPr>
            <a:r>
              <a:rPr lang="zh-CN" altLang="en-US" b="1" u="sng" dirty="0">
                <a:solidFill>
                  <a:srgbClr val="FF33CC"/>
                </a:solidFill>
                <a:effectLst>
                  <a:outerShdw blurRad="38100" dist="38100" dir="2700000" algn="tl">
                    <a:srgbClr val="000000"/>
                  </a:outerShdw>
                </a:effectLst>
                <a:latin typeface="隶书" pitchFamily="49" charset="-122"/>
                <a:ea typeface="隶书" pitchFamily="49" charset="-122"/>
              </a:rPr>
              <a:t>程序应该这样来设计：</a:t>
            </a:r>
          </a:p>
          <a:p>
            <a:pPr>
              <a:tabLst>
                <a:tab pos="457200" algn="l"/>
              </a:tabLst>
            </a:pPr>
            <a:r>
              <a:rPr lang="zh-CN" altLang="en-US" b="1" dirty="0">
                <a:solidFill>
                  <a:srgbClr val="FF33CC"/>
                </a:solidFill>
                <a:effectLst>
                  <a:outerShdw blurRad="38100" dist="38100" dir="2700000" algn="tl">
                    <a:srgbClr val="000000"/>
                  </a:outerShdw>
                </a:effectLst>
                <a:latin typeface="隶书" pitchFamily="49" charset="-122"/>
                <a:ea typeface="隶书" pitchFamily="49" charset="-122"/>
              </a:rPr>
              <a:t>    </a:t>
            </a:r>
            <a:r>
              <a:rPr lang="zh-CN" altLang="en-US" b="1" dirty="0">
                <a:effectLst>
                  <a:outerShdw blurRad="38100" dist="38100" dir="2700000" algn="tl">
                    <a:srgbClr val="FFFFFF"/>
                  </a:outerShdw>
                </a:effectLst>
                <a:latin typeface="楷体" pitchFamily="49" charset="-122"/>
                <a:ea typeface="楷体" pitchFamily="49" charset="-122"/>
              </a:rPr>
              <a:t>首先输入两个数和一个运算符号，然后根据运算符号来做相应的运算，但是在做除法运算时，应判别除数是否为</a:t>
            </a:r>
            <a:r>
              <a:rPr lang="en-US" altLang="zh-CN" b="1" dirty="0">
                <a:effectLst>
                  <a:outerShdw blurRad="38100" dist="38100" dir="2700000" algn="tl">
                    <a:srgbClr val="FFFFFF"/>
                  </a:outerShdw>
                </a:effectLst>
                <a:latin typeface="楷体" pitchFamily="49" charset="-122"/>
                <a:ea typeface="楷体" pitchFamily="49" charset="-122"/>
              </a:rPr>
              <a:t>0</a:t>
            </a:r>
            <a:r>
              <a:rPr lang="zh-CN" altLang="en-US" b="1" dirty="0">
                <a:effectLst>
                  <a:outerShdw blurRad="38100" dist="38100" dir="2700000" algn="tl">
                    <a:srgbClr val="FFFFFF"/>
                  </a:outerShdw>
                </a:effectLst>
                <a:latin typeface="楷体" pitchFamily="49" charset="-122"/>
                <a:ea typeface="楷体" pitchFamily="49" charset="-122"/>
              </a:rPr>
              <a:t>，如果为</a:t>
            </a:r>
            <a:r>
              <a:rPr lang="en-US" altLang="zh-CN" b="1" dirty="0">
                <a:effectLst>
                  <a:outerShdw blurRad="38100" dist="38100" dir="2700000" algn="tl">
                    <a:srgbClr val="FFFFFF"/>
                  </a:outerShdw>
                </a:effectLst>
                <a:latin typeface="楷体" pitchFamily="49" charset="-122"/>
                <a:ea typeface="楷体" pitchFamily="49" charset="-122"/>
              </a:rPr>
              <a:t>0</a:t>
            </a:r>
            <a:r>
              <a:rPr lang="zh-CN" altLang="en-US" b="1" dirty="0">
                <a:effectLst>
                  <a:outerShdw blurRad="38100" dist="38100" dir="2700000" algn="tl">
                    <a:srgbClr val="FFFFFF"/>
                  </a:outerShdw>
                </a:effectLst>
                <a:latin typeface="楷体" pitchFamily="49" charset="-122"/>
                <a:ea typeface="楷体" pitchFamily="49" charset="-122"/>
              </a:rPr>
              <a:t>，运算非法，给出提示信息。如果运算符号不是</a:t>
            </a:r>
            <a:r>
              <a:rPr lang="en-US" altLang="zh-CN" b="1" dirty="0">
                <a:effectLst>
                  <a:outerShdw blurRad="38100" dist="38100" dir="2700000" algn="tl">
                    <a:srgbClr val="FFFFFF"/>
                  </a:outerShdw>
                </a:effectLst>
                <a:latin typeface="楷体" pitchFamily="49" charset="-122"/>
                <a:ea typeface="楷体" pitchFamily="49" charset="-122"/>
              </a:rPr>
              <a:t>+</a:t>
            </a:r>
            <a:r>
              <a:rPr lang="zh-CN" altLang="en-US" b="1" dirty="0">
                <a:effectLst>
                  <a:outerShdw blurRad="38100" dist="38100" dir="2700000" algn="tl">
                    <a:srgbClr val="FFFFFF"/>
                  </a:outerShdw>
                </a:effectLst>
                <a:latin typeface="楷体" pitchFamily="49" charset="-122"/>
                <a:ea typeface="楷体" pitchFamily="49" charset="-122"/>
              </a:rPr>
              <a:t>、</a:t>
            </a:r>
            <a:r>
              <a:rPr lang="en-US" altLang="zh-CN" b="1" dirty="0">
                <a:effectLst>
                  <a:outerShdw blurRad="38100" dist="38100" dir="2700000" algn="tl">
                    <a:srgbClr val="FFFFFF"/>
                  </a:outerShdw>
                </a:effectLst>
                <a:latin typeface="楷体" pitchFamily="49" charset="-122"/>
                <a:ea typeface="楷体" pitchFamily="49" charset="-122"/>
              </a:rPr>
              <a:t>-</a:t>
            </a:r>
            <a:r>
              <a:rPr lang="zh-CN" altLang="en-US" b="1" dirty="0">
                <a:effectLst>
                  <a:outerShdw blurRad="38100" dist="38100" dir="2700000" algn="tl">
                    <a:srgbClr val="FFFFFF"/>
                  </a:outerShdw>
                </a:effectLst>
                <a:latin typeface="楷体" pitchFamily="49" charset="-122"/>
                <a:ea typeface="楷体" pitchFamily="49" charset="-122"/>
              </a:rPr>
              <a:t>、*、</a:t>
            </a:r>
            <a:r>
              <a:rPr lang="en-US" altLang="zh-CN" b="1" dirty="0">
                <a:effectLst>
                  <a:outerShdw blurRad="38100" dist="38100" dir="2700000" algn="tl">
                    <a:srgbClr val="FFFFFF"/>
                  </a:outerShdw>
                </a:effectLst>
                <a:latin typeface="楷体" pitchFamily="49" charset="-122"/>
                <a:ea typeface="楷体" pitchFamily="49" charset="-122"/>
              </a:rPr>
              <a:t>/</a:t>
            </a:r>
            <a:r>
              <a:rPr lang="zh-CN" altLang="en-US" b="1" dirty="0">
                <a:effectLst>
                  <a:outerShdw blurRad="38100" dist="38100" dir="2700000" algn="tl">
                    <a:srgbClr val="FFFFFF"/>
                  </a:outerShdw>
                </a:effectLst>
                <a:latin typeface="楷体" pitchFamily="49" charset="-122"/>
                <a:ea typeface="楷体" pitchFamily="49" charset="-122"/>
              </a:rPr>
              <a:t>则同样是非法的，也应给出提示信息。其它情况，输出运算的结果。</a:t>
            </a:r>
          </a:p>
        </p:txBody>
      </p:sp>
      <p:grpSp>
        <p:nvGrpSpPr>
          <p:cNvPr id="894984" name="Group 8"/>
          <p:cNvGrpSpPr>
            <a:grpSpLocks/>
          </p:cNvGrpSpPr>
          <p:nvPr/>
        </p:nvGrpSpPr>
        <p:grpSpPr bwMode="auto">
          <a:xfrm>
            <a:off x="-9117" y="0"/>
            <a:ext cx="446088" cy="6858000"/>
            <a:chOff x="0" y="0"/>
            <a:chExt cx="281" cy="4320"/>
          </a:xfrm>
        </p:grpSpPr>
        <p:sp>
          <p:nvSpPr>
            <p:cNvPr id="894985" name="Text Box 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94986" name="Text Box 1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94983"/>
                                        </p:tgtEl>
                                        <p:attrNameLst>
                                          <p:attrName>style.visibility</p:attrName>
                                        </p:attrNameLst>
                                      </p:cBhvr>
                                      <p:to>
                                        <p:strVal val="visible"/>
                                      </p:to>
                                    </p:set>
                                    <p:animEffect transition="in" filter="box(out)">
                                      <p:cBhvr>
                                        <p:cTn id="7" dur="500"/>
                                        <p:tgtEl>
                                          <p:spTgt spid="89498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498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97030" name="Text Box 6" descr="信纸"/>
          <p:cNvSpPr txBox="1">
            <a:spLocks noChangeArrowheads="1"/>
          </p:cNvSpPr>
          <p:nvPr/>
        </p:nvSpPr>
        <p:spPr bwMode="auto">
          <a:xfrm>
            <a:off x="695400" y="246633"/>
            <a:ext cx="6848475" cy="3787833"/>
          </a:xfrm>
          <a:prstGeom prst="rect">
            <a:avLst/>
          </a:prstGeom>
          <a:blipFill dpi="0" rotWithShape="0">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#include &lt;</a:t>
            </a:r>
            <a:r>
              <a:rPr lang="en-US" altLang="zh-CN" sz="2000" b="1" dirty="0" err="1">
                <a:effectLst>
                  <a:outerShdw blurRad="50800" dist="38100" dir="10800000" algn="r" rotWithShape="0">
                    <a:prstClr val="black">
                      <a:alpha val="40000"/>
                    </a:prstClr>
                  </a:outerShdw>
                </a:effectLst>
                <a:ea typeface="楷体_GB2312" pitchFamily="49" charset="-122"/>
              </a:rPr>
              <a:t>stdio.h</a:t>
            </a:r>
            <a:r>
              <a:rPr lang="en-US" altLang="zh-CN" sz="2000" b="1" dirty="0">
                <a:effectLst>
                  <a:outerShdw blurRad="50800" dist="38100" dir="10800000" algn="r" rotWithShape="0">
                    <a:prstClr val="black">
                      <a:alpha val="40000"/>
                    </a:prstClr>
                  </a:outerShdw>
                </a:effectLst>
                <a:ea typeface="楷体_GB2312" pitchFamily="49" charset="-122"/>
              </a:rPr>
              <a:t>&gt;</a:t>
            </a:r>
          </a:p>
          <a:p>
            <a:pPr marL="457200" indent="-457200"/>
            <a:r>
              <a:rPr lang="en-US" altLang="zh-CN" sz="2000" b="1" dirty="0">
                <a:solidFill>
                  <a:srgbClr val="CC3300"/>
                </a:solidFill>
                <a:effectLst>
                  <a:outerShdw blurRad="50800" dist="38100" dir="10800000" algn="r" rotWithShape="0">
                    <a:prstClr val="black">
                      <a:alpha val="40000"/>
                    </a:prstClr>
                  </a:outerShdw>
                </a:effectLst>
                <a:ea typeface="楷体_GB2312" pitchFamily="49" charset="-122"/>
              </a:rPr>
              <a:t>  </a:t>
            </a:r>
            <a:r>
              <a:rPr lang="en-US" altLang="zh-CN" sz="2000" b="1" dirty="0" err="1">
                <a:solidFill>
                  <a:srgbClr val="CC3300"/>
                </a:solidFill>
                <a:effectLst>
                  <a:outerShdw blurRad="50800" dist="38100" dir="10800000" algn="r" rotWithShape="0">
                    <a:prstClr val="black">
                      <a:alpha val="40000"/>
                    </a:prstClr>
                  </a:outerShdw>
                </a:effectLst>
                <a:ea typeface="楷体_GB2312" pitchFamily="49" charset="-122"/>
              </a:rPr>
              <a:t>int</a:t>
            </a:r>
            <a:r>
              <a:rPr lang="en-US" altLang="zh-CN" sz="2000" b="1" dirty="0">
                <a:solidFill>
                  <a:srgbClr val="CC3300"/>
                </a:solidFill>
                <a:effectLst>
                  <a:outerShdw blurRad="50800" dist="38100" dir="10800000" algn="r" rotWithShape="0">
                    <a:prstClr val="black">
                      <a:alpha val="40000"/>
                    </a:prstClr>
                  </a:outerShdw>
                </a:effectLst>
                <a:ea typeface="楷体_GB2312" pitchFamily="49" charset="-122"/>
              </a:rPr>
              <a:t> main (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float a, b;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存放两个数的变量</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int</a:t>
            </a:r>
            <a:r>
              <a:rPr lang="en-US" altLang="zh-CN" sz="2000" b="1" dirty="0">
                <a:effectLst>
                  <a:outerShdw blurRad="50800" dist="38100" dir="10800000" algn="r" rotWithShape="0">
                    <a:prstClr val="black">
                      <a:alpha val="40000"/>
                    </a:prstClr>
                  </a:outerShdw>
                </a:effectLst>
                <a:ea typeface="楷体_GB2312" pitchFamily="49" charset="-122"/>
              </a:rPr>
              <a:t> tag = 0;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运算合法的标志，</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0--</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合法，</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1--</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非法</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char </a:t>
            </a:r>
            <a:r>
              <a:rPr lang="en-US" altLang="zh-CN" sz="2000" b="1" dirty="0" err="1">
                <a:effectLst>
                  <a:outerShdw blurRad="50800" dist="38100" dir="10800000" algn="r" rotWithShape="0">
                    <a:prstClr val="black">
                      <a:alpha val="40000"/>
                    </a:prstClr>
                  </a:outerShdw>
                </a:effectLst>
                <a:ea typeface="楷体_GB2312" pitchFamily="49" charset="-122"/>
              </a:rPr>
              <a:t>ch</a:t>
            </a:r>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运算符变量</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float result;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运算结果变量</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("input two number: ");     </a:t>
            </a:r>
            <a:r>
              <a:rPr lang="en-US" altLang="zh-CN" sz="2000" b="1" dirty="0">
                <a:solidFill>
                  <a:schemeClr val="accent2"/>
                </a:solidFill>
                <a:effectLst>
                  <a:outerShdw blurRad="50800" dist="38100" dir="10800000" algn="r" rotWithShape="0">
                    <a:prstClr val="black">
                      <a:alpha val="40000"/>
                    </a:prstClr>
                  </a:outerShdw>
                </a:effectLst>
                <a:ea typeface="楷体_GB2312"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提示输入两个数</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scanf</a:t>
            </a:r>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f%f</a:t>
            </a:r>
            <a:r>
              <a:rPr lang="en-US" altLang="zh-CN" sz="2000" b="1" dirty="0">
                <a:effectLst>
                  <a:outerShdw blurRad="50800" dist="38100" dir="10800000" algn="r" rotWithShape="0">
                    <a:prstClr val="black">
                      <a:alpha val="40000"/>
                    </a:prstClr>
                  </a:outerShdw>
                </a:effectLst>
                <a:ea typeface="楷体_GB2312" pitchFamily="49" charset="-122"/>
              </a:rPr>
              <a:t>", &amp;a, &amp;b);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输入两个数</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fflush</a:t>
            </a:r>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stdin</a:t>
            </a:r>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a:solidFill>
                  <a:schemeClr val="accent2"/>
                </a:solidFill>
                <a:effectLst>
                  <a:outerShdw blurRad="50800" dist="38100" dir="10800000" algn="r" rotWithShape="0">
                    <a:prstClr val="black">
                      <a:alpha val="40000"/>
                    </a:prstClr>
                  </a:outerShdw>
                </a:effectLst>
                <a:ea typeface="楷体_GB2312"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清键盘缓冲区</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("input arithmetic </a:t>
            </a:r>
            <a:r>
              <a:rPr lang="en-US" altLang="zh-CN" sz="2000" b="1" dirty="0" err="1">
                <a:effectLst>
                  <a:outerShdw blurRad="50800" dist="38100" dir="10800000" algn="r" rotWithShape="0">
                    <a:prstClr val="black">
                      <a:alpha val="40000"/>
                    </a:prstClr>
                  </a:outerShdw>
                </a:effectLst>
                <a:ea typeface="楷体_GB2312" pitchFamily="49" charset="-122"/>
              </a:rPr>
              <a:t>lable</a:t>
            </a:r>
            <a:r>
              <a:rPr lang="en-US" altLang="zh-CN" sz="2000" b="1" dirty="0">
                <a:effectLst>
                  <a:outerShdw blurRad="50800" dist="38100" dir="10800000" algn="r" rotWithShape="0">
                    <a:prstClr val="black">
                      <a:alpha val="40000"/>
                    </a:prstClr>
                  </a:outerShdw>
                </a:effectLst>
                <a:ea typeface="楷体_GB2312" pitchFamily="49" charset="-122"/>
              </a:rPr>
              <a:t>(+ - * /): ");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提示输入运算符</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scanf</a:t>
            </a:r>
            <a:r>
              <a:rPr lang="en-US" altLang="zh-CN" sz="2000" b="1" dirty="0">
                <a:effectLst>
                  <a:outerShdw blurRad="50800" dist="38100" dir="10800000" algn="r" rotWithShape="0">
                    <a:prstClr val="black">
                      <a:alpha val="40000"/>
                    </a:prstClr>
                  </a:outerShdw>
                </a:effectLst>
                <a:ea typeface="楷体_GB2312" pitchFamily="49" charset="-122"/>
              </a:rPr>
              <a:t> ("%c", &amp;</a:t>
            </a:r>
            <a:r>
              <a:rPr lang="en-US" altLang="zh-CN" sz="2000" b="1" dirty="0" err="1">
                <a:effectLst>
                  <a:outerShdw blurRad="50800" dist="38100" dir="10800000" algn="r" rotWithShape="0">
                    <a:prstClr val="black">
                      <a:alpha val="40000"/>
                    </a:prstClr>
                  </a:outerShdw>
                </a:effectLst>
                <a:ea typeface="楷体_GB2312" pitchFamily="49" charset="-122"/>
              </a:rPr>
              <a:t>ch</a:t>
            </a:r>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输入运算符</a:t>
            </a:r>
          </a:p>
        </p:txBody>
      </p:sp>
      <p:sp>
        <p:nvSpPr>
          <p:cNvPr id="897036" name="Text Box 12" descr="信纸"/>
          <p:cNvSpPr txBox="1">
            <a:spLocks noChangeArrowheads="1"/>
          </p:cNvSpPr>
          <p:nvPr/>
        </p:nvSpPr>
        <p:spPr bwMode="auto">
          <a:xfrm>
            <a:off x="4863827" y="491323"/>
            <a:ext cx="6992813" cy="6250045"/>
          </a:xfrm>
          <a:prstGeom prst="rect">
            <a:avLst/>
          </a:prstGeom>
          <a:blipFill dpi="0" rotWithShape="0">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switch ( </a:t>
            </a:r>
            <a:r>
              <a:rPr lang="en-US" altLang="zh-CN" sz="2000" b="1" dirty="0" err="1">
                <a:effectLst>
                  <a:outerShdw blurRad="50800" dist="38100" dir="10800000" algn="r" rotWithShape="0">
                    <a:prstClr val="black">
                      <a:alpha val="40000"/>
                    </a:prstClr>
                  </a:outerShdw>
                </a:effectLst>
                <a:ea typeface="楷体_GB2312" pitchFamily="49" charset="-122"/>
              </a:rPr>
              <a:t>ch</a:t>
            </a:r>
            <a:r>
              <a:rPr lang="en-US" altLang="zh-CN" sz="2000" b="1" dirty="0">
                <a:effectLst>
                  <a:outerShdw blurRad="50800" dist="38100" dir="10800000" algn="r" rotWithShape="0">
                    <a:prstClr val="black">
                      <a:alpha val="40000"/>
                    </a:prstClr>
                  </a:outerShdw>
                </a:effectLst>
                <a:ea typeface="楷体_GB2312" pitchFamily="49" charset="-122"/>
              </a:rPr>
              <a:t> )  </a:t>
            </a:r>
            <a:r>
              <a:rPr lang="en-US" altLang="zh-CN" sz="2000" b="1" dirty="0">
                <a:solidFill>
                  <a:schemeClr val="accent2"/>
                </a:solidFill>
                <a:effectLst>
                  <a:outerShdw blurRad="50800" dist="38100" dir="10800000" algn="r" rotWithShape="0">
                    <a:prstClr val="black">
                      <a:alpha val="40000"/>
                    </a:prstClr>
                  </a:outerShdw>
                </a:effectLst>
                <a:ea typeface="楷体_GB2312"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根据运算符来进行相关的运算</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case  '+':  result = a + b;   break;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加法运算</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case  '-':   result = a - b;    break;   </a:t>
            </a:r>
            <a:r>
              <a:rPr lang="en-US" altLang="zh-CN" sz="2000" b="1" dirty="0">
                <a:solidFill>
                  <a:schemeClr val="accent2"/>
                </a:solidFill>
                <a:effectLst>
                  <a:outerShdw blurRad="50800" dist="38100" dir="10800000" algn="r" rotWithShape="0">
                    <a:prstClr val="black">
                      <a:alpha val="40000"/>
                    </a:prstClr>
                  </a:outerShdw>
                </a:effectLst>
                <a:ea typeface="楷体_GB2312"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减法运算</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case  '*':  result = a * b;    break;   </a:t>
            </a:r>
            <a:r>
              <a:rPr lang="en-US" altLang="zh-CN" sz="2000" b="1" dirty="0">
                <a:solidFill>
                  <a:schemeClr val="accent2"/>
                </a:solidFill>
                <a:effectLst>
                  <a:outerShdw blurRad="50800" dist="38100" dir="10800000" algn="r" rotWithShape="0">
                    <a:prstClr val="black">
                      <a:alpha val="40000"/>
                    </a:prstClr>
                  </a:outerShdw>
                </a:effectLst>
                <a:ea typeface="楷体_GB2312"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乘法运算</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case  '/':   if (!b)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除法运算，判除数是否为</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0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("divisor is zero!\n");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显示除数为</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0 </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tag = 1;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置运算非法标志</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else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除数非</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0</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result = a / b;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计算商</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break;</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default: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("illegal arithmetic </a:t>
            </a:r>
            <a:r>
              <a:rPr lang="en-US" altLang="zh-CN" sz="2000" b="1" dirty="0" err="1">
                <a:effectLst>
                  <a:outerShdw blurRad="50800" dist="38100" dir="10800000" algn="r" rotWithShape="0">
                    <a:prstClr val="black">
                      <a:alpha val="40000"/>
                    </a:prstClr>
                  </a:outerShdw>
                </a:effectLst>
                <a:ea typeface="楷体_GB2312" pitchFamily="49" charset="-122"/>
              </a:rPr>
              <a:t>lable</a:t>
            </a:r>
            <a:r>
              <a:rPr lang="en-US" altLang="zh-CN" sz="2000" b="1" dirty="0">
                <a:effectLst>
                  <a:outerShdw blurRad="50800" dist="38100" dir="10800000" algn="r" rotWithShape="0">
                    <a:prstClr val="black">
                      <a:alpha val="40000"/>
                    </a:prstClr>
                  </a:outerShdw>
                </a:effectLst>
                <a:ea typeface="楷体_GB2312" pitchFamily="49" charset="-122"/>
              </a:rPr>
              <a:t>\n");  </a:t>
            </a:r>
            <a:r>
              <a:rPr lang="en-US" altLang="zh-CN" sz="2000" b="1" dirty="0">
                <a:solidFill>
                  <a:schemeClr val="accent2"/>
                </a:solidFill>
                <a:effectLst>
                  <a:outerShdw blurRad="50800" dist="38100" dir="10800000" algn="r" rotWithShape="0">
                    <a:prstClr val="black">
                      <a:alpha val="40000"/>
                    </a:prstClr>
                  </a:outerShdw>
                </a:effectLst>
                <a:ea typeface="楷体_GB2312"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非法的运算符</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tag = 1;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置运算非法标志</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a:effectLst>
                  <a:outerShdw blurRad="50800" dist="38100" dir="10800000" algn="r" rotWithShape="0">
                    <a:prstClr val="black">
                      <a:alpha val="40000"/>
                    </a:prstClr>
                  </a:outerShdw>
                </a:effectLst>
                <a:ea typeface="楷体_GB2312" pitchFamily="49" charset="-122"/>
              </a:rPr>
              <a:t>}</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if (!tag)    </a:t>
            </a:r>
            <a:r>
              <a:rPr lang="en-US" altLang="zh-CN" sz="1800" b="1" dirty="0">
                <a:solidFill>
                  <a:schemeClr val="accent2"/>
                </a:solidFill>
                <a:effectLst>
                  <a:outerShdw blurRad="50800" dist="38100" dir="10800000" algn="r" rotWithShape="0">
                    <a:prstClr val="black">
                      <a:alpha val="40000"/>
                    </a:prstClr>
                  </a:outerShdw>
                </a:effectLst>
                <a:latin typeface="+mn-lt"/>
                <a:ea typeface="楷体" pitchFamily="49" charset="-122"/>
              </a:rPr>
              <a:t>//</a:t>
            </a:r>
            <a:r>
              <a:rPr lang="zh-CN" altLang="en-US" sz="1800" b="1" dirty="0">
                <a:solidFill>
                  <a:schemeClr val="accent2"/>
                </a:solidFill>
                <a:effectLst>
                  <a:outerShdw blurRad="50800" dist="38100" dir="10800000" algn="r" rotWithShape="0">
                    <a:prstClr val="black">
                      <a:alpha val="40000"/>
                    </a:prstClr>
                  </a:outerShdw>
                </a:effectLst>
                <a:latin typeface="+mn-lt"/>
                <a:ea typeface="楷体" pitchFamily="49" charset="-122"/>
              </a:rPr>
              <a:t>运算合法，显示运算结果</a:t>
            </a:r>
          </a:p>
          <a:p>
            <a:pPr marL="457200" indent="-457200"/>
            <a:r>
              <a:rPr lang="zh-CN" altLang="en-US" sz="2000" b="1" dirty="0">
                <a:effectLst>
                  <a:outerShdw blurRad="50800" dist="38100" dir="10800000" algn="r" rotWithShape="0">
                    <a:prstClr val="black">
                      <a:alpha val="40000"/>
                    </a:prstClr>
                  </a:outerShdw>
                </a:effectLst>
                <a:ea typeface="楷体_GB2312" pitchFamily="49" charset="-122"/>
              </a:rPr>
              <a:t>        </a:t>
            </a:r>
            <a:r>
              <a:rPr lang="en-US" altLang="zh-CN" sz="2000" b="1" dirty="0" err="1">
                <a:effectLst>
                  <a:outerShdw blurRad="50800" dist="38100" dir="10800000" algn="r" rotWithShape="0">
                    <a:prstClr val="black">
                      <a:alpha val="40000"/>
                    </a:prstClr>
                  </a:outerShdw>
                </a:effectLst>
                <a:ea typeface="楷体_GB2312" pitchFamily="49" charset="-122"/>
              </a:rPr>
              <a:t>printf</a:t>
            </a:r>
            <a:r>
              <a:rPr lang="en-US" altLang="zh-CN" sz="2000" b="1" dirty="0">
                <a:effectLst>
                  <a:outerShdw blurRad="50800" dist="38100" dir="10800000" algn="r" rotWithShape="0">
                    <a:prstClr val="black">
                      <a:alpha val="40000"/>
                    </a:prstClr>
                  </a:outerShdw>
                </a:effectLst>
                <a:ea typeface="楷体_GB2312" pitchFamily="49" charset="-122"/>
              </a:rPr>
              <a:t> ("%.2f %c %.2f = %.2f\n", a, </a:t>
            </a:r>
            <a:r>
              <a:rPr lang="en-US" altLang="zh-CN" sz="2000" b="1" dirty="0" err="1">
                <a:effectLst>
                  <a:outerShdw blurRad="50800" dist="38100" dir="10800000" algn="r" rotWithShape="0">
                    <a:prstClr val="black">
                      <a:alpha val="40000"/>
                    </a:prstClr>
                  </a:outerShdw>
                </a:effectLst>
                <a:ea typeface="楷体_GB2312" pitchFamily="49" charset="-122"/>
              </a:rPr>
              <a:t>ch</a:t>
            </a:r>
            <a:r>
              <a:rPr lang="en-US" altLang="zh-CN" sz="2000" b="1" dirty="0">
                <a:effectLst>
                  <a:outerShdw blurRad="50800" dist="38100" dir="10800000" algn="r" rotWithShape="0">
                    <a:prstClr val="black">
                      <a:alpha val="40000"/>
                    </a:prstClr>
                  </a:outerShdw>
                </a:effectLst>
                <a:ea typeface="楷体_GB2312" pitchFamily="49" charset="-122"/>
              </a:rPr>
              <a:t>, b, result);</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return 0;</a:t>
            </a:r>
          </a:p>
          <a:p>
            <a:pPr marL="457200" indent="-457200"/>
            <a:r>
              <a:rPr lang="en-US" altLang="zh-CN" sz="2000" b="1" dirty="0">
                <a:effectLst>
                  <a:outerShdw blurRad="50800" dist="38100" dir="10800000" algn="r" rotWithShape="0">
                    <a:prstClr val="black">
                      <a:alpha val="40000"/>
                    </a:prstClr>
                  </a:outerShdw>
                </a:effectLst>
                <a:ea typeface="楷体_GB2312" pitchFamily="49" charset="-122"/>
              </a:rPr>
              <a:t>  }</a:t>
            </a:r>
          </a:p>
        </p:txBody>
      </p:sp>
      <p:sp>
        <p:nvSpPr>
          <p:cNvPr id="897031" name="Rectangle 7"/>
          <p:cNvSpPr>
            <a:spLocks noChangeArrowheads="1"/>
          </p:cNvSpPr>
          <p:nvPr/>
        </p:nvSpPr>
        <p:spPr bwMode="auto">
          <a:xfrm>
            <a:off x="695400" y="5417929"/>
            <a:ext cx="4032448" cy="1323439"/>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FF3300"/>
                </a:solidFill>
                <a:effectLst>
                  <a:outerShdw blurRad="50800" dist="38100" dir="10800000" algn="r" rotWithShape="0">
                    <a:prstClr val="black">
                      <a:alpha val="40000"/>
                    </a:prstClr>
                  </a:outerShdw>
                </a:effectLst>
                <a:latin typeface="隶书" pitchFamily="49" charset="-122"/>
                <a:ea typeface="隶书" pitchFamily="49" charset="-122"/>
              </a:rPr>
              <a:t>运行结果：</a:t>
            </a:r>
          </a:p>
          <a:p>
            <a:r>
              <a:rPr lang="en-US" altLang="zh-CN" sz="2000" b="1" dirty="0">
                <a:effectLst>
                  <a:outerShdw blurRad="50800" dist="38100" dir="10800000" algn="r" rotWithShape="0">
                    <a:prstClr val="black">
                      <a:alpha val="40000"/>
                    </a:prstClr>
                  </a:outerShdw>
                </a:effectLst>
              </a:rPr>
              <a:t>input two number: 20 30</a:t>
            </a:r>
            <a:r>
              <a:rPr lang="en-US" altLang="zh-CN" sz="2000" b="1" dirty="0">
                <a:effectLst>
                  <a:outerShdw blurRad="50800" dist="38100" dir="10800000" algn="r" rotWithShape="0">
                    <a:prstClr val="black">
                      <a:alpha val="40000"/>
                    </a:prstClr>
                  </a:outerShdw>
                </a:effectLst>
                <a:latin typeface="+mn-ea"/>
                <a:ea typeface="+mn-ea"/>
              </a:rPr>
              <a:t>↙</a:t>
            </a:r>
          </a:p>
          <a:p>
            <a:r>
              <a:rPr lang="en-US" altLang="zh-CN" sz="2000" b="1" dirty="0">
                <a:effectLst>
                  <a:outerShdw blurRad="50800" dist="38100" dir="10800000" algn="r" rotWithShape="0">
                    <a:prstClr val="black">
                      <a:alpha val="40000"/>
                    </a:prstClr>
                  </a:outerShdw>
                </a:effectLst>
              </a:rPr>
              <a:t>input arithmetic </a:t>
            </a:r>
            <a:r>
              <a:rPr lang="en-US" altLang="zh-CN" sz="2000" b="1" dirty="0" err="1">
                <a:effectLst>
                  <a:outerShdw blurRad="50800" dist="38100" dir="10800000" algn="r" rotWithShape="0">
                    <a:prstClr val="black">
                      <a:alpha val="40000"/>
                    </a:prstClr>
                  </a:outerShdw>
                </a:effectLst>
              </a:rPr>
              <a:t>lable</a:t>
            </a:r>
            <a:r>
              <a:rPr lang="en-US" altLang="zh-CN" sz="2000" b="1" dirty="0">
                <a:effectLst>
                  <a:outerShdw blurRad="50800" dist="38100" dir="10800000" algn="r" rotWithShape="0">
                    <a:prstClr val="black">
                      <a:alpha val="40000"/>
                    </a:prstClr>
                  </a:outerShdw>
                </a:effectLst>
              </a:rPr>
              <a:t>(+ - * /): +</a:t>
            </a:r>
            <a:r>
              <a:rPr lang="en-US" altLang="zh-CN" sz="2000" b="1" dirty="0">
                <a:effectLst>
                  <a:outerShdw blurRad="50800" dist="38100" dir="10800000" algn="r" rotWithShape="0">
                    <a:prstClr val="black">
                      <a:alpha val="40000"/>
                    </a:prstClr>
                  </a:outerShdw>
                </a:effectLst>
                <a:latin typeface="+mn-ea"/>
                <a:ea typeface="+mn-ea"/>
              </a:rPr>
              <a:t>↙</a:t>
            </a:r>
          </a:p>
          <a:p>
            <a:r>
              <a:rPr lang="en-US" altLang="zh-CN" sz="2000" b="1" dirty="0">
                <a:solidFill>
                  <a:schemeClr val="accent2"/>
                </a:solidFill>
                <a:effectLst>
                  <a:outerShdw blurRad="50800" dist="38100" dir="10800000" algn="r" rotWithShape="0">
                    <a:prstClr val="black">
                      <a:alpha val="40000"/>
                    </a:prstClr>
                  </a:outerShdw>
                </a:effectLst>
              </a:rPr>
              <a:t>20.00 + 30.00 = 50.00</a:t>
            </a:r>
            <a:r>
              <a:rPr lang="en-US" altLang="zh-CN" sz="2000" dirty="0">
                <a:solidFill>
                  <a:schemeClr val="accent2"/>
                </a:solidFill>
                <a:effectLst>
                  <a:outerShdw blurRad="50800" dist="38100" dir="10800000" algn="r" rotWithShape="0">
                    <a:prstClr val="black">
                      <a:alpha val="40000"/>
                    </a:prstClr>
                  </a:outerShdw>
                </a:effectLst>
              </a:rPr>
              <a:t> </a:t>
            </a:r>
          </a:p>
        </p:txBody>
      </p:sp>
      <p:grpSp>
        <p:nvGrpSpPr>
          <p:cNvPr id="897037" name="Group 13"/>
          <p:cNvGrpSpPr>
            <a:grpSpLocks/>
          </p:cNvGrpSpPr>
          <p:nvPr/>
        </p:nvGrpSpPr>
        <p:grpSpPr bwMode="auto">
          <a:xfrm>
            <a:off x="-9117" y="0"/>
            <a:ext cx="446088" cy="6858000"/>
            <a:chOff x="0" y="0"/>
            <a:chExt cx="281" cy="4320"/>
          </a:xfrm>
        </p:grpSpPr>
        <p:sp>
          <p:nvSpPr>
            <p:cNvPr id="897038" name="Text Box 1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97039" name="Text Box 1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97030"/>
                                        </p:tgtEl>
                                        <p:attrNameLst>
                                          <p:attrName>style.visibility</p:attrName>
                                        </p:attrNameLst>
                                      </p:cBhvr>
                                      <p:to>
                                        <p:strVal val="visible"/>
                                      </p:to>
                                    </p:set>
                                    <p:animEffect transition="in" filter="box(out)">
                                      <p:cBhvr>
                                        <p:cTn id="7" dur="500"/>
                                        <p:tgtEl>
                                          <p:spTgt spid="89703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97036"/>
                                        </p:tgtEl>
                                        <p:attrNameLst>
                                          <p:attrName>style.visibility</p:attrName>
                                        </p:attrNameLst>
                                      </p:cBhvr>
                                      <p:to>
                                        <p:strVal val="visible"/>
                                      </p:to>
                                    </p:set>
                                    <p:animEffect transition="in" filter="box(out)">
                                      <p:cBhvr>
                                        <p:cTn id="12" dur="500"/>
                                        <p:tgtEl>
                                          <p:spTgt spid="89703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97031"/>
                                        </p:tgtEl>
                                        <p:attrNameLst>
                                          <p:attrName>style.visibility</p:attrName>
                                        </p:attrNameLst>
                                      </p:cBhvr>
                                      <p:to>
                                        <p:strVal val="visible"/>
                                      </p:to>
                                    </p:set>
                                    <p:animEffect transition="in" filter="box(out)">
                                      <p:cBhvr>
                                        <p:cTn id="17" dur="500"/>
                                        <p:tgtEl>
                                          <p:spTgt spid="897031"/>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7030" grpId="0" animBg="1" autoUpdateAnimBg="0"/>
      <p:bldP spid="897036" grpId="0" animBg="1" autoUpdateAnimBg="0"/>
      <p:bldP spid="89703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ChangeArrowheads="1"/>
          </p:cNvSpPr>
          <p:nvPr/>
        </p:nvSpPr>
        <p:spPr bwMode="auto">
          <a:xfrm>
            <a:off x="1022061"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99078" name="Rectangle 6"/>
          <p:cNvSpPr>
            <a:spLocks noChangeArrowheads="1"/>
          </p:cNvSpPr>
          <p:nvPr/>
        </p:nvSpPr>
        <p:spPr bwMode="auto">
          <a:xfrm>
            <a:off x="749011" y="188914"/>
            <a:ext cx="2520950" cy="579437"/>
          </a:xfrm>
          <a:prstGeom prst="rect">
            <a:avLst/>
          </a:prstGeom>
          <a:noFill/>
          <a:ln w="9525">
            <a:noFill/>
            <a:miter lim="800000"/>
            <a:headEnd/>
            <a:tailEnd/>
          </a:ln>
          <a:effectLst/>
        </p:spPr>
        <p:txBody>
          <a:bodyPr anchor="ctr">
            <a:spAutoFit/>
          </a:bodyPr>
          <a:lstStyle/>
          <a:p>
            <a:pPr>
              <a:tabLst>
                <a:tab pos="1049338" algn="l"/>
              </a:tabLst>
            </a:pPr>
            <a:r>
              <a:rPr lang="zh-CN" altLang="en-US" sz="3200" b="1">
                <a:solidFill>
                  <a:srgbClr val="FF3300"/>
                </a:solidFill>
                <a:effectLst>
                  <a:outerShdw blurRad="38100" dist="38100" dir="2700000" algn="tl">
                    <a:srgbClr val="000000"/>
                  </a:outerShdw>
                </a:effectLst>
                <a:latin typeface="隶书" pitchFamily="49" charset="-122"/>
                <a:ea typeface="隶书" pitchFamily="49" charset="-122"/>
              </a:rPr>
              <a:t>本章小结</a:t>
            </a:r>
            <a:r>
              <a:rPr lang="zh-CN" altLang="en-US" sz="3200" b="1">
                <a:solidFill>
                  <a:srgbClr val="FF3300"/>
                </a:solidFill>
                <a:effectLst>
                  <a:outerShdw blurRad="38100" dist="38100" dir="2700000" algn="tl">
                    <a:srgbClr val="000000"/>
                  </a:outerShdw>
                </a:effectLst>
              </a:rPr>
              <a:t>：</a:t>
            </a:r>
          </a:p>
        </p:txBody>
      </p:sp>
      <p:sp>
        <p:nvSpPr>
          <p:cNvPr id="899080" name="Rectangle 8"/>
          <p:cNvSpPr>
            <a:spLocks noChangeArrowheads="1"/>
          </p:cNvSpPr>
          <p:nvPr/>
        </p:nvSpPr>
        <p:spPr bwMode="auto">
          <a:xfrm>
            <a:off x="839416" y="6063679"/>
            <a:ext cx="7921625" cy="461665"/>
          </a:xfrm>
          <a:prstGeom prst="rect">
            <a:avLst/>
          </a:prstGeom>
          <a:solidFill>
            <a:srgbClr val="FF0000"/>
          </a:solidFill>
          <a:ln w="28575">
            <a:solidFill>
              <a:srgbClr val="00CCFF"/>
            </a:solidFill>
            <a:miter lim="800000"/>
            <a:headEnd/>
            <a:tailEnd/>
          </a:ln>
          <a:effectLst/>
        </p:spPr>
        <p:txBody>
          <a:bodyPr anchor="ctr">
            <a:spAutoFit/>
          </a:bodyPr>
          <a:lstStyle/>
          <a:p>
            <a:r>
              <a:rPr lang="zh-CN" altLang="en-US" b="1" dirty="0">
                <a:solidFill>
                  <a:srgbClr val="FFFF00"/>
                </a:solidFill>
                <a:effectLst>
                  <a:outerShdw blurRad="38100" dist="38100" dir="2700000" algn="tl">
                    <a:srgbClr val="000000"/>
                  </a:outerShdw>
                </a:effectLst>
                <a:latin typeface="楷体_GB2312" pitchFamily="49" charset="-122"/>
                <a:ea typeface="楷体_GB2312" pitchFamily="49" charset="-122"/>
              </a:rPr>
              <a:t>习题</a:t>
            </a:r>
            <a:r>
              <a:rPr lang="en-US" altLang="zh-CN" b="1" dirty="0">
                <a:solidFill>
                  <a:srgbClr val="FFFF00"/>
                </a:solidFill>
                <a:effectLst>
                  <a:outerShdw blurRad="38100" dist="38100" dir="2700000" algn="tl">
                    <a:srgbClr val="000000"/>
                  </a:outerShdw>
                </a:effectLst>
                <a:latin typeface="楷体_GB2312" pitchFamily="49" charset="-122"/>
                <a:ea typeface="楷体_GB2312" pitchFamily="49" charset="-122"/>
              </a:rPr>
              <a:t>5</a:t>
            </a:r>
            <a:r>
              <a:rPr lang="zh-CN" altLang="en-US" b="1" dirty="0">
                <a:solidFill>
                  <a:srgbClr val="FFFF00"/>
                </a:solidFill>
                <a:effectLst>
                  <a:outerShdw blurRad="38100" dist="38100" dir="2700000" algn="tl">
                    <a:srgbClr val="000000"/>
                  </a:outerShdw>
                </a:effectLst>
                <a:latin typeface="楷体_GB2312" pitchFamily="49" charset="-122"/>
                <a:ea typeface="楷体_GB2312" pitchFamily="49" charset="-122"/>
              </a:rPr>
              <a:t>： </a:t>
            </a:r>
            <a:r>
              <a:rPr lang="en-US" altLang="zh-CN" b="1" dirty="0">
                <a:solidFill>
                  <a:srgbClr val="FFFF00"/>
                </a:solidFill>
                <a:effectLst>
                  <a:outerShdw blurRad="38100" dist="38100" dir="2700000" algn="tl">
                    <a:srgbClr val="000000"/>
                  </a:outerShdw>
                </a:effectLst>
              </a:rPr>
              <a:t>1</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2</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3</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4(1)</a:t>
            </a:r>
            <a:r>
              <a:rPr lang="zh-CN" altLang="en-US" b="1" dirty="0">
                <a:solidFill>
                  <a:srgbClr val="FFFF00"/>
                </a:solidFill>
                <a:effectLst>
                  <a:outerShdw blurRad="38100" dist="38100" dir="2700000" algn="tl">
                    <a:srgbClr val="000000"/>
                  </a:outerShdw>
                </a:effectLst>
              </a:rPr>
              <a:t>、 </a:t>
            </a:r>
            <a:r>
              <a:rPr lang="en-US" altLang="zh-CN" b="1" dirty="0">
                <a:solidFill>
                  <a:srgbClr val="FFFF00"/>
                </a:solidFill>
                <a:effectLst>
                  <a:outerShdw blurRad="38100" dist="38100" dir="2700000" algn="tl">
                    <a:srgbClr val="000000"/>
                  </a:outerShdw>
                </a:effectLst>
              </a:rPr>
              <a:t>4(4)</a:t>
            </a:r>
            <a:r>
              <a:rPr lang="zh-CN" altLang="en-US" b="1" dirty="0">
                <a:solidFill>
                  <a:srgbClr val="FFFF00"/>
                </a:solidFill>
                <a:effectLst>
                  <a:outerShdw blurRad="38100" dist="38100" dir="2700000" algn="tl">
                    <a:srgbClr val="000000"/>
                  </a:outerShdw>
                </a:effectLst>
              </a:rPr>
              <a:t>、 </a:t>
            </a:r>
            <a:r>
              <a:rPr lang="en-US" altLang="zh-CN" b="1" dirty="0">
                <a:solidFill>
                  <a:srgbClr val="FFFF00"/>
                </a:solidFill>
                <a:effectLst>
                  <a:outerShdw blurRad="38100" dist="38100" dir="2700000" algn="tl">
                    <a:srgbClr val="000000"/>
                  </a:outerShdw>
                </a:effectLst>
              </a:rPr>
              <a:t>4(5)</a:t>
            </a:r>
            <a:r>
              <a:rPr lang="zh-CN" altLang="en-US" b="1" dirty="0">
                <a:solidFill>
                  <a:srgbClr val="FFFF00"/>
                </a:solidFill>
                <a:effectLst>
                  <a:outerShdw blurRad="38100" dist="38100" dir="2700000" algn="tl">
                    <a:srgbClr val="000000"/>
                  </a:outerShdw>
                </a:effectLst>
              </a:rPr>
              <a:t>、</a:t>
            </a:r>
            <a:r>
              <a:rPr lang="en-US" altLang="zh-CN" b="1" dirty="0">
                <a:solidFill>
                  <a:srgbClr val="FFFF00"/>
                </a:solidFill>
                <a:effectLst>
                  <a:outerShdw blurRad="38100" dist="38100" dir="2700000" algn="tl">
                    <a:srgbClr val="000000"/>
                  </a:outerShdw>
                </a:effectLst>
              </a:rPr>
              <a:t>4(8)</a:t>
            </a:r>
            <a:r>
              <a:rPr lang="en-US" altLang="zh-CN" b="1" dirty="0">
                <a:solidFill>
                  <a:srgbClr val="FF6600"/>
                </a:solidFill>
                <a:latin typeface="楷体_GB2312" pitchFamily="49" charset="-122"/>
                <a:ea typeface="楷体_GB2312" pitchFamily="49" charset="-122"/>
              </a:rPr>
              <a:t> </a:t>
            </a:r>
          </a:p>
        </p:txBody>
      </p:sp>
      <p:sp>
        <p:nvSpPr>
          <p:cNvPr id="899081" name="Rectangle 9"/>
          <p:cNvSpPr>
            <a:spLocks noChangeArrowheads="1"/>
          </p:cNvSpPr>
          <p:nvPr/>
        </p:nvSpPr>
        <p:spPr bwMode="auto">
          <a:xfrm>
            <a:off x="854928" y="836712"/>
            <a:ext cx="10713680" cy="4987391"/>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chemeClr val="accent1">
                <a:lumMod val="50000"/>
              </a:schemeClr>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wrap="square">
            <a:spAutoFit/>
          </a:bodyPr>
          <a:lstStyle/>
          <a:p>
            <a:pPr marL="342900" indent="-342900">
              <a:lnSpc>
                <a:spcPts val="3200"/>
              </a:lnSpc>
              <a:buFont typeface="Wingdings" panose="05000000000000000000" pitchFamily="2" charset="2"/>
              <a:buChar char="u"/>
            </a:pPr>
            <a:r>
              <a:rPr lang="zh-CN" altLang="en-US"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Ｃ语言程序的执行部分是由语句组成的。程序的功能也是由执行语句实现的。</a:t>
            </a:r>
            <a:r>
              <a:rPr lang="en-US" altLang="zh-CN"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C</a:t>
            </a:r>
            <a:r>
              <a:rPr lang="zh-CN" altLang="en-US"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语言中的语句可以分为表达式语句、函数调用语句、复合语句、空语句及控制语句五类。</a:t>
            </a:r>
            <a:endParaRPr lang="en-US" altLang="zh-CN" b="1" dirty="0">
              <a:solidFill>
                <a:srgbClr val="0070C0"/>
              </a:solidFill>
              <a:effectLst>
                <a:innerShdw blurRad="63500" dist="50800" dir="16200000">
                  <a:prstClr val="black">
                    <a:alpha val="50000"/>
                  </a:prstClr>
                </a:innerShdw>
              </a:effectLst>
              <a:latin typeface="微软雅黑" pitchFamily="34" charset="-122"/>
              <a:ea typeface="微软雅黑" pitchFamily="34" charset="-122"/>
            </a:endParaRPr>
          </a:p>
          <a:p>
            <a:pPr marL="342900" indent="-342900">
              <a:lnSpc>
                <a:spcPts val="3200"/>
              </a:lnSpc>
              <a:buFont typeface="Wingdings" panose="05000000000000000000" pitchFamily="2" charset="2"/>
              <a:buChar char="u"/>
            </a:pPr>
            <a:r>
              <a:rPr lang="zh-CN" altLang="en-US"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关系表达式和逻辑表达式是两种重要的表达式，主要用于条件执行的判断和循环执行的判断。</a:t>
            </a:r>
            <a:endParaRPr lang="en-US" altLang="zh-CN" b="1" dirty="0">
              <a:solidFill>
                <a:srgbClr val="0070C0"/>
              </a:solidFill>
              <a:effectLst>
                <a:innerShdw blurRad="63500" dist="50800" dir="16200000">
                  <a:prstClr val="black">
                    <a:alpha val="50000"/>
                  </a:prstClr>
                </a:innerShdw>
              </a:effectLst>
              <a:latin typeface="微软雅黑" pitchFamily="34" charset="-122"/>
              <a:ea typeface="微软雅黑" pitchFamily="34" charset="-122"/>
            </a:endParaRPr>
          </a:p>
          <a:p>
            <a:pPr marL="342900" indent="-342900">
              <a:lnSpc>
                <a:spcPts val="3200"/>
              </a:lnSpc>
              <a:buFont typeface="Wingdings" panose="05000000000000000000" pitchFamily="2" charset="2"/>
              <a:buChar char="u"/>
            </a:pPr>
            <a:r>
              <a:rPr lang="zh-CN" altLang="en-US"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Ｃ语言提供了多种形式的条件语句以构成选择结构。</a:t>
            </a:r>
            <a:endParaRPr lang="en-US" altLang="zh-CN" b="1" dirty="0">
              <a:solidFill>
                <a:srgbClr val="0070C0"/>
              </a:solidFill>
              <a:effectLst>
                <a:innerShdw blurRad="63500" dist="50800" dir="16200000">
                  <a:prstClr val="black">
                    <a:alpha val="50000"/>
                  </a:prstClr>
                </a:innerShdw>
              </a:effectLst>
              <a:latin typeface="微软雅黑" pitchFamily="34" charset="-122"/>
              <a:ea typeface="微软雅黑" pitchFamily="34" charset="-122"/>
            </a:endParaRPr>
          </a:p>
          <a:p>
            <a:pPr>
              <a:lnSpc>
                <a:spcPts val="3200"/>
              </a:lnSpc>
            </a:pPr>
            <a:r>
              <a:rPr lang="en-US" altLang="zh-CN"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       </a:t>
            </a:r>
            <a:r>
              <a:rPr lang="en-US" altLang="zh-CN" b="1" dirty="0">
                <a:solidFill>
                  <a:srgbClr val="FF33CC"/>
                </a:solidFill>
                <a:effectLst>
                  <a:innerShdw blurRad="63500" dist="50800" dir="16200000">
                    <a:prstClr val="black">
                      <a:alpha val="50000"/>
                    </a:prstClr>
                  </a:innerShdw>
                </a:effectLst>
                <a:ea typeface="微软雅黑" pitchFamily="34" charset="-122"/>
              </a:rPr>
              <a:t>if</a:t>
            </a:r>
            <a:r>
              <a:rPr lang="zh-CN" altLang="en-US" b="1" dirty="0">
                <a:solidFill>
                  <a:srgbClr val="FF33CC"/>
                </a:solidFill>
                <a:effectLst>
                  <a:innerShdw blurRad="63500" dist="50800" dir="16200000">
                    <a:prstClr val="black">
                      <a:alpha val="50000"/>
                    </a:prstClr>
                  </a:innerShdw>
                </a:effectLst>
                <a:ea typeface="微软雅黑" pitchFamily="34" charset="-122"/>
              </a:rPr>
              <a:t>语句主要用于单向选择。</a:t>
            </a:r>
            <a:endParaRPr lang="en-US" altLang="zh-CN" b="1" dirty="0">
              <a:solidFill>
                <a:srgbClr val="FF33CC"/>
              </a:solidFill>
              <a:effectLst>
                <a:innerShdw blurRad="63500" dist="50800" dir="16200000">
                  <a:prstClr val="black">
                    <a:alpha val="50000"/>
                  </a:prstClr>
                </a:innerShdw>
              </a:effectLst>
              <a:ea typeface="微软雅黑" pitchFamily="34" charset="-122"/>
            </a:endParaRPr>
          </a:p>
          <a:p>
            <a:pPr>
              <a:lnSpc>
                <a:spcPts val="3200"/>
              </a:lnSpc>
            </a:pPr>
            <a:r>
              <a:rPr lang="en-US" altLang="zh-CN" b="1" dirty="0">
                <a:solidFill>
                  <a:srgbClr val="FF33CC"/>
                </a:solidFill>
                <a:effectLst>
                  <a:innerShdw blurRad="63500" dist="50800" dir="16200000">
                    <a:prstClr val="black">
                      <a:alpha val="50000"/>
                    </a:prstClr>
                  </a:innerShdw>
                </a:effectLst>
                <a:ea typeface="微软雅黑" pitchFamily="34" charset="-122"/>
              </a:rPr>
              <a:t>        if-else</a:t>
            </a:r>
            <a:r>
              <a:rPr lang="zh-CN" altLang="en-US" b="1" dirty="0">
                <a:solidFill>
                  <a:srgbClr val="FF33CC"/>
                </a:solidFill>
                <a:effectLst>
                  <a:innerShdw blurRad="63500" dist="50800" dir="16200000">
                    <a:prstClr val="black">
                      <a:alpha val="50000"/>
                    </a:prstClr>
                  </a:innerShdw>
                </a:effectLst>
                <a:ea typeface="微软雅黑" pitchFamily="34" charset="-122"/>
              </a:rPr>
              <a:t>语句主要用于双向选择。</a:t>
            </a:r>
            <a:endParaRPr lang="en-US" altLang="zh-CN" b="1" dirty="0">
              <a:solidFill>
                <a:srgbClr val="FF33CC"/>
              </a:solidFill>
              <a:effectLst>
                <a:innerShdw blurRad="63500" dist="50800" dir="16200000">
                  <a:prstClr val="black">
                    <a:alpha val="50000"/>
                  </a:prstClr>
                </a:innerShdw>
              </a:effectLst>
              <a:ea typeface="微软雅黑" pitchFamily="34" charset="-122"/>
            </a:endParaRPr>
          </a:p>
          <a:p>
            <a:pPr>
              <a:lnSpc>
                <a:spcPts val="3200"/>
              </a:lnSpc>
            </a:pPr>
            <a:r>
              <a:rPr lang="en-US" altLang="zh-CN" b="1" dirty="0">
                <a:solidFill>
                  <a:srgbClr val="FF33CC"/>
                </a:solidFill>
                <a:effectLst>
                  <a:innerShdw blurRad="63500" dist="50800" dir="16200000">
                    <a:prstClr val="black">
                      <a:alpha val="50000"/>
                    </a:prstClr>
                  </a:innerShdw>
                </a:effectLst>
                <a:ea typeface="微软雅黑" pitchFamily="34" charset="-122"/>
              </a:rPr>
              <a:t>        if-else-if</a:t>
            </a:r>
            <a:r>
              <a:rPr lang="zh-CN" altLang="en-US" b="1" dirty="0">
                <a:solidFill>
                  <a:srgbClr val="FF33CC"/>
                </a:solidFill>
                <a:effectLst>
                  <a:innerShdw blurRad="63500" dist="50800" dir="16200000">
                    <a:prstClr val="black">
                      <a:alpha val="50000"/>
                    </a:prstClr>
                  </a:innerShdw>
                </a:effectLst>
                <a:ea typeface="微软雅黑" pitchFamily="34" charset="-122"/>
              </a:rPr>
              <a:t>语和</a:t>
            </a:r>
            <a:r>
              <a:rPr lang="en-US" altLang="zh-CN" b="1" dirty="0">
                <a:solidFill>
                  <a:srgbClr val="FF33CC"/>
                </a:solidFill>
                <a:effectLst>
                  <a:innerShdw blurRad="63500" dist="50800" dir="16200000">
                    <a:prstClr val="black">
                      <a:alpha val="50000"/>
                    </a:prstClr>
                  </a:innerShdw>
                </a:effectLst>
                <a:ea typeface="微软雅黑" pitchFamily="34" charset="-122"/>
              </a:rPr>
              <a:t>switch</a:t>
            </a:r>
            <a:r>
              <a:rPr lang="zh-CN" altLang="en-US" b="1" dirty="0">
                <a:solidFill>
                  <a:srgbClr val="FF33CC"/>
                </a:solidFill>
                <a:effectLst>
                  <a:innerShdw blurRad="63500" dist="50800" dir="16200000">
                    <a:prstClr val="black">
                      <a:alpha val="50000"/>
                    </a:prstClr>
                  </a:innerShdw>
                </a:effectLst>
                <a:ea typeface="微软雅黑" pitchFamily="34" charset="-122"/>
              </a:rPr>
              <a:t>语句用于多向选择。</a:t>
            </a:r>
            <a:endParaRPr lang="en-US" altLang="zh-CN" b="1" dirty="0">
              <a:solidFill>
                <a:srgbClr val="FF33CC"/>
              </a:solidFill>
              <a:effectLst>
                <a:innerShdw blurRad="63500" dist="50800" dir="16200000">
                  <a:prstClr val="black">
                    <a:alpha val="50000"/>
                  </a:prstClr>
                </a:innerShdw>
              </a:effectLst>
              <a:ea typeface="微软雅黑" pitchFamily="34" charset="-122"/>
            </a:endParaRPr>
          </a:p>
          <a:p>
            <a:pPr marL="342900" indent="-342900">
              <a:lnSpc>
                <a:spcPts val="3200"/>
              </a:lnSpc>
              <a:buFont typeface="Wingdings" panose="05000000000000000000" pitchFamily="2" charset="2"/>
              <a:buChar char="u"/>
            </a:pPr>
            <a:r>
              <a:rPr lang="zh-CN" altLang="en-US"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任何一种选择结构都可以用</a:t>
            </a:r>
            <a:r>
              <a:rPr lang="en-US" altLang="zh-CN"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if</a:t>
            </a:r>
            <a:r>
              <a:rPr lang="zh-CN" altLang="en-US"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语句来实现，但并非所有的</a:t>
            </a:r>
            <a:r>
              <a:rPr lang="en-US" altLang="zh-CN"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if</a:t>
            </a:r>
            <a:r>
              <a:rPr lang="zh-CN" altLang="en-US"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语句都有等价的</a:t>
            </a:r>
            <a:r>
              <a:rPr lang="en-US" altLang="zh-CN"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switch</a:t>
            </a:r>
            <a:r>
              <a:rPr lang="zh-CN" altLang="en-US"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语句。</a:t>
            </a:r>
            <a:r>
              <a:rPr lang="en-US" altLang="zh-CN"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switch</a:t>
            </a:r>
            <a:r>
              <a:rPr lang="zh-CN" altLang="en-US" b="1" dirty="0">
                <a:solidFill>
                  <a:srgbClr val="0070C0"/>
                </a:solidFill>
                <a:effectLst>
                  <a:innerShdw blurRad="63500" dist="50800" dir="16200000">
                    <a:prstClr val="black">
                      <a:alpha val="50000"/>
                    </a:prstClr>
                  </a:innerShdw>
                </a:effectLst>
                <a:latin typeface="微软雅黑" pitchFamily="34" charset="-122"/>
                <a:ea typeface="微软雅黑" pitchFamily="34" charset="-122"/>
              </a:rPr>
              <a:t>语句只能用来实现以相等关系作为选择条件的选择结构。</a:t>
            </a:r>
          </a:p>
        </p:txBody>
      </p:sp>
      <p:grpSp>
        <p:nvGrpSpPr>
          <p:cNvPr id="899082" name="Group 10"/>
          <p:cNvGrpSpPr>
            <a:grpSpLocks/>
          </p:cNvGrpSpPr>
          <p:nvPr/>
        </p:nvGrpSpPr>
        <p:grpSpPr bwMode="auto">
          <a:xfrm>
            <a:off x="-6639" y="0"/>
            <a:ext cx="446088" cy="6858000"/>
            <a:chOff x="0" y="0"/>
            <a:chExt cx="281" cy="4320"/>
          </a:xfrm>
        </p:grpSpPr>
        <p:sp>
          <p:nvSpPr>
            <p:cNvPr id="899083" name="Text Box 1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a:t>
              </a:r>
            </a:p>
            <a:p>
              <a:pPr eaLnBrk="0" hangingPunct="0">
                <a:spcBef>
                  <a:spcPct val="50000"/>
                </a:spcBef>
              </a:pPr>
              <a:r>
                <a:rPr lang="zh-CN" altLang="en-US" sz="1600" b="1" dirty="0">
                  <a:solidFill>
                    <a:srgbClr val="3333CC"/>
                  </a:solidFill>
                  <a:latin typeface="Verdana" pitchFamily="34" charset="0"/>
                </a:rPr>
                <a:t>第三版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第五章 </a:t>
              </a:r>
            </a:p>
            <a:p>
              <a:pPr eaLnBrk="0" hangingPunct="0">
                <a:spcBef>
                  <a:spcPct val="50000"/>
                </a:spcBef>
              </a:pPr>
              <a:r>
                <a:rPr lang="zh-CN" altLang="en-US" sz="1600" b="1" dirty="0">
                  <a:solidFill>
                    <a:srgbClr val="3333CC"/>
                  </a:solidFill>
                  <a:latin typeface="Verdana" pitchFamily="34" charset="0"/>
                </a:rPr>
                <a:t>选择结构程序设计</a:t>
              </a:r>
            </a:p>
          </p:txBody>
        </p:sp>
        <p:sp>
          <p:nvSpPr>
            <p:cNvPr id="899084" name="Text Box 1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99081"/>
                                        </p:tgtEl>
                                        <p:attrNameLst>
                                          <p:attrName>style.visibility</p:attrName>
                                        </p:attrNameLst>
                                      </p:cBhvr>
                                      <p:to>
                                        <p:strVal val="visible"/>
                                      </p:to>
                                    </p:set>
                                    <p:animEffect transition="in" filter="blinds(horizontal)">
                                      <p:cBhvr>
                                        <p:cTn id="7" dur="500"/>
                                        <p:tgtEl>
                                          <p:spTgt spid="89908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899080"/>
                                        </p:tgtEl>
                                        <p:attrNameLst>
                                          <p:attrName>style.visibility</p:attrName>
                                        </p:attrNameLst>
                                      </p:cBhvr>
                                      <p:to>
                                        <p:strVal val="visible"/>
                                      </p:to>
                                    </p:set>
                                    <p:animEffect transition="in" filter="diamond(in)">
                                      <p:cBhvr>
                                        <p:cTn id="12" dur="2000"/>
                                        <p:tgtEl>
                                          <p:spTgt spid="899080"/>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9080" grpId="0" animBg="1"/>
      <p:bldP spid="899081"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7945</TotalTime>
  <Words>11418</Words>
  <Application>Microsoft Office PowerPoint</Application>
  <PresentationFormat>宽屏</PresentationFormat>
  <Paragraphs>1853</Paragraphs>
  <Slides>40</Slides>
  <Notes>30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54" baseType="lpstr">
      <vt:lpstr>ˎ̥</vt:lpstr>
      <vt:lpstr>华文琥珀</vt:lpstr>
      <vt:lpstr>楷体</vt:lpstr>
      <vt:lpstr>楷体_GB2312</vt:lpstr>
      <vt:lpstr>隶书</vt:lpstr>
      <vt:lpstr>宋体</vt:lpstr>
      <vt:lpstr>微软雅黑</vt:lpstr>
      <vt:lpstr>Arial</vt:lpstr>
      <vt:lpstr>Symbol</vt:lpstr>
      <vt:lpstr>Times New Roman</vt:lpstr>
      <vt:lpstr>Verdana</vt:lpstr>
      <vt:lpstr>Wingdings</vt:lpstr>
      <vt:lpstr>默认设计模板</vt:lpstr>
      <vt:lpstr>剪辑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wangjinghua</cp:lastModifiedBy>
  <cp:revision>650</cp:revision>
  <dcterms:created xsi:type="dcterms:W3CDTF">1999-05-31T10:27:02Z</dcterms:created>
  <dcterms:modified xsi:type="dcterms:W3CDTF">2022-02-18T12:20:03Z</dcterms:modified>
</cp:coreProperties>
</file>