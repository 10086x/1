
<file path=[Content_Types].xml><?xml version="1.0" encoding="utf-8"?>
<Types xmlns="http://schemas.openxmlformats.org/package/2006/content-types">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av" ContentType="audio/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591" r:id="rId2"/>
    <p:sldId id="593" r:id="rId3"/>
    <p:sldId id="765" r:id="rId4"/>
    <p:sldId id="766" r:id="rId5"/>
    <p:sldId id="767" r:id="rId6"/>
    <p:sldId id="802" r:id="rId7"/>
    <p:sldId id="768" r:id="rId8"/>
    <p:sldId id="769" r:id="rId9"/>
    <p:sldId id="770" r:id="rId10"/>
    <p:sldId id="771" r:id="rId11"/>
    <p:sldId id="772" r:id="rId12"/>
    <p:sldId id="773" r:id="rId13"/>
    <p:sldId id="774" r:id="rId14"/>
    <p:sldId id="775" r:id="rId15"/>
    <p:sldId id="776" r:id="rId16"/>
    <p:sldId id="777" r:id="rId17"/>
    <p:sldId id="778" r:id="rId18"/>
    <p:sldId id="779" r:id="rId19"/>
    <p:sldId id="781" r:id="rId20"/>
    <p:sldId id="782" r:id="rId21"/>
    <p:sldId id="783" r:id="rId22"/>
    <p:sldId id="784" r:id="rId23"/>
    <p:sldId id="786" r:id="rId24"/>
    <p:sldId id="785" r:id="rId25"/>
    <p:sldId id="787" r:id="rId26"/>
    <p:sldId id="788" r:id="rId27"/>
    <p:sldId id="803" r:id="rId28"/>
    <p:sldId id="789" r:id="rId29"/>
    <p:sldId id="790" r:id="rId30"/>
    <p:sldId id="791" r:id="rId31"/>
    <p:sldId id="792" r:id="rId32"/>
    <p:sldId id="793" r:id="rId33"/>
    <p:sldId id="794" r:id="rId34"/>
    <p:sldId id="795" r:id="rId35"/>
    <p:sldId id="796" r:id="rId36"/>
    <p:sldId id="804" r:id="rId37"/>
    <p:sldId id="797" r:id="rId38"/>
    <p:sldId id="798" r:id="rId39"/>
    <p:sldId id="805" r:id="rId40"/>
    <p:sldId id="799" r:id="rId41"/>
    <p:sldId id="807" r:id="rId42"/>
    <p:sldId id="806" r:id="rId43"/>
    <p:sldId id="800" r:id="rId44"/>
    <p:sldId id="808" r:id="rId45"/>
    <p:sldId id="801" r:id="rId46"/>
  </p:sldIdLst>
  <p:sldSz cx="12192000" cy="6858000"/>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1776" userDrawn="1">
          <p15:clr>
            <a:srgbClr val="A4A3A4"/>
          </p15:clr>
        </p15:guide>
        <p15:guide id="2" pos="24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FFFF"/>
    <a:srgbClr val="FF33CC"/>
    <a:srgbClr val="0033CC"/>
    <a:srgbClr val="3366CC"/>
    <a:srgbClr val="A50021"/>
    <a:srgbClr val="FFFFCD"/>
    <a:srgbClr val="CC00FF"/>
    <a:srgbClr val="66FF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000" autoAdjust="0"/>
    <p:restoredTop sz="94660"/>
  </p:normalViewPr>
  <p:slideViewPr>
    <p:cSldViewPr>
      <p:cViewPr varScale="1">
        <p:scale>
          <a:sx n="97" d="100"/>
          <a:sy n="97" d="100"/>
        </p:scale>
        <p:origin x="936" y="72"/>
      </p:cViewPr>
      <p:guideLst>
        <p:guide orient="horz" pos="1776"/>
        <p:guide pos="249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91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39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25395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25395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25395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5395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25395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A8C7BB2A-36D8-41D2-848E-F7BD4986C0B8}"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7FF2EA-7DD6-419A-8193-D931576F2646}" type="slidenum">
              <a:rPr lang="en-US" altLang="zh-CN"/>
              <a:pPr/>
              <a:t>4</a:t>
            </a:fld>
            <a:endParaRPr lang="en-US" altLang="zh-CN"/>
          </a:p>
        </p:txBody>
      </p:sp>
      <p:sp>
        <p:nvSpPr>
          <p:cNvPr id="724994" name="Rectangle 2"/>
          <p:cNvSpPr>
            <a:spLocks noGrp="1" noRot="1" noChangeAspect="1" noChangeArrowheads="1" noTextEdit="1"/>
          </p:cNvSpPr>
          <p:nvPr>
            <p:ph type="sldImg"/>
          </p:nvPr>
        </p:nvSpPr>
        <p:spPr>
          <a:xfrm>
            <a:off x="381000" y="685800"/>
            <a:ext cx="6096000" cy="3429000"/>
          </a:xfrm>
          <a:ln/>
        </p:spPr>
      </p:sp>
      <p:sp>
        <p:nvSpPr>
          <p:cNvPr id="72499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B1DBF34-A5C1-4648-9326-D25309ACF1ED}" type="slidenum">
              <a:rPr lang="en-US" altLang="zh-CN"/>
              <a:pPr/>
              <a:t>5</a:t>
            </a:fld>
            <a:endParaRPr lang="en-US" altLang="zh-CN"/>
          </a:p>
        </p:txBody>
      </p:sp>
      <p:sp>
        <p:nvSpPr>
          <p:cNvPr id="902146" name="Rectangle 2"/>
          <p:cNvSpPr>
            <a:spLocks noGrp="1" noRot="1" noChangeAspect="1" noChangeArrowheads="1" noTextEdit="1"/>
          </p:cNvSpPr>
          <p:nvPr>
            <p:ph type="sldImg"/>
          </p:nvPr>
        </p:nvSpPr>
        <p:spPr>
          <a:xfrm>
            <a:off x="381000" y="685800"/>
            <a:ext cx="6096000" cy="3429000"/>
          </a:xfrm>
          <a:ln/>
        </p:spPr>
      </p:sp>
      <p:sp>
        <p:nvSpPr>
          <p:cNvPr id="90214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B1DBF34-A5C1-4648-9326-D25309ACF1ED}" type="slidenum">
              <a:rPr lang="en-US" altLang="zh-CN"/>
              <a:pPr/>
              <a:t>6</a:t>
            </a:fld>
            <a:endParaRPr lang="en-US" altLang="zh-CN"/>
          </a:p>
        </p:txBody>
      </p:sp>
      <p:sp>
        <p:nvSpPr>
          <p:cNvPr id="902146" name="Rectangle 2"/>
          <p:cNvSpPr>
            <a:spLocks noGrp="1" noRot="1" noChangeAspect="1" noChangeArrowheads="1" noTextEdit="1"/>
          </p:cNvSpPr>
          <p:nvPr>
            <p:ph type="sldImg"/>
          </p:nvPr>
        </p:nvSpPr>
        <p:spPr>
          <a:xfrm>
            <a:off x="381000" y="685800"/>
            <a:ext cx="6096000" cy="3429000"/>
          </a:xfrm>
          <a:ln/>
        </p:spPr>
      </p:sp>
      <p:sp>
        <p:nvSpPr>
          <p:cNvPr id="90214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976F11C-D364-4602-AB8D-48838209E0DD}" type="slidenum">
              <a:rPr lang="en-US" altLang="zh-CN"/>
              <a:pPr/>
              <a:t>11</a:t>
            </a:fld>
            <a:endParaRPr lang="en-US" altLang="zh-CN"/>
          </a:p>
        </p:txBody>
      </p:sp>
      <p:sp>
        <p:nvSpPr>
          <p:cNvPr id="910338" name="Rectangle 2"/>
          <p:cNvSpPr>
            <a:spLocks noGrp="1" noRot="1" noChangeAspect="1" noChangeArrowheads="1" noTextEdit="1"/>
          </p:cNvSpPr>
          <p:nvPr>
            <p:ph type="sldImg"/>
          </p:nvPr>
        </p:nvSpPr>
        <p:spPr>
          <a:xfrm>
            <a:off x="381000" y="685800"/>
            <a:ext cx="6096000" cy="3429000"/>
          </a:xfrm>
          <a:ln/>
        </p:spPr>
      </p:sp>
      <p:sp>
        <p:nvSpPr>
          <p:cNvPr id="9103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FEC7A5-28A7-404A-84CC-3B6C4C6AE0DA}" type="slidenum">
              <a:rPr lang="en-US" altLang="zh-CN"/>
              <a:pPr/>
              <a:t>12</a:t>
            </a:fld>
            <a:endParaRPr lang="en-US" altLang="zh-CN"/>
          </a:p>
        </p:txBody>
      </p:sp>
      <p:sp>
        <p:nvSpPr>
          <p:cNvPr id="912386" name="Rectangle 2"/>
          <p:cNvSpPr>
            <a:spLocks noGrp="1" noRot="1" noChangeAspect="1" noChangeArrowheads="1" noTextEdit="1"/>
          </p:cNvSpPr>
          <p:nvPr>
            <p:ph type="sldImg"/>
          </p:nvPr>
        </p:nvSpPr>
        <p:spPr>
          <a:xfrm>
            <a:off x="381000" y="685800"/>
            <a:ext cx="6096000" cy="3429000"/>
          </a:xfrm>
          <a:ln/>
        </p:spPr>
      </p:sp>
      <p:sp>
        <p:nvSpPr>
          <p:cNvPr id="91238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51C138B-9DD7-40BE-B055-CD7D9F1916AB}" type="slidenum">
              <a:rPr lang="en-US" altLang="zh-CN"/>
              <a:pPr/>
              <a:t>14</a:t>
            </a:fld>
            <a:endParaRPr lang="en-US" altLang="zh-CN"/>
          </a:p>
        </p:txBody>
      </p:sp>
      <p:sp>
        <p:nvSpPr>
          <p:cNvPr id="915458" name="Rectangle 2"/>
          <p:cNvSpPr>
            <a:spLocks noGrp="1" noRot="1" noChangeAspect="1" noChangeArrowheads="1" noTextEdit="1"/>
          </p:cNvSpPr>
          <p:nvPr>
            <p:ph type="sldImg"/>
          </p:nvPr>
        </p:nvSpPr>
        <p:spPr>
          <a:xfrm>
            <a:off x="381000" y="685800"/>
            <a:ext cx="6096000" cy="3429000"/>
          </a:xfrm>
          <a:ln/>
        </p:spPr>
      </p:sp>
      <p:sp>
        <p:nvSpPr>
          <p:cNvPr id="91545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9141CC-9F02-49EC-B60C-D27016077CE1}" type="slidenum">
              <a:rPr lang="en-US" altLang="zh-CN"/>
              <a:pPr/>
              <a:t>15</a:t>
            </a:fld>
            <a:endParaRPr lang="en-US" altLang="zh-CN"/>
          </a:p>
        </p:txBody>
      </p:sp>
      <p:sp>
        <p:nvSpPr>
          <p:cNvPr id="917506" name="Rectangle 2"/>
          <p:cNvSpPr>
            <a:spLocks noGrp="1" noRot="1" noChangeAspect="1" noChangeArrowheads="1" noTextEdit="1"/>
          </p:cNvSpPr>
          <p:nvPr>
            <p:ph type="sldImg"/>
          </p:nvPr>
        </p:nvSpPr>
        <p:spPr>
          <a:xfrm>
            <a:off x="381000" y="685800"/>
            <a:ext cx="6096000" cy="3429000"/>
          </a:xfrm>
          <a:ln/>
        </p:spPr>
      </p:sp>
      <p:sp>
        <p:nvSpPr>
          <p:cNvPr id="91750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C7BB2A-36D8-41D2-848E-F7BD4986C0B8}" type="slidenum">
              <a:rPr lang="en-US" altLang="zh-CN" smtClean="0"/>
              <a:pPr/>
              <a:t>19</a:t>
            </a:fld>
            <a:endParaRPr lang="en-US" altLang="zh-CN"/>
          </a:p>
        </p:txBody>
      </p:sp>
    </p:spTree>
    <p:extLst>
      <p:ext uri="{BB962C8B-B14F-4D97-AF65-F5344CB8AC3E}">
        <p14:creationId xmlns:p14="http://schemas.microsoft.com/office/powerpoint/2010/main" val="3611894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9FE56FA-5C65-4500-9116-8E5C77AC2071}" type="slidenum">
              <a:rPr lang="en-US" altLang="zh-CN"/>
              <a:pPr/>
              <a:t>23</a:t>
            </a:fld>
            <a:endParaRPr lang="en-US" altLang="zh-CN"/>
          </a:p>
        </p:txBody>
      </p:sp>
      <p:sp>
        <p:nvSpPr>
          <p:cNvPr id="929794" name="Rectangle 2"/>
          <p:cNvSpPr>
            <a:spLocks noGrp="1" noRot="1" noChangeAspect="1" noChangeArrowheads="1" noTextEdit="1"/>
          </p:cNvSpPr>
          <p:nvPr>
            <p:ph type="sldImg"/>
          </p:nvPr>
        </p:nvSpPr>
        <p:spPr>
          <a:xfrm>
            <a:off x="381000" y="685800"/>
            <a:ext cx="6096000" cy="3429000"/>
          </a:xfrm>
          <a:ln/>
        </p:spPr>
      </p:sp>
      <p:sp>
        <p:nvSpPr>
          <p:cNvPr id="92979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750DD7-DAA9-402A-9FD1-79772E8964F6}" type="slidenum">
              <a:rPr lang="en-US" altLang="zh-CN"/>
              <a:pPr/>
              <a:t>26</a:t>
            </a:fld>
            <a:endParaRPr lang="en-US" altLang="zh-CN"/>
          </a:p>
        </p:txBody>
      </p:sp>
      <p:sp>
        <p:nvSpPr>
          <p:cNvPr id="932866" name="Rectangle 2"/>
          <p:cNvSpPr>
            <a:spLocks noGrp="1" noRot="1" noChangeAspect="1" noChangeArrowheads="1" noTextEdit="1"/>
          </p:cNvSpPr>
          <p:nvPr>
            <p:ph type="sldImg"/>
          </p:nvPr>
        </p:nvSpPr>
        <p:spPr>
          <a:xfrm>
            <a:off x="381000" y="685800"/>
            <a:ext cx="6096000" cy="3429000"/>
          </a:xfrm>
          <a:ln/>
        </p:spPr>
      </p:sp>
      <p:sp>
        <p:nvSpPr>
          <p:cNvPr id="93286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750DD7-DAA9-402A-9FD1-79772E8964F6}" type="slidenum">
              <a:rPr lang="en-US" altLang="zh-CN"/>
              <a:pPr/>
              <a:t>27</a:t>
            </a:fld>
            <a:endParaRPr lang="en-US" altLang="zh-CN"/>
          </a:p>
        </p:txBody>
      </p:sp>
      <p:sp>
        <p:nvSpPr>
          <p:cNvPr id="932866" name="Rectangle 2"/>
          <p:cNvSpPr>
            <a:spLocks noGrp="1" noRot="1" noChangeAspect="1" noChangeArrowheads="1" noTextEdit="1"/>
          </p:cNvSpPr>
          <p:nvPr>
            <p:ph type="sldImg"/>
          </p:nvPr>
        </p:nvSpPr>
        <p:spPr>
          <a:xfrm>
            <a:off x="381000" y="685800"/>
            <a:ext cx="6096000" cy="3429000"/>
          </a:xfrm>
          <a:ln/>
        </p:spPr>
      </p:sp>
      <p:sp>
        <p:nvSpPr>
          <p:cNvPr id="93286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931A1E7-F0E8-4893-834D-3E63ED90C2FB}" type="slidenum">
              <a:rPr lang="en-US" altLang="zh-CN"/>
              <a:pPr/>
              <a:t>31</a:t>
            </a:fld>
            <a:endParaRPr lang="en-US" altLang="zh-CN"/>
          </a:p>
        </p:txBody>
      </p:sp>
      <p:sp>
        <p:nvSpPr>
          <p:cNvPr id="937986" name="Rectangle 2"/>
          <p:cNvSpPr>
            <a:spLocks noGrp="1" noRot="1" noChangeAspect="1" noChangeArrowheads="1" noTextEdit="1"/>
          </p:cNvSpPr>
          <p:nvPr>
            <p:ph type="sldImg"/>
          </p:nvPr>
        </p:nvSpPr>
        <p:spPr>
          <a:xfrm>
            <a:off x="381000" y="685800"/>
            <a:ext cx="6096000" cy="3429000"/>
          </a:xfrm>
          <a:ln/>
        </p:spPr>
      </p:sp>
      <p:sp>
        <p:nvSpPr>
          <p:cNvPr id="93798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25A42A-2885-4FF3-A091-823359314291}" type="slidenum">
              <a:rPr lang="en-US" altLang="zh-CN"/>
              <a:pPr/>
              <a:t>32</a:t>
            </a:fld>
            <a:endParaRPr lang="en-US" altLang="zh-CN"/>
          </a:p>
        </p:txBody>
      </p:sp>
      <p:sp>
        <p:nvSpPr>
          <p:cNvPr id="940034" name="Rectangle 2"/>
          <p:cNvSpPr>
            <a:spLocks noGrp="1" noRot="1" noChangeAspect="1" noChangeArrowheads="1" noTextEdit="1"/>
          </p:cNvSpPr>
          <p:nvPr>
            <p:ph type="sldImg"/>
          </p:nvPr>
        </p:nvSpPr>
        <p:spPr>
          <a:xfrm>
            <a:off x="381000" y="685800"/>
            <a:ext cx="6096000" cy="3429000"/>
          </a:xfrm>
          <a:ln/>
        </p:spPr>
      </p:sp>
      <p:sp>
        <p:nvSpPr>
          <p:cNvPr id="94003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E456920-FC12-46D8-9F35-04E851A1D322}" type="slidenum">
              <a:rPr lang="en-US" altLang="zh-CN"/>
              <a:pPr/>
              <a:t>33</a:t>
            </a:fld>
            <a:endParaRPr lang="en-US" altLang="zh-CN"/>
          </a:p>
        </p:txBody>
      </p:sp>
      <p:sp>
        <p:nvSpPr>
          <p:cNvPr id="942082" name="Rectangle 2"/>
          <p:cNvSpPr>
            <a:spLocks noGrp="1" noRot="1" noChangeAspect="1" noChangeArrowheads="1" noTextEdit="1"/>
          </p:cNvSpPr>
          <p:nvPr>
            <p:ph type="sldImg"/>
          </p:nvPr>
        </p:nvSpPr>
        <p:spPr>
          <a:xfrm>
            <a:off x="381000" y="685800"/>
            <a:ext cx="6096000" cy="3429000"/>
          </a:xfrm>
          <a:ln/>
        </p:spPr>
      </p:sp>
      <p:sp>
        <p:nvSpPr>
          <p:cNvPr id="94208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3A72A6-EE8E-4968-9D31-0237DE65C911}" type="slidenum">
              <a:rPr lang="en-US" altLang="zh-CN"/>
              <a:pPr/>
              <a:t>34</a:t>
            </a:fld>
            <a:endParaRPr lang="en-US" altLang="zh-CN"/>
          </a:p>
        </p:txBody>
      </p:sp>
      <p:sp>
        <p:nvSpPr>
          <p:cNvPr id="945154" name="Rectangle 2"/>
          <p:cNvSpPr>
            <a:spLocks noGrp="1" noRot="1" noChangeAspect="1" noChangeArrowheads="1" noTextEdit="1"/>
          </p:cNvSpPr>
          <p:nvPr>
            <p:ph type="sldImg"/>
          </p:nvPr>
        </p:nvSpPr>
        <p:spPr>
          <a:xfrm>
            <a:off x="381000" y="685800"/>
            <a:ext cx="6096000" cy="3429000"/>
          </a:xfrm>
          <a:ln/>
        </p:spPr>
      </p:sp>
      <p:sp>
        <p:nvSpPr>
          <p:cNvPr id="94515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925B7A4-A66A-4C1A-A573-E75893ABD596}" type="slidenum">
              <a:rPr lang="en-US" altLang="zh-CN"/>
              <a:pPr/>
              <a:t>35</a:t>
            </a:fld>
            <a:endParaRPr lang="en-US" altLang="zh-CN"/>
          </a:p>
        </p:txBody>
      </p:sp>
      <p:sp>
        <p:nvSpPr>
          <p:cNvPr id="947202" name="Rectangle 2"/>
          <p:cNvSpPr>
            <a:spLocks noGrp="1" noRot="1" noChangeAspect="1" noChangeArrowheads="1" noTextEdit="1"/>
          </p:cNvSpPr>
          <p:nvPr>
            <p:ph type="sldImg"/>
          </p:nvPr>
        </p:nvSpPr>
        <p:spPr>
          <a:xfrm>
            <a:off x="381000" y="685800"/>
            <a:ext cx="6096000" cy="3429000"/>
          </a:xfrm>
          <a:ln/>
        </p:spPr>
      </p:sp>
      <p:sp>
        <p:nvSpPr>
          <p:cNvPr id="94720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34D123-FDFA-450D-8E92-33DA9C2C350B}" type="slidenum">
              <a:rPr lang="en-US" altLang="zh-CN"/>
              <a:pPr/>
              <a:t>36</a:t>
            </a:fld>
            <a:endParaRPr lang="en-US" altLang="zh-CN"/>
          </a:p>
        </p:txBody>
      </p:sp>
      <p:sp>
        <p:nvSpPr>
          <p:cNvPr id="949250" name="Rectangle 2"/>
          <p:cNvSpPr>
            <a:spLocks noGrp="1" noRot="1" noChangeAspect="1" noChangeArrowheads="1" noTextEdit="1"/>
          </p:cNvSpPr>
          <p:nvPr>
            <p:ph type="sldImg"/>
          </p:nvPr>
        </p:nvSpPr>
        <p:spPr>
          <a:xfrm>
            <a:off x="381000" y="685800"/>
            <a:ext cx="6096000" cy="3429000"/>
          </a:xfrm>
          <a:ln/>
        </p:spPr>
      </p:sp>
      <p:sp>
        <p:nvSpPr>
          <p:cNvPr id="94925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34D123-FDFA-450D-8E92-33DA9C2C350B}" type="slidenum">
              <a:rPr lang="en-US" altLang="zh-CN"/>
              <a:pPr/>
              <a:t>37</a:t>
            </a:fld>
            <a:endParaRPr lang="en-US" altLang="zh-CN"/>
          </a:p>
        </p:txBody>
      </p:sp>
      <p:sp>
        <p:nvSpPr>
          <p:cNvPr id="949250" name="Rectangle 2"/>
          <p:cNvSpPr>
            <a:spLocks noGrp="1" noRot="1" noChangeAspect="1" noChangeArrowheads="1" noTextEdit="1"/>
          </p:cNvSpPr>
          <p:nvPr>
            <p:ph type="sldImg"/>
          </p:nvPr>
        </p:nvSpPr>
        <p:spPr>
          <a:xfrm>
            <a:off x="381000" y="685800"/>
            <a:ext cx="6096000" cy="3429000"/>
          </a:xfrm>
          <a:ln/>
        </p:spPr>
      </p:sp>
      <p:sp>
        <p:nvSpPr>
          <p:cNvPr id="94925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2124855-9A19-4CE6-88DE-7B2A5C345B54}" type="slidenum">
              <a:rPr lang="en-US" altLang="zh-CN"/>
              <a:pPr/>
              <a:t>38</a:t>
            </a:fld>
            <a:endParaRPr lang="en-US" altLang="zh-CN"/>
          </a:p>
        </p:txBody>
      </p:sp>
      <p:sp>
        <p:nvSpPr>
          <p:cNvPr id="951298" name="Rectangle 2"/>
          <p:cNvSpPr>
            <a:spLocks noGrp="1" noRot="1" noChangeAspect="1" noChangeArrowheads="1" noTextEdit="1"/>
          </p:cNvSpPr>
          <p:nvPr>
            <p:ph type="sldImg"/>
          </p:nvPr>
        </p:nvSpPr>
        <p:spPr>
          <a:xfrm>
            <a:off x="381000" y="685800"/>
            <a:ext cx="6096000" cy="3429000"/>
          </a:xfrm>
          <a:ln/>
        </p:spPr>
      </p:sp>
      <p:sp>
        <p:nvSpPr>
          <p:cNvPr id="95129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2124855-9A19-4CE6-88DE-7B2A5C345B54}" type="slidenum">
              <a:rPr lang="en-US" altLang="zh-CN"/>
              <a:pPr/>
              <a:t>39</a:t>
            </a:fld>
            <a:endParaRPr lang="en-US" altLang="zh-CN"/>
          </a:p>
        </p:txBody>
      </p:sp>
      <p:sp>
        <p:nvSpPr>
          <p:cNvPr id="951298" name="Rectangle 2"/>
          <p:cNvSpPr>
            <a:spLocks noGrp="1" noRot="1" noChangeAspect="1" noChangeArrowheads="1" noTextEdit="1"/>
          </p:cNvSpPr>
          <p:nvPr>
            <p:ph type="sldImg"/>
          </p:nvPr>
        </p:nvSpPr>
        <p:spPr>
          <a:xfrm>
            <a:off x="381000" y="685800"/>
            <a:ext cx="6096000" cy="3429000"/>
          </a:xfrm>
          <a:ln/>
        </p:spPr>
      </p:sp>
      <p:sp>
        <p:nvSpPr>
          <p:cNvPr id="95129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023EC5A-1B10-4E5E-B4BD-352D007AC670}" type="slidenum">
              <a:rPr lang="en-US" altLang="zh-CN"/>
              <a:pPr/>
              <a:t>40</a:t>
            </a:fld>
            <a:endParaRPr lang="en-US" altLang="zh-CN"/>
          </a:p>
        </p:txBody>
      </p:sp>
      <p:sp>
        <p:nvSpPr>
          <p:cNvPr id="953346" name="Rectangle 2"/>
          <p:cNvSpPr>
            <a:spLocks noGrp="1" noRot="1" noChangeAspect="1" noChangeArrowheads="1" noTextEdit="1"/>
          </p:cNvSpPr>
          <p:nvPr>
            <p:ph type="sldImg"/>
          </p:nvPr>
        </p:nvSpPr>
        <p:spPr>
          <a:xfrm>
            <a:off x="381000" y="685800"/>
            <a:ext cx="6096000" cy="3429000"/>
          </a:xfrm>
          <a:ln/>
        </p:spPr>
      </p:sp>
      <p:sp>
        <p:nvSpPr>
          <p:cNvPr id="95334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023EC5A-1B10-4E5E-B4BD-352D007AC670}" type="slidenum">
              <a:rPr lang="en-US" altLang="zh-CN"/>
              <a:pPr/>
              <a:t>41</a:t>
            </a:fld>
            <a:endParaRPr lang="en-US" altLang="zh-CN"/>
          </a:p>
        </p:txBody>
      </p:sp>
      <p:sp>
        <p:nvSpPr>
          <p:cNvPr id="953346" name="Rectangle 2"/>
          <p:cNvSpPr>
            <a:spLocks noGrp="1" noRot="1" noChangeAspect="1" noChangeArrowheads="1" noTextEdit="1"/>
          </p:cNvSpPr>
          <p:nvPr>
            <p:ph type="sldImg"/>
          </p:nvPr>
        </p:nvSpPr>
        <p:spPr>
          <a:xfrm>
            <a:off x="381000" y="685800"/>
            <a:ext cx="6096000" cy="3429000"/>
          </a:xfrm>
          <a:ln/>
        </p:spPr>
      </p:sp>
      <p:sp>
        <p:nvSpPr>
          <p:cNvPr id="95334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023EC5A-1B10-4E5E-B4BD-352D007AC670}" type="slidenum">
              <a:rPr lang="en-US" altLang="zh-CN"/>
              <a:pPr/>
              <a:t>42</a:t>
            </a:fld>
            <a:endParaRPr lang="en-US" altLang="zh-CN"/>
          </a:p>
        </p:txBody>
      </p:sp>
      <p:sp>
        <p:nvSpPr>
          <p:cNvPr id="953346" name="Rectangle 2"/>
          <p:cNvSpPr>
            <a:spLocks noGrp="1" noRot="1" noChangeAspect="1" noChangeArrowheads="1" noTextEdit="1"/>
          </p:cNvSpPr>
          <p:nvPr>
            <p:ph type="sldImg"/>
          </p:nvPr>
        </p:nvSpPr>
        <p:spPr>
          <a:xfrm>
            <a:off x="381000" y="685800"/>
            <a:ext cx="6096000" cy="3429000"/>
          </a:xfrm>
          <a:ln/>
        </p:spPr>
      </p:sp>
      <p:sp>
        <p:nvSpPr>
          <p:cNvPr id="95334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89B7BAC-FED9-49FF-92EC-112981B22586}" type="slidenum">
              <a:rPr lang="en-US" altLang="zh-CN"/>
              <a:pPr/>
              <a:t>43</a:t>
            </a:fld>
            <a:endParaRPr lang="en-US" altLang="zh-CN"/>
          </a:p>
        </p:txBody>
      </p:sp>
      <p:sp>
        <p:nvSpPr>
          <p:cNvPr id="955394" name="Rectangle 2"/>
          <p:cNvSpPr>
            <a:spLocks noGrp="1" noRot="1" noChangeAspect="1" noChangeArrowheads="1" noTextEdit="1"/>
          </p:cNvSpPr>
          <p:nvPr>
            <p:ph type="sldImg"/>
          </p:nvPr>
        </p:nvSpPr>
        <p:spPr>
          <a:xfrm>
            <a:off x="381000" y="685800"/>
            <a:ext cx="6096000" cy="3429000"/>
          </a:xfrm>
          <a:ln/>
        </p:spPr>
      </p:sp>
      <p:sp>
        <p:nvSpPr>
          <p:cNvPr id="95539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89B7BAC-FED9-49FF-92EC-112981B22586}" type="slidenum">
              <a:rPr lang="en-US" altLang="zh-CN"/>
              <a:pPr/>
              <a:t>44</a:t>
            </a:fld>
            <a:endParaRPr lang="en-US" altLang="zh-CN"/>
          </a:p>
        </p:txBody>
      </p:sp>
      <p:sp>
        <p:nvSpPr>
          <p:cNvPr id="955394" name="Rectangle 2"/>
          <p:cNvSpPr>
            <a:spLocks noGrp="1" noRot="1" noChangeAspect="1" noChangeArrowheads="1" noTextEdit="1"/>
          </p:cNvSpPr>
          <p:nvPr>
            <p:ph type="sldImg"/>
          </p:nvPr>
        </p:nvSpPr>
        <p:spPr>
          <a:xfrm>
            <a:off x="381000" y="685800"/>
            <a:ext cx="6096000" cy="3429000"/>
          </a:xfrm>
          <a:ln/>
        </p:spPr>
      </p:sp>
      <p:sp>
        <p:nvSpPr>
          <p:cNvPr id="95539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EE3107-89E0-493C-B1FD-ACAFCDC4328D}" type="slidenum">
              <a:rPr lang="en-US" altLang="zh-CN"/>
              <a:pPr/>
              <a:t>45</a:t>
            </a:fld>
            <a:endParaRPr lang="en-US" altLang="zh-CN"/>
          </a:p>
        </p:txBody>
      </p:sp>
      <p:sp>
        <p:nvSpPr>
          <p:cNvPr id="957442" name="Rectangle 2"/>
          <p:cNvSpPr>
            <a:spLocks noGrp="1" noRot="1" noChangeAspect="1" noChangeArrowheads="1" noTextEdit="1"/>
          </p:cNvSpPr>
          <p:nvPr>
            <p:ph type="sldImg"/>
          </p:nvPr>
        </p:nvSpPr>
        <p:spPr>
          <a:xfrm>
            <a:off x="381000" y="685800"/>
            <a:ext cx="6096000" cy="3429000"/>
          </a:xfrm>
          <a:ln/>
        </p:spPr>
      </p:sp>
      <p:sp>
        <p:nvSpPr>
          <p:cNvPr id="95744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5E20B1E-775A-42E5-AD65-691C08C4420A}" type="slidenum">
              <a:rPr lang="en-US" altLang="zh-CN"/>
              <a:pPr/>
              <a:t>‹#›</a:t>
            </a:fld>
            <a:endParaRPr lang="en-US" altLang="zh-CN"/>
          </a:p>
        </p:txBody>
      </p:sp>
    </p:spTree>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34ED77BC-1545-488A-8CA1-33DB0631C455}" type="slidenum">
              <a:rPr lang="en-US" altLang="zh-CN"/>
              <a:pPr/>
              <a:t>‹#›</a:t>
            </a:fld>
            <a:endParaRPr lang="en-US" altLang="zh-CN"/>
          </a:p>
        </p:txBody>
      </p:sp>
    </p:spTree>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3CB70FA7-32EB-4B55-BC87-A3E7EA07ABBD}" type="slidenum">
              <a:rPr lang="en-US" altLang="zh-CN"/>
              <a:pPr/>
              <a:t>‹#›</a:t>
            </a:fld>
            <a:endParaRPr lang="en-US" altLang="zh-CN"/>
          </a:p>
        </p:txBody>
      </p:sp>
    </p:spTree>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341438"/>
            <a:ext cx="5080000" cy="47545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41438"/>
            <a:ext cx="5080000" cy="47545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ABBEC0CF-5344-45BD-A0E4-41597FAC66C0}" type="slidenum">
              <a:rPr lang="en-US" altLang="zh-CN"/>
              <a:pPr/>
              <a:t>‹#›</a:t>
            </a:fld>
            <a:endParaRPr lang="en-US" altLang="zh-CN"/>
          </a:p>
        </p:txBody>
      </p:sp>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D3CE88A4-B6CD-4036-A2D7-B5081532A0FD}" type="slidenum">
              <a:rPr lang="en-US" altLang="zh-CN"/>
              <a:pPr/>
              <a:t>‹#›</a:t>
            </a:fld>
            <a:endParaRPr lang="en-US" altLang="zh-CN"/>
          </a:p>
        </p:txBody>
      </p:sp>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2B55942F-0E69-4BD2-A723-08B2105260C4}" type="slidenum">
              <a:rPr lang="en-US" altLang="zh-CN"/>
              <a:pPr/>
              <a:t>‹#›</a:t>
            </a:fld>
            <a:endParaRPr lang="en-US" altLang="zh-CN"/>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C5386787-27C0-4FCD-9E4E-87047CFA940D}" type="slidenum">
              <a:rPr lang="en-US" altLang="zh-CN"/>
              <a:pPr/>
              <a:t>‹#›</a:t>
            </a:fld>
            <a:endParaRPr lang="en-US" altLang="zh-CN"/>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D93C97AD-6F60-44E9-8025-53F1FEC0DCE4}" type="slidenum">
              <a:rPr lang="en-US" altLang="zh-CN"/>
              <a:pPr/>
              <a:t>‹#›</a:t>
            </a:fld>
            <a:endParaRPr lang="en-US" altLang="zh-CN"/>
          </a:p>
        </p:txBody>
      </p:sp>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B31ABB6-5556-4495-880E-D8E492842F29}" type="slidenum">
              <a:rPr lang="en-US" altLang="zh-CN"/>
              <a:pPr/>
              <a:t>‹#›</a:t>
            </a:fld>
            <a:endParaRPr lang="en-US" altLang="zh-CN"/>
          </a:p>
        </p:txBody>
      </p:sp>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9076022-0A8C-44D7-980F-001E8698E295}" type="slidenum">
              <a:rPr lang="en-US" altLang="zh-CN"/>
              <a:pPr/>
              <a:t>‹#›</a:t>
            </a:fld>
            <a:endParaRPr lang="en-US" altLang="zh-CN"/>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115888"/>
            <a:ext cx="2590800" cy="5980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14400" y="115888"/>
            <a:ext cx="7569200" cy="5980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2A84F224-2C65-406E-9DA2-D4CEFBF1552E}" type="slidenum">
              <a:rPr lang="en-US" altLang="zh-CN"/>
              <a:pPr/>
              <a:t>‹#›</a:t>
            </a:fld>
            <a:endParaRPr lang="en-US" altLang="zh-CN"/>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15888"/>
            <a:ext cx="103632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914400" y="1341438"/>
            <a:ext cx="10363200" cy="47545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1">
                <a:effectLst>
                  <a:outerShdw blurRad="38100" dist="38100" dir="2700000" algn="tl">
                    <a:srgbClr val="FFFFFF"/>
                  </a:outerShdw>
                </a:effectLst>
              </a:defRPr>
            </a:lvl1pPr>
          </a:lstStyle>
          <a:p>
            <a:endParaRPr lang="en-US" altLang="zh-CN"/>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1">
                <a:effectLst>
                  <a:outerShdw blurRad="38100" dist="38100" dir="2700000" algn="tl">
                    <a:srgbClr val="FFFFFF"/>
                  </a:outerShdw>
                </a:effectLst>
              </a:defRPr>
            </a:lvl1pPr>
          </a:lstStyle>
          <a:p>
            <a:endParaRPr lang="en-US" altLang="zh-CN"/>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1">
                <a:effectLst>
                  <a:outerShdw blurRad="38100" dist="38100" dir="2700000" algn="tl">
                    <a:srgbClr val="FFFFFF"/>
                  </a:outerShdw>
                </a:effectLst>
              </a:defRPr>
            </a:lvl1pPr>
          </a:lstStyle>
          <a:p>
            <a:fld id="{04D50887-4D13-461E-A7B0-0F319E63E43C}"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zoom/>
  </p:transition>
  <p:txStyles>
    <p:titleStyle>
      <a:lvl1pPr algn="ctr" rtl="0" fontAlgn="base">
        <a:spcBef>
          <a:spcPct val="0"/>
        </a:spcBef>
        <a:spcAft>
          <a:spcPct val="0"/>
        </a:spcAft>
        <a:defRPr kumimoji="1" sz="4400" b="1">
          <a:solidFill>
            <a:schemeClr val="tx2"/>
          </a:solidFill>
          <a:effectLst>
            <a:outerShdw blurRad="38100" dist="38100" dir="2700000" algn="tl">
              <a:srgbClr val="FFFFFF"/>
            </a:outerShdw>
          </a:effectLst>
          <a:latin typeface="+mj-lt"/>
          <a:ea typeface="+mj-ea"/>
          <a:cs typeface="+mj-cs"/>
        </a:defRPr>
      </a:lvl1pPr>
      <a:lvl2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2pPr>
      <a:lvl3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3pPr>
      <a:lvl4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4pPr>
      <a:lvl5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5pPr>
      <a:lvl6pPr marL="4572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6pPr>
      <a:lvl7pPr marL="9144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7pPr>
      <a:lvl8pPr marL="13716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8pPr>
      <a:lvl9pPr marL="18288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9pPr>
    </p:titleStyle>
    <p:body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image" Target="../media/image2.wmf"/></Relationships>
</file>

<file path=ppt/slides/_rels/slide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3.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audio" Target="../media/audio3.wav"/></Relationships>
</file>

<file path=ppt/slides/_rels/slide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audio" Target="../media/audio3.wav"/><Relationship Id="rId4" Type="http://schemas.openxmlformats.org/officeDocument/2006/relationships/audio" Target="../media/audio2.wav"/></Relationships>
</file>

<file path=ppt/slides/_rels/slide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5.wav"/><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3.wav"/></Relationships>
</file>

<file path=ppt/slides/_rels/slide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3.wav"/></Relationships>
</file>

<file path=ppt/slides/_rels/slide13.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audio" Target="../media/audio3.wav"/><Relationship Id="rId4" Type="http://schemas.openxmlformats.org/officeDocument/2006/relationships/audio" Target="../media/audio4.wav"/></Relationships>
</file>

<file path=ppt/slides/_rels/slide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3.wav"/></Relationships>
</file>

<file path=ppt/slides/_rels/slide16.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18.xml.rels><?xml version="1.0" encoding="UTF-8" standalone="yes"?>
<Relationships xmlns="http://schemas.openxmlformats.org/package/2006/relationships"><Relationship Id="rId3" Type="http://schemas.openxmlformats.org/officeDocument/2006/relationships/audio" Target="../media/audio6.wav"/><Relationship Id="rId2" Type="http://schemas.openxmlformats.org/officeDocument/2006/relationships/audio" Target="../media/audio1.wav"/><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2.wav"/></Relationships>
</file>

<file path=ppt/slides/_rels/slide1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audio" Target="../media/audio5.wav"/></Relationships>
</file>

<file path=ppt/slides/_rels/slide2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5.wav"/><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2.wav"/></Relationships>
</file>

<file path=ppt/slides/_rels/slide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3.wav"/></Relationships>
</file>

<file path=ppt/slides/_rels/slide2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2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audio" Target="../media/audio3.wav"/></Relationships>
</file>

<file path=ppt/slides/_rels/slide2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3.wav"/></Relationships>
</file>

<file path=ppt/slides/_rels/slide2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3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notesSlide" Target="../notesSlides/notesSlide12.xml"/><Relationship Id="rId7" Type="http://schemas.openxmlformats.org/officeDocument/2006/relationships/image" Target="../media/image5.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audio" Target="../media/audio3.wav"/><Relationship Id="rId4" Type="http://schemas.openxmlformats.org/officeDocument/2006/relationships/audio" Target="../media/audio1.wav"/></Relationships>
</file>

<file path=ppt/slides/_rels/slide3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14.xml"/><Relationship Id="rId7" Type="http://schemas.openxmlformats.org/officeDocument/2006/relationships/image" Target="../media/image6.wmf"/><Relationship Id="rId12"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3.bin"/><Relationship Id="rId11" Type="http://schemas.openxmlformats.org/officeDocument/2006/relationships/image" Target="../media/image8.wmf"/><Relationship Id="rId5" Type="http://schemas.openxmlformats.org/officeDocument/2006/relationships/audio" Target="../media/audio3.wav"/><Relationship Id="rId10" Type="http://schemas.openxmlformats.org/officeDocument/2006/relationships/oleObject" Target="../embeddings/oleObject5.bin"/><Relationship Id="rId4" Type="http://schemas.openxmlformats.org/officeDocument/2006/relationships/audio" Target="../media/audio1.wav"/><Relationship Id="rId9" Type="http://schemas.openxmlformats.org/officeDocument/2006/relationships/image" Target="../media/image7.wmf"/></Relationships>
</file>

<file path=ppt/slides/_rels/slide3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4.jpeg"/><Relationship Id="rId4" Type="http://schemas.openxmlformats.org/officeDocument/2006/relationships/image" Target="../media/image9.jpeg"/></Relationships>
</file>

<file path=ppt/slides/_rels/slide3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audio" Target="../media/audio2.wav"/></Relationships>
</file>

<file path=ppt/slides/_rels/slide3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audio" Target="../media/audio3.wav"/></Relationships>
</file>

<file path=ppt/slides/_rels/slide3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audio" Target="../media/audio3.wav"/><Relationship Id="rId4" Type="http://schemas.openxmlformats.org/officeDocument/2006/relationships/audio" Target="../media/audio2.wav"/></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1.wmf"/><Relationship Id="rId5" Type="http://schemas.openxmlformats.org/officeDocument/2006/relationships/oleObject" Target="../embeddings/oleObject7.bin"/><Relationship Id="rId4" Type="http://schemas.openxmlformats.org/officeDocument/2006/relationships/audio" Target="../media/audio1.wav"/></Relationships>
</file>

<file path=ppt/slides/_rels/slide39.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notesSlide" Target="../notesSlides/notesSlide20.xml"/><Relationship Id="rId7" Type="http://schemas.openxmlformats.org/officeDocument/2006/relationships/image" Target="../media/image11.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7.bin"/><Relationship Id="rId5" Type="http://schemas.openxmlformats.org/officeDocument/2006/relationships/audio" Target="../media/audio3.wav"/><Relationship Id="rId4" Type="http://schemas.openxmlformats.org/officeDocument/2006/relationships/audio" Target="../media/audio1.wav"/></Relationships>
</file>

<file path=ppt/slides/_rels/slide4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audio" Target="../media/audio3.wav"/></Relationships>
</file>

<file path=ppt/slides/_rels/slide4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4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audio" Target="../media/audio3.wav"/></Relationships>
</file>

<file path=ppt/slides/_rels/slide4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3.wav"/></Relationships>
</file>

<file path=ppt/slides/_rels/slide4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audio" Target="../media/audio3.wav"/></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6946" name="Object 2"/>
          <p:cNvGraphicFramePr>
            <a:graphicFrameLocks noChangeAspect="1"/>
          </p:cNvGraphicFramePr>
          <p:nvPr/>
        </p:nvGraphicFramePr>
        <p:xfrm>
          <a:off x="2057400" y="4191001"/>
          <a:ext cx="1487488" cy="2201863"/>
        </p:xfrm>
        <a:graphic>
          <a:graphicData uri="http://schemas.openxmlformats.org/presentationml/2006/ole">
            <mc:AlternateContent xmlns:mc="http://schemas.openxmlformats.org/markup-compatibility/2006">
              <mc:Choice xmlns:v="urn:schemas-microsoft-com:vml" Requires="v">
                <p:oleObj spid="_x0000_s466994" name="剪辑" r:id="rId3" imgW="3153960" imgH="4708080" progId="">
                  <p:embed/>
                </p:oleObj>
              </mc:Choice>
              <mc:Fallback>
                <p:oleObj name="剪辑" r:id="rId3" imgW="3153960" imgH="470808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4191001"/>
                        <a:ext cx="1487488" cy="2201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66947" name="Group 3"/>
          <p:cNvGrpSpPr>
            <a:grpSpLocks/>
          </p:cNvGrpSpPr>
          <p:nvPr/>
        </p:nvGrpSpPr>
        <p:grpSpPr bwMode="auto">
          <a:xfrm>
            <a:off x="2566988" y="333376"/>
            <a:ext cx="7543800" cy="6119813"/>
            <a:chOff x="480" y="816"/>
            <a:chExt cx="4752" cy="2865"/>
          </a:xfrm>
        </p:grpSpPr>
        <p:sp>
          <p:nvSpPr>
            <p:cNvPr id="466948" name="Oval 4"/>
            <p:cNvSpPr>
              <a:spLocks noChangeArrowheads="1"/>
            </p:cNvSpPr>
            <p:nvPr/>
          </p:nvSpPr>
          <p:spPr bwMode="auto">
            <a:xfrm>
              <a:off x="480" y="816"/>
              <a:ext cx="4752" cy="2112"/>
            </a:xfrm>
            <a:prstGeom prst="ellipse">
              <a:avLst/>
            </a:prstGeom>
            <a:gradFill rotWithShape="0">
              <a:gsLst>
                <a:gs pos="0">
                  <a:srgbClr val="CC00FF">
                    <a:gamma/>
                    <a:shade val="46275"/>
                    <a:invGamma/>
                  </a:srgbClr>
                </a:gs>
                <a:gs pos="50000">
                  <a:srgbClr val="CC00FF"/>
                </a:gs>
                <a:gs pos="100000">
                  <a:srgbClr val="CC00FF">
                    <a:gamma/>
                    <a:shade val="46275"/>
                    <a:invGamma/>
                  </a:srgbClr>
                </a:gs>
              </a:gsLst>
              <a:lin ang="5400000" scaled="1"/>
            </a:gradFill>
            <a:ln w="12700">
              <a:noFill/>
              <a:round/>
              <a:headEnd/>
              <a:tailEnd/>
            </a:ln>
            <a:effectLst>
              <a:glow rad="101600">
                <a:schemeClr val="accent1">
                  <a:satMod val="175000"/>
                  <a:alpha val="40000"/>
                </a:schemeClr>
              </a:glow>
              <a:outerShdw blurRad="76200" dist="12700" dir="8100000" sy="-23000" kx="800400" algn="br" rotWithShape="0">
                <a:prstClr val="black">
                  <a:alpha val="20000"/>
                </a:prstClr>
              </a:outerShdw>
            </a:effectLst>
            <a:scene3d>
              <a:camera prst="orthographicFront">
                <a:rot lat="0" lon="0" rev="0"/>
              </a:camera>
              <a:lightRig rig="glow" dir="t">
                <a:rot lat="0" lon="0" rev="14100000"/>
              </a:lightRig>
            </a:scene3d>
            <a:sp3d prstMaterial="softEdge">
              <a:bevelT w="127000" prst="hardEdge"/>
            </a:sp3d>
          </p:spPr>
          <p:txBody>
            <a:bodyPr wrap="none" anchor="ctr"/>
            <a:lstStyle/>
            <a:p>
              <a:endParaRPr lang="zh-CN" altLang="en-US"/>
            </a:p>
          </p:txBody>
        </p:sp>
        <p:sp>
          <p:nvSpPr>
            <p:cNvPr id="466949" name="Rectangle 5"/>
            <p:cNvSpPr>
              <a:spLocks noChangeArrowheads="1"/>
            </p:cNvSpPr>
            <p:nvPr/>
          </p:nvSpPr>
          <p:spPr bwMode="auto">
            <a:xfrm>
              <a:off x="675" y="1532"/>
              <a:ext cx="4364" cy="643"/>
            </a:xfrm>
            <a:prstGeom prst="rect">
              <a:avLst/>
            </a:prstGeom>
            <a:noFill/>
            <a:ln w="12700">
              <a:noFill/>
              <a:miter lim="800000"/>
              <a:headEnd/>
              <a:tailEnd/>
            </a:ln>
            <a:effectLst>
              <a:outerShdw dist="35921" dir="2700000" algn="ctr" rotWithShape="0">
                <a:schemeClr val="bg2">
                  <a:alpha val="50000"/>
                </a:schemeClr>
              </a:outerShdw>
            </a:effectLst>
          </p:spPr>
          <p:txBody>
            <a:bodyPr wrap="none" anchor="ctr">
              <a:spAutoFit/>
            </a:bodyPr>
            <a:lstStyle/>
            <a:p>
              <a:pPr algn="ctr"/>
              <a:r>
                <a:rPr lang="zh-CN" altLang="en-US" sz="4800" b="1">
                  <a:solidFill>
                    <a:srgbClr val="FFFF00"/>
                  </a:solidFill>
                  <a:effectLst>
                    <a:outerShdw blurRad="38100" dist="38100" dir="2700000" algn="tl">
                      <a:srgbClr val="000000"/>
                    </a:outerShdw>
                  </a:effectLst>
                  <a:latin typeface="隶书" pitchFamily="49" charset="-122"/>
                  <a:ea typeface="隶书" pitchFamily="49" charset="-122"/>
                </a:rPr>
                <a:t>第</a:t>
              </a:r>
              <a:r>
                <a:rPr lang="en-US" altLang="zh-CN" sz="4800" b="1">
                  <a:solidFill>
                    <a:srgbClr val="FFFF00"/>
                  </a:solidFill>
                  <a:effectLst>
                    <a:outerShdw blurRad="38100" dist="38100" dir="2700000" algn="tl">
                      <a:srgbClr val="000000"/>
                    </a:outerShdw>
                  </a:effectLst>
                  <a:latin typeface="隶书" pitchFamily="49" charset="-122"/>
                  <a:ea typeface="隶书" pitchFamily="49" charset="-122"/>
                </a:rPr>
                <a:t>6</a:t>
              </a:r>
              <a:r>
                <a:rPr lang="zh-CN" altLang="en-US" sz="4800" b="1">
                  <a:solidFill>
                    <a:srgbClr val="FFFF00"/>
                  </a:solidFill>
                  <a:effectLst>
                    <a:outerShdw blurRad="38100" dist="38100" dir="2700000" algn="tl">
                      <a:srgbClr val="000000"/>
                    </a:outerShdw>
                  </a:effectLst>
                  <a:latin typeface="隶书" pitchFamily="49" charset="-122"/>
                  <a:ea typeface="隶书" pitchFamily="49" charset="-122"/>
                </a:rPr>
                <a:t>章 循环结构程序设计</a:t>
              </a:r>
            </a:p>
            <a:p>
              <a:pPr algn="ctr"/>
              <a:r>
                <a:rPr lang="zh-CN" altLang="en-US" sz="3600" b="1">
                  <a:solidFill>
                    <a:srgbClr val="00FFFF"/>
                  </a:solidFill>
                  <a:effectLst>
                    <a:outerShdw blurRad="38100" dist="38100" dir="2700000" algn="tl">
                      <a:srgbClr val="000000"/>
                    </a:outerShdw>
                  </a:effectLst>
                  <a:latin typeface="隶书" pitchFamily="49" charset="-122"/>
                  <a:ea typeface="隶书" pitchFamily="49" charset="-122"/>
                </a:rPr>
                <a:t>制作人：王敬华</a:t>
              </a:r>
            </a:p>
          </p:txBody>
        </p:sp>
        <p:pic>
          <p:nvPicPr>
            <p:cNvPr id="466950" name="Picture 6"/>
            <p:cNvPicPr>
              <a:picLocks noChangeAspect="1" noChangeArrowheads="1"/>
            </p:cNvPicPr>
            <p:nvPr/>
          </p:nvPicPr>
          <p:blipFill>
            <a:blip r:embed="rId5" cstate="print"/>
            <a:srcRect/>
            <a:stretch>
              <a:fillRect/>
            </a:stretch>
          </p:blipFill>
          <p:spPr bwMode="auto">
            <a:xfrm>
              <a:off x="2537" y="2496"/>
              <a:ext cx="2503" cy="1152"/>
            </a:xfrm>
            <a:prstGeom prst="rect">
              <a:avLst/>
            </a:prstGeom>
            <a:noFill/>
            <a:ln w="12700">
              <a:noFill/>
              <a:miter lim="800000"/>
              <a:headEnd type="none" w="sm" len="sm"/>
              <a:tailEnd type="none" w="sm" len="sm"/>
            </a:ln>
            <a:effectLst>
              <a:outerShdw dist="107763" dir="2700000" algn="ctr" rotWithShape="0">
                <a:schemeClr val="bg2">
                  <a:alpha val="50000"/>
                </a:schemeClr>
              </a:outerShdw>
            </a:effectLst>
          </p:spPr>
        </p:pic>
        <p:sp>
          <p:nvSpPr>
            <p:cNvPr id="466951" name="Line 7"/>
            <p:cNvSpPr>
              <a:spLocks noChangeShapeType="1"/>
            </p:cNvSpPr>
            <p:nvPr/>
          </p:nvSpPr>
          <p:spPr bwMode="auto">
            <a:xfrm>
              <a:off x="2304" y="3648"/>
              <a:ext cx="2784" cy="0"/>
            </a:xfrm>
            <a:prstGeom prst="line">
              <a:avLst/>
            </a:prstGeom>
            <a:noFill/>
            <a:ln w="38100">
              <a:pattFill prst="dkHorz">
                <a:fgClr>
                  <a:srgbClr val="00CCFF"/>
                </a:fgClr>
                <a:bgClr>
                  <a:srgbClr val="FFFFFF"/>
                </a:bgClr>
              </a:pattFill>
              <a:round/>
              <a:headEnd/>
              <a:tailEnd/>
            </a:ln>
            <a:effectLst>
              <a:outerShdw dist="107763" dir="2700000" algn="ctr" rotWithShape="0">
                <a:schemeClr val="bg2">
                  <a:alpha val="50000"/>
                </a:schemeClr>
              </a:outerShdw>
            </a:effectLst>
          </p:spPr>
          <p:txBody>
            <a:bodyPr wrap="none" anchor="ctr"/>
            <a:lstStyle/>
            <a:p>
              <a:endParaRPr lang="zh-CN" altLang="en-US"/>
            </a:p>
          </p:txBody>
        </p:sp>
        <p:sp>
          <p:nvSpPr>
            <p:cNvPr id="466952" name="Line 8"/>
            <p:cNvSpPr>
              <a:spLocks noChangeShapeType="1"/>
            </p:cNvSpPr>
            <p:nvPr/>
          </p:nvSpPr>
          <p:spPr bwMode="auto">
            <a:xfrm>
              <a:off x="2160" y="3681"/>
              <a:ext cx="2784" cy="0"/>
            </a:xfrm>
            <a:prstGeom prst="line">
              <a:avLst/>
            </a:prstGeom>
            <a:noFill/>
            <a:ln w="38100">
              <a:pattFill prst="dkHorz">
                <a:fgClr>
                  <a:srgbClr val="00CCFF"/>
                </a:fgClr>
                <a:bgClr>
                  <a:srgbClr val="FFFFFF"/>
                </a:bgClr>
              </a:pattFill>
              <a:round/>
              <a:headEnd/>
              <a:tailEnd/>
            </a:ln>
            <a:effectLst>
              <a:outerShdw dist="107763" dir="2700000" algn="ctr" rotWithShape="0">
                <a:schemeClr val="bg2">
                  <a:alpha val="50000"/>
                </a:schemeClr>
              </a:outerShdw>
            </a:effectLst>
          </p:spPr>
          <p:txBody>
            <a:bodyPr wrap="none" anchor="ctr"/>
            <a:lstStyle/>
            <a:p>
              <a:endParaRPr lang="zh-CN" altLang="en-US"/>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528" fill="hold" nodeType="clickEffect">
                                  <p:stCondLst>
                                    <p:cond delay="0"/>
                                  </p:stCondLst>
                                  <p:childTnLst>
                                    <p:set>
                                      <p:cBhvr>
                                        <p:cTn id="6" dur="1" fill="hold">
                                          <p:stCondLst>
                                            <p:cond delay="0"/>
                                          </p:stCondLst>
                                        </p:cTn>
                                        <p:tgtEl>
                                          <p:spTgt spid="466947"/>
                                        </p:tgtEl>
                                        <p:attrNameLst>
                                          <p:attrName>style.visibility</p:attrName>
                                        </p:attrNameLst>
                                      </p:cBhvr>
                                      <p:to>
                                        <p:strVal val="visible"/>
                                      </p:to>
                                    </p:set>
                                    <p:anim calcmode="lin" valueType="num">
                                      <p:cBhvr>
                                        <p:cTn id="7" dur="500" fill="hold"/>
                                        <p:tgtEl>
                                          <p:spTgt spid="466947"/>
                                        </p:tgtEl>
                                        <p:attrNameLst>
                                          <p:attrName>ppt_w</p:attrName>
                                        </p:attrNameLst>
                                      </p:cBhvr>
                                      <p:tavLst>
                                        <p:tav tm="0">
                                          <p:val>
                                            <p:fltVal val="0"/>
                                          </p:val>
                                        </p:tav>
                                        <p:tav tm="100000">
                                          <p:val>
                                            <p:strVal val="#ppt_w"/>
                                          </p:val>
                                        </p:tav>
                                      </p:tavLst>
                                    </p:anim>
                                    <p:anim calcmode="lin" valueType="num">
                                      <p:cBhvr>
                                        <p:cTn id="8" dur="500" fill="hold"/>
                                        <p:tgtEl>
                                          <p:spTgt spid="466947"/>
                                        </p:tgtEl>
                                        <p:attrNameLst>
                                          <p:attrName>ppt_h</p:attrName>
                                        </p:attrNameLst>
                                      </p:cBhvr>
                                      <p:tavLst>
                                        <p:tav tm="0">
                                          <p:val>
                                            <p:fltVal val="0"/>
                                          </p:val>
                                        </p:tav>
                                        <p:tav tm="100000">
                                          <p:val>
                                            <p:strVal val="#ppt_h"/>
                                          </p:val>
                                        </p:tav>
                                      </p:tavLst>
                                    </p:anim>
                                    <p:anim calcmode="lin" valueType="num">
                                      <p:cBhvr>
                                        <p:cTn id="9" dur="500" fill="hold"/>
                                        <p:tgtEl>
                                          <p:spTgt spid="466947"/>
                                        </p:tgtEl>
                                        <p:attrNameLst>
                                          <p:attrName>ppt_x</p:attrName>
                                        </p:attrNameLst>
                                      </p:cBhvr>
                                      <p:tavLst>
                                        <p:tav tm="0">
                                          <p:val>
                                            <p:fltVal val="0.5"/>
                                          </p:val>
                                        </p:tav>
                                        <p:tav tm="100000">
                                          <p:val>
                                            <p:strVal val="#ppt_x"/>
                                          </p:val>
                                        </p:tav>
                                      </p:tavLst>
                                    </p:anim>
                                    <p:anim calcmode="lin" valueType="num">
                                      <p:cBhvr>
                                        <p:cTn id="10" dur="500" fill="hold"/>
                                        <p:tgtEl>
                                          <p:spTgt spid="466947"/>
                                        </p:tgtEl>
                                        <p:attrNameLst>
                                          <p:attrName>ppt_y</p:attrName>
                                        </p:attrNameLst>
                                      </p:cBhvr>
                                      <p:tavLst>
                                        <p:tav tm="0">
                                          <p:val>
                                            <p:fltVal val="0.5"/>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1" presetClass="entr" presetSubtype="4" fill="hold" nodeType="clickEffect">
                                  <p:stCondLst>
                                    <p:cond delay="0"/>
                                  </p:stCondLst>
                                  <p:childTnLst>
                                    <p:set>
                                      <p:cBhvr>
                                        <p:cTn id="14" dur="1" fill="hold">
                                          <p:stCondLst>
                                            <p:cond delay="0"/>
                                          </p:stCondLst>
                                        </p:cTn>
                                        <p:tgtEl>
                                          <p:spTgt spid="466947"/>
                                        </p:tgtEl>
                                        <p:attrNameLst>
                                          <p:attrName>style.visibility</p:attrName>
                                        </p:attrNameLst>
                                      </p:cBhvr>
                                      <p:to>
                                        <p:strVal val="visible"/>
                                      </p:to>
                                    </p:set>
                                    <p:animEffect transition="in" filter="wheel(4)">
                                      <p:cBhvr>
                                        <p:cTn id="15" dur="2000"/>
                                        <p:tgtEl>
                                          <p:spTgt spid="4669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8996" name="Rectangle 4"/>
          <p:cNvSpPr>
            <a:spLocks noChangeArrowheads="1"/>
          </p:cNvSpPr>
          <p:nvPr/>
        </p:nvSpPr>
        <p:spPr bwMode="auto">
          <a:xfrm>
            <a:off x="421096" y="128588"/>
            <a:ext cx="8462962" cy="609600"/>
          </a:xfrm>
          <a:prstGeom prst="rect">
            <a:avLst/>
          </a:prstGeom>
          <a:noFill/>
          <a:ln w="38100">
            <a:noFill/>
            <a:miter lim="800000"/>
            <a:headEnd/>
            <a:tailEnd/>
          </a:ln>
          <a:effectLst/>
        </p:spPr>
        <p:txBody>
          <a:bodyPr anchor="ctr"/>
          <a:lstStyle/>
          <a:p>
            <a:r>
              <a:rPr lang="zh-CN" altLang="en-US" sz="4000" b="1" dirty="0">
                <a:solidFill>
                  <a:srgbClr val="FF3300"/>
                </a:solidFill>
                <a:effectLst>
                  <a:outerShdw blurRad="38100" dist="38100" dir="2700000" algn="tl">
                    <a:srgbClr val="000000"/>
                  </a:outerShdw>
                </a:effectLst>
                <a:latin typeface="华文琥珀" pitchFamily="2" charset="-122"/>
                <a:ea typeface="华文琥珀" pitchFamily="2" charset="-122"/>
                <a:cs typeface="ˎ̥"/>
              </a:rPr>
              <a:t>第</a:t>
            </a:r>
            <a:r>
              <a:rPr lang="en-US" altLang="zh-CN" sz="4000" b="1" dirty="0">
                <a:solidFill>
                  <a:srgbClr val="FF3300"/>
                </a:solidFill>
                <a:effectLst>
                  <a:outerShdw blurRad="38100" dist="38100" dir="2700000" algn="tl">
                    <a:srgbClr val="000000"/>
                  </a:outerShdw>
                </a:effectLst>
                <a:latin typeface="华文琥珀" pitchFamily="2" charset="-122"/>
                <a:ea typeface="华文琥珀" pitchFamily="2" charset="-122"/>
                <a:cs typeface="ˎ̥"/>
              </a:rPr>
              <a:t>6</a:t>
            </a:r>
            <a:r>
              <a:rPr lang="zh-CN" altLang="en-US" sz="4000" b="1" dirty="0">
                <a:solidFill>
                  <a:srgbClr val="FF3300"/>
                </a:solidFill>
                <a:effectLst>
                  <a:outerShdw blurRad="38100" dist="38100" dir="2700000" algn="tl">
                    <a:srgbClr val="000000"/>
                  </a:outerShdw>
                </a:effectLst>
                <a:latin typeface="华文琥珀" pitchFamily="2" charset="-122"/>
                <a:ea typeface="华文琥珀" pitchFamily="2" charset="-122"/>
                <a:cs typeface="ˎ̥"/>
              </a:rPr>
              <a:t>章：循环结构程序设计</a:t>
            </a:r>
            <a:r>
              <a:rPr lang="zh-CN" altLang="en-US" sz="4400" dirty="0">
                <a:solidFill>
                  <a:srgbClr val="FF3300"/>
                </a:solidFill>
                <a:effectLst>
                  <a:outerShdw blurRad="38100" dist="38100" dir="2700000" algn="tl">
                    <a:srgbClr val="000000"/>
                  </a:outerShdw>
                </a:effectLst>
                <a:latin typeface="华文琥珀" pitchFamily="2" charset="-122"/>
                <a:ea typeface="华文琥珀" pitchFamily="2" charset="-122"/>
                <a:cs typeface="ˎ̥"/>
              </a:rPr>
              <a:t> </a:t>
            </a:r>
          </a:p>
        </p:txBody>
      </p:sp>
      <p:sp>
        <p:nvSpPr>
          <p:cNvPr id="468997" name="Text Box 5"/>
          <p:cNvSpPr txBox="1">
            <a:spLocks noChangeArrowheads="1"/>
          </p:cNvSpPr>
          <p:nvPr/>
        </p:nvSpPr>
        <p:spPr bwMode="auto">
          <a:xfrm>
            <a:off x="527459" y="836614"/>
            <a:ext cx="7129463" cy="579437"/>
          </a:xfrm>
          <a:prstGeom prst="rect">
            <a:avLst/>
          </a:prstGeom>
          <a:noFill/>
          <a:ln w="57150">
            <a:noFill/>
            <a:miter lim="800000"/>
            <a:headEnd/>
            <a:tailEnd/>
          </a:ln>
          <a:effectLst/>
        </p:spPr>
        <p:txBody>
          <a:bodyPr>
            <a:spAutoFit/>
          </a:bodyPr>
          <a:lstStyle/>
          <a:p>
            <a:pPr marL="177800" indent="-177800">
              <a:spcBef>
                <a:spcPct val="50000"/>
              </a:spcBef>
              <a:buFont typeface="Wingdings" pitchFamily="2" charset="2"/>
              <a:buChar char="u"/>
              <a:tabLst>
                <a:tab pos="177800" algn="l"/>
              </a:tabLst>
            </a:pPr>
            <a:r>
              <a:rPr kumimoji="0" lang="zh-CN" altLang="en-US" sz="3200" b="1">
                <a:solidFill>
                  <a:srgbClr val="FF3300"/>
                </a:solidFill>
                <a:effectLst>
                  <a:outerShdw blurRad="38100" dist="38100" dir="2700000" algn="tl">
                    <a:srgbClr val="000000"/>
                  </a:outerShdw>
                </a:effectLst>
                <a:latin typeface="Arial" pitchFamily="34" charset="0"/>
                <a:ea typeface="隶书" pitchFamily="49" charset="-122"/>
              </a:rPr>
              <a:t>学习的意义</a:t>
            </a:r>
            <a:r>
              <a:rPr kumimoji="0" lang="zh-CN" altLang="en-US" b="1">
                <a:effectLst>
                  <a:outerShdw blurRad="38100" dist="38100" dir="2700000" algn="tl">
                    <a:srgbClr val="FFFFFF"/>
                  </a:outerShdw>
                </a:effectLst>
              </a:rPr>
              <a:t>   </a:t>
            </a:r>
            <a:endParaRPr kumimoji="0" lang="zh-CN" altLang="en-US"/>
          </a:p>
        </p:txBody>
      </p:sp>
      <p:grpSp>
        <p:nvGrpSpPr>
          <p:cNvPr id="469014" name="Group 22"/>
          <p:cNvGrpSpPr>
            <a:grpSpLocks/>
          </p:cNvGrpSpPr>
          <p:nvPr/>
        </p:nvGrpSpPr>
        <p:grpSpPr bwMode="auto">
          <a:xfrm>
            <a:off x="-9117" y="0"/>
            <a:ext cx="446088" cy="6858000"/>
            <a:chOff x="0" y="0"/>
            <a:chExt cx="281" cy="4320"/>
          </a:xfrm>
        </p:grpSpPr>
        <p:sp>
          <p:nvSpPr>
            <p:cNvPr id="469015" name="Text Box 2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469016" name="Text Box 2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469029" name="Rectangle 37"/>
          <p:cNvSpPr>
            <a:spLocks noChangeArrowheads="1"/>
          </p:cNvSpPr>
          <p:nvPr/>
        </p:nvSpPr>
        <p:spPr bwMode="auto">
          <a:xfrm>
            <a:off x="1033425" y="1481972"/>
            <a:ext cx="10535183" cy="1569660"/>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en-US" altLang="zh-CN" b="1" dirty="0">
                <a:effectLst>
                  <a:outerShdw blurRad="38100" dist="38100" dir="2700000" algn="tl">
                    <a:srgbClr val="FFFFFF"/>
                  </a:outerShdw>
                </a:effectLst>
                <a:ea typeface="楷体" pitchFamily="49" charset="-122"/>
              </a:rPr>
              <a:t>        </a:t>
            </a:r>
            <a:r>
              <a:rPr lang="zh-CN" altLang="en-US" b="1" dirty="0">
                <a:effectLst>
                  <a:outerShdw blurRad="38100" dist="38100" dir="2700000" algn="tl">
                    <a:srgbClr val="FFFFFF"/>
                  </a:outerShdw>
                </a:effectLst>
                <a:ea typeface="楷体" pitchFamily="49" charset="-122"/>
              </a:rPr>
              <a:t>许多实际问题中往往需要有规律地重复某些操作，如菜谱中可以有：</a:t>
            </a:r>
            <a:r>
              <a:rPr lang="zh-CN" altLang="en-US" b="1" dirty="0">
                <a:solidFill>
                  <a:srgbClr val="339933"/>
                </a:solidFill>
                <a:effectLst>
                  <a:outerShdw blurRad="38100" dist="38100" dir="2700000" algn="tl">
                    <a:srgbClr val="000000"/>
                  </a:outerShdw>
                </a:effectLst>
                <a:ea typeface="楷体" pitchFamily="49" charset="-122"/>
              </a:rPr>
              <a:t>“打鸡蛋直到泡沫状”</a:t>
            </a:r>
            <a:r>
              <a:rPr lang="zh-CN" altLang="en-US" b="1" dirty="0">
                <a:effectLst>
                  <a:outerShdw blurRad="38100" dist="38100" dir="2700000" algn="tl">
                    <a:srgbClr val="FFFFFF"/>
                  </a:outerShdw>
                </a:effectLst>
                <a:ea typeface="楷体" pitchFamily="49" charset="-122"/>
              </a:rPr>
              <a:t>这样的步骤，也就是说，在鸡蛋没有打成泡沫状时要反复地打。相应的操作在计算机程序中就体现为某些语句的重复执行，这就时所谓的</a:t>
            </a:r>
            <a:r>
              <a:rPr lang="zh-CN" altLang="en-US" b="1" dirty="0">
                <a:solidFill>
                  <a:srgbClr val="FF3300"/>
                </a:solidFill>
                <a:effectLst>
                  <a:outerShdw blurRad="38100" dist="38100" dir="2700000" algn="tl">
                    <a:srgbClr val="000000"/>
                  </a:outerShdw>
                </a:effectLst>
                <a:ea typeface="楷体" pitchFamily="49" charset="-122"/>
              </a:rPr>
              <a:t>循环</a:t>
            </a:r>
            <a:r>
              <a:rPr lang="zh-CN" altLang="en-US" b="1" dirty="0">
                <a:effectLst>
                  <a:outerShdw blurRad="38100" dist="38100" dir="2700000" algn="tl">
                    <a:srgbClr val="FFFFFF"/>
                  </a:outerShdw>
                </a:effectLst>
                <a:ea typeface="楷体" pitchFamily="49" charset="-122"/>
              </a:rPr>
              <a:t>。   </a:t>
            </a:r>
            <a:r>
              <a:rPr lang="zh-CN" altLang="en-US" b="1" dirty="0">
                <a:solidFill>
                  <a:srgbClr val="CC3300"/>
                </a:solidFill>
                <a:effectLst>
                  <a:outerShdw blurRad="38100" dist="38100" dir="2700000" algn="tl">
                    <a:srgbClr val="000000"/>
                  </a:outerShdw>
                </a:effectLst>
                <a:ea typeface="楷体" pitchFamily="49" charset="-122"/>
              </a:rPr>
              <a:t>       </a:t>
            </a:r>
            <a:r>
              <a:rPr lang="zh-CN" altLang="en-US" dirty="0">
                <a:solidFill>
                  <a:srgbClr val="CC3300"/>
                </a:solidFill>
                <a:ea typeface="楷体" pitchFamily="49" charset="-122"/>
              </a:rPr>
              <a:t> </a:t>
            </a:r>
          </a:p>
        </p:txBody>
      </p:sp>
      <p:sp>
        <p:nvSpPr>
          <p:cNvPr id="469048" name="Rectangle 56"/>
          <p:cNvSpPr>
            <a:spLocks noChangeArrowheads="1"/>
          </p:cNvSpPr>
          <p:nvPr/>
        </p:nvSpPr>
        <p:spPr bwMode="auto">
          <a:xfrm>
            <a:off x="1048582" y="3213101"/>
            <a:ext cx="10520026" cy="461665"/>
          </a:xfrm>
          <a:prstGeom prst="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10800000" scaled="1"/>
            <a:tileRect/>
          </a:gradFill>
          <a:ln>
            <a:headEnd/>
            <a:tailEnd/>
          </a:ln>
          <a:effectLst>
            <a:outerShdw blurRad="50800" dist="38100" dir="2700000" algn="t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b="1" dirty="0">
                <a:solidFill>
                  <a:srgbClr val="FF0000"/>
                </a:solidFill>
                <a:effectLst>
                  <a:outerShdw blurRad="38100" dist="38100" dir="2700000" algn="tl">
                    <a:srgbClr val="FFFFFF"/>
                  </a:outerShdw>
                </a:effectLst>
                <a:ea typeface="楷体" pitchFamily="49" charset="-122"/>
              </a:rPr>
              <a:t>下面来思考一个问题：</a:t>
            </a:r>
            <a:r>
              <a:rPr lang="zh-CN" altLang="en-US" b="1" dirty="0">
                <a:solidFill>
                  <a:srgbClr val="0000FF"/>
                </a:solidFill>
                <a:effectLst>
                  <a:outerShdw blurRad="38100" dist="38100" dir="2700000" algn="tl">
                    <a:srgbClr val="000000"/>
                  </a:outerShdw>
                </a:effectLst>
                <a:ea typeface="楷体" pitchFamily="49" charset="-122"/>
              </a:rPr>
              <a:t>如何编程来计算</a:t>
            </a:r>
            <a:r>
              <a:rPr lang="en-US" altLang="zh-CN" b="1" dirty="0">
                <a:solidFill>
                  <a:srgbClr val="0000FF"/>
                </a:solidFill>
                <a:effectLst>
                  <a:outerShdw blurRad="38100" dist="38100" dir="2700000" algn="tl">
                    <a:srgbClr val="000000"/>
                  </a:outerShdw>
                </a:effectLst>
                <a:ea typeface="楷体" pitchFamily="49" charset="-122"/>
              </a:rPr>
              <a:t>1 + 2 + 3 + … + 100</a:t>
            </a:r>
            <a:r>
              <a:rPr lang="zh-CN" altLang="en-US" b="1" dirty="0">
                <a:solidFill>
                  <a:srgbClr val="0000FF"/>
                </a:solidFill>
                <a:effectLst>
                  <a:outerShdw blurRad="38100" dist="38100" dir="2700000" algn="tl">
                    <a:srgbClr val="000000"/>
                  </a:outerShdw>
                </a:effectLst>
                <a:ea typeface="楷体" pitchFamily="49" charset="-122"/>
              </a:rPr>
              <a:t>？</a:t>
            </a:r>
          </a:p>
        </p:txBody>
      </p:sp>
      <p:sp>
        <p:nvSpPr>
          <p:cNvPr id="469049" name="Rectangle 57"/>
          <p:cNvSpPr>
            <a:spLocks noChangeArrowheads="1"/>
          </p:cNvSpPr>
          <p:nvPr/>
        </p:nvSpPr>
        <p:spPr bwMode="auto">
          <a:xfrm>
            <a:off x="998032" y="3775680"/>
            <a:ext cx="4592637" cy="2677656"/>
          </a:xfrm>
          <a:prstGeom prst="rect">
            <a:avLst/>
          </a:prstGeom>
          <a:noFill/>
          <a:ln w="9525">
            <a:noFill/>
            <a:miter lim="800000"/>
            <a:headEnd/>
            <a:tailEnd/>
          </a:ln>
          <a:effectLst/>
        </p:spPr>
        <p:txBody>
          <a:bodyPr>
            <a:spAutoFit/>
          </a:bodyPr>
          <a:lstStyle/>
          <a:p>
            <a:r>
              <a:rPr lang="zh-CN" altLang="en-US" b="1" dirty="0">
                <a:solidFill>
                  <a:srgbClr val="0000FF"/>
                </a:solidFill>
                <a:effectLst>
                  <a:outerShdw blurRad="38100" dist="38100" dir="2700000" algn="tl">
                    <a:srgbClr val="FFFFFF"/>
                  </a:outerShdw>
                </a:effectLst>
                <a:latin typeface="隶书" pitchFamily="49" charset="-122"/>
                <a:ea typeface="隶书" pitchFamily="49" charset="-122"/>
              </a:rPr>
              <a:t>程序如下：</a:t>
            </a:r>
            <a:r>
              <a:rPr lang="en-US" altLang="zh-CN" b="1" dirty="0" err="1">
                <a:effectLst>
                  <a:outerShdw blurRad="38100" dist="38100" dir="2700000" algn="tl">
                    <a:srgbClr val="FFFFFF"/>
                  </a:outerShdw>
                </a:effectLst>
                <a:ea typeface="楷体_GB2312" pitchFamily="49" charset="-122"/>
              </a:rPr>
              <a:t>int</a:t>
            </a:r>
            <a:r>
              <a:rPr lang="en-US" altLang="zh-CN" b="1" dirty="0">
                <a:effectLst>
                  <a:outerShdw blurRad="38100" dist="38100" dir="2700000" algn="tl">
                    <a:srgbClr val="FFFFFF"/>
                  </a:outerShdw>
                </a:effectLst>
                <a:ea typeface="楷体_GB2312" pitchFamily="49" charset="-122"/>
              </a:rPr>
              <a:t> s = 0;</a:t>
            </a:r>
          </a:p>
          <a:p>
            <a:r>
              <a:rPr lang="en-US" altLang="zh-CN" b="1" dirty="0">
                <a:effectLst>
                  <a:outerShdw blurRad="38100" dist="38100" dir="2700000" algn="tl">
                    <a:srgbClr val="FFFFFF"/>
                  </a:outerShdw>
                </a:effectLst>
                <a:ea typeface="楷体_GB2312" pitchFamily="49" charset="-122"/>
              </a:rPr>
              <a:t>                    s = s + 1;</a:t>
            </a:r>
          </a:p>
          <a:p>
            <a:r>
              <a:rPr lang="en-US" altLang="zh-CN" b="1" dirty="0">
                <a:effectLst>
                  <a:outerShdw blurRad="38100" dist="38100" dir="2700000" algn="tl">
                    <a:srgbClr val="FFFFFF"/>
                  </a:outerShdw>
                </a:effectLst>
                <a:ea typeface="楷体_GB2312" pitchFamily="49" charset="-122"/>
              </a:rPr>
              <a:t>                    s = s + 2;</a:t>
            </a:r>
          </a:p>
          <a:p>
            <a:r>
              <a:rPr lang="en-US" altLang="zh-CN" b="1" dirty="0">
                <a:effectLst>
                  <a:outerShdw blurRad="38100" dist="38100" dir="2700000" algn="tl">
                    <a:srgbClr val="FFFFFF"/>
                  </a:outerShdw>
                </a:effectLst>
                <a:ea typeface="楷体_GB2312" pitchFamily="49" charset="-122"/>
              </a:rPr>
              <a:t>                    s = s + 3;</a:t>
            </a:r>
          </a:p>
          <a:p>
            <a:r>
              <a:rPr lang="en-US" altLang="zh-CN" b="1" dirty="0">
                <a:effectLst>
                  <a:outerShdw blurRad="38100" dist="38100" dir="2700000" algn="tl">
                    <a:srgbClr val="FFFFFF"/>
                  </a:outerShdw>
                </a:effectLst>
                <a:ea typeface="楷体_GB2312" pitchFamily="49" charset="-122"/>
              </a:rPr>
              <a:t>                    </a:t>
            </a:r>
            <a:r>
              <a:rPr lang="en-US" altLang="zh-CN" b="1" dirty="0">
                <a:effectLst>
                  <a:outerShdw blurRad="38100" dist="38100" dir="2700000" algn="tl">
                    <a:srgbClr val="FFFFFF"/>
                  </a:outerShdw>
                </a:effectLst>
              </a:rPr>
              <a:t>……</a:t>
            </a:r>
          </a:p>
          <a:p>
            <a:r>
              <a:rPr lang="en-US" altLang="zh-CN" b="1" dirty="0">
                <a:effectLst>
                  <a:outerShdw blurRad="38100" dist="38100" dir="2700000" algn="tl">
                    <a:srgbClr val="FFFFFF"/>
                  </a:outerShdw>
                </a:effectLst>
              </a:rPr>
              <a:t>                    s = s + 100;</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(“s = %d”, s);</a:t>
            </a:r>
          </a:p>
        </p:txBody>
      </p:sp>
      <p:sp>
        <p:nvSpPr>
          <p:cNvPr id="469050" name="Rectangle 58"/>
          <p:cNvSpPr>
            <a:spLocks noChangeArrowheads="1"/>
          </p:cNvSpPr>
          <p:nvPr/>
        </p:nvSpPr>
        <p:spPr bwMode="auto">
          <a:xfrm>
            <a:off x="2393443" y="4215419"/>
            <a:ext cx="1828800" cy="1800225"/>
          </a:xfrm>
          <a:prstGeom prst="rect">
            <a:avLst/>
          </a:prstGeom>
          <a:noFill/>
          <a:ln w="28575">
            <a:solidFill>
              <a:srgbClr val="FF000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469051" name="AutoShape 59"/>
          <p:cNvSpPr>
            <a:spLocks noChangeArrowheads="1"/>
          </p:cNvSpPr>
          <p:nvPr/>
        </p:nvSpPr>
        <p:spPr bwMode="auto">
          <a:xfrm>
            <a:off x="5230307" y="3913794"/>
            <a:ext cx="2592387" cy="1152525"/>
          </a:xfrm>
          <a:prstGeom prst="wedgeRoundRectCallout">
            <a:avLst>
              <a:gd name="adj1" fmla="val -100093"/>
              <a:gd name="adj2" fmla="val 51102"/>
              <a:gd name="adj3" fmla="val 16667"/>
            </a:avLst>
          </a:prstGeom>
          <a:gradFill rotWithShape="1">
            <a:gsLst>
              <a:gs pos="0">
                <a:srgbClr val="CCFFFF"/>
              </a:gs>
              <a:gs pos="100000">
                <a:srgbClr val="CCFFFF">
                  <a:gamma/>
                  <a:shade val="78824"/>
                  <a:invGamma/>
                </a:srgbClr>
              </a:gs>
            </a:gsLst>
            <a:lin ang="5400000" scaled="1"/>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800" b="1">
                <a:solidFill>
                  <a:srgbClr val="FF3300"/>
                </a:solidFill>
                <a:effectLst>
                  <a:outerShdw blurRad="38100" dist="38100" dir="2700000" algn="tl">
                    <a:srgbClr val="000000"/>
                  </a:outerShdw>
                </a:effectLst>
                <a:latin typeface="隶书" pitchFamily="49" charset="-122"/>
                <a:ea typeface="隶书" pitchFamily="49" charset="-122"/>
              </a:rPr>
              <a:t>重复</a:t>
            </a:r>
            <a:r>
              <a:rPr lang="en-US" altLang="zh-CN" sz="2800" b="1">
                <a:solidFill>
                  <a:srgbClr val="FF3300"/>
                </a:solidFill>
                <a:effectLst>
                  <a:outerShdw blurRad="38100" dist="38100" dir="2700000" algn="tl">
                    <a:srgbClr val="000000"/>
                  </a:outerShdw>
                </a:effectLst>
                <a:latin typeface="隶书" pitchFamily="49" charset="-122"/>
                <a:ea typeface="隶书" pitchFamily="49" charset="-122"/>
              </a:rPr>
              <a:t>100</a:t>
            </a:r>
            <a:r>
              <a:rPr lang="zh-CN" altLang="en-US" sz="2800" b="1">
                <a:solidFill>
                  <a:srgbClr val="FF3300"/>
                </a:solidFill>
                <a:effectLst>
                  <a:outerShdw blurRad="38100" dist="38100" dir="2700000" algn="tl">
                    <a:srgbClr val="000000"/>
                  </a:outerShdw>
                </a:effectLst>
                <a:latin typeface="隶书" pitchFamily="49" charset="-122"/>
                <a:ea typeface="隶书" pitchFamily="49" charset="-122"/>
              </a:rPr>
              <a:t>次，晕！！！</a:t>
            </a:r>
          </a:p>
        </p:txBody>
      </p:sp>
      <p:sp>
        <p:nvSpPr>
          <p:cNvPr id="469052" name="AutoShape 60"/>
          <p:cNvSpPr>
            <a:spLocks noChangeArrowheads="1"/>
          </p:cNvSpPr>
          <p:nvPr/>
        </p:nvSpPr>
        <p:spPr bwMode="auto">
          <a:xfrm>
            <a:off x="3360797" y="1147339"/>
            <a:ext cx="6335713" cy="2736850"/>
          </a:xfrm>
          <a:prstGeom prst="cloudCallout">
            <a:avLst>
              <a:gd name="adj1" fmla="val -40728"/>
              <a:gd name="adj2" fmla="val 83626"/>
            </a:avLst>
          </a:prstGeom>
          <a:gradFill flip="none" rotWithShape="1">
            <a:gsLst>
              <a:gs pos="0">
                <a:srgbClr val="00FFFF">
                  <a:shade val="30000"/>
                  <a:satMod val="115000"/>
                </a:srgbClr>
              </a:gs>
              <a:gs pos="50000">
                <a:srgbClr val="00FFFF">
                  <a:shade val="67500"/>
                  <a:satMod val="115000"/>
                </a:srgbClr>
              </a:gs>
              <a:gs pos="100000">
                <a:srgbClr val="00FFFF">
                  <a:shade val="100000"/>
                  <a:satMod val="115000"/>
                </a:srgbClr>
              </a:gs>
            </a:gsLst>
            <a:lin ang="8100000" scaled="1"/>
            <a:tileRect/>
          </a:gradFill>
          <a:ln w="9525">
            <a:solidFill>
              <a:schemeClr val="tx1"/>
            </a:solidFill>
            <a:round/>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3200" b="1">
                <a:solidFill>
                  <a:srgbClr val="FF3300"/>
                </a:solidFill>
                <a:effectLst>
                  <a:outerShdw blurRad="38100" dist="38100" dir="2700000" algn="tl">
                    <a:srgbClr val="000000"/>
                  </a:outerShdw>
                </a:effectLst>
                <a:ea typeface="隶书" pitchFamily="49" charset="-122"/>
              </a:rPr>
              <a:t>有没有更好的方法来计算呢？</a:t>
            </a:r>
          </a:p>
        </p:txBody>
      </p:sp>
      <p:sp>
        <p:nvSpPr>
          <p:cNvPr id="469053" name="Text Box 61"/>
          <p:cNvSpPr txBox="1">
            <a:spLocks noChangeArrowheads="1"/>
          </p:cNvSpPr>
          <p:nvPr/>
        </p:nvSpPr>
        <p:spPr bwMode="auto">
          <a:xfrm>
            <a:off x="5161468" y="2515491"/>
            <a:ext cx="2663825" cy="1066800"/>
          </a:xfrm>
          <a:prstGeom prst="rect">
            <a:avLst/>
          </a:prstGeom>
          <a:noFill/>
          <a:ln w="9525">
            <a:noFill/>
            <a:miter lim="800000"/>
            <a:headEnd/>
            <a:tailEnd/>
          </a:ln>
          <a:effectLst/>
        </p:spPr>
        <p:txBody>
          <a:bodyPr>
            <a:spAutoFit/>
          </a:bodyPr>
          <a:lstStyle/>
          <a:p>
            <a:pPr>
              <a:spcBef>
                <a:spcPct val="50000"/>
              </a:spcBef>
            </a:pPr>
            <a:r>
              <a:rPr lang="zh-CN" altLang="en-US" sz="3200" b="1" dirty="0">
                <a:solidFill>
                  <a:srgbClr val="0033CC"/>
                </a:solidFill>
                <a:effectLst>
                  <a:outerShdw blurRad="38100" dist="38100" dir="2700000" algn="tl">
                    <a:srgbClr val="000000"/>
                  </a:outerShdw>
                </a:effectLst>
                <a:ea typeface="隶书" pitchFamily="49" charset="-122"/>
              </a:rPr>
              <a:t>有！就是用循环来编程。</a:t>
            </a:r>
          </a:p>
        </p:txBody>
      </p:sp>
      <p:grpSp>
        <p:nvGrpSpPr>
          <p:cNvPr id="469054" name="Group 62"/>
          <p:cNvGrpSpPr>
            <a:grpSpLocks/>
          </p:cNvGrpSpPr>
          <p:nvPr/>
        </p:nvGrpSpPr>
        <p:grpSpPr bwMode="auto">
          <a:xfrm>
            <a:off x="2875130" y="3386265"/>
            <a:ext cx="6553200" cy="3168650"/>
            <a:chOff x="1111" y="436"/>
            <a:chExt cx="4128" cy="1996"/>
          </a:xfrm>
        </p:grpSpPr>
        <p:sp>
          <p:nvSpPr>
            <p:cNvPr id="469055" name="Rectangle 63"/>
            <p:cNvSpPr>
              <a:spLocks noChangeArrowheads="1"/>
            </p:cNvSpPr>
            <p:nvPr/>
          </p:nvSpPr>
          <p:spPr bwMode="auto">
            <a:xfrm>
              <a:off x="1111" y="436"/>
              <a:ext cx="4128" cy="1996"/>
            </a:xfrm>
            <a:prstGeom prst="rect">
              <a:avLst/>
            </a:prstGeom>
            <a:gradFill rotWithShape="1">
              <a:gsLst>
                <a:gs pos="0">
                  <a:srgbClr val="FFFF99"/>
                </a:gs>
                <a:gs pos="100000">
                  <a:srgbClr val="FFFF99">
                    <a:gamma/>
                    <a:shade val="46275"/>
                    <a:invGamma/>
                  </a:srgbClr>
                </a:gs>
              </a:gsLst>
              <a:lin ang="5400000" scaled="1"/>
            </a:gradFill>
            <a:ln w="38100">
              <a:solidFill>
                <a:srgbClr val="CC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grpSp>
          <p:nvGrpSpPr>
            <p:cNvPr id="469056" name="Group 64"/>
            <p:cNvGrpSpPr>
              <a:grpSpLocks/>
            </p:cNvGrpSpPr>
            <p:nvPr/>
          </p:nvGrpSpPr>
          <p:grpSpPr bwMode="auto">
            <a:xfrm>
              <a:off x="1202" y="800"/>
              <a:ext cx="3765" cy="1317"/>
              <a:chOff x="1202" y="890"/>
              <a:chExt cx="3765" cy="1317"/>
            </a:xfrm>
          </p:grpSpPr>
          <p:grpSp>
            <p:nvGrpSpPr>
              <p:cNvPr id="469057" name="Group 65"/>
              <p:cNvGrpSpPr>
                <a:grpSpLocks/>
              </p:cNvGrpSpPr>
              <p:nvPr/>
            </p:nvGrpSpPr>
            <p:grpSpPr bwMode="auto">
              <a:xfrm>
                <a:off x="2317" y="920"/>
                <a:ext cx="2636" cy="505"/>
                <a:chOff x="2058" y="2387"/>
                <a:chExt cx="2636" cy="505"/>
              </a:xfrm>
            </p:grpSpPr>
            <p:sp>
              <p:nvSpPr>
                <p:cNvPr id="469058" name="Oval 66"/>
                <p:cNvSpPr>
                  <a:spLocks noChangeArrowheads="1"/>
                </p:cNvSpPr>
                <p:nvPr/>
              </p:nvSpPr>
              <p:spPr bwMode="auto">
                <a:xfrm>
                  <a:off x="2058" y="2387"/>
                  <a:ext cx="907" cy="272"/>
                </a:xfrm>
                <a:prstGeom prst="ellipse">
                  <a:avLst/>
                </a:prstGeom>
                <a:noFill/>
                <a:ln w="28575">
                  <a:solidFill>
                    <a:srgbClr val="0000FF"/>
                  </a:solidFill>
                  <a:round/>
                  <a:headEnd/>
                  <a:tailEnd/>
                </a:ln>
                <a:effectLst/>
                <a:scene3d>
                  <a:camera prst="orthographicFront"/>
                  <a:lightRig rig="threePt" dir="t"/>
                </a:scene3d>
                <a:sp3d>
                  <a:bevelT w="114300" prst="hardEdge"/>
                </a:sp3d>
              </p:spPr>
              <p:txBody>
                <a:bodyPr wrap="none" anchor="ctr"/>
                <a:lstStyle/>
                <a:p>
                  <a:endParaRPr lang="zh-CN" altLang="en-US"/>
                </a:p>
              </p:txBody>
            </p:sp>
            <p:sp>
              <p:nvSpPr>
                <p:cNvPr id="469059" name="AutoShape 67"/>
                <p:cNvSpPr>
                  <a:spLocks noChangeArrowheads="1"/>
                </p:cNvSpPr>
                <p:nvPr/>
              </p:nvSpPr>
              <p:spPr bwMode="auto">
                <a:xfrm>
                  <a:off x="3592" y="2592"/>
                  <a:ext cx="1102" cy="300"/>
                </a:xfrm>
                <a:prstGeom prst="wedgeRoundRectCallout">
                  <a:avLst>
                    <a:gd name="adj1" fmla="val -111162"/>
                    <a:gd name="adj2" fmla="val -50000"/>
                    <a:gd name="adj3" fmla="val 16667"/>
                  </a:avLst>
                </a:prstGeom>
                <a:solidFill>
                  <a:srgbClr val="CCFFFF"/>
                </a:soli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dirty="0">
                      <a:effectLst>
                        <a:outerShdw blurRad="38100" dist="38100" dir="2700000" algn="tl">
                          <a:srgbClr val="FFFFFF"/>
                        </a:outerShdw>
                      </a:effectLst>
                      <a:latin typeface="+mn-lt"/>
                      <a:ea typeface="楷体" pitchFamily="49" charset="-122"/>
                    </a:rPr>
                    <a:t>第</a:t>
                  </a:r>
                  <a:r>
                    <a:rPr lang="en-US" altLang="zh-CN" sz="2000" b="1" dirty="0">
                      <a:effectLst>
                        <a:outerShdw blurRad="38100" dist="38100" dir="2700000" algn="tl">
                          <a:srgbClr val="FFFFFF"/>
                        </a:outerShdw>
                      </a:effectLst>
                      <a:latin typeface="+mn-lt"/>
                      <a:ea typeface="楷体" pitchFamily="49" charset="-122"/>
                    </a:rPr>
                    <a:t>4</a:t>
                  </a:r>
                  <a:r>
                    <a:rPr lang="zh-CN" altLang="en-US" sz="2000" b="1" dirty="0">
                      <a:effectLst>
                        <a:outerShdw blurRad="38100" dist="38100" dir="2700000" algn="tl">
                          <a:srgbClr val="FFFFFF"/>
                        </a:outerShdw>
                      </a:effectLst>
                      <a:latin typeface="+mn-lt"/>
                      <a:ea typeface="楷体" pitchFamily="49" charset="-122"/>
                    </a:rPr>
                    <a:t>章已讨论</a:t>
                  </a:r>
                </a:p>
              </p:txBody>
            </p:sp>
          </p:grpSp>
          <p:sp>
            <p:nvSpPr>
              <p:cNvPr id="469060" name="Text Box 68"/>
              <p:cNvSpPr txBox="1">
                <a:spLocks noChangeArrowheads="1"/>
              </p:cNvSpPr>
              <p:nvPr/>
            </p:nvSpPr>
            <p:spPr bwMode="auto">
              <a:xfrm>
                <a:off x="1202" y="1299"/>
                <a:ext cx="998" cy="288"/>
              </a:xfrm>
              <a:prstGeom prst="rect">
                <a:avLst/>
              </a:prstGeom>
              <a:noFill/>
              <a:ln w="9525">
                <a:noFill/>
                <a:miter lim="800000"/>
                <a:headEnd/>
                <a:tailEnd/>
              </a:ln>
              <a:effectLst/>
              <a:scene3d>
                <a:camera prst="orthographicFront"/>
                <a:lightRig rig="threePt" dir="t"/>
              </a:scene3d>
              <a:sp3d>
                <a:bevelT w="114300" prst="hardEdge"/>
              </a:sp3d>
            </p:spPr>
            <p:txBody>
              <a:bodyPr>
                <a:spAutoFit/>
              </a:bodyPr>
              <a:lstStyle/>
              <a:p>
                <a:pPr>
                  <a:spcBef>
                    <a:spcPct val="50000"/>
                  </a:spcBef>
                </a:pPr>
                <a:r>
                  <a:rPr lang="zh-CN" altLang="en-US" b="1">
                    <a:effectLst>
                      <a:outerShdw blurRad="38100" dist="38100" dir="2700000" algn="tl">
                        <a:srgbClr val="FFFFFF"/>
                      </a:outerShdw>
                    </a:effectLst>
                    <a:ea typeface="隶书" pitchFamily="49" charset="-122"/>
                  </a:rPr>
                  <a:t>程序结构</a:t>
                </a:r>
              </a:p>
            </p:txBody>
          </p:sp>
          <p:sp>
            <p:nvSpPr>
              <p:cNvPr id="469061" name="Text Box 69"/>
              <p:cNvSpPr txBox="1">
                <a:spLocks noChangeArrowheads="1"/>
              </p:cNvSpPr>
              <p:nvPr/>
            </p:nvSpPr>
            <p:spPr bwMode="auto">
              <a:xfrm>
                <a:off x="2344" y="890"/>
                <a:ext cx="998" cy="288"/>
              </a:xfrm>
              <a:prstGeom prst="rect">
                <a:avLst/>
              </a:prstGeom>
              <a:noFill/>
              <a:ln w="9525">
                <a:no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a:spAutoFit/>
              </a:bodyPr>
              <a:lstStyle/>
              <a:p>
                <a:pPr>
                  <a:spcBef>
                    <a:spcPct val="50000"/>
                  </a:spcBef>
                </a:pPr>
                <a:r>
                  <a:rPr lang="zh-CN" altLang="en-US" b="1" dirty="0">
                    <a:effectLst>
                      <a:outerShdw blurRad="38100" dist="38100" dir="2700000" algn="tl">
                        <a:srgbClr val="FFFFFF"/>
                      </a:outerShdw>
                    </a:effectLst>
                    <a:ea typeface="隶书" pitchFamily="49" charset="-122"/>
                  </a:rPr>
                  <a:t>顺序结构</a:t>
                </a:r>
              </a:p>
            </p:txBody>
          </p:sp>
          <p:sp>
            <p:nvSpPr>
              <p:cNvPr id="469062" name="Text Box 70"/>
              <p:cNvSpPr txBox="1">
                <a:spLocks noChangeArrowheads="1"/>
              </p:cNvSpPr>
              <p:nvPr/>
            </p:nvSpPr>
            <p:spPr bwMode="auto">
              <a:xfrm>
                <a:off x="2352" y="1280"/>
                <a:ext cx="998" cy="288"/>
              </a:xfrm>
              <a:prstGeom prst="rect">
                <a:avLst/>
              </a:prstGeom>
              <a:noFill/>
              <a:ln w="9525">
                <a:noFill/>
                <a:miter lim="800000"/>
                <a:headEnd/>
                <a:tailEnd/>
              </a:ln>
              <a:effectLst/>
              <a:scene3d>
                <a:camera prst="orthographicFront"/>
                <a:lightRig rig="threePt" dir="t"/>
              </a:scene3d>
              <a:sp3d>
                <a:bevelT w="114300" prst="hardEdge"/>
              </a:sp3d>
            </p:spPr>
            <p:txBody>
              <a:bodyPr>
                <a:spAutoFit/>
              </a:bodyPr>
              <a:lstStyle/>
              <a:p>
                <a:pPr>
                  <a:spcBef>
                    <a:spcPct val="50000"/>
                  </a:spcBef>
                </a:pPr>
                <a:r>
                  <a:rPr lang="zh-CN" altLang="en-US" b="1">
                    <a:effectLst>
                      <a:outerShdw blurRad="38100" dist="38100" dir="2700000" algn="tl">
                        <a:srgbClr val="FFFFFF"/>
                      </a:outerShdw>
                    </a:effectLst>
                    <a:ea typeface="隶书" pitchFamily="49" charset="-122"/>
                  </a:rPr>
                  <a:t>选择结构</a:t>
                </a:r>
              </a:p>
            </p:txBody>
          </p:sp>
          <p:sp>
            <p:nvSpPr>
              <p:cNvPr id="469063" name="Text Box 71"/>
              <p:cNvSpPr txBox="1">
                <a:spLocks noChangeArrowheads="1"/>
              </p:cNvSpPr>
              <p:nvPr/>
            </p:nvSpPr>
            <p:spPr bwMode="auto">
              <a:xfrm>
                <a:off x="2305" y="1682"/>
                <a:ext cx="998" cy="288"/>
              </a:xfrm>
              <a:prstGeom prst="rect">
                <a:avLst/>
              </a:prstGeom>
              <a:noFill/>
              <a:ln w="9525">
                <a:noFill/>
                <a:miter lim="800000"/>
                <a:headEnd/>
                <a:tailEnd/>
              </a:ln>
              <a:effectLst/>
              <a:scene3d>
                <a:camera prst="orthographicFront"/>
                <a:lightRig rig="threePt" dir="t"/>
              </a:scene3d>
              <a:sp3d>
                <a:bevelT w="114300" prst="hardEdge"/>
              </a:sp3d>
            </p:spPr>
            <p:txBody>
              <a:bodyPr>
                <a:spAutoFit/>
              </a:bodyPr>
              <a:lstStyle/>
              <a:p>
                <a:pPr>
                  <a:spcBef>
                    <a:spcPct val="50000"/>
                  </a:spcBef>
                </a:pPr>
                <a:r>
                  <a:rPr lang="zh-CN" altLang="en-US" b="1">
                    <a:effectLst>
                      <a:outerShdw blurRad="38100" dist="38100" dir="2700000" algn="tl">
                        <a:srgbClr val="FFFFFF"/>
                      </a:outerShdw>
                    </a:effectLst>
                    <a:ea typeface="隶书" pitchFamily="49" charset="-122"/>
                  </a:rPr>
                  <a:t>循环结构</a:t>
                </a:r>
              </a:p>
            </p:txBody>
          </p:sp>
          <p:sp>
            <p:nvSpPr>
              <p:cNvPr id="469064" name="AutoShape 72"/>
              <p:cNvSpPr>
                <a:spLocks/>
              </p:cNvSpPr>
              <p:nvPr/>
            </p:nvSpPr>
            <p:spPr bwMode="auto">
              <a:xfrm>
                <a:off x="2083" y="1085"/>
                <a:ext cx="181" cy="771"/>
              </a:xfrm>
              <a:prstGeom prst="leftBrace">
                <a:avLst>
                  <a:gd name="adj1" fmla="val 35497"/>
                  <a:gd name="adj2" fmla="val 50000"/>
                </a:avLst>
              </a:prstGeom>
              <a:noFill/>
              <a:ln w="28575">
                <a:solidFill>
                  <a:schemeClr val="tx1"/>
                </a:solidFill>
                <a:round/>
                <a:headEnd/>
                <a:tailEnd/>
              </a:ln>
              <a:effectLst/>
              <a:scene3d>
                <a:camera prst="orthographicFront"/>
                <a:lightRig rig="threePt" dir="t"/>
              </a:scene3d>
              <a:sp3d>
                <a:bevelT w="114300" prst="hardEdge"/>
              </a:sp3d>
            </p:spPr>
            <p:txBody>
              <a:bodyPr wrap="none" anchor="ctr"/>
              <a:lstStyle/>
              <a:p>
                <a:endParaRPr lang="zh-CN" altLang="en-US"/>
              </a:p>
            </p:txBody>
          </p:sp>
          <p:grpSp>
            <p:nvGrpSpPr>
              <p:cNvPr id="469065" name="Group 73"/>
              <p:cNvGrpSpPr>
                <a:grpSpLocks/>
              </p:cNvGrpSpPr>
              <p:nvPr/>
            </p:nvGrpSpPr>
            <p:grpSpPr bwMode="auto">
              <a:xfrm>
                <a:off x="2323" y="1703"/>
                <a:ext cx="2644" cy="504"/>
                <a:chOff x="2064" y="2774"/>
                <a:chExt cx="2644" cy="504"/>
              </a:xfrm>
            </p:grpSpPr>
            <p:sp>
              <p:nvSpPr>
                <p:cNvPr id="469066" name="Oval 74"/>
                <p:cNvSpPr>
                  <a:spLocks noChangeArrowheads="1"/>
                </p:cNvSpPr>
                <p:nvPr/>
              </p:nvSpPr>
              <p:spPr bwMode="auto">
                <a:xfrm>
                  <a:off x="2064" y="2774"/>
                  <a:ext cx="907" cy="272"/>
                </a:xfrm>
                <a:prstGeom prst="ellipse">
                  <a:avLst/>
                </a:prstGeom>
                <a:noFill/>
                <a:ln w="28575">
                  <a:solidFill>
                    <a:srgbClr val="FF0000"/>
                  </a:solidFill>
                  <a:round/>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none" anchor="ctr"/>
                <a:lstStyle/>
                <a:p>
                  <a:endParaRPr lang="zh-CN" altLang="en-US"/>
                </a:p>
              </p:txBody>
            </p:sp>
            <p:sp>
              <p:nvSpPr>
                <p:cNvPr id="469067" name="AutoShape 75"/>
                <p:cNvSpPr>
                  <a:spLocks noChangeArrowheads="1"/>
                </p:cNvSpPr>
                <p:nvPr/>
              </p:nvSpPr>
              <p:spPr bwMode="auto">
                <a:xfrm>
                  <a:off x="3610" y="2978"/>
                  <a:ext cx="1098" cy="300"/>
                </a:xfrm>
                <a:prstGeom prst="wedgeRoundRectCallout">
                  <a:avLst>
                    <a:gd name="adj1" fmla="val -120134"/>
                    <a:gd name="adj2" fmla="val -50000"/>
                    <a:gd name="adj3" fmla="val 16667"/>
                  </a:avLst>
                </a:prstGeom>
                <a:solidFill>
                  <a:srgbClr val="FF0000"/>
                </a:soli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dirty="0">
                      <a:solidFill>
                        <a:srgbClr val="FFFF00"/>
                      </a:solidFill>
                      <a:effectLst>
                        <a:outerShdw blurRad="38100" dist="38100" dir="2700000" algn="tl">
                          <a:srgbClr val="000000"/>
                        </a:outerShdw>
                      </a:effectLst>
                      <a:latin typeface="+mn-lt"/>
                      <a:ea typeface="楷体" pitchFamily="49" charset="-122"/>
                    </a:rPr>
                    <a:t>本章讨论</a:t>
                  </a:r>
                </a:p>
              </p:txBody>
            </p:sp>
          </p:grpSp>
          <p:grpSp>
            <p:nvGrpSpPr>
              <p:cNvPr id="469068" name="Group 76"/>
              <p:cNvGrpSpPr>
                <a:grpSpLocks/>
              </p:cNvGrpSpPr>
              <p:nvPr/>
            </p:nvGrpSpPr>
            <p:grpSpPr bwMode="auto">
              <a:xfrm>
                <a:off x="2317" y="1312"/>
                <a:ext cx="2650" cy="494"/>
                <a:chOff x="2317" y="1312"/>
                <a:chExt cx="2650" cy="494"/>
              </a:xfrm>
            </p:grpSpPr>
            <p:sp>
              <p:nvSpPr>
                <p:cNvPr id="469069" name="Oval 77"/>
                <p:cNvSpPr>
                  <a:spLocks noChangeArrowheads="1"/>
                </p:cNvSpPr>
                <p:nvPr/>
              </p:nvSpPr>
              <p:spPr bwMode="auto">
                <a:xfrm>
                  <a:off x="2317" y="1312"/>
                  <a:ext cx="907" cy="272"/>
                </a:xfrm>
                <a:prstGeom prst="ellipse">
                  <a:avLst/>
                </a:prstGeom>
                <a:noFill/>
                <a:ln w="28575">
                  <a:solidFill>
                    <a:srgbClr val="0000FF"/>
                  </a:solidFill>
                  <a:round/>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none" anchor="ctr"/>
                <a:lstStyle/>
                <a:p>
                  <a:endParaRPr lang="zh-CN" altLang="en-US"/>
                </a:p>
              </p:txBody>
            </p:sp>
            <p:sp>
              <p:nvSpPr>
                <p:cNvPr id="469070" name="AutoShape 78"/>
                <p:cNvSpPr>
                  <a:spLocks noChangeArrowheads="1"/>
                </p:cNvSpPr>
                <p:nvPr/>
              </p:nvSpPr>
              <p:spPr bwMode="auto">
                <a:xfrm>
                  <a:off x="3865" y="1506"/>
                  <a:ext cx="1102" cy="300"/>
                </a:xfrm>
                <a:prstGeom prst="wedgeRoundRectCallout">
                  <a:avLst>
                    <a:gd name="adj1" fmla="val -111162"/>
                    <a:gd name="adj2" fmla="val -50000"/>
                    <a:gd name="adj3" fmla="val 16667"/>
                  </a:avLst>
                </a:prstGeom>
                <a:solidFill>
                  <a:srgbClr val="CCFFFF"/>
                </a:soli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effectLst>
                        <a:outerShdw blurRad="38100" dist="38100" dir="2700000" algn="tl">
                          <a:srgbClr val="FFFFFF"/>
                        </a:outerShdw>
                      </a:effectLst>
                      <a:latin typeface="+mn-lt"/>
                      <a:ea typeface="楷体" pitchFamily="49" charset="-122"/>
                    </a:rPr>
                    <a:t>第</a:t>
                  </a:r>
                  <a:r>
                    <a:rPr lang="en-US" altLang="zh-CN" sz="2000" b="1">
                      <a:effectLst>
                        <a:outerShdw blurRad="38100" dist="38100" dir="2700000" algn="tl">
                          <a:srgbClr val="FFFFFF"/>
                        </a:outerShdw>
                      </a:effectLst>
                      <a:latin typeface="+mn-lt"/>
                      <a:ea typeface="楷体" pitchFamily="49" charset="-122"/>
                    </a:rPr>
                    <a:t>5</a:t>
                  </a:r>
                  <a:r>
                    <a:rPr lang="zh-CN" altLang="en-US" sz="2000" b="1">
                      <a:effectLst>
                        <a:outerShdw blurRad="38100" dist="38100" dir="2700000" algn="tl">
                          <a:srgbClr val="FFFFFF"/>
                        </a:outerShdw>
                      </a:effectLst>
                      <a:latin typeface="+mn-lt"/>
                      <a:ea typeface="楷体" pitchFamily="49" charset="-122"/>
                    </a:rPr>
                    <a:t>章已讨论</a:t>
                  </a:r>
                </a:p>
              </p:txBody>
            </p:sp>
          </p:gr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68997"/>
                                        </p:tgtEl>
                                        <p:attrNameLst>
                                          <p:attrName>style.visibility</p:attrName>
                                        </p:attrNameLst>
                                      </p:cBhvr>
                                      <p:to>
                                        <p:strVal val="visible"/>
                                      </p:to>
                                    </p:set>
                                    <p:anim calcmode="lin" valueType="num">
                                      <p:cBhvr additive="base">
                                        <p:cTn id="7" dur="500" fill="hold"/>
                                        <p:tgtEl>
                                          <p:spTgt spid="468997"/>
                                        </p:tgtEl>
                                        <p:attrNameLst>
                                          <p:attrName>ppt_x</p:attrName>
                                        </p:attrNameLst>
                                      </p:cBhvr>
                                      <p:tavLst>
                                        <p:tav tm="0">
                                          <p:val>
                                            <p:strVal val="0-#ppt_w/2"/>
                                          </p:val>
                                        </p:tav>
                                        <p:tav tm="100000">
                                          <p:val>
                                            <p:strVal val="#ppt_x"/>
                                          </p:val>
                                        </p:tav>
                                      </p:tavLst>
                                    </p:anim>
                                    <p:anim calcmode="lin" valueType="num">
                                      <p:cBhvr additive="base">
                                        <p:cTn id="8" dur="500" fill="hold"/>
                                        <p:tgtEl>
                                          <p:spTgt spid="46899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469029"/>
                                        </p:tgtEl>
                                        <p:attrNameLst>
                                          <p:attrName>style.visibility</p:attrName>
                                        </p:attrNameLst>
                                      </p:cBhvr>
                                      <p:to>
                                        <p:strVal val="visible"/>
                                      </p:to>
                                    </p:set>
                                    <p:animEffect transition="in" filter="box(out)">
                                      <p:cBhvr>
                                        <p:cTn id="13" dur="500"/>
                                        <p:tgtEl>
                                          <p:spTgt spid="469029"/>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469048"/>
                                        </p:tgtEl>
                                        <p:attrNameLst>
                                          <p:attrName>style.visibility</p:attrName>
                                        </p:attrNameLst>
                                      </p:cBhvr>
                                      <p:to>
                                        <p:strVal val="visible"/>
                                      </p:to>
                                    </p:set>
                                    <p:animEffect transition="in" filter="box(out)">
                                      <p:cBhvr>
                                        <p:cTn id="18" dur="500"/>
                                        <p:tgtEl>
                                          <p:spTgt spid="469048"/>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69049">
                                            <p:txEl>
                                              <p:pRg st="0" end="0"/>
                                            </p:txEl>
                                          </p:spTgt>
                                        </p:tgtEl>
                                        <p:attrNameLst>
                                          <p:attrName>style.visibility</p:attrName>
                                        </p:attrNameLst>
                                      </p:cBhvr>
                                      <p:to>
                                        <p:strVal val="visible"/>
                                      </p:to>
                                    </p:set>
                                    <p:anim calcmode="lin" valueType="num">
                                      <p:cBhvr additive="base">
                                        <p:cTn id="23" dur="500" fill="hold"/>
                                        <p:tgtEl>
                                          <p:spTgt spid="469049">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69049">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69049">
                                            <p:txEl>
                                              <p:pRg st="1" end="1"/>
                                            </p:txEl>
                                          </p:spTgt>
                                        </p:tgtEl>
                                        <p:attrNameLst>
                                          <p:attrName>style.visibility</p:attrName>
                                        </p:attrNameLst>
                                      </p:cBhvr>
                                      <p:to>
                                        <p:strVal val="visible"/>
                                      </p:to>
                                    </p:set>
                                    <p:anim calcmode="lin" valueType="num">
                                      <p:cBhvr additive="base">
                                        <p:cTn id="29" dur="500" fill="hold"/>
                                        <p:tgtEl>
                                          <p:spTgt spid="469049">
                                            <p:txEl>
                                              <p:pRg st="1" end="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69049">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69049">
                                            <p:txEl>
                                              <p:pRg st="2" end="2"/>
                                            </p:txEl>
                                          </p:spTgt>
                                        </p:tgtEl>
                                        <p:attrNameLst>
                                          <p:attrName>style.visibility</p:attrName>
                                        </p:attrNameLst>
                                      </p:cBhvr>
                                      <p:to>
                                        <p:strVal val="visible"/>
                                      </p:to>
                                    </p:set>
                                    <p:anim calcmode="lin" valueType="num">
                                      <p:cBhvr additive="base">
                                        <p:cTn id="35" dur="500" fill="hold"/>
                                        <p:tgtEl>
                                          <p:spTgt spid="469049">
                                            <p:txEl>
                                              <p:pRg st="2" end="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69049">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469049">
                                            <p:txEl>
                                              <p:pRg st="3" end="3"/>
                                            </p:txEl>
                                          </p:spTgt>
                                        </p:tgtEl>
                                        <p:attrNameLst>
                                          <p:attrName>style.visibility</p:attrName>
                                        </p:attrNameLst>
                                      </p:cBhvr>
                                      <p:to>
                                        <p:strVal val="visible"/>
                                      </p:to>
                                    </p:set>
                                    <p:anim calcmode="lin" valueType="num">
                                      <p:cBhvr additive="base">
                                        <p:cTn id="41" dur="500" fill="hold"/>
                                        <p:tgtEl>
                                          <p:spTgt spid="469049">
                                            <p:txEl>
                                              <p:pRg st="3" end="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69049">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469049">
                                            <p:txEl>
                                              <p:pRg st="4" end="4"/>
                                            </p:txEl>
                                          </p:spTgt>
                                        </p:tgtEl>
                                        <p:attrNameLst>
                                          <p:attrName>style.visibility</p:attrName>
                                        </p:attrNameLst>
                                      </p:cBhvr>
                                      <p:to>
                                        <p:strVal val="visible"/>
                                      </p:to>
                                    </p:set>
                                    <p:anim calcmode="lin" valueType="num">
                                      <p:cBhvr additive="base">
                                        <p:cTn id="47" dur="500" fill="hold"/>
                                        <p:tgtEl>
                                          <p:spTgt spid="469049">
                                            <p:txEl>
                                              <p:pRg st="4" end="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69049">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469049">
                                            <p:txEl>
                                              <p:pRg st="5" end="5"/>
                                            </p:txEl>
                                          </p:spTgt>
                                        </p:tgtEl>
                                        <p:attrNameLst>
                                          <p:attrName>style.visibility</p:attrName>
                                        </p:attrNameLst>
                                      </p:cBhvr>
                                      <p:to>
                                        <p:strVal val="visible"/>
                                      </p:to>
                                    </p:set>
                                    <p:anim calcmode="lin" valueType="num">
                                      <p:cBhvr additive="base">
                                        <p:cTn id="53" dur="500" fill="hold"/>
                                        <p:tgtEl>
                                          <p:spTgt spid="469049">
                                            <p:txEl>
                                              <p:pRg st="5" end="5"/>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469049">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1"/>
                                            </p:cond>
                                          </p:stCondLst>
                                          <p:endCondLst>
                                            <p:cond evt="onStopAudio" delay="0">
                                              <p:tgtEl>
                                                <p:sldTgt/>
                                              </p:tgtEl>
                                            </p:cond>
                                          </p:endCondLst>
                                        </p:cTn>
                                        <p:tgtEl>
                                          <p:sndTgt r:embed="rId2" name="camera.wav"/>
                                        </p:tgtEl>
                                      </p:cMediaNode>
                                    </p:audio>
                                  </p:sub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469049">
                                            <p:txEl>
                                              <p:pRg st="6" end="6"/>
                                            </p:txEl>
                                          </p:spTgt>
                                        </p:tgtEl>
                                        <p:attrNameLst>
                                          <p:attrName>style.visibility</p:attrName>
                                        </p:attrNameLst>
                                      </p:cBhvr>
                                      <p:to>
                                        <p:strVal val="visible"/>
                                      </p:to>
                                    </p:set>
                                    <p:anim calcmode="lin" valueType="num">
                                      <p:cBhvr additive="base">
                                        <p:cTn id="59" dur="500" fill="hold"/>
                                        <p:tgtEl>
                                          <p:spTgt spid="469049">
                                            <p:txEl>
                                              <p:pRg st="6" end="6"/>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469049">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7"/>
                                            </p:cond>
                                          </p:stCondLst>
                                          <p:endCondLst>
                                            <p:cond evt="onStopAudio" delay="0">
                                              <p:tgtEl>
                                                <p:sldTgt/>
                                              </p:tgtEl>
                                            </p:cond>
                                          </p:endCondLst>
                                        </p:cTn>
                                        <p:tgtEl>
                                          <p:sndTgt r:embed="rId2" name="camera.wav"/>
                                        </p:tgtEl>
                                      </p:cMediaNode>
                                    </p:audio>
                                  </p:subTnLst>
                                </p:cTn>
                              </p:par>
                            </p:childTnLst>
                          </p:cTn>
                        </p:par>
                        <p:par>
                          <p:cTn id="61" fill="hold">
                            <p:stCondLst>
                              <p:cond delay="500"/>
                            </p:stCondLst>
                            <p:childTnLst>
                              <p:par>
                                <p:cTn id="62" presetID="18" presetClass="entr" presetSubtype="12" fill="hold" grpId="0" nodeType="afterEffect">
                                  <p:stCondLst>
                                    <p:cond delay="0"/>
                                  </p:stCondLst>
                                  <p:childTnLst>
                                    <p:set>
                                      <p:cBhvr>
                                        <p:cTn id="63" dur="1" fill="hold">
                                          <p:stCondLst>
                                            <p:cond delay="0"/>
                                          </p:stCondLst>
                                        </p:cTn>
                                        <p:tgtEl>
                                          <p:spTgt spid="469050"/>
                                        </p:tgtEl>
                                        <p:attrNameLst>
                                          <p:attrName>style.visibility</p:attrName>
                                        </p:attrNameLst>
                                      </p:cBhvr>
                                      <p:to>
                                        <p:strVal val="visible"/>
                                      </p:to>
                                    </p:set>
                                    <p:animEffect transition="in" filter="strips(downLeft)">
                                      <p:cBhvr>
                                        <p:cTn id="64" dur="500"/>
                                        <p:tgtEl>
                                          <p:spTgt spid="469050"/>
                                        </p:tgtEl>
                                      </p:cBhvr>
                                    </p:animEffect>
                                  </p:childTnLst>
                                  <p:subTnLst>
                                    <p:audio>
                                      <p:cMediaNode>
                                        <p:cTn display="0" masterRel="sameClick">
                                          <p:stCondLst>
                                            <p:cond evt="begin" delay="0">
                                              <p:tn val="62"/>
                                            </p:cond>
                                          </p:stCondLst>
                                          <p:endCondLst>
                                            <p:cond evt="onStopAudio" delay="0">
                                              <p:tgtEl>
                                                <p:sldTgt/>
                                              </p:tgtEl>
                                            </p:cond>
                                          </p:endCondLst>
                                        </p:cTn>
                                        <p:tgtEl>
                                          <p:sndTgt r:embed="rId2" name="camera.wav"/>
                                        </p:tgtEl>
                                      </p:cMediaNode>
                                    </p:audio>
                                  </p:subTnLst>
                                </p:cTn>
                              </p:par>
                            </p:childTnLst>
                          </p:cTn>
                        </p:par>
                        <p:par>
                          <p:cTn id="65" fill="hold">
                            <p:stCondLst>
                              <p:cond delay="1000"/>
                            </p:stCondLst>
                            <p:childTnLst>
                              <p:par>
                                <p:cTn id="66" presetID="18" presetClass="entr" presetSubtype="6" fill="hold" grpId="0" nodeType="afterEffect">
                                  <p:stCondLst>
                                    <p:cond delay="0"/>
                                  </p:stCondLst>
                                  <p:childTnLst>
                                    <p:set>
                                      <p:cBhvr>
                                        <p:cTn id="67" dur="1" fill="hold">
                                          <p:stCondLst>
                                            <p:cond delay="0"/>
                                          </p:stCondLst>
                                        </p:cTn>
                                        <p:tgtEl>
                                          <p:spTgt spid="469051"/>
                                        </p:tgtEl>
                                        <p:attrNameLst>
                                          <p:attrName>style.visibility</p:attrName>
                                        </p:attrNameLst>
                                      </p:cBhvr>
                                      <p:to>
                                        <p:strVal val="visible"/>
                                      </p:to>
                                    </p:set>
                                    <p:animEffect transition="in" filter="strips(downRight)">
                                      <p:cBhvr>
                                        <p:cTn id="68" dur="500"/>
                                        <p:tgtEl>
                                          <p:spTgt spid="469051"/>
                                        </p:tgtEl>
                                      </p:cBhvr>
                                    </p:animEffect>
                                  </p:childTnLst>
                                  <p:subTnLst>
                                    <p:audio>
                                      <p:cMediaNode>
                                        <p:cTn display="0" masterRel="sameClick">
                                          <p:stCondLst>
                                            <p:cond evt="begin" delay="0">
                                              <p:tn val="66"/>
                                            </p:cond>
                                          </p:stCondLst>
                                          <p:endCondLst>
                                            <p:cond evt="onStopAudio" delay="0">
                                              <p:tgtEl>
                                                <p:sldTgt/>
                                              </p:tgtEl>
                                            </p:cond>
                                          </p:endCondLst>
                                        </p:cTn>
                                        <p:tgtEl>
                                          <p:sndTgt r:embed="rId3" name="laser.wav"/>
                                        </p:tgtEl>
                                      </p:cMediaNode>
                                    </p:audio>
                                  </p:subTnLst>
                                </p:cTn>
                              </p:par>
                            </p:childTnLst>
                          </p:cTn>
                        </p:par>
                      </p:childTnLst>
                    </p:cTn>
                  </p:par>
                  <p:par>
                    <p:cTn id="69" fill="hold">
                      <p:stCondLst>
                        <p:cond delay="indefinite"/>
                      </p:stCondLst>
                      <p:childTnLst>
                        <p:par>
                          <p:cTn id="70" fill="hold">
                            <p:stCondLst>
                              <p:cond delay="0"/>
                            </p:stCondLst>
                            <p:childTnLst>
                              <p:par>
                                <p:cTn id="71" presetID="18" presetClass="entr" presetSubtype="6" fill="hold" grpId="0" nodeType="clickEffect">
                                  <p:stCondLst>
                                    <p:cond delay="0"/>
                                  </p:stCondLst>
                                  <p:childTnLst>
                                    <p:set>
                                      <p:cBhvr>
                                        <p:cTn id="72" dur="1" fill="hold">
                                          <p:stCondLst>
                                            <p:cond delay="0"/>
                                          </p:stCondLst>
                                        </p:cTn>
                                        <p:tgtEl>
                                          <p:spTgt spid="469052"/>
                                        </p:tgtEl>
                                        <p:attrNameLst>
                                          <p:attrName>style.visibility</p:attrName>
                                        </p:attrNameLst>
                                      </p:cBhvr>
                                      <p:to>
                                        <p:strVal val="visible"/>
                                      </p:to>
                                    </p:set>
                                    <p:animEffect transition="in" filter="strips(downRight)">
                                      <p:cBhvr>
                                        <p:cTn id="73" dur="500"/>
                                        <p:tgtEl>
                                          <p:spTgt spid="469052"/>
                                        </p:tgtEl>
                                      </p:cBhvr>
                                    </p:animEffect>
                                  </p:childTnLst>
                                  <p:subTnLst>
                                    <p:audio>
                                      <p:cMediaNode>
                                        <p:cTn display="0" masterRel="sameClick">
                                          <p:stCondLst>
                                            <p:cond evt="begin" delay="0">
                                              <p:tn val="71"/>
                                            </p:cond>
                                          </p:stCondLst>
                                          <p:endCondLst>
                                            <p:cond evt="onStopAudio" delay="0">
                                              <p:tgtEl>
                                                <p:sldTgt/>
                                              </p:tgtEl>
                                            </p:cond>
                                          </p:endCondLst>
                                        </p:cTn>
                                        <p:tgtEl>
                                          <p:sndTgt r:embed="rId4" name="chimes.wav"/>
                                        </p:tgtEl>
                                      </p:cMediaNode>
                                    </p:audio>
                                  </p:subTnLst>
                                </p:cTn>
                              </p:par>
                            </p:childTnLst>
                          </p:cTn>
                        </p:par>
                      </p:childTnLst>
                    </p:cTn>
                  </p:par>
                  <p:par>
                    <p:cTn id="74" fill="hold">
                      <p:stCondLst>
                        <p:cond delay="indefinite"/>
                      </p:stCondLst>
                      <p:childTnLst>
                        <p:par>
                          <p:cTn id="75" fill="hold">
                            <p:stCondLst>
                              <p:cond delay="0"/>
                            </p:stCondLst>
                            <p:childTnLst>
                              <p:par>
                                <p:cTn id="76" presetID="4" presetClass="entr" presetSubtype="32" fill="hold" grpId="0" nodeType="clickEffect">
                                  <p:stCondLst>
                                    <p:cond delay="0"/>
                                  </p:stCondLst>
                                  <p:childTnLst>
                                    <p:set>
                                      <p:cBhvr>
                                        <p:cTn id="77" dur="1" fill="hold">
                                          <p:stCondLst>
                                            <p:cond delay="0"/>
                                          </p:stCondLst>
                                        </p:cTn>
                                        <p:tgtEl>
                                          <p:spTgt spid="469053"/>
                                        </p:tgtEl>
                                        <p:attrNameLst>
                                          <p:attrName>style.visibility</p:attrName>
                                        </p:attrNameLst>
                                      </p:cBhvr>
                                      <p:to>
                                        <p:strVal val="visible"/>
                                      </p:to>
                                    </p:set>
                                    <p:animEffect transition="in" filter="box(out)">
                                      <p:cBhvr>
                                        <p:cTn id="78" dur="500"/>
                                        <p:tgtEl>
                                          <p:spTgt spid="469053"/>
                                        </p:tgtEl>
                                      </p:cBhvr>
                                    </p:animEffect>
                                  </p:childTnLst>
                                  <p:subTnLst>
                                    <p:audio>
                                      <p:cMediaNode>
                                        <p:cTn display="0" masterRel="sameClick">
                                          <p:stCondLst>
                                            <p:cond evt="begin" delay="0">
                                              <p:tn val="76"/>
                                            </p:cond>
                                          </p:stCondLst>
                                          <p:endCondLst>
                                            <p:cond evt="onStopAudio" delay="0">
                                              <p:tgtEl>
                                                <p:sldTgt/>
                                              </p:tgtEl>
                                            </p:cond>
                                          </p:endCondLst>
                                        </p:cTn>
                                        <p:tgtEl>
                                          <p:sndTgt r:embed="rId3" name="laser.wav"/>
                                        </p:tgtEl>
                                      </p:cMediaNode>
                                    </p:audio>
                                  </p:subTnLst>
                                </p:cTn>
                              </p:par>
                            </p:childTnLst>
                          </p:cTn>
                        </p:par>
                      </p:childTnLst>
                    </p:cTn>
                  </p:par>
                  <p:par>
                    <p:cTn id="79" fill="hold">
                      <p:stCondLst>
                        <p:cond delay="indefinite"/>
                      </p:stCondLst>
                      <p:childTnLst>
                        <p:par>
                          <p:cTn id="80" fill="hold">
                            <p:stCondLst>
                              <p:cond delay="0"/>
                            </p:stCondLst>
                            <p:childTnLst>
                              <p:par>
                                <p:cTn id="81" presetID="4" presetClass="entr" presetSubtype="32" fill="hold" nodeType="clickEffect">
                                  <p:stCondLst>
                                    <p:cond delay="0"/>
                                  </p:stCondLst>
                                  <p:childTnLst>
                                    <p:set>
                                      <p:cBhvr>
                                        <p:cTn id="82" dur="1" fill="hold">
                                          <p:stCondLst>
                                            <p:cond delay="0"/>
                                          </p:stCondLst>
                                        </p:cTn>
                                        <p:tgtEl>
                                          <p:spTgt spid="469054"/>
                                        </p:tgtEl>
                                        <p:attrNameLst>
                                          <p:attrName>style.visibility</p:attrName>
                                        </p:attrNameLst>
                                      </p:cBhvr>
                                      <p:to>
                                        <p:strVal val="visible"/>
                                      </p:to>
                                    </p:set>
                                    <p:animEffect transition="in" filter="box(out)">
                                      <p:cBhvr>
                                        <p:cTn id="83" dur="500"/>
                                        <p:tgtEl>
                                          <p:spTgt spid="469054"/>
                                        </p:tgtEl>
                                      </p:cBhvr>
                                    </p:animEffect>
                                  </p:childTnLst>
                                  <p:subTnLst>
                                    <p:audio>
                                      <p:cMediaNode>
                                        <p:cTn display="0" masterRel="sameClick">
                                          <p:stCondLst>
                                            <p:cond evt="begin" delay="0">
                                              <p:tn val="81"/>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8997" grpId="0"/>
      <p:bldP spid="469029" grpId="0" animBg="1"/>
      <p:bldP spid="469048" grpId="0" animBg="1"/>
      <p:bldP spid="469050" grpId="0" animBg="1"/>
      <p:bldP spid="469051" grpId="0" animBg="1"/>
      <p:bldP spid="469052" grpId="0" animBg="1"/>
      <p:bldP spid="469053" grpId="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7904" name="Rectangle 16"/>
          <p:cNvSpPr>
            <a:spLocks noChangeArrowheads="1"/>
          </p:cNvSpPr>
          <p:nvPr/>
        </p:nvSpPr>
        <p:spPr bwMode="auto">
          <a:xfrm>
            <a:off x="1153316" y="3920555"/>
            <a:ext cx="9997730" cy="262255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6200000" scaled="1"/>
            <a:tileRect/>
          </a:gradFill>
          <a:ln w="38100">
            <a:solidFill>
              <a:srgbClr val="FF33CC"/>
            </a:solidFill>
            <a:miter lim="800000"/>
            <a:headEnd/>
            <a:tailEnd/>
          </a:ln>
          <a:effectLst>
            <a:outerShdw blurRad="76200" dist="106680" dir="2700000" algn="ctr" rotWithShape="0">
              <a:srgbClr val="000000">
                <a:alpha val="56000"/>
              </a:srgbClr>
            </a:outerShdw>
          </a:effectLst>
          <a:scene3d>
            <a:camera prst="orthographicFront"/>
            <a:lightRig rig="threePt" dir="t"/>
          </a:scene3d>
          <a:sp3d>
            <a:bevelT w="114300" prst="hardEdge"/>
          </a:sp3d>
        </p:spPr>
        <p:txBody>
          <a:bodyPr lIns="18000"/>
          <a:lstStyle/>
          <a:p>
            <a:pPr marL="450850" lvl="1" indent="-177800">
              <a:spcBef>
                <a:spcPct val="20000"/>
              </a:spcBef>
              <a:buClr>
                <a:srgbClr val="339933"/>
              </a:buClr>
              <a:buFont typeface="Wingdings" pitchFamily="2" charset="2"/>
              <a:buChar char="ü"/>
            </a:pPr>
            <a:r>
              <a:rPr lang="en-US" altLang="zh-CN" sz="2000" b="1" dirty="0">
                <a:effectLst>
                  <a:outerShdw blurRad="38100" dist="38100" dir="2700000" algn="tl">
                    <a:srgbClr val="FFFFFF"/>
                  </a:outerShdw>
                </a:effectLst>
                <a:latin typeface="+mn-lt"/>
                <a:ea typeface="楷体" pitchFamily="49" charset="-122"/>
              </a:rPr>
              <a:t>  while</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do-while</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for</a:t>
            </a:r>
            <a:r>
              <a:rPr lang="zh-CN" altLang="en-US" sz="2000" b="1" dirty="0">
                <a:effectLst>
                  <a:outerShdw blurRad="38100" dist="38100" dir="2700000" algn="tl">
                    <a:srgbClr val="FFFFFF"/>
                  </a:outerShdw>
                </a:effectLst>
                <a:latin typeface="+mn-lt"/>
                <a:ea typeface="楷体" pitchFamily="49" charset="-122"/>
              </a:rPr>
              <a:t>语句</a:t>
            </a:r>
          </a:p>
          <a:p>
            <a:pPr marL="450850" lvl="1" indent="-177800">
              <a:spcBef>
                <a:spcPct val="20000"/>
              </a:spcBef>
              <a:buClr>
                <a:srgbClr val="339933"/>
              </a:buClr>
              <a:buFont typeface="Wingdings" pitchFamily="2" charset="2"/>
              <a:buChar char="ü"/>
            </a:pPr>
            <a:r>
              <a:rPr lang="zh-CN" altLang="en-US" sz="2000" b="1" dirty="0">
                <a:effectLst>
                  <a:outerShdw blurRad="38100" dist="38100" dir="2700000" algn="tl">
                    <a:srgbClr val="FFFFFF"/>
                  </a:outerShdw>
                </a:effectLst>
                <a:latin typeface="+mn-lt"/>
                <a:ea typeface="楷体" pitchFamily="49" charset="-122"/>
              </a:rPr>
              <a:t>  循环嵌套</a:t>
            </a:r>
          </a:p>
          <a:p>
            <a:pPr marL="450850" lvl="1" indent="-177800">
              <a:spcBef>
                <a:spcPct val="20000"/>
              </a:spcBef>
              <a:buClr>
                <a:srgbClr val="339933"/>
              </a:buClr>
              <a:buFont typeface="Wingdings" pitchFamily="2" charset="2"/>
              <a:buChar char="ü"/>
            </a:pPr>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break</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continue</a:t>
            </a:r>
            <a:r>
              <a:rPr lang="zh-CN" altLang="en-US" sz="2000" b="1" dirty="0">
                <a:effectLst>
                  <a:outerShdw blurRad="38100" dist="38100" dir="2700000" algn="tl">
                    <a:srgbClr val="FFFFFF"/>
                  </a:outerShdw>
                </a:effectLst>
                <a:latin typeface="+mn-lt"/>
                <a:ea typeface="楷体" pitchFamily="49" charset="-122"/>
              </a:rPr>
              <a:t>、</a:t>
            </a:r>
            <a:r>
              <a:rPr lang="en-US" altLang="zh-CN" sz="2000" b="1" dirty="0" err="1">
                <a:effectLst>
                  <a:outerShdw blurRad="38100" dist="38100" dir="2700000" algn="tl">
                    <a:srgbClr val="FFFFFF"/>
                  </a:outerShdw>
                </a:effectLst>
                <a:latin typeface="+mn-lt"/>
                <a:ea typeface="楷体" pitchFamily="49" charset="-122"/>
              </a:rPr>
              <a:t>goto</a:t>
            </a:r>
            <a:r>
              <a:rPr lang="zh-CN" altLang="en-US" sz="2000" b="1" dirty="0">
                <a:effectLst>
                  <a:outerShdw blurRad="38100" dist="38100" dir="2700000" algn="tl">
                    <a:srgbClr val="FFFFFF"/>
                  </a:outerShdw>
                </a:effectLst>
                <a:latin typeface="+mn-lt"/>
                <a:ea typeface="楷体" pitchFamily="49" charset="-122"/>
              </a:rPr>
              <a:t>语句</a:t>
            </a:r>
          </a:p>
          <a:p>
            <a:pPr marL="450850" lvl="1" indent="-177800">
              <a:spcBef>
                <a:spcPct val="20000"/>
              </a:spcBef>
              <a:buClr>
                <a:srgbClr val="339933"/>
              </a:buClr>
              <a:buFont typeface="Wingdings" pitchFamily="2" charset="2"/>
              <a:buChar char="ü"/>
            </a:pPr>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exit()</a:t>
            </a:r>
            <a:r>
              <a:rPr lang="zh-CN" altLang="en-US" sz="2000" b="1" dirty="0">
                <a:effectLst>
                  <a:outerShdw blurRad="38100" dist="38100" dir="2700000" algn="tl">
                    <a:srgbClr val="FFFFFF"/>
                  </a:outerShdw>
                </a:effectLst>
                <a:latin typeface="+mn-lt"/>
                <a:ea typeface="楷体" pitchFamily="49" charset="-122"/>
              </a:rPr>
              <a:t>函数</a:t>
            </a:r>
          </a:p>
          <a:p>
            <a:pPr marL="450850" lvl="1" indent="-177800">
              <a:spcBef>
                <a:spcPct val="20000"/>
              </a:spcBef>
              <a:buClr>
                <a:srgbClr val="339933"/>
              </a:buClr>
              <a:buFont typeface="Wingdings" pitchFamily="2" charset="2"/>
              <a:buChar char="ü"/>
            </a:pPr>
            <a:r>
              <a:rPr lang="zh-CN" altLang="en-US" sz="2000" b="1" dirty="0">
                <a:effectLst>
                  <a:outerShdw blurRad="38100" dist="38100" dir="2700000" algn="tl">
                    <a:srgbClr val="FFFFFF"/>
                  </a:outerShdw>
                </a:effectLst>
                <a:latin typeface="+mn-lt"/>
                <a:ea typeface="楷体" pitchFamily="49" charset="-122"/>
              </a:rPr>
              <a:t>  循环结构类型的选择及转换</a:t>
            </a:r>
          </a:p>
          <a:p>
            <a:pPr marL="450850" lvl="1" indent="-177800">
              <a:spcBef>
                <a:spcPct val="20000"/>
              </a:spcBef>
              <a:buClr>
                <a:srgbClr val="339933"/>
              </a:buClr>
              <a:buFont typeface="Wingdings" pitchFamily="2" charset="2"/>
              <a:buChar char="ü"/>
            </a:pPr>
            <a:r>
              <a:rPr lang="zh-CN" altLang="en-US" sz="2000" b="1" dirty="0">
                <a:effectLst>
                  <a:outerShdw blurRad="38100" dist="38100" dir="2700000" algn="tl">
                    <a:srgbClr val="FFFFFF"/>
                  </a:outerShdw>
                </a:effectLst>
                <a:latin typeface="+mn-lt"/>
                <a:ea typeface="楷体" pitchFamily="49" charset="-122"/>
              </a:rPr>
              <a:t>  循环结构程序设计举例</a:t>
            </a:r>
          </a:p>
          <a:p>
            <a:pPr marL="450850" lvl="1" indent="-177800">
              <a:spcBef>
                <a:spcPct val="20000"/>
              </a:spcBef>
              <a:buClr>
                <a:srgbClr val="339933"/>
              </a:buClr>
              <a:buFont typeface="Wingdings" pitchFamily="2" charset="2"/>
              <a:buChar char="ü"/>
            </a:pPr>
            <a:r>
              <a:rPr lang="zh-CN" altLang="en-US" sz="2000" b="1" dirty="0">
                <a:effectLst>
                  <a:outerShdw blurRad="38100" dist="38100" dir="2700000" algn="tl">
                    <a:srgbClr val="FFFFFF"/>
                  </a:outerShdw>
                </a:effectLst>
                <a:latin typeface="+mn-lt"/>
                <a:ea typeface="楷体" pitchFamily="49" charset="-122"/>
              </a:rPr>
              <a:t>  本章小结</a:t>
            </a:r>
          </a:p>
        </p:txBody>
      </p:sp>
      <p:sp>
        <p:nvSpPr>
          <p:cNvPr id="677890" name="Text Box 2"/>
          <p:cNvSpPr txBox="1">
            <a:spLocks noChangeArrowheads="1"/>
          </p:cNvSpPr>
          <p:nvPr/>
        </p:nvSpPr>
        <p:spPr bwMode="auto">
          <a:xfrm>
            <a:off x="556034" y="144464"/>
            <a:ext cx="3889375" cy="579437"/>
          </a:xfrm>
          <a:prstGeom prst="rect">
            <a:avLst/>
          </a:prstGeom>
          <a:noFill/>
          <a:ln w="57150">
            <a:noFill/>
            <a:miter lim="800000"/>
            <a:headEnd/>
            <a:tailEnd/>
          </a:ln>
          <a:effectLst/>
        </p:spPr>
        <p:txBody>
          <a:bodyPr>
            <a:spAutoFit/>
          </a:bodyPr>
          <a:lstStyle/>
          <a:p>
            <a:pPr marL="177800" indent="-177800">
              <a:spcBef>
                <a:spcPct val="50000"/>
              </a:spcBef>
              <a:buFont typeface="Wingdings" pitchFamily="2" charset="2"/>
              <a:buChar char="u"/>
              <a:tabLst>
                <a:tab pos="177800" algn="l"/>
              </a:tabLst>
            </a:pPr>
            <a:r>
              <a:rPr kumimoji="0" lang="zh-CN" altLang="en-US" sz="3200" b="1">
                <a:solidFill>
                  <a:srgbClr val="FF3300"/>
                </a:solidFill>
                <a:effectLst>
                  <a:outerShdw blurRad="38100" dist="38100" dir="2700000" algn="tl">
                    <a:srgbClr val="000000"/>
                  </a:outerShdw>
                </a:effectLst>
                <a:latin typeface="Arial" pitchFamily="34" charset="0"/>
                <a:ea typeface="隶书" pitchFamily="49" charset="-122"/>
              </a:rPr>
              <a:t>学习目标</a:t>
            </a:r>
            <a:r>
              <a:rPr kumimoji="0" lang="zh-CN" altLang="en-US" b="1">
                <a:effectLst>
                  <a:outerShdw blurRad="38100" dist="38100" dir="2700000" algn="tl">
                    <a:srgbClr val="FFFFFF"/>
                  </a:outerShdw>
                </a:effectLst>
              </a:rPr>
              <a:t>  </a:t>
            </a:r>
            <a:endParaRPr kumimoji="0" lang="zh-CN" altLang="en-US"/>
          </a:p>
        </p:txBody>
      </p:sp>
      <p:sp>
        <p:nvSpPr>
          <p:cNvPr id="677891" name="Rectangle 3"/>
          <p:cNvSpPr>
            <a:spLocks noChangeArrowheads="1"/>
          </p:cNvSpPr>
          <p:nvPr/>
        </p:nvSpPr>
        <p:spPr bwMode="auto">
          <a:xfrm>
            <a:off x="1138830" y="787868"/>
            <a:ext cx="9997730" cy="2292381"/>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6200000" scaled="1"/>
            <a:tileRect/>
          </a:gradFill>
          <a:ln w="38100">
            <a:solidFill>
              <a:srgbClr val="FF33CC"/>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lIns="18000"/>
          <a:lstStyle/>
          <a:p>
            <a:pPr marL="534988" indent="-261938">
              <a:spcBef>
                <a:spcPct val="20000"/>
              </a:spcBef>
              <a:buClr>
                <a:srgbClr val="FF33CC"/>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理解循环结构的含义；</a:t>
            </a:r>
          </a:p>
          <a:p>
            <a:pPr marL="534988" indent="-261938">
              <a:spcBef>
                <a:spcPct val="20000"/>
              </a:spcBef>
              <a:buClr>
                <a:srgbClr val="FF33CC"/>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掌握</a:t>
            </a: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语言三种循环结构的特点；</a:t>
            </a:r>
          </a:p>
          <a:p>
            <a:pPr marL="534988" indent="-261938">
              <a:spcBef>
                <a:spcPct val="20000"/>
              </a:spcBef>
              <a:buClr>
                <a:srgbClr val="FF33CC"/>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掌握</a:t>
            </a:r>
            <a:r>
              <a:rPr lang="en-US" altLang="zh-CN" b="1" dirty="0">
                <a:effectLst>
                  <a:outerShdw blurRad="38100" dist="38100" dir="2700000" algn="tl">
                    <a:srgbClr val="FFFFFF"/>
                  </a:outerShdw>
                </a:effectLst>
                <a:latin typeface="+mn-lt"/>
                <a:ea typeface="楷体" pitchFamily="49" charset="-122"/>
              </a:rPr>
              <a:t>while</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do-while</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for</a:t>
            </a:r>
            <a:r>
              <a:rPr lang="zh-CN" altLang="en-US" b="1" dirty="0">
                <a:effectLst>
                  <a:outerShdw blurRad="38100" dist="38100" dir="2700000" algn="tl">
                    <a:srgbClr val="FFFFFF"/>
                  </a:outerShdw>
                </a:effectLst>
                <a:latin typeface="+mn-lt"/>
                <a:ea typeface="楷体" pitchFamily="49" charset="-122"/>
              </a:rPr>
              <a:t>、</a:t>
            </a:r>
            <a:r>
              <a:rPr lang="en-US" altLang="zh-CN" b="1" dirty="0" err="1">
                <a:effectLst>
                  <a:outerShdw blurRad="38100" dist="38100" dir="2700000" algn="tl">
                    <a:srgbClr val="FFFFFF"/>
                  </a:outerShdw>
                </a:effectLst>
                <a:latin typeface="+mn-lt"/>
                <a:ea typeface="楷体" pitchFamily="49" charset="-122"/>
              </a:rPr>
              <a:t>goto</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break</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continue</a:t>
            </a:r>
            <a:r>
              <a:rPr lang="zh-CN" altLang="en-US" b="1" dirty="0">
                <a:effectLst>
                  <a:outerShdw blurRad="38100" dist="38100" dir="2700000" algn="tl">
                    <a:srgbClr val="FFFFFF"/>
                  </a:outerShdw>
                </a:effectLst>
                <a:latin typeface="+mn-lt"/>
                <a:ea typeface="楷体" pitchFamily="49" charset="-122"/>
              </a:rPr>
              <a:t>语句的使用方法；</a:t>
            </a:r>
          </a:p>
          <a:p>
            <a:pPr marL="534988" indent="-261938">
              <a:spcBef>
                <a:spcPct val="20000"/>
              </a:spcBef>
              <a:buClr>
                <a:srgbClr val="FF33CC"/>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掌握不同循环结构的选择及其转换方法；</a:t>
            </a:r>
          </a:p>
          <a:p>
            <a:pPr marL="534988" indent="-261938">
              <a:spcBef>
                <a:spcPct val="20000"/>
              </a:spcBef>
              <a:buClr>
                <a:srgbClr val="FF33CC"/>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掌握混合控制结构程序设计的方法。</a:t>
            </a:r>
          </a:p>
          <a:p>
            <a:pPr marL="609600" indent="-609600">
              <a:spcBef>
                <a:spcPct val="20000"/>
              </a:spcBef>
              <a:buClr>
                <a:srgbClr val="FF33CC"/>
              </a:buClr>
            </a:pPr>
            <a:r>
              <a:rPr lang="zh-CN" altLang="en-US" sz="3600" b="1" dirty="0">
                <a:effectLst>
                  <a:outerShdw blurRad="38100" dist="38100" dir="2700000" algn="tl">
                    <a:srgbClr val="FFFFFF"/>
                  </a:outerShdw>
                </a:effectLst>
                <a:latin typeface="+mn-lt"/>
                <a:ea typeface="楷体" pitchFamily="49" charset="-122"/>
              </a:rPr>
              <a:t> </a:t>
            </a:r>
          </a:p>
        </p:txBody>
      </p:sp>
      <p:sp>
        <p:nvSpPr>
          <p:cNvPr id="677903" name="Text Box 15"/>
          <p:cNvSpPr txBox="1">
            <a:spLocks noChangeArrowheads="1"/>
          </p:cNvSpPr>
          <p:nvPr/>
        </p:nvSpPr>
        <p:spPr bwMode="auto">
          <a:xfrm>
            <a:off x="532222" y="3262406"/>
            <a:ext cx="3889375" cy="579438"/>
          </a:xfrm>
          <a:prstGeom prst="rect">
            <a:avLst/>
          </a:prstGeom>
          <a:noFill/>
          <a:ln w="57150">
            <a:noFill/>
            <a:miter lim="800000"/>
            <a:headEnd/>
            <a:tailEnd/>
          </a:ln>
          <a:effectLst/>
        </p:spPr>
        <p:txBody>
          <a:bodyPr>
            <a:spAutoFit/>
          </a:bodyPr>
          <a:lstStyle/>
          <a:p>
            <a:pPr marL="177800" indent="-177800">
              <a:spcBef>
                <a:spcPct val="50000"/>
              </a:spcBef>
              <a:buFont typeface="Wingdings" pitchFamily="2" charset="2"/>
              <a:buChar char="u"/>
              <a:tabLst>
                <a:tab pos="177800" algn="l"/>
              </a:tabLst>
            </a:pPr>
            <a:r>
              <a:rPr kumimoji="0" lang="zh-CN" altLang="en-US" sz="3200" b="1" dirty="0">
                <a:solidFill>
                  <a:srgbClr val="FF3300"/>
                </a:solidFill>
                <a:effectLst>
                  <a:outerShdw blurRad="38100" dist="38100" dir="2700000" algn="tl">
                    <a:srgbClr val="000000"/>
                  </a:outerShdw>
                </a:effectLst>
                <a:latin typeface="Arial" pitchFamily="34" charset="0"/>
                <a:ea typeface="隶书" pitchFamily="49" charset="-122"/>
              </a:rPr>
              <a:t>学习内容</a:t>
            </a:r>
            <a:r>
              <a:rPr kumimoji="0" lang="zh-CN" altLang="en-US" b="1" dirty="0">
                <a:effectLst>
                  <a:outerShdw blurRad="38100" dist="38100" dir="2700000" algn="tl">
                    <a:srgbClr val="FFFFFF"/>
                  </a:outerShdw>
                </a:effectLst>
              </a:rPr>
              <a:t> </a:t>
            </a:r>
            <a:endParaRPr kumimoji="0" lang="zh-CN" altLang="en-US" dirty="0"/>
          </a:p>
        </p:txBody>
      </p:sp>
      <p:grpSp>
        <p:nvGrpSpPr>
          <p:cNvPr id="677932" name="Group 44"/>
          <p:cNvGrpSpPr>
            <a:grpSpLocks/>
          </p:cNvGrpSpPr>
          <p:nvPr/>
        </p:nvGrpSpPr>
        <p:grpSpPr bwMode="auto">
          <a:xfrm>
            <a:off x="-9117" y="0"/>
            <a:ext cx="446088" cy="6858000"/>
            <a:chOff x="0" y="0"/>
            <a:chExt cx="281" cy="4320"/>
          </a:xfrm>
        </p:grpSpPr>
        <p:sp>
          <p:nvSpPr>
            <p:cNvPr id="677933" name="Text Box 4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677934" name="Text Box 4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77890"/>
                                        </p:tgtEl>
                                        <p:attrNameLst>
                                          <p:attrName>style.visibility</p:attrName>
                                        </p:attrNameLst>
                                      </p:cBhvr>
                                      <p:to>
                                        <p:strVal val="visible"/>
                                      </p:to>
                                    </p:set>
                                    <p:animEffect transition="in" filter="blinds(horizontal)">
                                      <p:cBhvr>
                                        <p:cTn id="7" dur="500"/>
                                        <p:tgtEl>
                                          <p:spTgt spid="677890"/>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677891"/>
                                        </p:tgtEl>
                                        <p:attrNameLst>
                                          <p:attrName>style.visibility</p:attrName>
                                        </p:attrNameLst>
                                      </p:cBhvr>
                                      <p:to>
                                        <p:strVal val="visible"/>
                                      </p:to>
                                    </p:set>
                                    <p:animEffect transition="in" filter="diamond(in)">
                                      <p:cBhvr>
                                        <p:cTn id="12" dur="2000"/>
                                        <p:tgtEl>
                                          <p:spTgt spid="677891"/>
                                        </p:tgtEl>
                                      </p:cBhvr>
                                    </p:animEffect>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77903"/>
                                        </p:tgtEl>
                                        <p:attrNameLst>
                                          <p:attrName>style.visibility</p:attrName>
                                        </p:attrNameLst>
                                      </p:cBhvr>
                                      <p:to>
                                        <p:strVal val="visible"/>
                                      </p:to>
                                    </p:set>
                                    <p:animEffect transition="in" filter="blinds(horizontal)">
                                      <p:cBhvr>
                                        <p:cTn id="17" dur="500"/>
                                        <p:tgtEl>
                                          <p:spTgt spid="677903"/>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677904"/>
                                        </p:tgtEl>
                                        <p:attrNameLst>
                                          <p:attrName>style.visibility</p:attrName>
                                        </p:attrNameLst>
                                      </p:cBhvr>
                                      <p:to>
                                        <p:strVal val="visible"/>
                                      </p:to>
                                    </p:set>
                                    <p:animEffect transition="in" filter="diamond(in)">
                                      <p:cBhvr>
                                        <p:cTn id="22" dur="2000"/>
                                        <p:tgtEl>
                                          <p:spTgt spid="677904"/>
                                        </p:tgtEl>
                                      </p:cBhvr>
                                    </p:animEffect>
                                  </p:childTnLst>
                                  <p:subTnLst>
                                    <p:audio>
                                      <p:cMediaNode>
                                        <p:cTn display="0" masterRel="sameClick">
                                          <p:stCondLst>
                                            <p:cond evt="begin" delay="0">
                                              <p:tn val="2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7904" grpId="0" animBg="1"/>
      <p:bldP spid="677890" grpId="0"/>
      <p:bldP spid="677891" grpId="0" animBg="1"/>
      <p:bldP spid="677903" grpId="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3970" name="Rectangle 2"/>
          <p:cNvSpPr>
            <a:spLocks noGrp="1" noChangeArrowheads="1"/>
          </p:cNvSpPr>
          <p:nvPr>
            <p:ph type="body" idx="4294967295"/>
          </p:nvPr>
        </p:nvSpPr>
        <p:spPr>
          <a:xfrm>
            <a:off x="505524" y="247650"/>
            <a:ext cx="7772400" cy="647700"/>
          </a:xfrm>
        </p:spPr>
        <p:txBody>
          <a:bodyPr/>
          <a:lstStyle/>
          <a:p>
            <a:pPr algn="just">
              <a:buFontTx/>
              <a:buNone/>
            </a:pPr>
            <a:r>
              <a:rPr lang="en-US" altLang="zh-CN" dirty="0">
                <a:solidFill>
                  <a:srgbClr val="FF0000"/>
                </a:solidFill>
                <a:effectLst>
                  <a:outerShdw blurRad="38100" dist="38100" dir="2700000" algn="tl">
                    <a:srgbClr val="000000"/>
                  </a:outerShdw>
                </a:effectLst>
                <a:latin typeface="隶书" pitchFamily="49" charset="-122"/>
                <a:ea typeface="隶书" pitchFamily="49" charset="-122"/>
              </a:rPr>
              <a:t>6.1  </a:t>
            </a:r>
            <a:r>
              <a:rPr lang="zh-CN" altLang="en-US" dirty="0">
                <a:solidFill>
                  <a:srgbClr val="FF3300"/>
                </a:solidFill>
                <a:effectLst>
                  <a:outerShdw blurRad="38100" dist="38100" dir="2700000" algn="tl">
                    <a:srgbClr val="000000"/>
                  </a:outerShdw>
                </a:effectLst>
                <a:ea typeface="隶书" pitchFamily="49" charset="-122"/>
              </a:rPr>
              <a:t>循环结构的程序设计</a:t>
            </a:r>
            <a:r>
              <a:rPr lang="zh-CN" altLang="en-US" dirty="0"/>
              <a:t> </a:t>
            </a:r>
          </a:p>
        </p:txBody>
      </p:sp>
      <p:sp>
        <p:nvSpPr>
          <p:cNvPr id="724030" name="Rectangle 62"/>
          <p:cNvSpPr>
            <a:spLocks noChangeArrowheads="1"/>
          </p:cNvSpPr>
          <p:nvPr/>
        </p:nvSpPr>
        <p:spPr bwMode="auto">
          <a:xfrm>
            <a:off x="964311" y="805936"/>
            <a:ext cx="2304306" cy="523220"/>
          </a:xfrm>
          <a:prstGeom prst="rect">
            <a:avLst/>
          </a:prstGeom>
          <a:noFill/>
          <a:ln>
            <a:noFill/>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en-US" altLang="zh-CN" sz="2800" b="1" dirty="0">
                <a:solidFill>
                  <a:srgbClr val="CC3300"/>
                </a:solidFill>
                <a:effectLst>
                  <a:outerShdw blurRad="38100" dist="38100" dir="2700000" algn="tl">
                    <a:srgbClr val="000000">
                      <a:alpha val="43137"/>
                    </a:srgbClr>
                  </a:outerShdw>
                </a:effectLst>
                <a:ea typeface="隶书" pitchFamily="49" charset="-122"/>
              </a:rPr>
              <a:t>1.  while</a:t>
            </a:r>
            <a:r>
              <a:rPr lang="zh-CN" altLang="en-US" sz="2800" b="1" dirty="0">
                <a:solidFill>
                  <a:srgbClr val="CC3300"/>
                </a:solidFill>
                <a:effectLst>
                  <a:outerShdw blurRad="38100" dist="38100" dir="2700000" algn="tl">
                    <a:srgbClr val="000000">
                      <a:alpha val="43137"/>
                    </a:srgbClr>
                  </a:outerShdw>
                </a:effectLst>
                <a:ea typeface="隶书" pitchFamily="49" charset="-122"/>
              </a:rPr>
              <a:t>语句 </a:t>
            </a:r>
          </a:p>
        </p:txBody>
      </p:sp>
      <p:sp>
        <p:nvSpPr>
          <p:cNvPr id="724043" name="Rectangle 75"/>
          <p:cNvSpPr>
            <a:spLocks noChangeArrowheads="1"/>
          </p:cNvSpPr>
          <p:nvPr/>
        </p:nvSpPr>
        <p:spPr bwMode="auto">
          <a:xfrm>
            <a:off x="1251649" y="1412875"/>
            <a:ext cx="2449512" cy="457200"/>
          </a:xfrm>
          <a:prstGeom prst="rect">
            <a:avLst/>
          </a:prstGeom>
          <a:noFill/>
          <a:ln w="9525">
            <a:noFill/>
            <a:miter lim="800000"/>
            <a:headEnd/>
            <a:tailEnd/>
          </a:ln>
          <a:effectLst/>
        </p:spPr>
        <p:txBody>
          <a:bodyPr anchor="ctr">
            <a:spAutoFit/>
          </a:bodyPr>
          <a:lstStyle/>
          <a:p>
            <a:pPr>
              <a:buFont typeface="Wingdings" pitchFamily="2" charset="2"/>
              <a:buChar char="Ø"/>
            </a:pPr>
            <a:r>
              <a:rPr lang="en-US" altLang="zh-CN" b="1" dirty="0">
                <a:solidFill>
                  <a:srgbClr val="339933"/>
                </a:solidFill>
                <a:effectLst>
                  <a:outerShdw blurRad="38100" dist="38100" dir="2700000" algn="tl">
                    <a:srgbClr val="000000"/>
                  </a:outerShdw>
                </a:effectLst>
                <a:latin typeface="楷体" pitchFamily="49" charset="-122"/>
                <a:ea typeface="楷体" pitchFamily="49" charset="-122"/>
              </a:rPr>
              <a:t> </a:t>
            </a:r>
            <a:r>
              <a:rPr lang="zh-CN" altLang="en-US" b="1" dirty="0">
                <a:solidFill>
                  <a:srgbClr val="339933"/>
                </a:solidFill>
                <a:effectLst>
                  <a:outerShdw blurRad="38100" dist="38100" dir="2700000" algn="tl">
                    <a:srgbClr val="000000"/>
                  </a:outerShdw>
                </a:effectLst>
                <a:latin typeface="楷体" pitchFamily="49" charset="-122"/>
                <a:ea typeface="楷体" pitchFamily="49" charset="-122"/>
              </a:rPr>
              <a:t>一般形式：</a:t>
            </a:r>
          </a:p>
        </p:txBody>
      </p:sp>
      <p:sp>
        <p:nvSpPr>
          <p:cNvPr id="724044" name="Text Box 76"/>
          <p:cNvSpPr txBox="1">
            <a:spLocks noChangeArrowheads="1"/>
          </p:cNvSpPr>
          <p:nvPr/>
        </p:nvSpPr>
        <p:spPr bwMode="auto">
          <a:xfrm>
            <a:off x="4492752" y="1268760"/>
            <a:ext cx="5923723" cy="984250"/>
          </a:xfrm>
          <a:prstGeom prst="rect">
            <a:avLst/>
          </a:prstGeom>
          <a:gradFill rotWithShape="1">
            <a:gsLst>
              <a:gs pos="0">
                <a:srgbClr val="FFFF99"/>
              </a:gs>
              <a:gs pos="100000">
                <a:srgbClr val="FFFF99">
                  <a:gamma/>
                  <a:shade val="54510"/>
                  <a:invGamma/>
                </a:srgbClr>
              </a:gs>
            </a:gsLst>
            <a:lin ang="5400000" scaled="1"/>
          </a:gradFill>
          <a:ln w="38100">
            <a:solidFill>
              <a:srgbClr val="0000FF"/>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wrap="square" anchor="ctr">
            <a:spAutoFit/>
          </a:bodyPr>
          <a:lstStyle/>
          <a:p>
            <a:pPr eaLnBrk="0" hangingPunct="0"/>
            <a:r>
              <a:rPr lang="en-US" altLang="zh-CN" sz="2800" b="1">
                <a:solidFill>
                  <a:srgbClr val="FF3300"/>
                </a:solidFill>
                <a:effectLst>
                  <a:outerShdw blurRad="38100" dist="38100" dir="2700000" algn="tl">
                    <a:srgbClr val="000000"/>
                  </a:outerShdw>
                </a:effectLst>
                <a:ea typeface="隶书" pitchFamily="49" charset="-122"/>
              </a:rPr>
              <a:t>while (</a:t>
            </a:r>
            <a:r>
              <a:rPr lang="zh-CN" altLang="en-US" sz="2800" b="1">
                <a:solidFill>
                  <a:srgbClr val="FF3300"/>
                </a:solidFill>
                <a:effectLst>
                  <a:outerShdw blurRad="38100" dist="38100" dir="2700000" algn="tl">
                    <a:srgbClr val="000000"/>
                  </a:outerShdw>
                </a:effectLst>
                <a:ea typeface="隶书" pitchFamily="49" charset="-122"/>
              </a:rPr>
              <a:t>表达式</a:t>
            </a:r>
            <a:r>
              <a:rPr lang="en-US" altLang="zh-CN" sz="2800" b="1">
                <a:solidFill>
                  <a:srgbClr val="FF3300"/>
                </a:solidFill>
                <a:effectLst>
                  <a:outerShdw blurRad="38100" dist="38100" dir="2700000" algn="tl">
                    <a:srgbClr val="000000"/>
                  </a:outerShdw>
                </a:effectLst>
                <a:ea typeface="隶书" pitchFamily="49" charset="-122"/>
              </a:rPr>
              <a:t>) </a:t>
            </a:r>
          </a:p>
          <a:p>
            <a:pPr eaLnBrk="0" hangingPunct="0"/>
            <a:r>
              <a:rPr lang="en-US" altLang="zh-CN" sz="2800" b="1">
                <a:solidFill>
                  <a:srgbClr val="FF3300"/>
                </a:solidFill>
                <a:effectLst>
                  <a:outerShdw blurRad="38100" dist="38100" dir="2700000" algn="tl">
                    <a:srgbClr val="000000"/>
                  </a:outerShdw>
                </a:effectLst>
                <a:ea typeface="隶书" pitchFamily="49" charset="-122"/>
              </a:rPr>
              <a:t>     </a:t>
            </a:r>
            <a:r>
              <a:rPr lang="zh-CN" altLang="zh-CN" sz="2800" b="1">
                <a:solidFill>
                  <a:srgbClr val="FF3300"/>
                </a:solidFill>
                <a:effectLst>
                  <a:outerShdw blurRad="38100" dist="38100" dir="2700000" algn="tl">
                    <a:srgbClr val="000000"/>
                  </a:outerShdw>
                </a:effectLst>
                <a:ea typeface="隶书" pitchFamily="49" charset="-122"/>
              </a:rPr>
              <a:t>循环体语句；</a:t>
            </a:r>
            <a:endParaRPr lang="zh-CN" altLang="en-US" sz="2800" b="1">
              <a:solidFill>
                <a:srgbClr val="FF3300"/>
              </a:solidFill>
              <a:effectLst>
                <a:outerShdw blurRad="38100" dist="38100" dir="2700000" algn="tl">
                  <a:srgbClr val="000000"/>
                </a:outerShdw>
              </a:effectLst>
              <a:ea typeface="隶书" pitchFamily="49" charset="-122"/>
            </a:endParaRPr>
          </a:p>
        </p:txBody>
      </p:sp>
      <p:sp>
        <p:nvSpPr>
          <p:cNvPr id="724045" name="Rectangle 77"/>
          <p:cNvSpPr>
            <a:spLocks noChangeArrowheads="1"/>
          </p:cNvSpPr>
          <p:nvPr/>
        </p:nvSpPr>
        <p:spPr bwMode="auto">
          <a:xfrm>
            <a:off x="1267524" y="2681288"/>
            <a:ext cx="2449512" cy="457200"/>
          </a:xfrm>
          <a:prstGeom prst="rect">
            <a:avLst/>
          </a:prstGeom>
          <a:noFill/>
          <a:ln w="9525">
            <a:noFill/>
            <a:miter lim="800000"/>
            <a:headEnd/>
            <a:tailEnd/>
          </a:ln>
          <a:effectLst/>
        </p:spPr>
        <p:txBody>
          <a:bodyPr anchor="ctr">
            <a:spAutoFit/>
          </a:bodyPr>
          <a:lstStyle/>
          <a:p>
            <a:pPr>
              <a:buFont typeface="Wingdings" pitchFamily="2" charset="2"/>
              <a:buChar char="Ø"/>
            </a:pPr>
            <a:r>
              <a:rPr lang="en-US" altLang="zh-CN" b="1">
                <a:solidFill>
                  <a:srgbClr val="339933"/>
                </a:solidFill>
                <a:effectLst>
                  <a:outerShdw blurRad="38100" dist="38100" dir="2700000" algn="tl">
                    <a:srgbClr val="000000"/>
                  </a:outerShdw>
                </a:effectLst>
                <a:latin typeface="楷体" pitchFamily="49" charset="-122"/>
                <a:ea typeface="楷体" pitchFamily="49" charset="-122"/>
              </a:rPr>
              <a:t> </a:t>
            </a:r>
            <a:r>
              <a:rPr lang="zh-CN" altLang="en-US" b="1">
                <a:solidFill>
                  <a:srgbClr val="339933"/>
                </a:solidFill>
                <a:effectLst>
                  <a:outerShdw blurRad="38100" dist="38100" dir="2700000" algn="tl">
                    <a:srgbClr val="000000"/>
                  </a:outerShdw>
                </a:effectLst>
                <a:latin typeface="楷体" pitchFamily="49" charset="-122"/>
                <a:ea typeface="楷体" pitchFamily="49" charset="-122"/>
              </a:rPr>
              <a:t>执行流程：</a:t>
            </a:r>
          </a:p>
        </p:txBody>
      </p:sp>
      <p:sp>
        <p:nvSpPr>
          <p:cNvPr id="724047" name="Line 79"/>
          <p:cNvSpPr>
            <a:spLocks noChangeShapeType="1"/>
          </p:cNvSpPr>
          <p:nvPr/>
        </p:nvSpPr>
        <p:spPr bwMode="auto">
          <a:xfrm>
            <a:off x="9217916" y="3386138"/>
            <a:ext cx="0" cy="48260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724048" name="AutoShape 80"/>
          <p:cNvSpPr>
            <a:spLocks noChangeArrowheads="1"/>
          </p:cNvSpPr>
          <p:nvPr/>
        </p:nvSpPr>
        <p:spPr bwMode="auto">
          <a:xfrm>
            <a:off x="8414641" y="3868739"/>
            <a:ext cx="1563688" cy="477837"/>
          </a:xfrm>
          <a:prstGeom prst="flowChartDecision">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6200000" scaled="1"/>
            <a:tileRect/>
          </a:gradFill>
          <a:ln w="9525">
            <a:solidFill>
              <a:srgbClr val="0000FF"/>
            </a:solid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en-US" altLang="zh-CN" sz="2000" b="1">
                <a:effectLst>
                  <a:outerShdw blurRad="38100" dist="38100" dir="2700000" algn="tl">
                    <a:srgbClr val="FFFFFF"/>
                  </a:outerShdw>
                </a:effectLst>
              </a:rPr>
              <a:t>expr</a:t>
            </a:r>
          </a:p>
        </p:txBody>
      </p:sp>
      <p:grpSp>
        <p:nvGrpSpPr>
          <p:cNvPr id="724069" name="Group 101"/>
          <p:cNvGrpSpPr>
            <a:grpSpLocks/>
          </p:cNvGrpSpPr>
          <p:nvPr/>
        </p:nvGrpSpPr>
        <p:grpSpPr bwMode="auto">
          <a:xfrm>
            <a:off x="9081392" y="4292601"/>
            <a:ext cx="574675" cy="487363"/>
            <a:chOff x="4490" y="2704"/>
            <a:chExt cx="362" cy="307"/>
          </a:xfrm>
        </p:grpSpPr>
        <p:sp>
          <p:nvSpPr>
            <p:cNvPr id="724060" name="Text Box 92"/>
            <p:cNvSpPr txBox="1">
              <a:spLocks noChangeArrowheads="1"/>
            </p:cNvSpPr>
            <p:nvPr/>
          </p:nvSpPr>
          <p:spPr bwMode="auto">
            <a:xfrm>
              <a:off x="4490" y="2704"/>
              <a:ext cx="362" cy="250"/>
            </a:xfrm>
            <a:prstGeom prst="rect">
              <a:avLst/>
            </a:prstGeom>
            <a:noFill/>
            <a:ln w="9525">
              <a:noFill/>
              <a:miter lim="800000"/>
              <a:headEnd/>
              <a:tailEnd/>
            </a:ln>
            <a:effectLst/>
          </p:spPr>
          <p:txBody>
            <a:bodyPr anchor="ctr">
              <a:spAutoFit/>
            </a:bodyPr>
            <a:lstStyle/>
            <a:p>
              <a:pPr eaLnBrk="0" hangingPunct="0"/>
              <a:r>
                <a:rPr lang="en-US" altLang="zh-CN" sz="2000" b="1">
                  <a:latin typeface="楷体_GB2312" pitchFamily="49" charset="-122"/>
                  <a:ea typeface="楷体_GB2312" pitchFamily="49" charset="-122"/>
                </a:rPr>
                <a:t> </a:t>
              </a:r>
              <a:r>
                <a:rPr lang="en-US" altLang="zh-CN" sz="2000" b="1">
                  <a:effectLst>
                    <a:outerShdw blurRad="38100" dist="38100" dir="2700000" algn="tl">
                      <a:srgbClr val="FFFFFF"/>
                    </a:outerShdw>
                  </a:effectLst>
                  <a:ea typeface="楷体_GB2312" pitchFamily="49" charset="-122"/>
                </a:rPr>
                <a:t>T</a:t>
              </a:r>
            </a:p>
          </p:txBody>
        </p:sp>
        <p:sp>
          <p:nvSpPr>
            <p:cNvPr id="724049" name="Line 81"/>
            <p:cNvSpPr>
              <a:spLocks noChangeShapeType="1"/>
            </p:cNvSpPr>
            <p:nvPr/>
          </p:nvSpPr>
          <p:spPr bwMode="auto">
            <a:xfrm>
              <a:off x="4576" y="2738"/>
              <a:ext cx="0" cy="273"/>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wrap="none" anchor="ctr"/>
            <a:lstStyle/>
            <a:p>
              <a:endParaRPr lang="zh-CN" altLang="en-US"/>
            </a:p>
          </p:txBody>
        </p:sp>
      </p:grpSp>
      <p:sp>
        <p:nvSpPr>
          <p:cNvPr id="724050" name="Text Box 82"/>
          <p:cNvSpPr txBox="1">
            <a:spLocks noChangeArrowheads="1"/>
          </p:cNvSpPr>
          <p:nvPr/>
        </p:nvSpPr>
        <p:spPr bwMode="auto">
          <a:xfrm>
            <a:off x="8700391" y="4779963"/>
            <a:ext cx="1030288" cy="406400"/>
          </a:xfrm>
          <a:prstGeom prst="rect">
            <a:avLst/>
          </a:prstGeom>
          <a:solidFill>
            <a:srgbClr val="FFFFCD"/>
          </a:solidFill>
          <a:ln w="9525">
            <a:solidFill>
              <a:srgbClr val="0000FF"/>
            </a:solidFill>
            <a:miter lim="800000"/>
            <a:headEnd/>
            <a:tailEnd/>
          </a:ln>
          <a:effectLst>
            <a:outerShdw blurRad="50800" dist="38100" dir="2700000" algn="tl" rotWithShape="0">
              <a:prstClr val="black">
                <a:alpha val="40000"/>
              </a:prstClr>
            </a:outerShdw>
          </a:effectLst>
        </p:spPr>
        <p:txBody>
          <a:bodyPr anchor="ctr">
            <a:spAutoFit/>
          </a:bodyPr>
          <a:lstStyle/>
          <a:p>
            <a:pPr algn="ctr" eaLnBrk="0" hangingPunct="0">
              <a:spcBef>
                <a:spcPct val="50000"/>
              </a:spcBef>
            </a:pPr>
            <a:r>
              <a:rPr lang="zh-CN" altLang="en-US" sz="2000" b="1" dirty="0">
                <a:effectLst>
                  <a:outerShdw blurRad="38100" dist="38100" dir="2700000" algn="tl">
                    <a:srgbClr val="FFFFFF"/>
                  </a:outerShdw>
                </a:effectLst>
                <a:latin typeface="楷体" pitchFamily="49" charset="-122"/>
                <a:ea typeface="楷体" pitchFamily="49" charset="-122"/>
              </a:rPr>
              <a:t>循环体</a:t>
            </a:r>
          </a:p>
        </p:txBody>
      </p:sp>
      <p:grpSp>
        <p:nvGrpSpPr>
          <p:cNvPr id="724070" name="Group 102"/>
          <p:cNvGrpSpPr>
            <a:grpSpLocks/>
          </p:cNvGrpSpPr>
          <p:nvPr/>
        </p:nvGrpSpPr>
        <p:grpSpPr bwMode="auto">
          <a:xfrm>
            <a:off x="8090792" y="3598863"/>
            <a:ext cx="1127125" cy="1833562"/>
            <a:chOff x="3866" y="2267"/>
            <a:chExt cx="710" cy="1155"/>
          </a:xfrm>
        </p:grpSpPr>
        <p:sp>
          <p:nvSpPr>
            <p:cNvPr id="724051" name="Line 83"/>
            <p:cNvSpPr>
              <a:spLocks noChangeShapeType="1"/>
            </p:cNvSpPr>
            <p:nvPr/>
          </p:nvSpPr>
          <p:spPr bwMode="auto">
            <a:xfrm>
              <a:off x="4576" y="3267"/>
              <a:ext cx="0" cy="155"/>
            </a:xfrm>
            <a:prstGeom prst="line">
              <a:avLst/>
            </a:prstGeom>
            <a:noFill/>
            <a:ln w="28575">
              <a:solidFill>
                <a:srgbClr val="FF0000"/>
              </a:solidFill>
              <a:round/>
              <a:headEnd/>
              <a:tailEnd/>
            </a:ln>
            <a:effectLst>
              <a:outerShdw dist="35921" dir="2700000" algn="ctr" rotWithShape="0">
                <a:schemeClr val="bg2"/>
              </a:outerShdw>
            </a:effectLst>
          </p:spPr>
          <p:txBody>
            <a:bodyPr wrap="none" anchor="ctr"/>
            <a:lstStyle/>
            <a:p>
              <a:endParaRPr lang="zh-CN" altLang="en-US"/>
            </a:p>
          </p:txBody>
        </p:sp>
        <p:sp>
          <p:nvSpPr>
            <p:cNvPr id="724052" name="Line 84"/>
            <p:cNvSpPr>
              <a:spLocks noChangeShapeType="1"/>
            </p:cNvSpPr>
            <p:nvPr/>
          </p:nvSpPr>
          <p:spPr bwMode="auto">
            <a:xfrm flipH="1">
              <a:off x="3866" y="3422"/>
              <a:ext cx="710" cy="0"/>
            </a:xfrm>
            <a:prstGeom prst="line">
              <a:avLst/>
            </a:prstGeom>
            <a:noFill/>
            <a:ln w="28575">
              <a:solidFill>
                <a:srgbClr val="FF0000"/>
              </a:solidFill>
              <a:round/>
              <a:headEnd/>
              <a:tailEnd/>
            </a:ln>
            <a:effectLst>
              <a:outerShdw dist="35921" dir="2700000" algn="ctr" rotWithShape="0">
                <a:schemeClr val="bg2"/>
              </a:outerShdw>
            </a:effectLst>
          </p:spPr>
          <p:txBody>
            <a:bodyPr wrap="none" anchor="ctr"/>
            <a:lstStyle/>
            <a:p>
              <a:endParaRPr lang="zh-CN" altLang="en-US"/>
            </a:p>
          </p:txBody>
        </p:sp>
        <p:sp>
          <p:nvSpPr>
            <p:cNvPr id="724053" name="Line 85"/>
            <p:cNvSpPr>
              <a:spLocks noChangeShapeType="1"/>
            </p:cNvSpPr>
            <p:nvPr/>
          </p:nvSpPr>
          <p:spPr bwMode="auto">
            <a:xfrm flipV="1">
              <a:off x="3866" y="2267"/>
              <a:ext cx="0" cy="1155"/>
            </a:xfrm>
            <a:prstGeom prst="line">
              <a:avLst/>
            </a:prstGeom>
            <a:noFill/>
            <a:ln w="28575">
              <a:solidFill>
                <a:srgbClr val="FF0000"/>
              </a:solidFill>
              <a:round/>
              <a:headEnd/>
              <a:tailEnd/>
            </a:ln>
            <a:effectLst>
              <a:outerShdw dist="35921" dir="2700000" algn="ctr" rotWithShape="0">
                <a:schemeClr val="bg2"/>
              </a:outerShdw>
            </a:effectLst>
          </p:spPr>
          <p:txBody>
            <a:bodyPr wrap="none" anchor="ctr"/>
            <a:lstStyle/>
            <a:p>
              <a:endParaRPr lang="zh-CN" altLang="en-US"/>
            </a:p>
          </p:txBody>
        </p:sp>
        <p:sp>
          <p:nvSpPr>
            <p:cNvPr id="724054" name="Line 86"/>
            <p:cNvSpPr>
              <a:spLocks noChangeShapeType="1"/>
            </p:cNvSpPr>
            <p:nvPr/>
          </p:nvSpPr>
          <p:spPr bwMode="auto">
            <a:xfrm>
              <a:off x="3866" y="2267"/>
              <a:ext cx="710"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wrap="none" anchor="ctr"/>
            <a:lstStyle/>
            <a:p>
              <a:endParaRPr lang="zh-CN" altLang="en-US"/>
            </a:p>
          </p:txBody>
        </p:sp>
      </p:grpSp>
      <p:grpSp>
        <p:nvGrpSpPr>
          <p:cNvPr id="724071" name="Group 103"/>
          <p:cNvGrpSpPr>
            <a:grpSpLocks/>
          </p:cNvGrpSpPr>
          <p:nvPr/>
        </p:nvGrpSpPr>
        <p:grpSpPr bwMode="auto">
          <a:xfrm>
            <a:off x="9217917" y="3730625"/>
            <a:ext cx="1198563" cy="2636838"/>
            <a:chOff x="4576" y="2350"/>
            <a:chExt cx="755" cy="1661"/>
          </a:xfrm>
        </p:grpSpPr>
        <p:sp>
          <p:nvSpPr>
            <p:cNvPr id="724059" name="Text Box 91"/>
            <p:cNvSpPr txBox="1">
              <a:spLocks noChangeArrowheads="1"/>
            </p:cNvSpPr>
            <p:nvPr/>
          </p:nvSpPr>
          <p:spPr bwMode="auto">
            <a:xfrm>
              <a:off x="5080" y="2350"/>
              <a:ext cx="214" cy="250"/>
            </a:xfrm>
            <a:prstGeom prst="rect">
              <a:avLst/>
            </a:prstGeom>
            <a:noFill/>
            <a:ln w="9525">
              <a:noFill/>
              <a:miter lim="800000"/>
              <a:headEnd/>
              <a:tailEnd/>
            </a:ln>
            <a:effectLst/>
          </p:spPr>
          <p:txBody>
            <a:bodyPr wrap="none" anchor="ctr">
              <a:spAutoFit/>
            </a:bodyPr>
            <a:lstStyle/>
            <a:p>
              <a:pPr algn="ctr" eaLnBrk="0" hangingPunct="0"/>
              <a:r>
                <a:rPr lang="en-US" altLang="zh-CN" sz="2000" b="1">
                  <a:effectLst>
                    <a:outerShdw blurRad="38100" dist="38100" dir="2700000" algn="tl">
                      <a:srgbClr val="FFFFFF"/>
                    </a:outerShdw>
                  </a:effectLst>
                </a:rPr>
                <a:t>F</a:t>
              </a:r>
            </a:p>
          </p:txBody>
        </p:sp>
        <p:sp>
          <p:nvSpPr>
            <p:cNvPr id="724055" name="Line 87"/>
            <p:cNvSpPr>
              <a:spLocks noChangeShapeType="1"/>
            </p:cNvSpPr>
            <p:nvPr/>
          </p:nvSpPr>
          <p:spPr bwMode="auto">
            <a:xfrm>
              <a:off x="5055" y="2577"/>
              <a:ext cx="276" cy="0"/>
            </a:xfrm>
            <a:prstGeom prst="line">
              <a:avLst/>
            </a:prstGeom>
            <a:noFill/>
            <a:ln w="28575">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724056" name="Line 88"/>
            <p:cNvSpPr>
              <a:spLocks noChangeShapeType="1"/>
            </p:cNvSpPr>
            <p:nvPr/>
          </p:nvSpPr>
          <p:spPr bwMode="auto">
            <a:xfrm>
              <a:off x="5331" y="2577"/>
              <a:ext cx="0" cy="1001"/>
            </a:xfrm>
            <a:prstGeom prst="line">
              <a:avLst/>
            </a:prstGeom>
            <a:noFill/>
            <a:ln w="28575">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724057" name="Line 89"/>
            <p:cNvSpPr>
              <a:spLocks noChangeShapeType="1"/>
            </p:cNvSpPr>
            <p:nvPr/>
          </p:nvSpPr>
          <p:spPr bwMode="auto">
            <a:xfrm flipH="1">
              <a:off x="4576" y="3578"/>
              <a:ext cx="755" cy="0"/>
            </a:xfrm>
            <a:prstGeom prst="line">
              <a:avLst/>
            </a:prstGeom>
            <a:noFill/>
            <a:ln w="28575">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724058" name="Line 90"/>
            <p:cNvSpPr>
              <a:spLocks noChangeShapeType="1"/>
            </p:cNvSpPr>
            <p:nvPr/>
          </p:nvSpPr>
          <p:spPr bwMode="auto">
            <a:xfrm>
              <a:off x="4576" y="3578"/>
              <a:ext cx="0" cy="433"/>
            </a:xfrm>
            <a:prstGeom prst="line">
              <a:avLst/>
            </a:prstGeom>
            <a:noFill/>
            <a:ln w="28575">
              <a:solidFill>
                <a:srgbClr val="0000FF"/>
              </a:solidFill>
              <a:round/>
              <a:headEnd/>
              <a:tailEnd type="stealth" w="lg" len="lg"/>
            </a:ln>
            <a:effectLst>
              <a:outerShdw dist="35921" dir="2700000" algn="ctr" rotWithShape="0">
                <a:schemeClr val="bg2"/>
              </a:outerShdw>
            </a:effectLst>
          </p:spPr>
          <p:txBody>
            <a:bodyPr wrap="none" anchor="ctr"/>
            <a:lstStyle/>
            <a:p>
              <a:endParaRPr lang="zh-CN" altLang="en-US"/>
            </a:p>
          </p:txBody>
        </p:sp>
      </p:grpSp>
      <p:sp>
        <p:nvSpPr>
          <p:cNvPr id="724061" name="AutoShape 93"/>
          <p:cNvSpPr>
            <a:spLocks noChangeArrowheads="1"/>
          </p:cNvSpPr>
          <p:nvPr/>
        </p:nvSpPr>
        <p:spPr bwMode="auto">
          <a:xfrm>
            <a:off x="8624191" y="2928938"/>
            <a:ext cx="1143000" cy="457200"/>
          </a:xfrm>
          <a:prstGeom prst="flowChartAlternateProcess">
            <a:avLst/>
          </a:prstGeom>
          <a:gradFill flip="none" rotWithShape="1">
            <a:gsLst>
              <a:gs pos="0">
                <a:srgbClr val="FFFFCD">
                  <a:shade val="30000"/>
                  <a:satMod val="115000"/>
                </a:srgbClr>
              </a:gs>
              <a:gs pos="50000">
                <a:srgbClr val="FFFFCD">
                  <a:shade val="67500"/>
                  <a:satMod val="115000"/>
                </a:srgbClr>
              </a:gs>
              <a:gs pos="100000">
                <a:srgbClr val="FFFFCD">
                  <a:shade val="100000"/>
                  <a:satMod val="115000"/>
                </a:srgbClr>
              </a:gs>
            </a:gsLst>
            <a:lin ang="13500000" scaled="1"/>
            <a:tileRect/>
          </a:gradFill>
          <a:ln w="9525">
            <a:solidFill>
              <a:srgbClr val="0000FF"/>
            </a:solid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en-US" altLang="zh-CN" sz="2000" b="1">
                <a:solidFill>
                  <a:srgbClr val="CC3300"/>
                </a:solidFill>
                <a:effectLst>
                  <a:outerShdw blurRad="38100" dist="38100" dir="2700000" algn="tl">
                    <a:srgbClr val="000000"/>
                  </a:outerShdw>
                </a:effectLst>
                <a:ea typeface="隶书" pitchFamily="49" charset="-122"/>
              </a:rPr>
              <a:t>while</a:t>
            </a:r>
          </a:p>
        </p:txBody>
      </p:sp>
      <p:sp>
        <p:nvSpPr>
          <p:cNvPr id="724064" name="Rectangle 96"/>
          <p:cNvSpPr>
            <a:spLocks noChangeArrowheads="1"/>
          </p:cNvSpPr>
          <p:nvPr/>
        </p:nvSpPr>
        <p:spPr bwMode="auto">
          <a:xfrm>
            <a:off x="1342975" y="4005064"/>
            <a:ext cx="6271566" cy="2677656"/>
          </a:xfrm>
          <a:prstGeom prst="rect">
            <a:avLst/>
          </a:prstGeom>
          <a:solidFill>
            <a:schemeClr val="bg1"/>
          </a:solidFill>
          <a:ln w="38100">
            <a:solidFill>
              <a:srgbClr val="00800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wrap="square" anchor="ctr">
            <a:spAutoFit/>
          </a:bodyPr>
          <a:lstStyle/>
          <a:p>
            <a:r>
              <a:rPr lang="zh-CN" altLang="en-US" b="1" dirty="0">
                <a:solidFill>
                  <a:srgbClr val="FF33CC"/>
                </a:solidFill>
                <a:effectLst>
                  <a:outerShdw blurRad="38100" dist="38100" dir="2700000" algn="tl">
                    <a:srgbClr val="000000"/>
                  </a:outerShdw>
                </a:effectLst>
                <a:latin typeface="+mn-lt"/>
                <a:ea typeface="楷体" pitchFamily="49" charset="-122"/>
              </a:rPr>
              <a:t>其中：</a:t>
            </a:r>
          </a:p>
          <a:p>
            <a:pPr marL="342900" indent="-342900">
              <a:buClr>
                <a:srgbClr val="FF33CC"/>
              </a:buClr>
              <a:buFont typeface="Wingdings" panose="05000000000000000000" pitchFamily="2" charset="2"/>
              <a:buChar char="l"/>
            </a:pPr>
            <a:r>
              <a:rPr lang="en-US" altLang="zh-CN" b="1" dirty="0">
                <a:effectLst>
                  <a:outerShdw blurRad="38100" dist="38100" dir="2700000" algn="tl">
                    <a:srgbClr val="FFFFFF"/>
                  </a:outerShdw>
                </a:effectLst>
                <a:latin typeface="+mn-lt"/>
                <a:ea typeface="楷体" pitchFamily="49" charset="-122"/>
              </a:rPr>
              <a:t>while</a:t>
            </a:r>
            <a:r>
              <a:rPr lang="zh-CN" altLang="en-US" b="1" dirty="0">
                <a:effectLst>
                  <a:outerShdw blurRad="38100" dist="38100" dir="2700000" algn="tl">
                    <a:srgbClr val="FFFFFF"/>
                  </a:outerShdw>
                </a:effectLst>
                <a:latin typeface="+mn-lt"/>
                <a:ea typeface="楷体" pitchFamily="49" charset="-122"/>
              </a:rPr>
              <a:t>后面的括号（ ）不能省。</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FF33CC"/>
              </a:buClr>
              <a:buFont typeface="Wingdings" panose="05000000000000000000" pitchFamily="2" charset="2"/>
              <a:buChar char="l"/>
            </a:pPr>
            <a:r>
              <a:rPr lang="en-US" altLang="zh-CN" b="1" dirty="0">
                <a:effectLst>
                  <a:outerShdw blurRad="38100" dist="38100" dir="2700000" algn="tl">
                    <a:srgbClr val="FFFFFF"/>
                  </a:outerShdw>
                </a:effectLst>
                <a:latin typeface="+mn-lt"/>
                <a:ea typeface="楷体" pitchFamily="49" charset="-122"/>
              </a:rPr>
              <a:t>while</a:t>
            </a:r>
            <a:r>
              <a:rPr lang="zh-CN" altLang="en-US" b="1" dirty="0">
                <a:effectLst>
                  <a:outerShdw blurRad="38100" dist="38100" dir="2700000" algn="tl">
                    <a:srgbClr val="FFFFFF"/>
                  </a:outerShdw>
                </a:effectLst>
                <a:latin typeface="+mn-lt"/>
                <a:ea typeface="楷体" pitchFamily="49" charset="-122"/>
              </a:rPr>
              <a:t>后面的表达式可以是任意类型的表达式，但一般是条件表达式或逻辑表达式。</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FF33CC"/>
              </a:buClr>
              <a:buFont typeface="Wingdings" panose="05000000000000000000" pitchFamily="2" charset="2"/>
              <a:buChar char="l"/>
            </a:pPr>
            <a:r>
              <a:rPr lang="zh-CN" altLang="en-US" b="1" dirty="0">
                <a:effectLst>
                  <a:outerShdw blurRad="38100" dist="38100" dir="2700000" algn="tl">
                    <a:srgbClr val="FFFFFF"/>
                  </a:outerShdw>
                </a:effectLst>
                <a:latin typeface="+mn-lt"/>
                <a:ea typeface="楷体" pitchFamily="49" charset="-122"/>
              </a:rPr>
              <a:t>表达式的值是循环的控制条件。</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FF33CC"/>
              </a:buClr>
              <a:buFont typeface="Wingdings" panose="05000000000000000000" pitchFamily="2" charset="2"/>
              <a:buChar char="l"/>
            </a:pPr>
            <a:r>
              <a:rPr lang="zh-CN" altLang="en-US" b="1" dirty="0">
                <a:effectLst>
                  <a:outerShdw blurRad="38100" dist="38100" dir="2700000" algn="tl">
                    <a:srgbClr val="FFFFFF"/>
                  </a:outerShdw>
                </a:effectLst>
                <a:latin typeface="+mn-lt"/>
                <a:ea typeface="楷体" pitchFamily="49" charset="-122"/>
              </a:rPr>
              <a:t>语句部分称为循环体，当需要执行多条语句时，应使用复合语句。</a:t>
            </a:r>
            <a:r>
              <a:rPr lang="zh-CN" altLang="en-US" dirty="0">
                <a:latin typeface="+mn-lt"/>
                <a:ea typeface="楷体" pitchFamily="49" charset="-122"/>
              </a:rPr>
              <a:t> </a:t>
            </a:r>
          </a:p>
        </p:txBody>
      </p:sp>
      <p:sp>
        <p:nvSpPr>
          <p:cNvPr id="724065" name="Text Box 97"/>
          <p:cNvSpPr txBox="1">
            <a:spLocks noChangeArrowheads="1"/>
          </p:cNvSpPr>
          <p:nvPr/>
        </p:nvSpPr>
        <p:spPr bwMode="auto">
          <a:xfrm>
            <a:off x="1343273" y="3284984"/>
            <a:ext cx="6271265" cy="457200"/>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spAutoFit/>
          </a:bodyPr>
          <a:lstStyle/>
          <a:p>
            <a:pPr>
              <a:spcBef>
                <a:spcPct val="50000"/>
              </a:spcBef>
            </a:pPr>
            <a:r>
              <a:rPr lang="zh-CN" altLang="en-US" b="1" dirty="0">
                <a:solidFill>
                  <a:srgbClr val="FF33CC"/>
                </a:solidFill>
                <a:effectLst>
                  <a:outerShdw blurRad="38100" dist="38100" dir="2700000" algn="tl">
                    <a:srgbClr val="000000"/>
                  </a:outerShdw>
                </a:effectLst>
                <a:ea typeface="隶书" pitchFamily="49" charset="-122"/>
              </a:rPr>
              <a:t>特点：先判断表达式，再执行循环体</a:t>
            </a:r>
          </a:p>
        </p:txBody>
      </p:sp>
      <p:grpSp>
        <p:nvGrpSpPr>
          <p:cNvPr id="724066" name="Group 98"/>
          <p:cNvGrpSpPr>
            <a:grpSpLocks/>
          </p:cNvGrpSpPr>
          <p:nvPr/>
        </p:nvGrpSpPr>
        <p:grpSpPr bwMode="auto">
          <a:xfrm>
            <a:off x="-7239" y="0"/>
            <a:ext cx="446088" cy="6858000"/>
            <a:chOff x="0" y="0"/>
            <a:chExt cx="281" cy="4320"/>
          </a:xfrm>
        </p:grpSpPr>
        <p:sp>
          <p:nvSpPr>
            <p:cNvPr id="724067" name="Text Box 99"/>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724068" name="Text Box 100"/>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24030"/>
                                        </p:tgtEl>
                                        <p:attrNameLst>
                                          <p:attrName>style.visibility</p:attrName>
                                        </p:attrNameLst>
                                      </p:cBhvr>
                                      <p:to>
                                        <p:strVal val="visible"/>
                                      </p:to>
                                    </p:set>
                                    <p:animEffect transition="in" filter="box(out)">
                                      <p:cBhvr>
                                        <p:cTn id="7" dur="500"/>
                                        <p:tgtEl>
                                          <p:spTgt spid="724030"/>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724043"/>
                                        </p:tgtEl>
                                        <p:attrNameLst>
                                          <p:attrName>style.visibility</p:attrName>
                                        </p:attrNameLst>
                                      </p:cBhvr>
                                      <p:to>
                                        <p:strVal val="visible"/>
                                      </p:to>
                                    </p:set>
                                    <p:anim calcmode="lin" valueType="num">
                                      <p:cBhvr additive="base">
                                        <p:cTn id="12" dur="500" fill="hold"/>
                                        <p:tgtEl>
                                          <p:spTgt spid="724043"/>
                                        </p:tgtEl>
                                        <p:attrNameLst>
                                          <p:attrName>ppt_x</p:attrName>
                                        </p:attrNameLst>
                                      </p:cBhvr>
                                      <p:tavLst>
                                        <p:tav tm="0">
                                          <p:val>
                                            <p:strVal val="0-#ppt_w/2"/>
                                          </p:val>
                                        </p:tav>
                                        <p:tav tm="100000">
                                          <p:val>
                                            <p:strVal val="#ppt_x"/>
                                          </p:val>
                                        </p:tav>
                                      </p:tavLst>
                                    </p:anim>
                                    <p:anim calcmode="lin" valueType="num">
                                      <p:cBhvr additive="base">
                                        <p:cTn id="13" dur="500" fill="hold"/>
                                        <p:tgtEl>
                                          <p:spTgt spid="72404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4" name="whoosh.wav"/>
                                        </p:tgtEl>
                                      </p:cMediaNode>
                                    </p:audio>
                                  </p:subTnLst>
                                </p:cTn>
                              </p:par>
                            </p:childTnLst>
                          </p:cTn>
                        </p:par>
                        <p:par>
                          <p:cTn id="14" fill="hold">
                            <p:stCondLst>
                              <p:cond delay="500"/>
                            </p:stCondLst>
                            <p:childTnLst>
                              <p:par>
                                <p:cTn id="15" presetID="4" presetClass="entr" presetSubtype="32" fill="hold" grpId="0" nodeType="afterEffect">
                                  <p:stCondLst>
                                    <p:cond delay="0"/>
                                  </p:stCondLst>
                                  <p:childTnLst>
                                    <p:set>
                                      <p:cBhvr>
                                        <p:cTn id="16" dur="1" fill="hold">
                                          <p:stCondLst>
                                            <p:cond delay="0"/>
                                          </p:stCondLst>
                                        </p:cTn>
                                        <p:tgtEl>
                                          <p:spTgt spid="724044"/>
                                        </p:tgtEl>
                                        <p:attrNameLst>
                                          <p:attrName>style.visibility</p:attrName>
                                        </p:attrNameLst>
                                      </p:cBhvr>
                                      <p:to>
                                        <p:strVal val="visible"/>
                                      </p:to>
                                    </p:set>
                                    <p:animEffect transition="in" filter="box(out)">
                                      <p:cBhvr>
                                        <p:cTn id="17" dur="500"/>
                                        <p:tgtEl>
                                          <p:spTgt spid="724044"/>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724045"/>
                                        </p:tgtEl>
                                        <p:attrNameLst>
                                          <p:attrName>style.visibility</p:attrName>
                                        </p:attrNameLst>
                                      </p:cBhvr>
                                      <p:to>
                                        <p:strVal val="visible"/>
                                      </p:to>
                                    </p:set>
                                    <p:anim calcmode="lin" valueType="num">
                                      <p:cBhvr additive="base">
                                        <p:cTn id="22" dur="500" fill="hold"/>
                                        <p:tgtEl>
                                          <p:spTgt spid="724045"/>
                                        </p:tgtEl>
                                        <p:attrNameLst>
                                          <p:attrName>ppt_x</p:attrName>
                                        </p:attrNameLst>
                                      </p:cBhvr>
                                      <p:tavLst>
                                        <p:tav tm="0">
                                          <p:val>
                                            <p:strVal val="0-#ppt_w/2"/>
                                          </p:val>
                                        </p:tav>
                                        <p:tav tm="100000">
                                          <p:val>
                                            <p:strVal val="#ppt_x"/>
                                          </p:val>
                                        </p:tav>
                                      </p:tavLst>
                                    </p:anim>
                                    <p:anim calcmode="lin" valueType="num">
                                      <p:cBhvr additive="base">
                                        <p:cTn id="23" dur="500" fill="hold"/>
                                        <p:tgtEl>
                                          <p:spTgt spid="72404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4" name="whoosh.wav"/>
                                        </p:tgtEl>
                                      </p:cMediaNode>
                                    </p:audio>
                                  </p:subTnLst>
                                </p:cTn>
                              </p:par>
                            </p:childTnLst>
                          </p:cTn>
                        </p:par>
                        <p:par>
                          <p:cTn id="24" fill="hold">
                            <p:stCondLst>
                              <p:cond delay="500"/>
                            </p:stCondLst>
                            <p:childTnLst>
                              <p:par>
                                <p:cTn id="25" presetID="4" presetClass="entr" presetSubtype="16" fill="hold" grpId="0" nodeType="afterEffect">
                                  <p:stCondLst>
                                    <p:cond delay="0"/>
                                  </p:stCondLst>
                                  <p:childTnLst>
                                    <p:set>
                                      <p:cBhvr>
                                        <p:cTn id="26" dur="1" fill="hold">
                                          <p:stCondLst>
                                            <p:cond delay="0"/>
                                          </p:stCondLst>
                                        </p:cTn>
                                        <p:tgtEl>
                                          <p:spTgt spid="724061"/>
                                        </p:tgtEl>
                                        <p:attrNameLst>
                                          <p:attrName>style.visibility</p:attrName>
                                        </p:attrNameLst>
                                      </p:cBhvr>
                                      <p:to>
                                        <p:strVal val="visible"/>
                                      </p:to>
                                    </p:set>
                                    <p:animEffect transition="in" filter="box(in)">
                                      <p:cBhvr>
                                        <p:cTn id="27" dur="500"/>
                                        <p:tgtEl>
                                          <p:spTgt spid="724061"/>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par>
                          <p:cTn id="28" fill="hold">
                            <p:stCondLst>
                              <p:cond delay="1000"/>
                            </p:stCondLst>
                            <p:childTnLst>
                              <p:par>
                                <p:cTn id="29" presetID="18" presetClass="entr" presetSubtype="12" fill="hold" grpId="0" nodeType="afterEffect">
                                  <p:stCondLst>
                                    <p:cond delay="0"/>
                                  </p:stCondLst>
                                  <p:childTnLst>
                                    <p:set>
                                      <p:cBhvr>
                                        <p:cTn id="30" dur="1" fill="hold">
                                          <p:stCondLst>
                                            <p:cond delay="0"/>
                                          </p:stCondLst>
                                        </p:cTn>
                                        <p:tgtEl>
                                          <p:spTgt spid="724047"/>
                                        </p:tgtEl>
                                        <p:attrNameLst>
                                          <p:attrName>style.visibility</p:attrName>
                                        </p:attrNameLst>
                                      </p:cBhvr>
                                      <p:to>
                                        <p:strVal val="visible"/>
                                      </p:to>
                                    </p:set>
                                    <p:animEffect transition="in" filter="strips(downLeft)">
                                      <p:cBhvr>
                                        <p:cTn id="31" dur="500"/>
                                        <p:tgtEl>
                                          <p:spTgt spid="724047"/>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par>
                          <p:cTn id="32" fill="hold">
                            <p:stCondLst>
                              <p:cond delay="1500"/>
                            </p:stCondLst>
                            <p:childTnLst>
                              <p:par>
                                <p:cTn id="33" presetID="8" presetClass="entr" presetSubtype="32" fill="hold" grpId="0" nodeType="afterEffect">
                                  <p:stCondLst>
                                    <p:cond delay="0"/>
                                  </p:stCondLst>
                                  <p:childTnLst>
                                    <p:set>
                                      <p:cBhvr>
                                        <p:cTn id="34" dur="1" fill="hold">
                                          <p:stCondLst>
                                            <p:cond delay="0"/>
                                          </p:stCondLst>
                                        </p:cTn>
                                        <p:tgtEl>
                                          <p:spTgt spid="724048"/>
                                        </p:tgtEl>
                                        <p:attrNameLst>
                                          <p:attrName>style.visibility</p:attrName>
                                        </p:attrNameLst>
                                      </p:cBhvr>
                                      <p:to>
                                        <p:strVal val="visible"/>
                                      </p:to>
                                    </p:set>
                                    <p:animEffect transition="in" filter="diamond(out)">
                                      <p:cBhvr>
                                        <p:cTn id="35" dur="500"/>
                                        <p:tgtEl>
                                          <p:spTgt spid="724048"/>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par>
                          <p:cTn id="36" fill="hold">
                            <p:stCondLst>
                              <p:cond delay="2000"/>
                            </p:stCondLst>
                            <p:childTnLst>
                              <p:par>
                                <p:cTn id="37" presetID="18" presetClass="entr" presetSubtype="12" fill="hold" nodeType="afterEffect">
                                  <p:stCondLst>
                                    <p:cond delay="0"/>
                                  </p:stCondLst>
                                  <p:childTnLst>
                                    <p:set>
                                      <p:cBhvr>
                                        <p:cTn id="38" dur="1" fill="hold">
                                          <p:stCondLst>
                                            <p:cond delay="0"/>
                                          </p:stCondLst>
                                        </p:cTn>
                                        <p:tgtEl>
                                          <p:spTgt spid="724069"/>
                                        </p:tgtEl>
                                        <p:attrNameLst>
                                          <p:attrName>style.visibility</p:attrName>
                                        </p:attrNameLst>
                                      </p:cBhvr>
                                      <p:to>
                                        <p:strVal val="visible"/>
                                      </p:to>
                                    </p:set>
                                    <p:animEffect transition="in" filter="strips(downLeft)">
                                      <p:cBhvr>
                                        <p:cTn id="39" dur="500"/>
                                        <p:tgtEl>
                                          <p:spTgt spid="724069"/>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par>
                          <p:cTn id="40" fill="hold">
                            <p:stCondLst>
                              <p:cond delay="2500"/>
                            </p:stCondLst>
                            <p:childTnLst>
                              <p:par>
                                <p:cTn id="41" presetID="4" presetClass="entr" presetSubtype="16" fill="hold" grpId="0" nodeType="afterEffect">
                                  <p:stCondLst>
                                    <p:cond delay="0"/>
                                  </p:stCondLst>
                                  <p:childTnLst>
                                    <p:set>
                                      <p:cBhvr>
                                        <p:cTn id="42" dur="1" fill="hold">
                                          <p:stCondLst>
                                            <p:cond delay="0"/>
                                          </p:stCondLst>
                                        </p:cTn>
                                        <p:tgtEl>
                                          <p:spTgt spid="724050"/>
                                        </p:tgtEl>
                                        <p:attrNameLst>
                                          <p:attrName>style.visibility</p:attrName>
                                        </p:attrNameLst>
                                      </p:cBhvr>
                                      <p:to>
                                        <p:strVal val="visible"/>
                                      </p:to>
                                    </p:set>
                                    <p:animEffect transition="in" filter="box(in)">
                                      <p:cBhvr>
                                        <p:cTn id="43" dur="500"/>
                                        <p:tgtEl>
                                          <p:spTgt spid="724050"/>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par>
                          <p:cTn id="44" fill="hold">
                            <p:stCondLst>
                              <p:cond delay="3000"/>
                            </p:stCondLst>
                            <p:childTnLst>
                              <p:par>
                                <p:cTn id="45" presetID="18" presetClass="entr" presetSubtype="3" fill="hold" nodeType="afterEffect">
                                  <p:stCondLst>
                                    <p:cond delay="0"/>
                                  </p:stCondLst>
                                  <p:childTnLst>
                                    <p:set>
                                      <p:cBhvr>
                                        <p:cTn id="46" dur="1" fill="hold">
                                          <p:stCondLst>
                                            <p:cond delay="0"/>
                                          </p:stCondLst>
                                        </p:cTn>
                                        <p:tgtEl>
                                          <p:spTgt spid="724070"/>
                                        </p:tgtEl>
                                        <p:attrNameLst>
                                          <p:attrName>style.visibility</p:attrName>
                                        </p:attrNameLst>
                                      </p:cBhvr>
                                      <p:to>
                                        <p:strVal val="visible"/>
                                      </p:to>
                                    </p:set>
                                    <p:animEffect transition="in" filter="strips(upRight)">
                                      <p:cBhvr>
                                        <p:cTn id="47" dur="500"/>
                                        <p:tgtEl>
                                          <p:spTgt spid="724070"/>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par>
                          <p:cTn id="48" fill="hold">
                            <p:stCondLst>
                              <p:cond delay="3500"/>
                            </p:stCondLst>
                            <p:childTnLst>
                              <p:par>
                                <p:cTn id="49" presetID="18" presetClass="entr" presetSubtype="12" fill="hold" nodeType="afterEffect">
                                  <p:stCondLst>
                                    <p:cond delay="0"/>
                                  </p:stCondLst>
                                  <p:childTnLst>
                                    <p:set>
                                      <p:cBhvr>
                                        <p:cTn id="50" dur="1" fill="hold">
                                          <p:stCondLst>
                                            <p:cond delay="0"/>
                                          </p:stCondLst>
                                        </p:cTn>
                                        <p:tgtEl>
                                          <p:spTgt spid="724071"/>
                                        </p:tgtEl>
                                        <p:attrNameLst>
                                          <p:attrName>style.visibility</p:attrName>
                                        </p:attrNameLst>
                                      </p:cBhvr>
                                      <p:to>
                                        <p:strVal val="visible"/>
                                      </p:to>
                                    </p:set>
                                    <p:animEffect transition="in" filter="strips(downLeft)">
                                      <p:cBhvr>
                                        <p:cTn id="51" dur="500"/>
                                        <p:tgtEl>
                                          <p:spTgt spid="724071"/>
                                        </p:tgtEl>
                                      </p:cBhvr>
                                    </p:animEffect>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childTnLst>
                    </p:cTn>
                  </p:par>
                  <p:par>
                    <p:cTn id="52" fill="hold">
                      <p:stCondLst>
                        <p:cond delay="indefinite"/>
                      </p:stCondLst>
                      <p:childTnLst>
                        <p:par>
                          <p:cTn id="53" fill="hold">
                            <p:stCondLst>
                              <p:cond delay="0"/>
                            </p:stCondLst>
                            <p:childTnLst>
                              <p:par>
                                <p:cTn id="54" presetID="4" presetClass="entr" presetSubtype="32" fill="hold" grpId="0" nodeType="clickEffect">
                                  <p:stCondLst>
                                    <p:cond delay="0"/>
                                  </p:stCondLst>
                                  <p:childTnLst>
                                    <p:set>
                                      <p:cBhvr>
                                        <p:cTn id="55" dur="1" fill="hold">
                                          <p:stCondLst>
                                            <p:cond delay="0"/>
                                          </p:stCondLst>
                                        </p:cTn>
                                        <p:tgtEl>
                                          <p:spTgt spid="724065"/>
                                        </p:tgtEl>
                                        <p:attrNameLst>
                                          <p:attrName>style.visibility</p:attrName>
                                        </p:attrNameLst>
                                      </p:cBhvr>
                                      <p:to>
                                        <p:strVal val="visible"/>
                                      </p:to>
                                    </p:set>
                                    <p:animEffect transition="in" filter="box(out)">
                                      <p:cBhvr>
                                        <p:cTn id="56" dur="500"/>
                                        <p:tgtEl>
                                          <p:spTgt spid="724065"/>
                                        </p:tgtEl>
                                      </p:cBhvr>
                                    </p:animEffect>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724064"/>
                                        </p:tgtEl>
                                        <p:attrNameLst>
                                          <p:attrName>style.visibility</p:attrName>
                                        </p:attrNameLst>
                                      </p:cBhvr>
                                      <p:to>
                                        <p:strVal val="visible"/>
                                      </p:to>
                                    </p:set>
                                    <p:anim calcmode="lin" valueType="num">
                                      <p:cBhvr additive="base">
                                        <p:cTn id="61" dur="500" fill="hold"/>
                                        <p:tgtEl>
                                          <p:spTgt spid="724064"/>
                                        </p:tgtEl>
                                        <p:attrNameLst>
                                          <p:attrName>ppt_x</p:attrName>
                                        </p:attrNameLst>
                                      </p:cBhvr>
                                      <p:tavLst>
                                        <p:tav tm="0">
                                          <p:val>
                                            <p:strVal val="0-#ppt_w/2"/>
                                          </p:val>
                                        </p:tav>
                                        <p:tav tm="100000">
                                          <p:val>
                                            <p:strVal val="#ppt_x"/>
                                          </p:val>
                                        </p:tav>
                                      </p:tavLst>
                                    </p:anim>
                                    <p:anim calcmode="lin" valueType="num">
                                      <p:cBhvr additive="base">
                                        <p:cTn id="62" dur="500" fill="hold"/>
                                        <p:tgtEl>
                                          <p:spTgt spid="72406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9"/>
                                            </p:cond>
                                          </p:stCondLst>
                                          <p:endCondLst>
                                            <p:cond evt="onStopAudio" delay="0">
                                              <p:tgtEl>
                                                <p:sldTgt/>
                                              </p:tgtEl>
                                            </p:cond>
                                          </p:endCondLst>
                                        </p:cTn>
                                        <p:tgtEl>
                                          <p:sndTgt r:embed="rId4"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4030" grpId="0"/>
      <p:bldP spid="724043" grpId="0"/>
      <p:bldP spid="724044" grpId="0" animBg="1" autoUpdateAnimBg="0"/>
      <p:bldP spid="724045" grpId="0"/>
      <p:bldP spid="724047" grpId="0" animBg="1"/>
      <p:bldP spid="724048" grpId="0" animBg="1"/>
      <p:bldP spid="724050" grpId="0" animBg="1"/>
      <p:bldP spid="724061" grpId="0" animBg="1"/>
      <p:bldP spid="724064" grpId="0" animBg="1"/>
      <p:bldP spid="724065"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1148" name="Rectangle 28"/>
          <p:cNvSpPr>
            <a:spLocks noChangeArrowheads="1"/>
          </p:cNvSpPr>
          <p:nvPr/>
        </p:nvSpPr>
        <p:spPr bwMode="auto">
          <a:xfrm>
            <a:off x="599141" y="260351"/>
            <a:ext cx="6646862" cy="519113"/>
          </a:xfrm>
          <a:prstGeom prst="rect">
            <a:avLst/>
          </a:prstGeom>
          <a:noFill/>
          <a:ln w="9525">
            <a:noFill/>
            <a:miter lim="800000"/>
            <a:headEnd/>
            <a:tailEnd/>
          </a:ln>
          <a:effectLst/>
        </p:spPr>
        <p:txBody>
          <a:bodyPr wrap="none" anchor="ctr">
            <a:spAutoFit/>
          </a:bodyPr>
          <a:lstStyle/>
          <a:p>
            <a:r>
              <a:rPr lang="en-US" altLang="zh-CN" sz="2800" b="1" dirty="0">
                <a:solidFill>
                  <a:srgbClr val="D60093"/>
                </a:solidFill>
                <a:effectLst>
                  <a:outerShdw blurRad="38100" dist="38100" dir="2700000" algn="tl">
                    <a:srgbClr val="000000"/>
                  </a:outerShdw>
                </a:effectLst>
                <a:latin typeface="+mn-lt"/>
                <a:ea typeface="隶书" pitchFamily="49" charset="-122"/>
              </a:rPr>
              <a:t>【</a:t>
            </a:r>
            <a:r>
              <a:rPr lang="zh-CN" altLang="en-US" sz="2800" b="1" dirty="0">
                <a:solidFill>
                  <a:srgbClr val="D60093"/>
                </a:solidFill>
                <a:effectLst>
                  <a:outerShdw blurRad="38100" dist="38100" dir="2700000" algn="tl">
                    <a:srgbClr val="000000"/>
                  </a:outerShdw>
                </a:effectLst>
                <a:latin typeface="+mn-lt"/>
                <a:ea typeface="隶书" pitchFamily="49" charset="-122"/>
              </a:rPr>
              <a:t>例</a:t>
            </a:r>
            <a:r>
              <a:rPr lang="en-US" altLang="zh-CN" sz="2800" b="1" dirty="0">
                <a:solidFill>
                  <a:srgbClr val="D60093"/>
                </a:solidFill>
                <a:effectLst>
                  <a:outerShdw blurRad="38100" dist="38100" dir="2700000" algn="tl">
                    <a:srgbClr val="000000"/>
                  </a:outerShdw>
                </a:effectLst>
                <a:latin typeface="+mn-lt"/>
                <a:ea typeface="隶书" pitchFamily="49" charset="-122"/>
              </a:rPr>
              <a:t>】 </a:t>
            </a:r>
            <a:r>
              <a:rPr lang="zh-CN" altLang="en-US" sz="2800" b="1" dirty="0">
                <a:solidFill>
                  <a:srgbClr val="D60093"/>
                </a:solidFill>
                <a:effectLst>
                  <a:outerShdw blurRad="38100" dist="38100" dir="2700000" algn="tl">
                    <a:srgbClr val="000000"/>
                  </a:outerShdw>
                </a:effectLst>
                <a:latin typeface="+mn-lt"/>
                <a:ea typeface="隶书" pitchFamily="49" charset="-122"/>
              </a:rPr>
              <a:t>用</a:t>
            </a:r>
            <a:r>
              <a:rPr lang="en-US" altLang="zh-CN" sz="2800" b="1" dirty="0">
                <a:solidFill>
                  <a:srgbClr val="D60093"/>
                </a:solidFill>
                <a:effectLst>
                  <a:outerShdw blurRad="38100" dist="38100" dir="2700000" algn="tl">
                    <a:srgbClr val="000000"/>
                  </a:outerShdw>
                </a:effectLst>
                <a:latin typeface="+mn-lt"/>
                <a:ea typeface="隶书" pitchFamily="49" charset="-122"/>
              </a:rPr>
              <a:t>while</a:t>
            </a:r>
            <a:r>
              <a:rPr lang="zh-CN" altLang="en-US" sz="2800" b="1" dirty="0">
                <a:solidFill>
                  <a:srgbClr val="D60093"/>
                </a:solidFill>
                <a:effectLst>
                  <a:outerShdw blurRad="38100" dist="38100" dir="2700000" algn="tl">
                    <a:srgbClr val="000000"/>
                  </a:outerShdw>
                </a:effectLst>
                <a:latin typeface="+mn-lt"/>
                <a:ea typeface="隶书" pitchFamily="49" charset="-122"/>
              </a:rPr>
              <a:t>语句求</a:t>
            </a:r>
            <a:r>
              <a:rPr lang="en-US" altLang="zh-CN" sz="2800" b="1" dirty="0">
                <a:solidFill>
                  <a:srgbClr val="D60093"/>
                </a:solidFill>
                <a:effectLst>
                  <a:outerShdw blurRad="38100" dist="38100" dir="2700000" algn="tl">
                    <a:srgbClr val="000000"/>
                  </a:outerShdw>
                </a:effectLst>
                <a:latin typeface="+mn-lt"/>
                <a:ea typeface="隶书" pitchFamily="49" charset="-122"/>
              </a:rPr>
              <a:t>1</a:t>
            </a:r>
            <a:r>
              <a:rPr lang="en-US" altLang="en-US" b="1" dirty="0">
                <a:solidFill>
                  <a:srgbClr val="D60093"/>
                </a:solidFill>
                <a:effectLst>
                  <a:outerShdw blurRad="38100" dist="38100" dir="2700000" algn="tl">
                    <a:srgbClr val="000000"/>
                  </a:outerShdw>
                </a:effectLst>
                <a:latin typeface="+mn-lt"/>
              </a:rPr>
              <a:t>～</a:t>
            </a:r>
            <a:r>
              <a:rPr lang="en-US" altLang="zh-CN" sz="2800" b="1" dirty="0">
                <a:solidFill>
                  <a:srgbClr val="D60093"/>
                </a:solidFill>
                <a:effectLst>
                  <a:outerShdw blurRad="38100" dist="38100" dir="2700000" algn="tl">
                    <a:srgbClr val="000000"/>
                  </a:outerShdw>
                </a:effectLst>
                <a:latin typeface="+mn-lt"/>
                <a:ea typeface="隶书" pitchFamily="49" charset="-122"/>
              </a:rPr>
              <a:t>100</a:t>
            </a:r>
            <a:r>
              <a:rPr lang="zh-CN" altLang="en-US" sz="2800" b="1" dirty="0">
                <a:solidFill>
                  <a:srgbClr val="D60093"/>
                </a:solidFill>
                <a:effectLst>
                  <a:outerShdw blurRad="38100" dist="38100" dir="2700000" algn="tl">
                    <a:srgbClr val="000000"/>
                  </a:outerShdw>
                </a:effectLst>
                <a:latin typeface="+mn-lt"/>
                <a:ea typeface="隶书" pitchFamily="49" charset="-122"/>
              </a:rPr>
              <a:t>的累计和。</a:t>
            </a:r>
            <a:r>
              <a:rPr lang="zh-CN" altLang="en-US" dirty="0">
                <a:latin typeface="+mn-lt"/>
              </a:rPr>
              <a:t> </a:t>
            </a:r>
          </a:p>
        </p:txBody>
      </p:sp>
      <p:grpSp>
        <p:nvGrpSpPr>
          <p:cNvPr id="901161" name="Group 41"/>
          <p:cNvGrpSpPr>
            <a:grpSpLocks/>
          </p:cNvGrpSpPr>
          <p:nvPr/>
        </p:nvGrpSpPr>
        <p:grpSpPr bwMode="auto">
          <a:xfrm>
            <a:off x="-12047" y="0"/>
            <a:ext cx="446088" cy="6858000"/>
            <a:chOff x="0" y="0"/>
            <a:chExt cx="281" cy="4320"/>
          </a:xfrm>
        </p:grpSpPr>
        <p:sp>
          <p:nvSpPr>
            <p:cNvPr id="901162" name="Text Box 4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01163" name="Text Box 4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968705" name="Rectangle 1"/>
          <p:cNvSpPr>
            <a:spLocks noChangeArrowheads="1"/>
          </p:cNvSpPr>
          <p:nvPr/>
        </p:nvSpPr>
        <p:spPr bwMode="auto">
          <a:xfrm>
            <a:off x="887547" y="894115"/>
            <a:ext cx="10537042" cy="2369880"/>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r>
              <a:rPr kumimoji="0" lang="zh-CN" altLang="en-US" sz="2800" b="1" dirty="0">
                <a:solidFill>
                  <a:srgbClr val="FF0000"/>
                </a:solidFill>
                <a:effectLst>
                  <a:outerShdw blurRad="38100" dist="38100" dir="2700000" algn="tl">
                    <a:srgbClr val="000000">
                      <a:alpha val="43137"/>
                    </a:srgbClr>
                  </a:outerShdw>
                </a:effectLst>
                <a:ea typeface="隶书" pitchFamily="49" charset="-122"/>
                <a:cs typeface="Times New Roman" pitchFamily="18" charset="0"/>
              </a:rPr>
              <a:t>    解题思路：</a:t>
            </a:r>
            <a:r>
              <a:rPr kumimoji="0" lang="zh-CN" altLang="en-US" b="1" dirty="0">
                <a:solidFill>
                  <a:schemeClr val="tx1"/>
                </a:solidFill>
                <a:effectLst>
                  <a:outerShdw blurRad="38100" dist="38100" dir="2700000" algn="tl">
                    <a:srgbClr val="000000">
                      <a:alpha val="43137"/>
                    </a:srgbClr>
                  </a:outerShdw>
                </a:effectLst>
                <a:ea typeface="楷体" pitchFamily="49" charset="-122"/>
                <a:cs typeface="Times New Roman" pitchFamily="18" charset="0"/>
              </a:rPr>
              <a:t>在处理这个问题时，先分析此题的特点：</a:t>
            </a:r>
            <a:endParaRPr kumimoji="0" lang="en-US" altLang="zh-CN" b="1" dirty="0">
              <a:solidFill>
                <a:schemeClr val="tx1"/>
              </a:solidFill>
              <a:effectLst>
                <a:outerShdw blurRad="38100" dist="38100" dir="2700000" algn="tl">
                  <a:srgbClr val="000000">
                    <a:alpha val="43137"/>
                  </a:srgbClr>
                </a:outerShdw>
              </a:effectLst>
              <a:ea typeface="楷体" pitchFamily="49" charset="-122"/>
              <a:cs typeface="Times New Roman" pitchFamily="18" charset="0"/>
            </a:endParaRPr>
          </a:p>
          <a:p>
            <a:pPr marL="342900" indent="-342900">
              <a:buFont typeface="Wingdings" panose="05000000000000000000" pitchFamily="2" charset="2"/>
              <a:buChar char="u"/>
            </a:pPr>
            <a:r>
              <a:rPr kumimoji="0" lang="zh-CN" altLang="en-US" b="1" dirty="0">
                <a:solidFill>
                  <a:srgbClr val="CC00FF"/>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cs typeface="Times New Roman" pitchFamily="18" charset="0"/>
              </a:rPr>
              <a:t>这是一个累加的问题</a:t>
            </a:r>
            <a:r>
              <a:rPr kumimoji="0" lang="zh-CN" altLang="en-US" b="1" dirty="0">
                <a:solidFill>
                  <a:schemeClr val="tx1"/>
                </a:solidFill>
                <a:effectLst>
                  <a:outerShdw blurRad="38100" dist="38100" dir="2700000" algn="tl">
                    <a:srgbClr val="000000">
                      <a:alpha val="43137"/>
                    </a:srgbClr>
                  </a:outerShdw>
                </a:effectLst>
                <a:ea typeface="楷体" pitchFamily="49" charset="-122"/>
                <a:cs typeface="Times New Roman" pitchFamily="18" charset="0"/>
              </a:rPr>
              <a:t>，需要先后将</a:t>
            </a:r>
            <a:r>
              <a:rPr kumimoji="0" lang="en-US" altLang="zh-CN" b="1" dirty="0">
                <a:solidFill>
                  <a:schemeClr val="tx1"/>
                </a:solidFill>
                <a:effectLst>
                  <a:outerShdw blurRad="38100" dist="38100" dir="2700000" algn="tl">
                    <a:srgbClr val="000000">
                      <a:alpha val="43137"/>
                    </a:srgbClr>
                  </a:outerShdw>
                </a:effectLst>
                <a:ea typeface="楷体" pitchFamily="49" charset="-122"/>
                <a:cs typeface="Times New Roman" pitchFamily="18" charset="0"/>
              </a:rPr>
              <a:t>100</a:t>
            </a:r>
            <a:r>
              <a:rPr kumimoji="0" lang="zh-CN" altLang="en-US" b="1" dirty="0">
                <a:solidFill>
                  <a:schemeClr val="tx1"/>
                </a:solidFill>
                <a:effectLst>
                  <a:outerShdw blurRad="38100" dist="38100" dir="2700000" algn="tl">
                    <a:srgbClr val="000000">
                      <a:alpha val="43137"/>
                    </a:srgbClr>
                  </a:outerShdw>
                </a:effectLst>
                <a:ea typeface="楷体" pitchFamily="49" charset="-122"/>
                <a:cs typeface="Times New Roman" pitchFamily="18" charset="0"/>
              </a:rPr>
              <a:t>个数相加，要重复进行</a:t>
            </a:r>
            <a:r>
              <a:rPr kumimoji="0" lang="en-US" altLang="zh-CN" b="1" dirty="0">
                <a:solidFill>
                  <a:schemeClr val="tx1"/>
                </a:solidFill>
                <a:effectLst>
                  <a:outerShdw blurRad="38100" dist="38100" dir="2700000" algn="tl">
                    <a:srgbClr val="000000">
                      <a:alpha val="43137"/>
                    </a:srgbClr>
                  </a:outerShdw>
                </a:effectLst>
                <a:ea typeface="楷体" pitchFamily="49" charset="-122"/>
                <a:cs typeface="Times New Roman" pitchFamily="18" charset="0"/>
              </a:rPr>
              <a:t>100</a:t>
            </a:r>
            <a:r>
              <a:rPr kumimoji="0" lang="zh-CN" altLang="en-US" b="1" dirty="0">
                <a:solidFill>
                  <a:schemeClr val="tx1"/>
                </a:solidFill>
                <a:effectLst>
                  <a:outerShdw blurRad="38100" dist="38100" dir="2700000" algn="tl">
                    <a:srgbClr val="000000">
                      <a:alpha val="43137"/>
                    </a:srgbClr>
                  </a:outerShdw>
                </a:effectLst>
                <a:ea typeface="楷体" pitchFamily="49" charset="-122"/>
                <a:cs typeface="Times New Roman" pitchFamily="18" charset="0"/>
              </a:rPr>
              <a:t>次加法运算，显然可以用循环结构来实现。重复执行循环体</a:t>
            </a:r>
            <a:r>
              <a:rPr kumimoji="0" lang="en-US" altLang="zh-CN" b="1" dirty="0">
                <a:solidFill>
                  <a:schemeClr val="tx1"/>
                </a:solidFill>
                <a:effectLst>
                  <a:outerShdw blurRad="38100" dist="38100" dir="2700000" algn="tl">
                    <a:srgbClr val="000000">
                      <a:alpha val="43137"/>
                    </a:srgbClr>
                  </a:outerShdw>
                </a:effectLst>
                <a:ea typeface="楷体" pitchFamily="49" charset="-122"/>
                <a:cs typeface="Times New Roman" pitchFamily="18" charset="0"/>
              </a:rPr>
              <a:t>100</a:t>
            </a:r>
            <a:r>
              <a:rPr kumimoji="0" lang="zh-CN" altLang="en-US" b="1" dirty="0">
                <a:solidFill>
                  <a:schemeClr val="tx1"/>
                </a:solidFill>
                <a:effectLst>
                  <a:outerShdw blurRad="38100" dist="38100" dir="2700000" algn="tl">
                    <a:srgbClr val="000000">
                      <a:alpha val="43137"/>
                    </a:srgbClr>
                  </a:outerShdw>
                </a:effectLst>
                <a:ea typeface="楷体" pitchFamily="49" charset="-122"/>
                <a:cs typeface="Times New Roman" pitchFamily="18" charset="0"/>
              </a:rPr>
              <a:t>次，每次加一个数。</a:t>
            </a:r>
            <a:endParaRPr kumimoji="0" lang="en-US" altLang="zh-CN" b="1" dirty="0">
              <a:solidFill>
                <a:schemeClr val="tx1"/>
              </a:solidFill>
              <a:effectLst>
                <a:outerShdw blurRad="38100" dist="38100" dir="2700000" algn="tl">
                  <a:srgbClr val="000000">
                    <a:alpha val="43137"/>
                  </a:srgbClr>
                </a:outerShdw>
              </a:effectLst>
              <a:ea typeface="楷体" pitchFamily="49" charset="-122"/>
              <a:cs typeface="Times New Roman" pitchFamily="18" charset="0"/>
            </a:endParaRPr>
          </a:p>
          <a:p>
            <a:pPr marL="342900" indent="-342900">
              <a:buFont typeface="Wingdings" panose="05000000000000000000" pitchFamily="2" charset="2"/>
              <a:buChar char="u"/>
            </a:pPr>
            <a:r>
              <a:rPr kumimoji="0" lang="zh-CN" altLang="en-US" b="1" dirty="0">
                <a:solidFill>
                  <a:srgbClr val="CC00FF"/>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cs typeface="Times New Roman" pitchFamily="18" charset="0"/>
              </a:rPr>
              <a:t>分析每次所加的数有无规律</a:t>
            </a:r>
            <a:r>
              <a:rPr kumimoji="0" lang="zh-CN" altLang="en-US" b="1" dirty="0">
                <a:solidFill>
                  <a:schemeClr val="tx1"/>
                </a:solidFill>
                <a:effectLst>
                  <a:outerShdw blurRad="38100" dist="38100" dir="2700000" algn="tl">
                    <a:srgbClr val="000000">
                      <a:alpha val="43137"/>
                    </a:srgbClr>
                  </a:outerShdw>
                </a:effectLst>
                <a:ea typeface="楷体" pitchFamily="49" charset="-122"/>
                <a:cs typeface="Times New Roman" pitchFamily="18" charset="0"/>
              </a:rPr>
              <a:t>。发现每次累加的数是有规律的，后一个数是前一个数加</a:t>
            </a:r>
            <a:r>
              <a:rPr kumimoji="0" lang="en-US" altLang="zh-CN" b="1" dirty="0">
                <a:solidFill>
                  <a:schemeClr val="tx1"/>
                </a:solidFill>
                <a:effectLst>
                  <a:outerShdw blurRad="38100" dist="38100" dir="2700000" algn="tl">
                    <a:srgbClr val="000000">
                      <a:alpha val="43137"/>
                    </a:srgbClr>
                  </a:outerShdw>
                </a:effectLst>
                <a:ea typeface="楷体" pitchFamily="49" charset="-122"/>
                <a:cs typeface="Times New Roman" pitchFamily="18" charset="0"/>
              </a:rPr>
              <a:t>1</a:t>
            </a:r>
            <a:r>
              <a:rPr kumimoji="0" lang="zh-CN" altLang="en-US" b="1" dirty="0">
                <a:solidFill>
                  <a:schemeClr val="tx1"/>
                </a:solidFill>
                <a:effectLst>
                  <a:outerShdw blurRad="38100" dist="38100" dir="2700000" algn="tl">
                    <a:srgbClr val="000000">
                      <a:alpha val="43137"/>
                    </a:srgbClr>
                  </a:outerShdw>
                </a:effectLst>
                <a:ea typeface="楷体" pitchFamily="49" charset="-122"/>
                <a:cs typeface="Times New Roman" pitchFamily="18" charset="0"/>
              </a:rPr>
              <a:t>，因此不需要每次用</a:t>
            </a:r>
            <a:r>
              <a:rPr kumimoji="0" lang="en-US" altLang="zh-CN" b="1" dirty="0" err="1">
                <a:solidFill>
                  <a:schemeClr val="tx1"/>
                </a:solidFill>
                <a:effectLst>
                  <a:outerShdw blurRad="38100" dist="38100" dir="2700000" algn="tl">
                    <a:srgbClr val="000000">
                      <a:alpha val="43137"/>
                    </a:srgbClr>
                  </a:outerShdw>
                </a:effectLst>
                <a:ea typeface="楷体" pitchFamily="49" charset="-122"/>
                <a:cs typeface="Times New Roman" pitchFamily="18" charset="0"/>
              </a:rPr>
              <a:t>scanf</a:t>
            </a:r>
            <a:r>
              <a:rPr kumimoji="0" lang="zh-CN" altLang="en-US" b="1" dirty="0">
                <a:solidFill>
                  <a:schemeClr val="tx1"/>
                </a:solidFill>
                <a:effectLst>
                  <a:outerShdw blurRad="38100" dist="38100" dir="2700000" algn="tl">
                    <a:srgbClr val="000000">
                      <a:alpha val="43137"/>
                    </a:srgbClr>
                  </a:outerShdw>
                </a:effectLst>
                <a:ea typeface="楷体" pitchFamily="49" charset="-122"/>
                <a:cs typeface="Times New Roman" pitchFamily="18" charset="0"/>
              </a:rPr>
              <a:t>语句从键盘临时输入数据，只须在加完上一个数</a:t>
            </a:r>
            <a:r>
              <a:rPr kumimoji="0" lang="en-US" altLang="zh-CN" b="1" dirty="0" err="1">
                <a:solidFill>
                  <a:schemeClr val="tx1"/>
                </a:solidFill>
                <a:effectLst>
                  <a:outerShdw blurRad="38100" dist="38100" dir="2700000" algn="tl">
                    <a:srgbClr val="000000">
                      <a:alpha val="43137"/>
                    </a:srgbClr>
                  </a:outerShdw>
                </a:effectLst>
                <a:ea typeface="楷体" pitchFamily="49" charset="-122"/>
                <a:cs typeface="Times New Roman" pitchFamily="18" charset="0"/>
              </a:rPr>
              <a:t>i</a:t>
            </a:r>
            <a:r>
              <a:rPr kumimoji="0" lang="zh-CN" altLang="en-US" b="1" dirty="0">
                <a:solidFill>
                  <a:schemeClr val="tx1"/>
                </a:solidFill>
                <a:effectLst>
                  <a:outerShdw blurRad="38100" dist="38100" dir="2700000" algn="tl">
                    <a:srgbClr val="000000">
                      <a:alpha val="43137"/>
                    </a:srgbClr>
                  </a:outerShdw>
                </a:effectLst>
                <a:ea typeface="楷体" pitchFamily="49" charset="-122"/>
                <a:cs typeface="Times New Roman" pitchFamily="18" charset="0"/>
              </a:rPr>
              <a:t>后，使</a:t>
            </a:r>
            <a:r>
              <a:rPr kumimoji="0" lang="en-US" altLang="zh-CN" b="1" dirty="0" err="1">
                <a:solidFill>
                  <a:schemeClr val="tx1"/>
                </a:solidFill>
                <a:effectLst>
                  <a:outerShdw blurRad="38100" dist="38100" dir="2700000" algn="tl">
                    <a:srgbClr val="000000">
                      <a:alpha val="43137"/>
                    </a:srgbClr>
                  </a:outerShdw>
                </a:effectLst>
                <a:ea typeface="楷体" pitchFamily="49" charset="-122"/>
                <a:cs typeface="Times New Roman" pitchFamily="18" charset="0"/>
              </a:rPr>
              <a:t>i</a:t>
            </a:r>
            <a:r>
              <a:rPr kumimoji="0" lang="zh-CN" altLang="en-US" b="1" dirty="0">
                <a:solidFill>
                  <a:schemeClr val="tx1"/>
                </a:solidFill>
                <a:effectLst>
                  <a:outerShdw blurRad="38100" dist="38100" dir="2700000" algn="tl">
                    <a:srgbClr val="000000">
                      <a:alpha val="43137"/>
                    </a:srgbClr>
                  </a:outerShdw>
                </a:effectLst>
                <a:ea typeface="楷体" pitchFamily="49" charset="-122"/>
                <a:cs typeface="Times New Roman" pitchFamily="18" charset="0"/>
              </a:rPr>
              <a:t>加</a:t>
            </a:r>
            <a:r>
              <a:rPr kumimoji="0" lang="en-US" altLang="zh-CN" b="1" dirty="0">
                <a:solidFill>
                  <a:schemeClr val="tx1"/>
                </a:solidFill>
                <a:effectLst>
                  <a:outerShdw blurRad="38100" dist="38100" dir="2700000" algn="tl">
                    <a:srgbClr val="000000">
                      <a:alpha val="43137"/>
                    </a:srgbClr>
                  </a:outerShdw>
                </a:effectLst>
                <a:ea typeface="楷体" pitchFamily="49" charset="-122"/>
                <a:cs typeface="Times New Roman" pitchFamily="18" charset="0"/>
              </a:rPr>
              <a:t>1</a:t>
            </a:r>
            <a:r>
              <a:rPr kumimoji="0" lang="zh-CN" altLang="en-US" b="1" dirty="0">
                <a:solidFill>
                  <a:schemeClr val="tx1"/>
                </a:solidFill>
                <a:effectLst>
                  <a:outerShdw blurRad="38100" dist="38100" dir="2700000" algn="tl">
                    <a:srgbClr val="000000">
                      <a:alpha val="43137"/>
                    </a:srgbClr>
                  </a:outerShdw>
                </a:effectLst>
                <a:ea typeface="楷体" pitchFamily="49" charset="-122"/>
                <a:cs typeface="Times New Roman" pitchFamily="18" charset="0"/>
              </a:rPr>
              <a:t>就可得到下一个数。</a:t>
            </a:r>
            <a:endParaRPr kumimoji="0" lang="zh-CN" altLang="en-US" b="1" dirty="0">
              <a:solidFill>
                <a:schemeClr val="tx1"/>
              </a:solidFill>
              <a:effectLst>
                <a:outerShdw blurRad="38100" dist="38100" dir="2700000" algn="tl">
                  <a:srgbClr val="000000">
                    <a:alpha val="43137"/>
                  </a:srgbClr>
                </a:outerShdw>
              </a:effectLst>
              <a:ea typeface="楷体" pitchFamily="49" charset="-122"/>
              <a:cs typeface="宋体" pitchFamily="2" charset="-122"/>
            </a:endParaRPr>
          </a:p>
        </p:txBody>
      </p:sp>
      <p:grpSp>
        <p:nvGrpSpPr>
          <p:cNvPr id="63" name="组合 62"/>
          <p:cNvGrpSpPr/>
          <p:nvPr/>
        </p:nvGrpSpPr>
        <p:grpSpPr>
          <a:xfrm>
            <a:off x="2735745" y="3399383"/>
            <a:ext cx="2467026" cy="3341985"/>
            <a:chOff x="2066895" y="3356992"/>
            <a:chExt cx="2467026" cy="3341985"/>
          </a:xfrm>
        </p:grpSpPr>
        <p:grpSp>
          <p:nvGrpSpPr>
            <p:cNvPr id="968706" name="组合 303"/>
            <p:cNvGrpSpPr>
              <a:grpSpLocks/>
            </p:cNvGrpSpPr>
            <p:nvPr/>
          </p:nvGrpSpPr>
          <p:grpSpPr bwMode="auto">
            <a:xfrm>
              <a:off x="2066895" y="3356992"/>
              <a:ext cx="2467026" cy="2847912"/>
              <a:chOff x="6078" y="0"/>
              <a:chExt cx="13690" cy="17430"/>
            </a:xfrm>
          </p:grpSpPr>
          <p:grpSp>
            <p:nvGrpSpPr>
              <p:cNvPr id="298" name="组合 298"/>
              <p:cNvGrpSpPr>
                <a:grpSpLocks/>
              </p:cNvGrpSpPr>
              <p:nvPr/>
            </p:nvGrpSpPr>
            <p:grpSpPr bwMode="auto">
              <a:xfrm>
                <a:off x="8861" y="10359"/>
                <a:ext cx="6934" cy="3671"/>
                <a:chOff x="474" y="229"/>
                <a:chExt cx="6934" cy="3670"/>
              </a:xfrm>
            </p:grpSpPr>
            <p:sp>
              <p:nvSpPr>
                <p:cNvPr id="297" name="矩形 297"/>
                <p:cNvSpPr>
                  <a:spLocks noChangeArrowheads="1"/>
                </p:cNvSpPr>
                <p:nvPr/>
              </p:nvSpPr>
              <p:spPr bwMode="auto">
                <a:xfrm>
                  <a:off x="493" y="592"/>
                  <a:ext cx="6540" cy="3283"/>
                </a:xfrm>
                <a:prstGeom prst="rect">
                  <a:avLst/>
                </a:prstGeom>
                <a:gradFill flip="none" rotWithShape="1">
                  <a:gsLst>
                    <a:gs pos="0">
                      <a:srgbClr val="CC00FF">
                        <a:tint val="66000"/>
                        <a:satMod val="160000"/>
                      </a:srgbClr>
                    </a:gs>
                    <a:gs pos="50000">
                      <a:srgbClr val="CC00FF">
                        <a:tint val="44500"/>
                        <a:satMod val="160000"/>
                      </a:srgbClr>
                    </a:gs>
                    <a:gs pos="100000">
                      <a:srgbClr val="CC00FF">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bodyPr>
                <a:lstStyle/>
                <a:p>
                  <a:endParaRPr lang="zh-CN" altLang="en-US"/>
                </a:p>
              </p:txBody>
            </p:sp>
            <p:sp>
              <p:nvSpPr>
                <p:cNvPr id="294" name="文本框 2"/>
                <p:cNvSpPr txBox="1">
                  <a:spLocks noChangeArrowheads="1"/>
                </p:cNvSpPr>
                <p:nvPr/>
              </p:nvSpPr>
              <p:spPr bwMode="auto">
                <a:xfrm>
                  <a:off x="474" y="229"/>
                  <a:ext cx="6934" cy="220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2000" b="1" dirty="0">
                      <a:solidFill>
                        <a:srgbClr val="000000"/>
                      </a:solidFill>
                      <a:effectLst>
                        <a:outerShdw blurRad="38100" dist="38100" dir="2700000" algn="tl">
                          <a:srgbClr val="000000">
                            <a:alpha val="43137"/>
                          </a:srgbClr>
                        </a:outerShdw>
                      </a:effectLst>
                      <a:latin typeface="+mn-lt"/>
                      <a:cs typeface="宋体" pitchFamily="2" charset="-122"/>
                    </a:rPr>
                    <a:t>sum += </a:t>
                  </a:r>
                  <a:r>
                    <a:rPr kumimoji="0" lang="en-US" altLang="zh-CN" sz="2000" b="1" dirty="0" err="1">
                      <a:solidFill>
                        <a:srgbClr val="000000"/>
                      </a:solidFill>
                      <a:effectLst>
                        <a:outerShdw blurRad="38100" dist="38100" dir="2700000" algn="tl">
                          <a:srgbClr val="000000">
                            <a:alpha val="43137"/>
                          </a:srgbClr>
                        </a:outerShdw>
                      </a:effectLst>
                      <a:latin typeface="+mn-lt"/>
                      <a:cs typeface="宋体" pitchFamily="2" charset="-122"/>
                    </a:rPr>
                    <a:t>i</a:t>
                  </a:r>
                  <a:endParaRPr kumimoji="0" lang="zh-CN" altLang="zh-CN" sz="2000" b="1" dirty="0">
                    <a:effectLst>
                      <a:outerShdw blurRad="38100" dist="38100" dir="2700000" algn="tl">
                        <a:srgbClr val="000000">
                          <a:alpha val="43137"/>
                        </a:srgbClr>
                      </a:outerShdw>
                    </a:effectLst>
                    <a:latin typeface="+mn-lt"/>
                    <a:cs typeface="宋体" pitchFamily="2" charset="-122"/>
                  </a:endParaRPr>
                </a:p>
              </p:txBody>
            </p:sp>
            <p:sp>
              <p:nvSpPr>
                <p:cNvPr id="295" name="文本框 2"/>
                <p:cNvSpPr txBox="1">
                  <a:spLocks noChangeArrowheads="1"/>
                </p:cNvSpPr>
                <p:nvPr/>
              </p:nvSpPr>
              <p:spPr bwMode="auto">
                <a:xfrm>
                  <a:off x="478" y="1696"/>
                  <a:ext cx="6319" cy="220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2000" b="1" dirty="0">
                      <a:effectLst>
                        <a:outerShdw blurRad="38100" dist="38100" dir="2700000" algn="tl">
                          <a:srgbClr val="000000">
                            <a:alpha val="43137"/>
                          </a:srgbClr>
                        </a:outerShdw>
                      </a:effectLst>
                      <a:latin typeface="+mn-lt"/>
                      <a:cs typeface="宋体" pitchFamily="2" charset="-122"/>
                    </a:rPr>
                    <a:t> </a:t>
                  </a:r>
                  <a:r>
                    <a:rPr kumimoji="0" lang="en-US" altLang="zh-CN" sz="2000" b="1" dirty="0" err="1">
                      <a:effectLst>
                        <a:outerShdw blurRad="38100" dist="38100" dir="2700000" algn="tl">
                          <a:srgbClr val="000000">
                            <a:alpha val="43137"/>
                          </a:srgbClr>
                        </a:outerShdw>
                      </a:effectLst>
                      <a:latin typeface="+mn-lt"/>
                      <a:cs typeface="宋体" pitchFamily="2" charset="-122"/>
                    </a:rPr>
                    <a:t>i</a:t>
                  </a:r>
                  <a:r>
                    <a:rPr kumimoji="0" lang="en-US" altLang="zh-CN" sz="2000" b="1" dirty="0">
                      <a:effectLst>
                        <a:outerShdw blurRad="38100" dist="38100" dir="2700000" algn="tl">
                          <a:srgbClr val="000000">
                            <a:alpha val="43137"/>
                          </a:srgbClr>
                        </a:outerShdw>
                      </a:effectLst>
                      <a:latin typeface="+mn-lt"/>
                      <a:cs typeface="宋体" pitchFamily="2" charset="-122"/>
                    </a:rPr>
                    <a:t> = </a:t>
                  </a:r>
                  <a:r>
                    <a:rPr kumimoji="0" lang="en-US" altLang="zh-CN" sz="2000" b="1" dirty="0" err="1">
                      <a:effectLst>
                        <a:outerShdw blurRad="38100" dist="38100" dir="2700000" algn="tl">
                          <a:srgbClr val="000000">
                            <a:alpha val="43137"/>
                          </a:srgbClr>
                        </a:outerShdw>
                      </a:effectLst>
                      <a:latin typeface="+mn-lt"/>
                      <a:cs typeface="宋体" pitchFamily="2" charset="-122"/>
                    </a:rPr>
                    <a:t>i</a:t>
                  </a:r>
                  <a:r>
                    <a:rPr kumimoji="0" lang="en-US" altLang="zh-CN" sz="2000" b="1" dirty="0">
                      <a:effectLst>
                        <a:outerShdw blurRad="38100" dist="38100" dir="2700000" algn="tl">
                          <a:srgbClr val="000000">
                            <a:alpha val="43137"/>
                          </a:srgbClr>
                        </a:outerShdw>
                      </a:effectLst>
                      <a:latin typeface="+mn-lt"/>
                      <a:cs typeface="宋体" pitchFamily="2" charset="-122"/>
                    </a:rPr>
                    <a:t> + 1</a:t>
                  </a:r>
                  <a:endParaRPr kumimoji="0" lang="zh-CN" altLang="zh-CN" sz="2000" b="1" dirty="0">
                    <a:effectLst>
                      <a:outerShdw blurRad="38100" dist="38100" dir="2700000" algn="tl">
                        <a:srgbClr val="000000">
                          <a:alpha val="43137"/>
                        </a:srgbClr>
                      </a:outerShdw>
                    </a:effectLst>
                    <a:latin typeface="+mn-lt"/>
                    <a:cs typeface="宋体" pitchFamily="2" charset="-122"/>
                  </a:endParaRPr>
                </a:p>
              </p:txBody>
            </p:sp>
          </p:grpSp>
          <p:grpSp>
            <p:nvGrpSpPr>
              <p:cNvPr id="271" name="组合 271"/>
              <p:cNvGrpSpPr>
                <a:grpSpLocks/>
              </p:cNvGrpSpPr>
              <p:nvPr/>
            </p:nvGrpSpPr>
            <p:grpSpPr bwMode="auto">
              <a:xfrm>
                <a:off x="6078" y="3979"/>
                <a:ext cx="13690" cy="13451"/>
                <a:chOff x="0" y="690"/>
                <a:chExt cx="13704" cy="13453"/>
              </a:xfrm>
            </p:grpSpPr>
            <p:sp>
              <p:nvSpPr>
                <p:cNvPr id="272" name="Line 20"/>
                <p:cNvSpPr>
                  <a:spLocks noChangeShapeType="1"/>
                </p:cNvSpPr>
                <p:nvPr/>
              </p:nvSpPr>
              <p:spPr bwMode="auto">
                <a:xfrm>
                  <a:off x="5986" y="690"/>
                  <a:ext cx="0" cy="2508"/>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grpSp>
              <p:nvGrpSpPr>
                <p:cNvPr id="276" name="组合 276"/>
                <p:cNvGrpSpPr>
                  <a:grpSpLocks/>
                </p:cNvGrpSpPr>
                <p:nvPr/>
              </p:nvGrpSpPr>
              <p:grpSpPr bwMode="auto">
                <a:xfrm>
                  <a:off x="1644" y="2881"/>
                  <a:ext cx="8668" cy="2645"/>
                  <a:chOff x="0" y="53"/>
                  <a:chExt cx="8667" cy="2644"/>
                </a:xfrm>
              </p:grpSpPr>
              <p:sp>
                <p:nvSpPr>
                  <p:cNvPr id="277" name="AutoShape 14"/>
                  <p:cNvSpPr>
                    <a:spLocks noChangeArrowheads="1"/>
                  </p:cNvSpPr>
                  <p:nvPr/>
                </p:nvSpPr>
                <p:spPr bwMode="auto">
                  <a:xfrm>
                    <a:off x="0" y="394"/>
                    <a:ext cx="8667" cy="2077"/>
                  </a:xfrm>
                  <a:prstGeom prst="flowChartDecision">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62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278" name="Text Box 15"/>
                  <p:cNvSpPr txBox="1">
                    <a:spLocks noChangeArrowheads="1"/>
                  </p:cNvSpPr>
                  <p:nvPr/>
                </p:nvSpPr>
                <p:spPr bwMode="auto">
                  <a:xfrm>
                    <a:off x="2272" y="53"/>
                    <a:ext cx="4399" cy="26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2000" b="1" dirty="0">
                        <a:effectLst>
                          <a:outerShdw blurRad="38100" dist="38100" dir="2700000" algn="tl">
                            <a:srgbClr val="000000">
                              <a:alpha val="43137"/>
                            </a:srgbClr>
                          </a:outerShdw>
                        </a:effectLst>
                        <a:latin typeface="+mn-lt"/>
                        <a:cs typeface="宋体" pitchFamily="2" charset="-122"/>
                      </a:rPr>
                      <a:t>i≤100</a:t>
                    </a:r>
                    <a:endParaRPr kumimoji="0" lang="zh-CN" altLang="zh-CN" sz="2000" b="1" dirty="0">
                      <a:effectLst>
                        <a:outerShdw blurRad="38100" dist="38100" dir="2700000" algn="tl">
                          <a:srgbClr val="000000">
                            <a:alpha val="43137"/>
                          </a:srgbClr>
                        </a:outerShdw>
                      </a:effectLst>
                      <a:latin typeface="+mn-lt"/>
                      <a:cs typeface="宋体" pitchFamily="2" charset="-122"/>
                    </a:endParaRPr>
                  </a:p>
                </p:txBody>
              </p:sp>
            </p:grpSp>
            <p:grpSp>
              <p:nvGrpSpPr>
                <p:cNvPr id="279" name="组合 279"/>
                <p:cNvGrpSpPr>
                  <a:grpSpLocks/>
                </p:cNvGrpSpPr>
                <p:nvPr/>
              </p:nvGrpSpPr>
              <p:grpSpPr bwMode="auto">
                <a:xfrm>
                  <a:off x="5784" y="5230"/>
                  <a:ext cx="2532" cy="2500"/>
                  <a:chOff x="38979" y="52600"/>
                  <a:chExt cx="253269" cy="250064"/>
                </a:xfrm>
              </p:grpSpPr>
              <p:sp>
                <p:nvSpPr>
                  <p:cNvPr id="280" name="Text Box 19"/>
                  <p:cNvSpPr txBox="1">
                    <a:spLocks noChangeArrowheads="1"/>
                  </p:cNvSpPr>
                  <p:nvPr/>
                </p:nvSpPr>
                <p:spPr bwMode="auto">
                  <a:xfrm>
                    <a:off x="38979" y="52600"/>
                    <a:ext cx="253269" cy="2500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cs typeface="宋体" pitchFamily="2" charset="-122"/>
                      </a:rPr>
                      <a:t>T</a:t>
                    </a:r>
                    <a:endParaRPr kumimoji="0" lang="zh-CN" altLang="zh-CN" sz="1600" b="1" dirty="0">
                      <a:effectLst>
                        <a:outerShdw blurRad="38100" dist="38100" dir="2700000" algn="tl">
                          <a:srgbClr val="000000">
                            <a:alpha val="43137"/>
                          </a:srgbClr>
                        </a:outerShdw>
                      </a:effectLst>
                      <a:latin typeface="+mn-lt"/>
                      <a:cs typeface="宋体" pitchFamily="2" charset="-122"/>
                    </a:endParaRPr>
                  </a:p>
                </p:txBody>
              </p:sp>
              <p:sp>
                <p:nvSpPr>
                  <p:cNvPr id="281" name="Line 20"/>
                  <p:cNvSpPr>
                    <a:spLocks noChangeShapeType="1"/>
                  </p:cNvSpPr>
                  <p:nvPr/>
                </p:nvSpPr>
                <p:spPr bwMode="auto">
                  <a:xfrm>
                    <a:off x="62495" y="59206"/>
                    <a:ext cx="0" cy="223666"/>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grpSp>
            <p:grpSp>
              <p:nvGrpSpPr>
                <p:cNvPr id="282" name="组合 282"/>
                <p:cNvGrpSpPr>
                  <a:grpSpLocks/>
                </p:cNvGrpSpPr>
                <p:nvPr/>
              </p:nvGrpSpPr>
              <p:grpSpPr bwMode="auto">
                <a:xfrm>
                  <a:off x="0" y="1677"/>
                  <a:ext cx="6045" cy="10920"/>
                  <a:chOff x="0" y="0"/>
                  <a:chExt cx="6045" cy="10920"/>
                </a:xfrm>
              </p:grpSpPr>
              <p:sp>
                <p:nvSpPr>
                  <p:cNvPr id="283" name="Line 26"/>
                  <p:cNvSpPr>
                    <a:spLocks noChangeShapeType="1"/>
                  </p:cNvSpPr>
                  <p:nvPr/>
                </p:nvSpPr>
                <p:spPr bwMode="auto">
                  <a:xfrm>
                    <a:off x="5953" y="9111"/>
                    <a:ext cx="0" cy="1743"/>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84" name="Line 23"/>
                  <p:cNvSpPr>
                    <a:spLocks noChangeShapeType="1"/>
                  </p:cNvSpPr>
                  <p:nvPr/>
                </p:nvSpPr>
                <p:spPr bwMode="auto">
                  <a:xfrm flipV="1">
                    <a:off x="0" y="0"/>
                    <a:ext cx="6045" cy="0"/>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sp>
                <p:nvSpPr>
                  <p:cNvPr id="285" name="直接连接符 285"/>
                  <p:cNvSpPr>
                    <a:spLocks noChangeShapeType="1"/>
                  </p:cNvSpPr>
                  <p:nvPr/>
                </p:nvSpPr>
                <p:spPr bwMode="auto">
                  <a:xfrm flipH="1">
                    <a:off x="0" y="10920"/>
                    <a:ext cx="6013"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86" name="直接连接符 286"/>
                  <p:cNvSpPr>
                    <a:spLocks noChangeShapeType="1"/>
                  </p:cNvSpPr>
                  <p:nvPr/>
                </p:nvSpPr>
                <p:spPr bwMode="auto">
                  <a:xfrm flipV="1">
                    <a:off x="0" y="0"/>
                    <a:ext cx="0" cy="10854"/>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287" name="组合 287"/>
                <p:cNvGrpSpPr>
                  <a:grpSpLocks/>
                </p:cNvGrpSpPr>
                <p:nvPr/>
              </p:nvGrpSpPr>
              <p:grpSpPr bwMode="auto">
                <a:xfrm>
                  <a:off x="6216" y="2170"/>
                  <a:ext cx="7488" cy="11973"/>
                  <a:chOff x="0" y="0"/>
                  <a:chExt cx="7487" cy="11972"/>
                </a:xfrm>
              </p:grpSpPr>
              <p:sp>
                <p:nvSpPr>
                  <p:cNvPr id="288" name="Text Box 11"/>
                  <p:cNvSpPr txBox="1">
                    <a:spLocks noChangeArrowheads="1"/>
                  </p:cNvSpPr>
                  <p:nvPr/>
                </p:nvSpPr>
                <p:spPr bwMode="auto">
                  <a:xfrm>
                    <a:off x="3981" y="0"/>
                    <a:ext cx="3506" cy="297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cs typeface="宋体" pitchFamily="2" charset="-122"/>
                      </a:rPr>
                      <a:t>F</a:t>
                    </a:r>
                    <a:endParaRPr kumimoji="0" lang="zh-CN" altLang="zh-CN" sz="1600" b="1" dirty="0">
                      <a:effectLst>
                        <a:outerShdw blurRad="38100" dist="38100" dir="2700000" algn="tl">
                          <a:srgbClr val="000000">
                            <a:alpha val="43137"/>
                          </a:srgbClr>
                        </a:outerShdw>
                      </a:effectLst>
                      <a:latin typeface="+mn-lt"/>
                      <a:cs typeface="宋体" pitchFamily="2" charset="-122"/>
                    </a:endParaRPr>
                  </a:p>
                </p:txBody>
              </p:sp>
              <p:grpSp>
                <p:nvGrpSpPr>
                  <p:cNvPr id="289" name="组合 289"/>
                  <p:cNvGrpSpPr>
                    <a:grpSpLocks/>
                  </p:cNvGrpSpPr>
                  <p:nvPr/>
                </p:nvGrpSpPr>
                <p:grpSpPr bwMode="auto">
                  <a:xfrm>
                    <a:off x="0" y="2112"/>
                    <a:ext cx="6065" cy="9860"/>
                    <a:chOff x="0" y="73"/>
                    <a:chExt cx="6065" cy="9860"/>
                  </a:xfrm>
                </p:grpSpPr>
                <p:sp>
                  <p:nvSpPr>
                    <p:cNvPr id="290" name="直接连接符 290"/>
                    <p:cNvSpPr>
                      <a:spLocks noChangeShapeType="1"/>
                    </p:cNvSpPr>
                    <p:nvPr/>
                  </p:nvSpPr>
                  <p:spPr bwMode="auto">
                    <a:xfrm>
                      <a:off x="4045" y="105"/>
                      <a:ext cx="2020"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1" name="直接连接符 291"/>
                    <p:cNvSpPr>
                      <a:spLocks noChangeShapeType="1"/>
                    </p:cNvSpPr>
                    <p:nvPr/>
                  </p:nvSpPr>
                  <p:spPr bwMode="auto">
                    <a:xfrm flipV="1">
                      <a:off x="6019" y="73"/>
                      <a:ext cx="0" cy="7696"/>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2" name="直接连接符 292"/>
                    <p:cNvSpPr>
                      <a:spLocks noChangeShapeType="1"/>
                    </p:cNvSpPr>
                    <p:nvPr/>
                  </p:nvSpPr>
                  <p:spPr bwMode="auto">
                    <a:xfrm flipH="1">
                      <a:off x="0" y="7768"/>
                      <a:ext cx="6007"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3" name="Line 20"/>
                    <p:cNvSpPr>
                      <a:spLocks noChangeShapeType="1"/>
                    </p:cNvSpPr>
                    <p:nvPr/>
                  </p:nvSpPr>
                  <p:spPr bwMode="auto">
                    <a:xfrm>
                      <a:off x="32" y="7696"/>
                      <a:ext cx="0" cy="2237"/>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grpSp>
            </p:grpSp>
          </p:grpSp>
          <p:grpSp>
            <p:nvGrpSpPr>
              <p:cNvPr id="299" name="组合 299"/>
              <p:cNvGrpSpPr>
                <a:grpSpLocks/>
              </p:cNvGrpSpPr>
              <p:nvPr/>
            </p:nvGrpSpPr>
            <p:grpSpPr bwMode="auto">
              <a:xfrm>
                <a:off x="7850" y="0"/>
                <a:ext cx="7876" cy="4334"/>
                <a:chOff x="-504" y="0"/>
                <a:chExt cx="7875" cy="4334"/>
              </a:xfrm>
            </p:grpSpPr>
            <p:sp>
              <p:nvSpPr>
                <p:cNvPr id="302" name="矩形 302"/>
                <p:cNvSpPr>
                  <a:spLocks noChangeArrowheads="1"/>
                </p:cNvSpPr>
                <p:nvPr/>
              </p:nvSpPr>
              <p:spPr bwMode="auto">
                <a:xfrm>
                  <a:off x="493" y="592"/>
                  <a:ext cx="6540" cy="3283"/>
                </a:xfrm>
                <a:prstGeom prst="rect">
                  <a:avLst/>
                </a:prstGeom>
                <a:gradFill flip="none" rotWithShape="1">
                  <a:gsLst>
                    <a:gs pos="0">
                      <a:srgbClr val="CC00FF">
                        <a:tint val="66000"/>
                        <a:satMod val="160000"/>
                      </a:srgbClr>
                    </a:gs>
                    <a:gs pos="50000">
                      <a:srgbClr val="CC00FF">
                        <a:tint val="44500"/>
                        <a:satMod val="160000"/>
                      </a:srgbClr>
                    </a:gs>
                    <a:gs pos="100000">
                      <a:srgbClr val="CC00FF">
                        <a:tint val="23500"/>
                        <a:satMod val="160000"/>
                      </a:srgbClr>
                    </a:gs>
                  </a:gsLst>
                  <a:lin ang="162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bodyPr>
                <a:lstStyle/>
                <a:p>
                  <a:endParaRPr lang="zh-CN" altLang="en-US"/>
                </a:p>
              </p:txBody>
            </p:sp>
            <p:sp>
              <p:nvSpPr>
                <p:cNvPr id="300" name="文本框 2"/>
                <p:cNvSpPr txBox="1">
                  <a:spLocks noChangeArrowheads="1"/>
                </p:cNvSpPr>
                <p:nvPr/>
              </p:nvSpPr>
              <p:spPr bwMode="auto">
                <a:xfrm>
                  <a:off x="437" y="0"/>
                  <a:ext cx="6934" cy="27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2000" b="1" dirty="0">
                      <a:solidFill>
                        <a:srgbClr val="000000"/>
                      </a:solidFill>
                      <a:effectLst>
                        <a:outerShdw blurRad="38100" dist="38100" dir="2700000" algn="tl">
                          <a:srgbClr val="000000">
                            <a:alpha val="43137"/>
                          </a:srgbClr>
                        </a:outerShdw>
                      </a:effectLst>
                      <a:latin typeface="+mn-lt"/>
                      <a:cs typeface="宋体" pitchFamily="2" charset="-122"/>
                    </a:rPr>
                    <a:t>sum = 0</a:t>
                  </a:r>
                  <a:endParaRPr kumimoji="0" lang="zh-CN" altLang="zh-CN" sz="2000" b="1" dirty="0">
                    <a:effectLst>
                      <a:outerShdw blurRad="38100" dist="38100" dir="2700000" algn="tl">
                        <a:srgbClr val="000000">
                          <a:alpha val="43137"/>
                        </a:srgbClr>
                      </a:outerShdw>
                    </a:effectLst>
                    <a:latin typeface="+mn-lt"/>
                    <a:cs typeface="宋体" pitchFamily="2" charset="-122"/>
                  </a:endParaRPr>
                </a:p>
              </p:txBody>
            </p:sp>
            <p:sp>
              <p:nvSpPr>
                <p:cNvPr id="301" name="文本框 2"/>
                <p:cNvSpPr txBox="1">
                  <a:spLocks noChangeArrowheads="1"/>
                </p:cNvSpPr>
                <p:nvPr/>
              </p:nvSpPr>
              <p:spPr bwMode="auto">
                <a:xfrm>
                  <a:off x="-504" y="1610"/>
                  <a:ext cx="6934" cy="27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2000" b="1" dirty="0">
                      <a:effectLst>
                        <a:outerShdw blurRad="38100" dist="38100" dir="2700000" algn="tl">
                          <a:srgbClr val="000000">
                            <a:alpha val="43137"/>
                          </a:srgbClr>
                        </a:outerShdw>
                      </a:effectLst>
                      <a:latin typeface="+mn-lt"/>
                      <a:cs typeface="宋体" pitchFamily="2" charset="-122"/>
                    </a:rPr>
                    <a:t> </a:t>
                  </a:r>
                  <a:r>
                    <a:rPr kumimoji="0" lang="en-US" altLang="zh-CN" sz="2000" b="1" dirty="0" err="1">
                      <a:effectLst>
                        <a:outerShdw blurRad="38100" dist="38100" dir="2700000" algn="tl">
                          <a:srgbClr val="000000">
                            <a:alpha val="43137"/>
                          </a:srgbClr>
                        </a:outerShdw>
                      </a:effectLst>
                      <a:latin typeface="+mn-lt"/>
                      <a:cs typeface="宋体" pitchFamily="2" charset="-122"/>
                    </a:rPr>
                    <a:t>i</a:t>
                  </a:r>
                  <a:r>
                    <a:rPr kumimoji="0" lang="en-US" altLang="zh-CN" sz="2000" b="1" dirty="0">
                      <a:effectLst>
                        <a:outerShdw blurRad="38100" dist="38100" dir="2700000" algn="tl">
                          <a:srgbClr val="000000">
                            <a:alpha val="43137"/>
                          </a:srgbClr>
                        </a:outerShdw>
                      </a:effectLst>
                      <a:latin typeface="+mn-lt"/>
                      <a:cs typeface="宋体" pitchFamily="2" charset="-122"/>
                    </a:rPr>
                    <a:t> = 1</a:t>
                  </a:r>
                  <a:endParaRPr kumimoji="0" lang="zh-CN" altLang="zh-CN" sz="2000" b="1" dirty="0">
                    <a:effectLst>
                      <a:outerShdw blurRad="38100" dist="38100" dir="2700000" algn="tl">
                        <a:srgbClr val="000000">
                          <a:alpha val="43137"/>
                        </a:srgbClr>
                      </a:outerShdw>
                    </a:effectLst>
                    <a:latin typeface="+mn-lt"/>
                    <a:cs typeface="宋体" pitchFamily="2" charset="-122"/>
                  </a:endParaRPr>
                </a:p>
              </p:txBody>
            </p:sp>
          </p:grpSp>
        </p:grpSp>
        <p:sp>
          <p:nvSpPr>
            <p:cNvPr id="61" name="矩形 60"/>
            <p:cNvSpPr/>
            <p:nvPr/>
          </p:nvSpPr>
          <p:spPr>
            <a:xfrm>
              <a:off x="2344395" y="6237312"/>
              <a:ext cx="1723549" cy="461665"/>
            </a:xfrm>
            <a:prstGeom prst="rect">
              <a:avLst/>
            </a:prstGeom>
          </p:spPr>
          <p:txBody>
            <a:bodyPr wrap="none">
              <a:spAutoFit/>
            </a:bodyPr>
            <a:lstStyle/>
            <a:p>
              <a:r>
                <a:rPr lang="zh-CN" altLang="zh-CN" b="1" dirty="0">
                  <a:solidFill>
                    <a:srgbClr val="FF33CC"/>
                  </a:solidFill>
                  <a:effectLst>
                    <a:outerShdw blurRad="38100" dist="38100" dir="2700000" algn="tl">
                      <a:srgbClr val="000000">
                        <a:alpha val="43137"/>
                      </a:srgbClr>
                    </a:outerShdw>
                  </a:effectLst>
                  <a:latin typeface="隶书" pitchFamily="49" charset="-122"/>
                  <a:ea typeface="隶书" pitchFamily="49" charset="-122"/>
                </a:rPr>
                <a:t>传统流程图</a:t>
              </a:r>
              <a:endParaRPr lang="zh-CN" altLang="en-US" b="1" dirty="0">
                <a:solidFill>
                  <a:srgbClr val="FF33CC"/>
                </a:solidFill>
                <a:effectLst>
                  <a:outerShdw blurRad="38100" dist="38100" dir="2700000" algn="tl">
                    <a:srgbClr val="000000">
                      <a:alpha val="43137"/>
                    </a:srgbClr>
                  </a:outerShdw>
                </a:effectLst>
                <a:latin typeface="隶书" pitchFamily="49" charset="-122"/>
                <a:ea typeface="隶书" pitchFamily="49" charset="-122"/>
              </a:endParaRPr>
            </a:p>
          </p:txBody>
        </p:sp>
      </p:grpSp>
      <p:grpSp>
        <p:nvGrpSpPr>
          <p:cNvPr id="64" name="组合 63"/>
          <p:cNvGrpSpPr/>
          <p:nvPr/>
        </p:nvGrpSpPr>
        <p:grpSpPr>
          <a:xfrm>
            <a:off x="6753019" y="4479503"/>
            <a:ext cx="2799365" cy="2261865"/>
            <a:chOff x="5004048" y="4437112"/>
            <a:chExt cx="2799365" cy="2261865"/>
          </a:xfrm>
        </p:grpSpPr>
        <p:grpSp>
          <p:nvGrpSpPr>
            <p:cNvPr id="312" name="组合 312"/>
            <p:cNvGrpSpPr>
              <a:grpSpLocks/>
            </p:cNvGrpSpPr>
            <p:nvPr/>
          </p:nvGrpSpPr>
          <p:grpSpPr bwMode="auto">
            <a:xfrm>
              <a:off x="5004048" y="4437112"/>
              <a:ext cx="2799365" cy="1625394"/>
              <a:chOff x="0" y="275"/>
              <a:chExt cx="16377" cy="9400"/>
            </a:xfrm>
          </p:grpSpPr>
          <p:sp>
            <p:nvSpPr>
              <p:cNvPr id="304" name="矩形 304"/>
              <p:cNvSpPr>
                <a:spLocks noChangeArrowheads="1"/>
              </p:cNvSpPr>
              <p:nvPr/>
            </p:nvSpPr>
            <p:spPr bwMode="auto">
              <a:xfrm>
                <a:off x="0" y="296"/>
                <a:ext cx="16376" cy="9098"/>
              </a:xfrm>
              <a:prstGeom prst="rect">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6200000" scaled="1"/>
                <a:tileRect/>
              </a:gradFill>
              <a:ln w="19050">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bodyPr>
              <a:lstStyle/>
              <a:p>
                <a:endParaRPr lang="zh-CN" altLang="en-US"/>
              </a:p>
            </p:txBody>
          </p:sp>
          <p:sp>
            <p:nvSpPr>
              <p:cNvPr id="305" name="直接连接符 305"/>
              <p:cNvSpPr>
                <a:spLocks noChangeShapeType="1"/>
              </p:cNvSpPr>
              <p:nvPr/>
            </p:nvSpPr>
            <p:spPr bwMode="auto">
              <a:xfrm>
                <a:off x="0" y="2730"/>
                <a:ext cx="16377"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07" name="文本框 2"/>
              <p:cNvSpPr txBox="1">
                <a:spLocks noChangeArrowheads="1"/>
              </p:cNvSpPr>
              <p:nvPr/>
            </p:nvSpPr>
            <p:spPr bwMode="auto">
              <a:xfrm>
                <a:off x="1414" y="275"/>
                <a:ext cx="12922" cy="249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2000" b="1" dirty="0">
                    <a:effectLst>
                      <a:outerShdw blurRad="38100" dist="38100" dir="2700000" algn="tl">
                        <a:srgbClr val="000000">
                          <a:alpha val="43137"/>
                        </a:srgbClr>
                      </a:outerShdw>
                    </a:effectLst>
                    <a:latin typeface="+mn-lt"/>
                    <a:cs typeface="宋体" pitchFamily="2" charset="-122"/>
                  </a:rPr>
                  <a:t> sum = 0,  </a:t>
                </a:r>
                <a:r>
                  <a:rPr kumimoji="0" lang="en-US" altLang="zh-CN" sz="2000" b="1" dirty="0" err="1">
                    <a:effectLst>
                      <a:outerShdw blurRad="38100" dist="38100" dir="2700000" algn="tl">
                        <a:srgbClr val="000000">
                          <a:alpha val="43137"/>
                        </a:srgbClr>
                      </a:outerShdw>
                    </a:effectLst>
                    <a:latin typeface="+mn-lt"/>
                    <a:cs typeface="宋体" pitchFamily="2" charset="-122"/>
                  </a:rPr>
                  <a:t>i</a:t>
                </a:r>
                <a:r>
                  <a:rPr kumimoji="0" lang="en-US" altLang="zh-CN" sz="2000" b="1" dirty="0">
                    <a:effectLst>
                      <a:outerShdw blurRad="38100" dist="38100" dir="2700000" algn="tl">
                        <a:srgbClr val="000000">
                          <a:alpha val="43137"/>
                        </a:srgbClr>
                      </a:outerShdw>
                    </a:effectLst>
                    <a:latin typeface="+mn-lt"/>
                    <a:cs typeface="宋体" pitchFamily="2" charset="-122"/>
                  </a:rPr>
                  <a:t> = 1</a:t>
                </a:r>
                <a:endParaRPr kumimoji="0" lang="zh-CN" altLang="zh-CN" sz="2000" b="1" dirty="0">
                  <a:effectLst>
                    <a:outerShdw blurRad="38100" dist="38100" dir="2700000" algn="tl">
                      <a:srgbClr val="000000">
                        <a:alpha val="43137"/>
                      </a:srgbClr>
                    </a:outerShdw>
                  </a:effectLst>
                  <a:latin typeface="+mn-lt"/>
                  <a:cs typeface="宋体" pitchFamily="2" charset="-122"/>
                </a:endParaRPr>
              </a:p>
            </p:txBody>
          </p:sp>
          <p:sp>
            <p:nvSpPr>
              <p:cNvPr id="308" name="Text Box 15"/>
              <p:cNvSpPr txBox="1">
                <a:spLocks noChangeArrowheads="1"/>
              </p:cNvSpPr>
              <p:nvPr/>
            </p:nvSpPr>
            <p:spPr bwMode="auto">
              <a:xfrm>
                <a:off x="522" y="2702"/>
                <a:ext cx="7759" cy="243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2000" b="1" dirty="0">
                    <a:solidFill>
                      <a:srgbClr val="FF0000"/>
                    </a:solidFill>
                    <a:effectLst>
                      <a:outerShdw blurRad="38100" dist="38100" dir="2700000" algn="tl">
                        <a:srgbClr val="000000">
                          <a:alpha val="43137"/>
                        </a:srgbClr>
                      </a:outerShdw>
                    </a:effectLst>
                    <a:latin typeface="楷体" pitchFamily="49" charset="-122"/>
                    <a:ea typeface="楷体" pitchFamily="49" charset="-122"/>
                    <a:cs typeface="宋体" pitchFamily="2" charset="-122"/>
                  </a:rPr>
                  <a:t>当</a:t>
                </a:r>
                <a:r>
                  <a:rPr kumimoji="0" lang="en-US" altLang="zh-CN" sz="2000" b="1" dirty="0" err="1">
                    <a:solidFill>
                      <a:srgbClr val="FF0000"/>
                    </a:solidFill>
                    <a:effectLst>
                      <a:outerShdw blurRad="38100" dist="38100" dir="2700000" algn="tl">
                        <a:srgbClr val="000000">
                          <a:alpha val="43137"/>
                        </a:srgbClr>
                      </a:outerShdw>
                    </a:effectLst>
                    <a:latin typeface="+mn-lt"/>
                    <a:cs typeface="宋体" pitchFamily="2" charset="-122"/>
                  </a:rPr>
                  <a:t>i</a:t>
                </a:r>
                <a:r>
                  <a:rPr kumimoji="0" lang="en-US" altLang="zh-CN" sz="2000" b="1" dirty="0">
                    <a:solidFill>
                      <a:srgbClr val="FF0000"/>
                    </a:solidFill>
                    <a:effectLst>
                      <a:outerShdw blurRad="38100" dist="38100" dir="2700000" algn="tl">
                        <a:srgbClr val="000000">
                          <a:alpha val="43137"/>
                        </a:srgbClr>
                      </a:outerShdw>
                    </a:effectLst>
                    <a:latin typeface="+mn-lt"/>
                    <a:cs typeface="宋体" pitchFamily="2" charset="-122"/>
                  </a:rPr>
                  <a:t> ≤ 100</a:t>
                </a:r>
                <a:endParaRPr kumimoji="0" lang="zh-CN" altLang="zh-CN" sz="2000" b="1" dirty="0">
                  <a:solidFill>
                    <a:srgbClr val="FF0000"/>
                  </a:solidFill>
                  <a:effectLst>
                    <a:outerShdw blurRad="38100" dist="38100" dir="2700000" algn="tl">
                      <a:srgbClr val="000000">
                        <a:alpha val="43137"/>
                      </a:srgbClr>
                    </a:outerShdw>
                  </a:effectLst>
                  <a:latin typeface="+mn-lt"/>
                  <a:cs typeface="宋体" pitchFamily="2" charset="-122"/>
                </a:endParaRPr>
              </a:p>
            </p:txBody>
          </p:sp>
          <p:sp>
            <p:nvSpPr>
              <p:cNvPr id="309" name="文本框 2"/>
              <p:cNvSpPr txBox="1">
                <a:spLocks noChangeArrowheads="1"/>
              </p:cNvSpPr>
              <p:nvPr/>
            </p:nvSpPr>
            <p:spPr bwMode="auto">
              <a:xfrm>
                <a:off x="6300" y="5208"/>
                <a:ext cx="6928" cy="27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2000" b="1" dirty="0">
                    <a:solidFill>
                      <a:srgbClr val="000000"/>
                    </a:solidFill>
                    <a:effectLst>
                      <a:outerShdw blurRad="38100" dist="38100" dir="2700000" algn="tl">
                        <a:srgbClr val="000000">
                          <a:alpha val="43137"/>
                        </a:srgbClr>
                      </a:outerShdw>
                    </a:effectLst>
                    <a:latin typeface="+mn-lt"/>
                    <a:cs typeface="宋体" pitchFamily="2" charset="-122"/>
                  </a:rPr>
                  <a:t>sum += </a:t>
                </a:r>
                <a:r>
                  <a:rPr kumimoji="0" lang="en-US" altLang="zh-CN" sz="2000" b="1" dirty="0" err="1">
                    <a:solidFill>
                      <a:srgbClr val="000000"/>
                    </a:solidFill>
                    <a:effectLst>
                      <a:outerShdw blurRad="38100" dist="38100" dir="2700000" algn="tl">
                        <a:srgbClr val="000000">
                          <a:alpha val="43137"/>
                        </a:srgbClr>
                      </a:outerShdw>
                    </a:effectLst>
                    <a:latin typeface="+mn-lt"/>
                    <a:cs typeface="宋体" pitchFamily="2" charset="-122"/>
                  </a:rPr>
                  <a:t>i</a:t>
                </a:r>
                <a:endParaRPr kumimoji="0" lang="zh-CN" altLang="zh-CN" sz="2000" b="1" dirty="0">
                  <a:effectLst>
                    <a:outerShdw blurRad="38100" dist="38100" dir="2700000" algn="tl">
                      <a:srgbClr val="000000">
                        <a:alpha val="43137"/>
                      </a:srgbClr>
                    </a:outerShdw>
                  </a:effectLst>
                  <a:latin typeface="+mn-lt"/>
                  <a:cs typeface="宋体" pitchFamily="2" charset="-122"/>
                </a:endParaRPr>
              </a:p>
            </p:txBody>
          </p:sp>
          <p:sp>
            <p:nvSpPr>
              <p:cNvPr id="310" name="文本框 2"/>
              <p:cNvSpPr txBox="1">
                <a:spLocks noChangeArrowheads="1"/>
              </p:cNvSpPr>
              <p:nvPr/>
            </p:nvSpPr>
            <p:spPr bwMode="auto">
              <a:xfrm>
                <a:off x="6136" y="6952"/>
                <a:ext cx="6932" cy="27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2000" b="1" dirty="0">
                    <a:effectLst>
                      <a:outerShdw blurRad="38100" dist="38100" dir="2700000" algn="tl">
                        <a:srgbClr val="000000">
                          <a:alpha val="43137"/>
                        </a:srgbClr>
                      </a:outerShdw>
                    </a:effectLst>
                    <a:latin typeface="+mn-lt"/>
                    <a:cs typeface="宋体" pitchFamily="2" charset="-122"/>
                  </a:rPr>
                  <a:t> </a:t>
                </a:r>
                <a:r>
                  <a:rPr kumimoji="0" lang="en-US" altLang="zh-CN" sz="2000" b="1" dirty="0" err="1">
                    <a:effectLst>
                      <a:outerShdw blurRad="38100" dist="38100" dir="2700000" algn="tl">
                        <a:srgbClr val="000000">
                          <a:alpha val="43137"/>
                        </a:srgbClr>
                      </a:outerShdw>
                    </a:effectLst>
                    <a:latin typeface="+mn-lt"/>
                    <a:cs typeface="宋体" pitchFamily="2" charset="-122"/>
                  </a:rPr>
                  <a:t>i</a:t>
                </a:r>
                <a:r>
                  <a:rPr kumimoji="0" lang="en-US" altLang="zh-CN" sz="2000" b="1" dirty="0">
                    <a:effectLst>
                      <a:outerShdw blurRad="38100" dist="38100" dir="2700000" algn="tl">
                        <a:srgbClr val="000000">
                          <a:alpha val="43137"/>
                        </a:srgbClr>
                      </a:outerShdw>
                    </a:effectLst>
                    <a:latin typeface="+mn-lt"/>
                    <a:cs typeface="宋体" pitchFamily="2" charset="-122"/>
                  </a:rPr>
                  <a:t> = </a:t>
                </a:r>
                <a:r>
                  <a:rPr kumimoji="0" lang="en-US" altLang="zh-CN" sz="2000" b="1" dirty="0" err="1">
                    <a:effectLst>
                      <a:outerShdw blurRad="38100" dist="38100" dir="2700000" algn="tl">
                        <a:srgbClr val="000000">
                          <a:alpha val="43137"/>
                        </a:srgbClr>
                      </a:outerShdw>
                    </a:effectLst>
                    <a:latin typeface="+mn-lt"/>
                    <a:cs typeface="宋体" pitchFamily="2" charset="-122"/>
                  </a:rPr>
                  <a:t>i</a:t>
                </a:r>
                <a:r>
                  <a:rPr kumimoji="0" lang="en-US" altLang="zh-CN" sz="2000" b="1" dirty="0">
                    <a:effectLst>
                      <a:outerShdw blurRad="38100" dist="38100" dir="2700000" algn="tl">
                        <a:srgbClr val="000000">
                          <a:alpha val="43137"/>
                        </a:srgbClr>
                      </a:outerShdw>
                    </a:effectLst>
                    <a:latin typeface="+mn-lt"/>
                    <a:cs typeface="宋体" pitchFamily="2" charset="-122"/>
                  </a:rPr>
                  <a:t> + 1</a:t>
                </a:r>
                <a:endParaRPr kumimoji="0" lang="zh-CN" altLang="zh-CN" sz="2000" b="1" dirty="0">
                  <a:effectLst>
                    <a:outerShdw blurRad="38100" dist="38100" dir="2700000" algn="tl">
                      <a:srgbClr val="000000">
                        <a:alpha val="43137"/>
                      </a:srgbClr>
                    </a:outerShdw>
                  </a:effectLst>
                  <a:latin typeface="+mn-lt"/>
                  <a:cs typeface="宋体" pitchFamily="2" charset="-122"/>
                </a:endParaRPr>
              </a:p>
            </p:txBody>
          </p:sp>
          <p:sp>
            <p:nvSpPr>
              <p:cNvPr id="306" name="直接连接符 306"/>
              <p:cNvSpPr>
                <a:spLocks noChangeShapeType="1"/>
              </p:cNvSpPr>
              <p:nvPr/>
            </p:nvSpPr>
            <p:spPr bwMode="auto">
              <a:xfrm>
                <a:off x="3552" y="5229"/>
                <a:ext cx="12790"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11" name="直接连接符 311"/>
              <p:cNvSpPr>
                <a:spLocks noChangeShapeType="1"/>
              </p:cNvSpPr>
              <p:nvPr/>
            </p:nvSpPr>
            <p:spPr bwMode="auto">
              <a:xfrm>
                <a:off x="3552" y="5229"/>
                <a:ext cx="0" cy="416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62" name="矩形 61"/>
            <p:cNvSpPr/>
            <p:nvPr/>
          </p:nvSpPr>
          <p:spPr>
            <a:xfrm>
              <a:off x="5772386" y="6237312"/>
              <a:ext cx="1609736" cy="461665"/>
            </a:xfrm>
            <a:prstGeom prst="rect">
              <a:avLst/>
            </a:prstGeom>
          </p:spPr>
          <p:txBody>
            <a:bodyPr wrap="none">
              <a:spAutoFit/>
            </a:bodyPr>
            <a:lstStyle/>
            <a:p>
              <a:r>
                <a:rPr lang="en-US" altLang="zh-CN" b="1" dirty="0">
                  <a:solidFill>
                    <a:srgbClr val="FF33CC"/>
                  </a:solidFill>
                  <a:effectLst>
                    <a:outerShdw blurRad="38100" dist="38100" dir="2700000" algn="tl">
                      <a:srgbClr val="000000">
                        <a:alpha val="43137"/>
                      </a:srgbClr>
                    </a:outerShdw>
                  </a:effectLst>
                  <a:latin typeface="+mn-lt"/>
                  <a:ea typeface="隶书" pitchFamily="49" charset="-122"/>
                </a:rPr>
                <a:t>N-S</a:t>
              </a:r>
              <a:r>
                <a:rPr lang="zh-CN" altLang="zh-CN" b="1" dirty="0">
                  <a:solidFill>
                    <a:srgbClr val="FF33CC"/>
                  </a:solidFill>
                  <a:effectLst>
                    <a:outerShdw blurRad="38100" dist="38100" dir="2700000" algn="tl">
                      <a:srgbClr val="000000">
                        <a:alpha val="43137"/>
                      </a:srgbClr>
                    </a:outerShdw>
                  </a:effectLst>
                  <a:latin typeface="+mn-lt"/>
                  <a:ea typeface="隶书" pitchFamily="49" charset="-122"/>
                </a:rPr>
                <a:t>流程图</a:t>
              </a:r>
              <a:endParaRPr lang="zh-CN" altLang="en-US" b="1" dirty="0">
                <a:solidFill>
                  <a:srgbClr val="FF33CC"/>
                </a:solidFill>
                <a:effectLst>
                  <a:outerShdw blurRad="38100" dist="38100" dir="2700000" algn="tl">
                    <a:srgbClr val="000000">
                      <a:alpha val="43137"/>
                    </a:srgbClr>
                  </a:outerShdw>
                </a:effectLst>
                <a:latin typeface="+mn-lt"/>
                <a:ea typeface="隶书" pitchFamily="49" charset="-122"/>
              </a:endParaRP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68705"/>
                                        </p:tgtEl>
                                        <p:attrNameLst>
                                          <p:attrName>style.visibility</p:attrName>
                                        </p:attrNameLst>
                                      </p:cBhvr>
                                      <p:to>
                                        <p:strVal val="visible"/>
                                      </p:to>
                                    </p:set>
                                    <p:animEffect transition="in" filter="box(in)">
                                      <p:cBhvr>
                                        <p:cTn id="7" dur="500"/>
                                        <p:tgtEl>
                                          <p:spTgt spid="968705"/>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strips(downRight)">
                                      <p:cBhvr>
                                        <p:cTn id="12" dur="500"/>
                                        <p:tgtEl>
                                          <p:spTgt spid="63"/>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64"/>
                                        </p:tgtEl>
                                        <p:attrNameLst>
                                          <p:attrName>style.visibility</p:attrName>
                                        </p:attrNameLst>
                                      </p:cBhvr>
                                      <p:to>
                                        <p:strVal val="visible"/>
                                      </p:to>
                                    </p:set>
                                    <p:animEffect transition="in" filter="strips(downRight)">
                                      <p:cBhvr>
                                        <p:cTn id="17" dur="500"/>
                                        <p:tgtEl>
                                          <p:spTgt spid="64"/>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8705"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1148" name="Rectangle 28"/>
          <p:cNvSpPr>
            <a:spLocks noChangeArrowheads="1"/>
          </p:cNvSpPr>
          <p:nvPr/>
        </p:nvSpPr>
        <p:spPr bwMode="auto">
          <a:xfrm>
            <a:off x="599141" y="289075"/>
            <a:ext cx="2339102" cy="461665"/>
          </a:xfrm>
          <a:prstGeom prst="rect">
            <a:avLst/>
          </a:prstGeom>
          <a:noFill/>
          <a:ln w="9525">
            <a:noFill/>
            <a:miter lim="800000"/>
            <a:headEnd/>
            <a:tailEnd/>
          </a:ln>
          <a:effectLst/>
        </p:spPr>
        <p:txBody>
          <a:bodyPr wrap="none" anchor="ctr">
            <a:spAutoFit/>
          </a:bodyPr>
          <a:lstStyle/>
          <a:p>
            <a:r>
              <a:rPr lang="zh-CN" altLang="en-US" b="1" dirty="0">
                <a:solidFill>
                  <a:srgbClr val="FF0000"/>
                </a:solidFill>
                <a:effectLst>
                  <a:outerShdw blurRad="38100" dist="38100" dir="2700000" algn="tl">
                    <a:srgbClr val="000000">
                      <a:alpha val="43137"/>
                    </a:srgbClr>
                  </a:outerShdw>
                </a:effectLst>
                <a:latin typeface="隶书" pitchFamily="49" charset="-122"/>
                <a:ea typeface="隶书" pitchFamily="49" charset="-122"/>
              </a:rPr>
              <a:t>具体程序如下：</a:t>
            </a:r>
          </a:p>
        </p:txBody>
      </p:sp>
      <p:sp>
        <p:nvSpPr>
          <p:cNvPr id="901149" name="Rectangle 29" descr="信纸"/>
          <p:cNvSpPr>
            <a:spLocks noChangeArrowheads="1"/>
          </p:cNvSpPr>
          <p:nvPr/>
        </p:nvSpPr>
        <p:spPr bwMode="auto">
          <a:xfrm>
            <a:off x="1081742" y="976900"/>
            <a:ext cx="7246506" cy="5262979"/>
          </a:xfrm>
          <a:prstGeom prst="rect">
            <a:avLst/>
          </a:prstGeom>
          <a:blipFill dpi="0" rotWithShape="1">
            <a:blip r:embed="rId6"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190500">
              <a:tabLst>
                <a:tab pos="800100" algn="l"/>
              </a:tabLst>
            </a:pPr>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a:t>
            </a:r>
          </a:p>
          <a:p>
            <a:pPr indent="190500">
              <a:tabLst>
                <a:tab pos="800100" algn="l"/>
              </a:tabLst>
            </a:pPr>
            <a:endParaRPr lang="en-US" altLang="zh-CN" b="1" dirty="0">
              <a:effectLst>
                <a:outerShdw blurRad="38100" dist="38100" dir="2700000" algn="tl">
                  <a:srgbClr val="FFFFFF"/>
                </a:outerShdw>
              </a:effectLst>
            </a:endParaRPr>
          </a:p>
          <a:p>
            <a:pPr indent="190500">
              <a:tabLst>
                <a:tab pos="800100" algn="l"/>
              </a:tabLst>
            </a:pPr>
            <a:r>
              <a:rPr lang="en-US" altLang="zh-CN" b="1" dirty="0" err="1">
                <a:solidFill>
                  <a:srgbClr val="A50021"/>
                </a:solidFill>
                <a:effectLst>
                  <a:outerShdw blurRad="38100" dist="38100" dir="2700000" algn="tl">
                    <a:srgbClr val="FFFFFF"/>
                  </a:outerShdw>
                </a:effectLst>
              </a:rPr>
              <a:t>int</a:t>
            </a:r>
            <a:r>
              <a:rPr lang="en-US" altLang="zh-CN" b="1" dirty="0">
                <a:solidFill>
                  <a:srgbClr val="A50021"/>
                </a:solidFill>
                <a:effectLst>
                  <a:outerShdw blurRad="38100" dist="38100" dir="2700000" algn="tl">
                    <a:srgbClr val="FFFFFF"/>
                  </a:outerShdw>
                </a:effectLst>
              </a:rPr>
              <a:t> main ( )</a:t>
            </a:r>
          </a:p>
          <a:p>
            <a:pPr indent="190500">
              <a:tabLst>
                <a:tab pos="800100" algn="l"/>
              </a:tabLst>
            </a:pPr>
            <a:r>
              <a:rPr lang="en-US" altLang="zh-CN" b="1" dirty="0">
                <a:effectLst>
                  <a:outerShdw blurRad="38100" dist="38100" dir="2700000" algn="tl">
                    <a:srgbClr val="FFFFFF"/>
                  </a:outerShdw>
                </a:effectLst>
              </a:rPr>
              <a:t>{</a:t>
            </a:r>
          </a:p>
          <a:p>
            <a:pPr indent="1905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 1, sum = 0; </a:t>
            </a:r>
          </a:p>
          <a:p>
            <a:pPr indent="190500">
              <a:tabLst>
                <a:tab pos="800100" algn="l"/>
              </a:tabLst>
            </a:pPr>
            <a:r>
              <a:rPr lang="en-US" altLang="zh-CN" b="1" dirty="0">
                <a:effectLst>
                  <a:outerShdw blurRad="38100" dist="38100" dir="2700000" algn="tl">
                    <a:srgbClr val="FFFFFF"/>
                  </a:outerShdw>
                </a:effectLst>
              </a:rPr>
              <a:t>	</a:t>
            </a:r>
          </a:p>
          <a:p>
            <a:pPr indent="190500">
              <a:tabLst>
                <a:tab pos="800100" algn="l"/>
              </a:tabLst>
            </a:pPr>
            <a:r>
              <a:rPr lang="en-US" altLang="zh-CN" b="1" dirty="0">
                <a:effectLst>
                  <a:outerShdw blurRad="38100" dist="38100" dir="2700000" algn="tl">
                    <a:srgbClr val="FFFFFF"/>
                  </a:outerShdw>
                </a:effectLst>
              </a:rPr>
              <a:t>   while (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&lt;= 100 )     </a:t>
            </a:r>
          </a:p>
          <a:p>
            <a:pPr indent="190500">
              <a:tabLst>
                <a:tab pos="800100" algn="l"/>
              </a:tabLst>
            </a:pPr>
            <a:r>
              <a:rPr lang="en-US" altLang="zh-CN" b="1" dirty="0">
                <a:effectLst>
                  <a:outerShdw blurRad="38100" dist="38100" dir="2700000" algn="tl">
                    <a:srgbClr val="FFFFFF"/>
                  </a:outerShdw>
                </a:effectLst>
              </a:rPr>
              <a:t>   { </a:t>
            </a:r>
          </a:p>
          <a:p>
            <a:pPr indent="190500">
              <a:tabLst>
                <a:tab pos="800100" algn="l"/>
              </a:tabLst>
            </a:pPr>
            <a:r>
              <a:rPr lang="en-US" altLang="zh-CN" b="1" dirty="0">
                <a:effectLst>
                  <a:outerShdw blurRad="38100" dist="38100" dir="2700000" algn="tl">
                    <a:srgbClr val="FFFFFF"/>
                  </a:outerShdw>
                </a:effectLst>
              </a:rPr>
              <a:t>      sum +=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a:t>
            </a:r>
          </a:p>
          <a:p>
            <a:pPr indent="1905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a:t>
            </a:r>
          </a:p>
          <a:p>
            <a:pPr indent="190500">
              <a:tabLst>
                <a:tab pos="800100" algn="l"/>
              </a:tabLst>
            </a:pPr>
            <a:r>
              <a:rPr lang="en-US" altLang="zh-CN" b="1" dirty="0">
                <a:effectLst>
                  <a:outerShdw blurRad="38100" dist="38100" dir="2700000" algn="tl">
                    <a:srgbClr val="FFFFFF"/>
                  </a:outerShdw>
                </a:effectLst>
              </a:rPr>
              <a:t>   }</a:t>
            </a:r>
          </a:p>
          <a:p>
            <a:pPr indent="1905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("sum = %d\n", sum);</a:t>
            </a:r>
          </a:p>
          <a:p>
            <a:pPr indent="190500">
              <a:tabLst>
                <a:tab pos="800100" algn="l"/>
              </a:tabLst>
            </a:pPr>
            <a:r>
              <a:rPr lang="en-US" altLang="zh-CN" b="1" dirty="0">
                <a:effectLst>
                  <a:outerShdw blurRad="38100" dist="38100" dir="2700000" algn="tl">
                    <a:srgbClr val="FFFFFF"/>
                  </a:outerShdw>
                </a:effectLst>
              </a:rPr>
              <a:t>   return 0;</a:t>
            </a:r>
          </a:p>
          <a:p>
            <a:pPr indent="190500">
              <a:tabLst>
                <a:tab pos="800100" algn="l"/>
              </a:tabLst>
            </a:pPr>
            <a:r>
              <a:rPr lang="en-US" altLang="zh-CN" b="1" dirty="0">
                <a:effectLst>
                  <a:outerShdw blurRad="38100" dist="38100" dir="2700000" algn="tl">
                    <a:srgbClr val="FFFFFF"/>
                  </a:outerShdw>
                </a:effectLst>
              </a:rPr>
              <a:t>}</a:t>
            </a:r>
          </a:p>
        </p:txBody>
      </p:sp>
      <p:sp>
        <p:nvSpPr>
          <p:cNvPr id="901150" name="Oval 30"/>
          <p:cNvSpPr>
            <a:spLocks noChangeArrowheads="1"/>
          </p:cNvSpPr>
          <p:nvPr/>
        </p:nvSpPr>
        <p:spPr bwMode="auto">
          <a:xfrm>
            <a:off x="1967566" y="2494564"/>
            <a:ext cx="647700" cy="431800"/>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01151" name="AutoShape 31"/>
          <p:cNvSpPr>
            <a:spLocks/>
          </p:cNvSpPr>
          <p:nvPr/>
        </p:nvSpPr>
        <p:spPr bwMode="auto">
          <a:xfrm>
            <a:off x="5639453" y="1184877"/>
            <a:ext cx="1436688" cy="474662"/>
          </a:xfrm>
          <a:prstGeom prst="borderCallout2">
            <a:avLst>
              <a:gd name="adj1" fmla="val 24079"/>
              <a:gd name="adj2" fmla="val -5306"/>
              <a:gd name="adj3" fmla="val 24079"/>
              <a:gd name="adj4" fmla="val -110167"/>
              <a:gd name="adj5" fmla="val 282944"/>
              <a:gd name="adj6" fmla="val -219227"/>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6200000" scaled="1"/>
            <a:tileRect/>
          </a:gradFill>
          <a:ln w="15875">
            <a:solidFill>
              <a:srgbClr val="FF000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effectLst>
                  <a:outerShdw blurRad="38100" dist="38100" dir="2700000" algn="tl">
                    <a:srgbClr val="FFFFFF"/>
                  </a:outerShdw>
                </a:effectLst>
                <a:latin typeface="楷体" pitchFamily="49" charset="-122"/>
                <a:ea typeface="楷体" pitchFamily="49" charset="-122"/>
              </a:rPr>
              <a:t>循环初值</a:t>
            </a:r>
          </a:p>
        </p:txBody>
      </p:sp>
      <p:sp>
        <p:nvSpPr>
          <p:cNvPr id="901152" name="Oval 32"/>
          <p:cNvSpPr>
            <a:spLocks noChangeArrowheads="1"/>
          </p:cNvSpPr>
          <p:nvPr/>
        </p:nvSpPr>
        <p:spPr bwMode="auto">
          <a:xfrm>
            <a:off x="3032778" y="3277885"/>
            <a:ext cx="647700" cy="360363"/>
          </a:xfrm>
          <a:prstGeom prst="ellipse">
            <a:avLst/>
          </a:prstGeom>
          <a:noFill/>
          <a:ln w="28575">
            <a:solidFill>
              <a:srgbClr val="0000FF"/>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01153" name="AutoShape 33"/>
          <p:cNvSpPr>
            <a:spLocks/>
          </p:cNvSpPr>
          <p:nvPr/>
        </p:nvSpPr>
        <p:spPr bwMode="auto">
          <a:xfrm>
            <a:off x="5855353" y="2241247"/>
            <a:ext cx="1436688" cy="474662"/>
          </a:xfrm>
          <a:prstGeom prst="borderCallout2">
            <a:avLst>
              <a:gd name="adj1" fmla="val 24079"/>
              <a:gd name="adj2" fmla="val -5306"/>
              <a:gd name="adj3" fmla="val 24079"/>
              <a:gd name="adj4" fmla="val -82653"/>
              <a:gd name="adj5" fmla="val 216722"/>
              <a:gd name="adj6" fmla="val -163204"/>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6200000" scaled="1"/>
            <a:tileRect/>
          </a:gradFill>
          <a:ln w="15875">
            <a:solidFill>
              <a:srgbClr val="0000FF"/>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effectLst>
                  <a:outerShdw blurRad="38100" dist="38100" dir="2700000" algn="tl">
                    <a:srgbClr val="FFFFFF"/>
                  </a:outerShdw>
                </a:effectLst>
                <a:latin typeface="楷体" pitchFamily="49" charset="-122"/>
                <a:ea typeface="楷体" pitchFamily="49" charset="-122"/>
              </a:rPr>
              <a:t>循环终值</a:t>
            </a:r>
          </a:p>
        </p:txBody>
      </p:sp>
      <p:sp>
        <p:nvSpPr>
          <p:cNvPr id="901154" name="Oval 34"/>
          <p:cNvSpPr>
            <a:spLocks noChangeArrowheads="1"/>
          </p:cNvSpPr>
          <p:nvPr/>
        </p:nvSpPr>
        <p:spPr bwMode="auto">
          <a:xfrm>
            <a:off x="2327928" y="3203189"/>
            <a:ext cx="1511300" cy="503237"/>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01155" name="AutoShape 35"/>
          <p:cNvSpPr>
            <a:spLocks/>
          </p:cNvSpPr>
          <p:nvPr/>
        </p:nvSpPr>
        <p:spPr bwMode="auto">
          <a:xfrm>
            <a:off x="5783917" y="2987288"/>
            <a:ext cx="1436687" cy="474662"/>
          </a:xfrm>
          <a:prstGeom prst="borderCallout2">
            <a:avLst>
              <a:gd name="adj1" fmla="val 24079"/>
              <a:gd name="adj2" fmla="val -5306"/>
              <a:gd name="adj3" fmla="val 24079"/>
              <a:gd name="adj4" fmla="val -69611"/>
              <a:gd name="adj5" fmla="val 104681"/>
              <a:gd name="adj6" fmla="val -136574"/>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6200000" scaled="1"/>
            <a:tileRect/>
          </a:gradFill>
          <a:ln w="15875">
            <a:solidFill>
              <a:srgbClr val="FF000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effectLst>
                  <a:outerShdw blurRad="38100" dist="38100" dir="2700000" algn="tl">
                    <a:srgbClr val="FFFFFF"/>
                  </a:outerShdw>
                </a:effectLst>
                <a:latin typeface="楷体" pitchFamily="49" charset="-122"/>
                <a:ea typeface="楷体" pitchFamily="49" charset="-122"/>
              </a:rPr>
              <a:t>循环条件</a:t>
            </a:r>
          </a:p>
        </p:txBody>
      </p:sp>
      <p:sp>
        <p:nvSpPr>
          <p:cNvPr id="901156" name="Rectangle 36"/>
          <p:cNvSpPr>
            <a:spLocks noChangeArrowheads="1"/>
          </p:cNvSpPr>
          <p:nvPr/>
        </p:nvSpPr>
        <p:spPr bwMode="auto">
          <a:xfrm>
            <a:off x="1665941" y="3972745"/>
            <a:ext cx="1655762" cy="792162"/>
          </a:xfrm>
          <a:prstGeom prst="rect">
            <a:avLst/>
          </a:prstGeom>
          <a:noFill/>
          <a:ln w="28575">
            <a:solidFill>
              <a:srgbClr val="FF000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01157" name="AutoShape 37"/>
          <p:cNvSpPr>
            <a:spLocks/>
          </p:cNvSpPr>
          <p:nvPr/>
        </p:nvSpPr>
        <p:spPr bwMode="auto">
          <a:xfrm>
            <a:off x="5280678" y="3669533"/>
            <a:ext cx="1436688" cy="474663"/>
          </a:xfrm>
          <a:prstGeom prst="borderCallout2">
            <a:avLst>
              <a:gd name="adj1" fmla="val 24079"/>
              <a:gd name="adj2" fmla="val -5306"/>
              <a:gd name="adj3" fmla="val 24079"/>
              <a:gd name="adj4" fmla="val -69611"/>
              <a:gd name="adj5" fmla="val 104681"/>
              <a:gd name="adj6" fmla="val -136574"/>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6200000" scaled="1"/>
            <a:tileRect/>
          </a:gradFill>
          <a:ln w="15875">
            <a:solidFill>
              <a:srgbClr val="FF000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effectLst>
                  <a:outerShdw blurRad="38100" dist="38100" dir="2700000" algn="tl">
                    <a:srgbClr val="FFFFFF"/>
                  </a:outerShdw>
                </a:effectLst>
                <a:latin typeface="楷体" pitchFamily="49" charset="-122"/>
                <a:ea typeface="楷体" pitchFamily="49" charset="-122"/>
              </a:rPr>
              <a:t>循环体</a:t>
            </a:r>
          </a:p>
        </p:txBody>
      </p:sp>
      <p:sp>
        <p:nvSpPr>
          <p:cNvPr id="901158" name="Oval 38"/>
          <p:cNvSpPr>
            <a:spLocks noChangeArrowheads="1"/>
          </p:cNvSpPr>
          <p:nvPr/>
        </p:nvSpPr>
        <p:spPr bwMode="auto">
          <a:xfrm>
            <a:off x="1737379" y="4374826"/>
            <a:ext cx="735013" cy="360363"/>
          </a:xfrm>
          <a:prstGeom prst="ellipse">
            <a:avLst/>
          </a:prstGeom>
          <a:noFill/>
          <a:ln w="28575">
            <a:solidFill>
              <a:srgbClr val="0000FF"/>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01159" name="AutoShape 39"/>
          <p:cNvSpPr>
            <a:spLocks/>
          </p:cNvSpPr>
          <p:nvPr/>
        </p:nvSpPr>
        <p:spPr bwMode="auto">
          <a:xfrm>
            <a:off x="5568017" y="4474838"/>
            <a:ext cx="2376487" cy="474662"/>
          </a:xfrm>
          <a:prstGeom prst="borderCallout2">
            <a:avLst>
              <a:gd name="adj1" fmla="val 24079"/>
              <a:gd name="adj2" fmla="val -3208"/>
              <a:gd name="adj3" fmla="val 24079"/>
              <a:gd name="adj4" fmla="val -61458"/>
              <a:gd name="adj5" fmla="val 9699"/>
              <a:gd name="adj6" fmla="val -130194"/>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6200000" scaled="1"/>
            <a:tileRect/>
          </a:gradFill>
          <a:ln w="15875">
            <a:solidFill>
              <a:srgbClr val="0000FF"/>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effectLst>
                  <a:outerShdw blurRad="38100" dist="38100" dir="2700000" algn="tl">
                    <a:srgbClr val="FFFFFF"/>
                  </a:outerShdw>
                </a:effectLst>
                <a:latin typeface="楷体" pitchFamily="49" charset="-122"/>
                <a:ea typeface="楷体" pitchFamily="49" charset="-122"/>
              </a:rPr>
              <a:t>循环变量增值</a:t>
            </a:r>
          </a:p>
        </p:txBody>
      </p:sp>
      <p:sp>
        <p:nvSpPr>
          <p:cNvPr id="901160" name="Text Box 40"/>
          <p:cNvSpPr txBox="1">
            <a:spLocks noChangeArrowheads="1"/>
          </p:cNvSpPr>
          <p:nvPr/>
        </p:nvSpPr>
        <p:spPr bwMode="auto">
          <a:xfrm>
            <a:off x="8761016" y="5373216"/>
            <a:ext cx="2663576" cy="863600"/>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r>
              <a:rPr lang="zh-CN" altLang="en-US" b="1" dirty="0">
                <a:solidFill>
                  <a:srgbClr val="FF33CC"/>
                </a:solidFill>
                <a:effectLst>
                  <a:outerShdw blurRad="38100" dist="38100" dir="2700000" algn="tl">
                    <a:srgbClr val="C0C0C0"/>
                  </a:outerShdw>
                </a:effectLst>
                <a:ea typeface="隶书" pitchFamily="49" charset="-122"/>
              </a:rPr>
              <a:t>运行结果：</a:t>
            </a:r>
          </a:p>
          <a:p>
            <a:pPr algn="just"/>
            <a:r>
              <a:rPr lang="en-US" altLang="zh-CN" b="1" dirty="0">
                <a:solidFill>
                  <a:srgbClr val="0033CC"/>
                </a:solidFill>
                <a:effectLst>
                  <a:outerShdw blurRad="38100" dist="38100" dir="2700000" algn="tl">
                    <a:srgbClr val="C0C0C0"/>
                  </a:outerShdw>
                </a:effectLst>
              </a:rPr>
              <a:t>sum = 5050</a:t>
            </a:r>
          </a:p>
        </p:txBody>
      </p:sp>
      <p:grpSp>
        <p:nvGrpSpPr>
          <p:cNvPr id="2" name="Group 41"/>
          <p:cNvGrpSpPr>
            <a:grpSpLocks/>
          </p:cNvGrpSpPr>
          <p:nvPr/>
        </p:nvGrpSpPr>
        <p:grpSpPr bwMode="auto">
          <a:xfrm>
            <a:off x="-12047" y="0"/>
            <a:ext cx="446088" cy="6858000"/>
            <a:chOff x="0" y="0"/>
            <a:chExt cx="281" cy="4320"/>
          </a:xfrm>
        </p:grpSpPr>
        <p:sp>
          <p:nvSpPr>
            <p:cNvPr id="901162" name="Text Box 4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01163" name="Text Box 4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01149"/>
                                        </p:tgtEl>
                                        <p:attrNameLst>
                                          <p:attrName>style.visibility</p:attrName>
                                        </p:attrNameLst>
                                      </p:cBhvr>
                                      <p:to>
                                        <p:strVal val="visible"/>
                                      </p:to>
                                    </p:set>
                                    <p:animEffect transition="in" filter="box(out)">
                                      <p:cBhvr>
                                        <p:cTn id="7" dur="500"/>
                                        <p:tgtEl>
                                          <p:spTgt spid="901149"/>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901150"/>
                                        </p:tgtEl>
                                        <p:attrNameLst>
                                          <p:attrName>style.visibility</p:attrName>
                                        </p:attrNameLst>
                                      </p:cBhvr>
                                      <p:to>
                                        <p:strVal val="visible"/>
                                      </p:to>
                                    </p:set>
                                    <p:animEffect transition="in" filter="strips(downRight)">
                                      <p:cBhvr>
                                        <p:cTn id="12" dur="500"/>
                                        <p:tgtEl>
                                          <p:spTgt spid="901150"/>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3" fill="hold">
                            <p:stCondLst>
                              <p:cond delay="500"/>
                            </p:stCondLst>
                            <p:childTnLst>
                              <p:par>
                                <p:cTn id="14" presetID="18" presetClass="entr" presetSubtype="6" fill="hold" grpId="0" nodeType="afterEffect">
                                  <p:stCondLst>
                                    <p:cond delay="0"/>
                                  </p:stCondLst>
                                  <p:childTnLst>
                                    <p:set>
                                      <p:cBhvr>
                                        <p:cTn id="15" dur="1" fill="hold">
                                          <p:stCondLst>
                                            <p:cond delay="0"/>
                                          </p:stCondLst>
                                        </p:cTn>
                                        <p:tgtEl>
                                          <p:spTgt spid="901151"/>
                                        </p:tgtEl>
                                        <p:attrNameLst>
                                          <p:attrName>style.visibility</p:attrName>
                                        </p:attrNameLst>
                                      </p:cBhvr>
                                      <p:to>
                                        <p:strVal val="visible"/>
                                      </p:to>
                                    </p:set>
                                    <p:animEffect transition="in" filter="strips(downRight)">
                                      <p:cBhvr>
                                        <p:cTn id="16" dur="500"/>
                                        <p:tgtEl>
                                          <p:spTgt spid="901151"/>
                                        </p:tgtEl>
                                      </p:cBhvr>
                                    </p:animEffect>
                                  </p:childTnLst>
                                  <p:subTnLst>
                                    <p:audio>
                                      <p:cMediaNode>
                                        <p:cTn display="0" masterRel="sameClick">
                                          <p:stCondLst>
                                            <p:cond evt="begin" delay="0">
                                              <p:tn val="14"/>
                                            </p:cond>
                                          </p:stCondLst>
                                          <p:endCondLst>
                                            <p:cond evt="onStopAudio" delay="0">
                                              <p:tgtEl>
                                                <p:sldTgt/>
                                              </p:tgtEl>
                                            </p:cond>
                                          </p:endCondLst>
                                        </p:cTn>
                                        <p:tgtEl>
                                          <p:sndTgt r:embed="rId4" name="laser.wav"/>
                                        </p:tgtEl>
                                      </p:cMediaNode>
                                    </p:audio>
                                  </p:subTnLst>
                                </p:cTn>
                              </p:par>
                            </p:childTnLst>
                          </p:cTn>
                        </p:par>
                      </p:childTnLst>
                    </p:cTn>
                  </p:par>
                  <p:par>
                    <p:cTn id="17" fill="hold">
                      <p:stCondLst>
                        <p:cond delay="indefinite"/>
                      </p:stCondLst>
                      <p:childTnLst>
                        <p:par>
                          <p:cTn id="18" fill="hold">
                            <p:stCondLst>
                              <p:cond delay="0"/>
                            </p:stCondLst>
                            <p:childTnLst>
                              <p:par>
                                <p:cTn id="19" presetID="18" presetClass="entr" presetSubtype="6" fill="hold" grpId="0" nodeType="clickEffect">
                                  <p:stCondLst>
                                    <p:cond delay="0"/>
                                  </p:stCondLst>
                                  <p:childTnLst>
                                    <p:set>
                                      <p:cBhvr>
                                        <p:cTn id="20" dur="1" fill="hold">
                                          <p:stCondLst>
                                            <p:cond delay="0"/>
                                          </p:stCondLst>
                                        </p:cTn>
                                        <p:tgtEl>
                                          <p:spTgt spid="901152"/>
                                        </p:tgtEl>
                                        <p:attrNameLst>
                                          <p:attrName>style.visibility</p:attrName>
                                        </p:attrNameLst>
                                      </p:cBhvr>
                                      <p:to>
                                        <p:strVal val="visible"/>
                                      </p:to>
                                    </p:set>
                                    <p:animEffect transition="in" filter="strips(downRight)">
                                      <p:cBhvr>
                                        <p:cTn id="21" dur="500"/>
                                        <p:tgtEl>
                                          <p:spTgt spid="901152"/>
                                        </p:tgtEl>
                                      </p:cBhvr>
                                    </p:animEffect>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childTnLst>
                          </p:cTn>
                        </p:par>
                        <p:par>
                          <p:cTn id="22" fill="hold">
                            <p:stCondLst>
                              <p:cond delay="500"/>
                            </p:stCondLst>
                            <p:childTnLst>
                              <p:par>
                                <p:cTn id="23" presetID="18" presetClass="entr" presetSubtype="6" fill="hold" grpId="0" nodeType="afterEffect">
                                  <p:stCondLst>
                                    <p:cond delay="0"/>
                                  </p:stCondLst>
                                  <p:childTnLst>
                                    <p:set>
                                      <p:cBhvr>
                                        <p:cTn id="24" dur="1" fill="hold">
                                          <p:stCondLst>
                                            <p:cond delay="0"/>
                                          </p:stCondLst>
                                        </p:cTn>
                                        <p:tgtEl>
                                          <p:spTgt spid="901153"/>
                                        </p:tgtEl>
                                        <p:attrNameLst>
                                          <p:attrName>style.visibility</p:attrName>
                                        </p:attrNameLst>
                                      </p:cBhvr>
                                      <p:to>
                                        <p:strVal val="visible"/>
                                      </p:to>
                                    </p:set>
                                    <p:animEffect transition="in" filter="strips(downRight)">
                                      <p:cBhvr>
                                        <p:cTn id="25" dur="500"/>
                                        <p:tgtEl>
                                          <p:spTgt spid="901153"/>
                                        </p:tgtEl>
                                      </p:cBhvr>
                                    </p:animEffect>
                                  </p:childTnLst>
                                  <p:subTnLst>
                                    <p:audio>
                                      <p:cMediaNode>
                                        <p:cTn display="0" masterRel="sameClick">
                                          <p:stCondLst>
                                            <p:cond evt="begin" delay="0">
                                              <p:tn val="23"/>
                                            </p:cond>
                                          </p:stCondLst>
                                          <p:endCondLst>
                                            <p:cond evt="onStopAudio" delay="0">
                                              <p:tgtEl>
                                                <p:sldTgt/>
                                              </p:tgtEl>
                                            </p:cond>
                                          </p:endCondLst>
                                        </p:cTn>
                                        <p:tgtEl>
                                          <p:sndTgt r:embed="rId4" name="laser.wav"/>
                                        </p:tgtEl>
                                      </p:cMediaNode>
                                    </p:audio>
                                  </p:subTnLst>
                                </p:cTn>
                              </p:par>
                            </p:childTnLst>
                          </p:cTn>
                        </p:par>
                      </p:childTnLst>
                    </p:cTn>
                  </p:par>
                  <p:par>
                    <p:cTn id="26" fill="hold">
                      <p:stCondLst>
                        <p:cond delay="indefinite"/>
                      </p:stCondLst>
                      <p:childTnLst>
                        <p:par>
                          <p:cTn id="27" fill="hold">
                            <p:stCondLst>
                              <p:cond delay="0"/>
                            </p:stCondLst>
                            <p:childTnLst>
                              <p:par>
                                <p:cTn id="28" presetID="18" presetClass="entr" presetSubtype="6" fill="hold" grpId="0" nodeType="clickEffect">
                                  <p:stCondLst>
                                    <p:cond delay="0"/>
                                  </p:stCondLst>
                                  <p:childTnLst>
                                    <p:set>
                                      <p:cBhvr>
                                        <p:cTn id="29" dur="1" fill="hold">
                                          <p:stCondLst>
                                            <p:cond delay="0"/>
                                          </p:stCondLst>
                                        </p:cTn>
                                        <p:tgtEl>
                                          <p:spTgt spid="901154"/>
                                        </p:tgtEl>
                                        <p:attrNameLst>
                                          <p:attrName>style.visibility</p:attrName>
                                        </p:attrNameLst>
                                      </p:cBhvr>
                                      <p:to>
                                        <p:strVal val="visible"/>
                                      </p:to>
                                    </p:set>
                                    <p:animEffect transition="in" filter="strips(downRight)">
                                      <p:cBhvr>
                                        <p:cTn id="30" dur="500"/>
                                        <p:tgtEl>
                                          <p:spTgt spid="901154"/>
                                        </p:tgtEl>
                                      </p:cBhvr>
                                    </p:animEffect>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par>
                          <p:cTn id="31" fill="hold">
                            <p:stCondLst>
                              <p:cond delay="500"/>
                            </p:stCondLst>
                            <p:childTnLst>
                              <p:par>
                                <p:cTn id="32" presetID="18" presetClass="entr" presetSubtype="6" fill="hold" grpId="0" nodeType="afterEffect">
                                  <p:stCondLst>
                                    <p:cond delay="0"/>
                                  </p:stCondLst>
                                  <p:childTnLst>
                                    <p:set>
                                      <p:cBhvr>
                                        <p:cTn id="33" dur="1" fill="hold">
                                          <p:stCondLst>
                                            <p:cond delay="0"/>
                                          </p:stCondLst>
                                        </p:cTn>
                                        <p:tgtEl>
                                          <p:spTgt spid="901155"/>
                                        </p:tgtEl>
                                        <p:attrNameLst>
                                          <p:attrName>style.visibility</p:attrName>
                                        </p:attrNameLst>
                                      </p:cBhvr>
                                      <p:to>
                                        <p:strVal val="visible"/>
                                      </p:to>
                                    </p:set>
                                    <p:animEffect transition="in" filter="strips(downRight)">
                                      <p:cBhvr>
                                        <p:cTn id="34" dur="500"/>
                                        <p:tgtEl>
                                          <p:spTgt spid="901155"/>
                                        </p:tgtEl>
                                      </p:cBhvr>
                                    </p:animEffect>
                                  </p:childTnLst>
                                  <p:subTnLst>
                                    <p:audio>
                                      <p:cMediaNode>
                                        <p:cTn display="0" masterRel="sameClick">
                                          <p:stCondLst>
                                            <p:cond evt="begin" delay="0">
                                              <p:tn val="32"/>
                                            </p:cond>
                                          </p:stCondLst>
                                          <p:endCondLst>
                                            <p:cond evt="onStopAudio" delay="0">
                                              <p:tgtEl>
                                                <p:sldTgt/>
                                              </p:tgtEl>
                                            </p:cond>
                                          </p:endCondLst>
                                        </p:cTn>
                                        <p:tgtEl>
                                          <p:sndTgt r:embed="rId4" name="laser.wav"/>
                                        </p:tgtEl>
                                      </p:cMediaNode>
                                    </p:audio>
                                  </p:subTnLst>
                                </p:cTn>
                              </p:par>
                            </p:childTnLst>
                          </p:cTn>
                        </p:par>
                      </p:childTnLst>
                    </p:cTn>
                  </p:par>
                  <p:par>
                    <p:cTn id="35" fill="hold">
                      <p:stCondLst>
                        <p:cond delay="indefinite"/>
                      </p:stCondLst>
                      <p:childTnLst>
                        <p:par>
                          <p:cTn id="36" fill="hold">
                            <p:stCondLst>
                              <p:cond delay="0"/>
                            </p:stCondLst>
                            <p:childTnLst>
                              <p:par>
                                <p:cTn id="37" presetID="18" presetClass="entr" presetSubtype="6" fill="hold" grpId="0" nodeType="clickEffect">
                                  <p:stCondLst>
                                    <p:cond delay="0"/>
                                  </p:stCondLst>
                                  <p:childTnLst>
                                    <p:set>
                                      <p:cBhvr>
                                        <p:cTn id="38" dur="1" fill="hold">
                                          <p:stCondLst>
                                            <p:cond delay="0"/>
                                          </p:stCondLst>
                                        </p:cTn>
                                        <p:tgtEl>
                                          <p:spTgt spid="901156"/>
                                        </p:tgtEl>
                                        <p:attrNameLst>
                                          <p:attrName>style.visibility</p:attrName>
                                        </p:attrNameLst>
                                      </p:cBhvr>
                                      <p:to>
                                        <p:strVal val="visible"/>
                                      </p:to>
                                    </p:set>
                                    <p:animEffect transition="in" filter="strips(downRight)">
                                      <p:cBhvr>
                                        <p:cTn id="39" dur="500"/>
                                        <p:tgtEl>
                                          <p:spTgt spid="901156"/>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par>
                          <p:cTn id="40" fill="hold">
                            <p:stCondLst>
                              <p:cond delay="500"/>
                            </p:stCondLst>
                            <p:childTnLst>
                              <p:par>
                                <p:cTn id="41" presetID="18" presetClass="entr" presetSubtype="6" fill="hold" grpId="0" nodeType="afterEffect">
                                  <p:stCondLst>
                                    <p:cond delay="0"/>
                                  </p:stCondLst>
                                  <p:childTnLst>
                                    <p:set>
                                      <p:cBhvr>
                                        <p:cTn id="42" dur="1" fill="hold">
                                          <p:stCondLst>
                                            <p:cond delay="0"/>
                                          </p:stCondLst>
                                        </p:cTn>
                                        <p:tgtEl>
                                          <p:spTgt spid="901157"/>
                                        </p:tgtEl>
                                        <p:attrNameLst>
                                          <p:attrName>style.visibility</p:attrName>
                                        </p:attrNameLst>
                                      </p:cBhvr>
                                      <p:to>
                                        <p:strVal val="visible"/>
                                      </p:to>
                                    </p:set>
                                    <p:animEffect transition="in" filter="strips(downRight)">
                                      <p:cBhvr>
                                        <p:cTn id="43" dur="500"/>
                                        <p:tgtEl>
                                          <p:spTgt spid="901157"/>
                                        </p:tgtEl>
                                      </p:cBhvr>
                                    </p:animEffect>
                                  </p:childTnLst>
                                  <p:subTnLst>
                                    <p:audio>
                                      <p:cMediaNode>
                                        <p:cTn display="0" masterRel="sameClick">
                                          <p:stCondLst>
                                            <p:cond evt="begin" delay="0">
                                              <p:tn val="41"/>
                                            </p:cond>
                                          </p:stCondLst>
                                          <p:endCondLst>
                                            <p:cond evt="onStopAudio" delay="0">
                                              <p:tgtEl>
                                                <p:sldTgt/>
                                              </p:tgtEl>
                                            </p:cond>
                                          </p:endCondLst>
                                        </p:cTn>
                                        <p:tgtEl>
                                          <p:sndTgt r:embed="rId4" name="laser.wav"/>
                                        </p:tgtEl>
                                      </p:cMediaNode>
                                    </p:audio>
                                  </p:subTnLst>
                                </p:cTn>
                              </p:par>
                            </p:childTnLst>
                          </p:cTn>
                        </p:par>
                      </p:childTnLst>
                    </p:cTn>
                  </p:par>
                  <p:par>
                    <p:cTn id="44" fill="hold">
                      <p:stCondLst>
                        <p:cond delay="indefinite"/>
                      </p:stCondLst>
                      <p:childTnLst>
                        <p:par>
                          <p:cTn id="45" fill="hold">
                            <p:stCondLst>
                              <p:cond delay="0"/>
                            </p:stCondLst>
                            <p:childTnLst>
                              <p:par>
                                <p:cTn id="46" presetID="18" presetClass="entr" presetSubtype="6" fill="hold" grpId="0" nodeType="clickEffect">
                                  <p:stCondLst>
                                    <p:cond delay="0"/>
                                  </p:stCondLst>
                                  <p:childTnLst>
                                    <p:set>
                                      <p:cBhvr>
                                        <p:cTn id="47" dur="1" fill="hold">
                                          <p:stCondLst>
                                            <p:cond delay="0"/>
                                          </p:stCondLst>
                                        </p:cTn>
                                        <p:tgtEl>
                                          <p:spTgt spid="901158"/>
                                        </p:tgtEl>
                                        <p:attrNameLst>
                                          <p:attrName>style.visibility</p:attrName>
                                        </p:attrNameLst>
                                      </p:cBhvr>
                                      <p:to>
                                        <p:strVal val="visible"/>
                                      </p:to>
                                    </p:set>
                                    <p:animEffect transition="in" filter="strips(downRight)">
                                      <p:cBhvr>
                                        <p:cTn id="48" dur="500"/>
                                        <p:tgtEl>
                                          <p:spTgt spid="901158"/>
                                        </p:tgtEl>
                                      </p:cBhvr>
                                    </p:animEffect>
                                  </p:childTnLst>
                                  <p:subTnLs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childTnLst>
                          </p:cTn>
                        </p:par>
                        <p:par>
                          <p:cTn id="49" fill="hold">
                            <p:stCondLst>
                              <p:cond delay="500"/>
                            </p:stCondLst>
                            <p:childTnLst>
                              <p:par>
                                <p:cTn id="50" presetID="18" presetClass="entr" presetSubtype="6" fill="hold" grpId="0" nodeType="afterEffect">
                                  <p:stCondLst>
                                    <p:cond delay="0"/>
                                  </p:stCondLst>
                                  <p:childTnLst>
                                    <p:set>
                                      <p:cBhvr>
                                        <p:cTn id="51" dur="1" fill="hold">
                                          <p:stCondLst>
                                            <p:cond delay="0"/>
                                          </p:stCondLst>
                                        </p:cTn>
                                        <p:tgtEl>
                                          <p:spTgt spid="901159"/>
                                        </p:tgtEl>
                                        <p:attrNameLst>
                                          <p:attrName>style.visibility</p:attrName>
                                        </p:attrNameLst>
                                      </p:cBhvr>
                                      <p:to>
                                        <p:strVal val="visible"/>
                                      </p:to>
                                    </p:set>
                                    <p:animEffect transition="in" filter="strips(downRight)">
                                      <p:cBhvr>
                                        <p:cTn id="52" dur="500"/>
                                        <p:tgtEl>
                                          <p:spTgt spid="901159"/>
                                        </p:tgtEl>
                                      </p:cBhvr>
                                    </p:animEffect>
                                  </p:childTnLst>
                                  <p:subTnLst>
                                    <p:audio>
                                      <p:cMediaNode>
                                        <p:cTn display="0" masterRel="sameClick">
                                          <p:stCondLst>
                                            <p:cond evt="begin" delay="0">
                                              <p:tn val="50"/>
                                            </p:cond>
                                          </p:stCondLst>
                                          <p:endCondLst>
                                            <p:cond evt="onStopAudio" delay="0">
                                              <p:tgtEl>
                                                <p:sldTgt/>
                                              </p:tgtEl>
                                            </p:cond>
                                          </p:endCondLst>
                                        </p:cTn>
                                        <p:tgtEl>
                                          <p:sndTgt r:embed="rId4" name="laser.wav"/>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901160"/>
                                        </p:tgtEl>
                                        <p:attrNameLst>
                                          <p:attrName>style.visibility</p:attrName>
                                        </p:attrNameLst>
                                      </p:cBhvr>
                                      <p:to>
                                        <p:strVal val="visible"/>
                                      </p:to>
                                    </p:set>
                                    <p:animEffect transition="in" filter="box(out)">
                                      <p:cBhvr>
                                        <p:cTn id="57" dur="500"/>
                                        <p:tgtEl>
                                          <p:spTgt spid="901160"/>
                                        </p:tgtEl>
                                      </p:cBhvr>
                                    </p:animEffect>
                                  </p:childTnLst>
                                  <p:subTnLst>
                                    <p:audio>
                                      <p:cMediaNode>
                                        <p:cTn display="0" masterRel="sameClick">
                                          <p:stCondLst>
                                            <p:cond evt="begin" delay="0">
                                              <p:tn val="55"/>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9" grpId="0" animBg="1"/>
      <p:bldP spid="901150" grpId="0" animBg="1"/>
      <p:bldP spid="901151" grpId="0" animBg="1"/>
      <p:bldP spid="901152" grpId="0" animBg="1"/>
      <p:bldP spid="901153" grpId="0" animBg="1"/>
      <p:bldP spid="901154" grpId="0" animBg="1"/>
      <p:bldP spid="901155" grpId="0" animBg="1"/>
      <p:bldP spid="901156" grpId="0" animBg="1"/>
      <p:bldP spid="901157" grpId="0" animBg="1"/>
      <p:bldP spid="901158" grpId="0" animBg="1"/>
      <p:bldP spid="901159" grpId="0" animBg="1"/>
      <p:bldP spid="90116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220" name="Text Box 4"/>
          <p:cNvSpPr txBox="1">
            <a:spLocks noChangeArrowheads="1"/>
          </p:cNvSpPr>
          <p:nvPr/>
        </p:nvSpPr>
        <p:spPr bwMode="auto">
          <a:xfrm>
            <a:off x="743603" y="260351"/>
            <a:ext cx="4680446" cy="519113"/>
          </a:xfrm>
          <a:prstGeom prst="rect">
            <a:avLst/>
          </a:prstGeom>
          <a:noFill/>
          <a:ln w="9525">
            <a:noFill/>
            <a:miter lim="800000"/>
            <a:headEnd/>
            <a:tailEnd/>
          </a:ln>
          <a:effectLst/>
        </p:spPr>
        <p:txBody>
          <a:bodyPr wrap="square">
            <a:spAutoFit/>
          </a:bodyPr>
          <a:lstStyle/>
          <a:p>
            <a:r>
              <a:rPr lang="en-US" altLang="zh-CN" sz="2800" b="1" dirty="0">
                <a:solidFill>
                  <a:srgbClr val="D60093"/>
                </a:solidFill>
                <a:effectLst>
                  <a:outerShdw blurRad="38100" dist="38100" dir="2700000" algn="tl">
                    <a:srgbClr val="000000"/>
                  </a:outerShdw>
                </a:effectLst>
                <a:latin typeface="隶书" pitchFamily="49" charset="-122"/>
                <a:ea typeface="隶书" pitchFamily="49" charset="-122"/>
              </a:rPr>
              <a:t>【</a:t>
            </a:r>
            <a:r>
              <a:rPr lang="zh-CN" altLang="en-US" sz="2800" b="1" dirty="0">
                <a:solidFill>
                  <a:srgbClr val="D60093"/>
                </a:solidFill>
                <a:effectLst>
                  <a:outerShdw blurRad="38100" dist="38100" dir="2700000" algn="tl">
                    <a:srgbClr val="000000"/>
                  </a:outerShdw>
                </a:effectLst>
                <a:latin typeface="隶书" pitchFamily="49" charset="-122"/>
                <a:ea typeface="隶书" pitchFamily="49" charset="-122"/>
              </a:rPr>
              <a:t>例</a:t>
            </a:r>
            <a:r>
              <a:rPr lang="en-US" altLang="zh-CN" sz="2800" b="1" dirty="0">
                <a:solidFill>
                  <a:srgbClr val="D60093"/>
                </a:solidFill>
                <a:effectLst>
                  <a:outerShdw blurRad="38100" dist="38100" dir="2700000" algn="tl">
                    <a:srgbClr val="000000"/>
                  </a:outerShdw>
                </a:effectLst>
                <a:latin typeface="隶书" pitchFamily="49" charset="-122"/>
                <a:ea typeface="隶书" pitchFamily="49" charset="-122"/>
              </a:rPr>
              <a:t>】</a:t>
            </a:r>
            <a:r>
              <a:rPr lang="zh-CN" altLang="en-US" sz="2800" b="1" dirty="0">
                <a:solidFill>
                  <a:srgbClr val="D60093"/>
                </a:solidFill>
                <a:effectLst>
                  <a:outerShdw blurRad="38100" dist="38100" dir="2700000" algn="tl">
                    <a:srgbClr val="000000"/>
                  </a:outerShdw>
                </a:effectLst>
                <a:latin typeface="隶书" pitchFamily="49" charset="-122"/>
                <a:ea typeface="隶书" pitchFamily="49" charset="-122"/>
              </a:rPr>
              <a:t>显示</a:t>
            </a:r>
            <a:r>
              <a:rPr lang="en-US" altLang="zh-CN" sz="2800" b="1" dirty="0">
                <a:solidFill>
                  <a:srgbClr val="D60093"/>
                </a:solidFill>
                <a:effectLst>
                  <a:outerShdw blurRad="38100" dist="38100" dir="2700000" algn="tl">
                    <a:srgbClr val="000000"/>
                  </a:outerShdw>
                </a:effectLst>
                <a:latin typeface="+mn-lt"/>
                <a:ea typeface="隶书" pitchFamily="49" charset="-122"/>
              </a:rPr>
              <a:t>1</a:t>
            </a:r>
            <a:r>
              <a:rPr lang="en-US" altLang="en-US" b="1" dirty="0">
                <a:effectLst>
                  <a:outerShdw blurRad="38100" dist="38100" dir="2700000" algn="tl">
                    <a:srgbClr val="FFFFFF"/>
                  </a:outerShdw>
                </a:effectLst>
                <a:latin typeface="+mn-lt"/>
              </a:rPr>
              <a:t>～</a:t>
            </a:r>
            <a:r>
              <a:rPr lang="en-US" altLang="zh-CN" sz="2800" b="1" dirty="0">
                <a:solidFill>
                  <a:srgbClr val="D60093"/>
                </a:solidFill>
                <a:effectLst>
                  <a:outerShdw blurRad="38100" dist="38100" dir="2700000" algn="tl">
                    <a:srgbClr val="000000"/>
                  </a:outerShdw>
                </a:effectLst>
                <a:latin typeface="+mn-lt"/>
                <a:ea typeface="隶书" pitchFamily="49" charset="-122"/>
              </a:rPr>
              <a:t>10</a:t>
            </a:r>
            <a:r>
              <a:rPr lang="zh-CN" altLang="en-US" sz="2800" b="1" dirty="0">
                <a:solidFill>
                  <a:srgbClr val="D60093"/>
                </a:solidFill>
                <a:effectLst>
                  <a:outerShdw blurRad="38100" dist="38100" dir="2700000" algn="tl">
                    <a:srgbClr val="000000"/>
                  </a:outerShdw>
                </a:effectLst>
                <a:latin typeface="隶书" pitchFamily="49" charset="-122"/>
                <a:ea typeface="隶书" pitchFamily="49" charset="-122"/>
              </a:rPr>
              <a:t>的平方</a:t>
            </a:r>
          </a:p>
        </p:txBody>
      </p:sp>
      <p:sp>
        <p:nvSpPr>
          <p:cNvPr id="905221" name="Text Box 5" descr="信纸"/>
          <p:cNvSpPr txBox="1">
            <a:spLocks noChangeArrowheads="1"/>
          </p:cNvSpPr>
          <p:nvPr/>
        </p:nvSpPr>
        <p:spPr bwMode="auto">
          <a:xfrm>
            <a:off x="1028848" y="1049685"/>
            <a:ext cx="7875464" cy="5265160"/>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eaLnBrk="0" hangingPunct="0"/>
            <a:r>
              <a:rPr lang="en-US" altLang="zh-CN" sz="2800" b="1" dirty="0">
                <a:effectLst>
                  <a:outerShdw blurRad="50800" dist="38100" dir="10800000" algn="r" rotWithShape="0">
                    <a:prstClr val="black">
                      <a:alpha val="40000"/>
                    </a:prstClr>
                  </a:outerShdw>
                </a:effectLst>
                <a:ea typeface="隶书" pitchFamily="49" charset="-122"/>
              </a:rPr>
              <a:t> </a:t>
            </a:r>
            <a:r>
              <a:rPr lang="en-US" altLang="zh-CN" sz="2800" b="1" dirty="0">
                <a:effectLst>
                  <a:outerShdw blurRad="38100" dist="38100" dir="2700000" algn="tl">
                    <a:srgbClr val="FFFFFF"/>
                  </a:outerShdw>
                </a:effectLst>
              </a:rPr>
              <a:t>#include &lt;</a:t>
            </a:r>
            <a:r>
              <a:rPr lang="en-US" altLang="zh-CN" sz="2800" b="1" dirty="0" err="1">
                <a:effectLst>
                  <a:outerShdw blurRad="38100" dist="38100" dir="2700000" algn="tl">
                    <a:srgbClr val="FFFFFF"/>
                  </a:outerShdw>
                </a:effectLst>
              </a:rPr>
              <a:t>stdio.h</a:t>
            </a:r>
            <a:r>
              <a:rPr lang="en-US" altLang="zh-CN" sz="2800" b="1" dirty="0">
                <a:effectLst>
                  <a:outerShdw blurRad="38100" dist="38100" dir="2700000" algn="tl">
                    <a:srgbClr val="FFFFFF"/>
                  </a:outerShdw>
                </a:effectLst>
              </a:rPr>
              <a:t>&gt;</a:t>
            </a:r>
          </a:p>
          <a:p>
            <a:pPr eaLnBrk="0" hangingPunct="0"/>
            <a:r>
              <a:rPr lang="en-US" altLang="zh-CN" sz="2800" b="1" dirty="0">
                <a:effectLst>
                  <a:outerShdw blurRad="38100" dist="38100" dir="2700000" algn="tl">
                    <a:srgbClr val="FFFFFF"/>
                  </a:outerShdw>
                </a:effectLst>
              </a:rPr>
              <a:t>  </a:t>
            </a:r>
            <a:endParaRPr lang="en-US" altLang="zh-CN" sz="2800" b="1" dirty="0">
              <a:solidFill>
                <a:srgbClr val="A50021"/>
              </a:solidFill>
              <a:effectLst>
                <a:outerShdw blurRad="38100" dist="38100" dir="2700000" algn="tl">
                  <a:srgbClr val="FFFFFF"/>
                </a:outerShdw>
              </a:effectLst>
            </a:endParaRPr>
          </a:p>
          <a:p>
            <a:pPr eaLnBrk="0" hangingPunct="0"/>
            <a:r>
              <a:rPr lang="en-US" altLang="zh-CN" sz="2800" b="1" dirty="0">
                <a:solidFill>
                  <a:srgbClr val="A50021"/>
                </a:solidFill>
                <a:effectLst>
                  <a:outerShdw blurRad="38100" dist="38100" dir="2700000" algn="tl">
                    <a:srgbClr val="FFFFFF"/>
                  </a:outerShdw>
                </a:effectLst>
              </a:rPr>
              <a:t>  </a:t>
            </a:r>
            <a:r>
              <a:rPr lang="en-US" altLang="zh-CN" sz="2800" b="1" dirty="0" err="1">
                <a:solidFill>
                  <a:srgbClr val="A50021"/>
                </a:solidFill>
                <a:effectLst>
                  <a:outerShdw blurRad="38100" dist="38100" dir="2700000" algn="tl">
                    <a:srgbClr val="FFFFFF"/>
                  </a:outerShdw>
                </a:effectLst>
              </a:rPr>
              <a:t>int</a:t>
            </a:r>
            <a:r>
              <a:rPr lang="en-US" altLang="zh-CN" sz="2800" b="1" dirty="0">
                <a:solidFill>
                  <a:srgbClr val="A50021"/>
                </a:solidFill>
                <a:effectLst>
                  <a:outerShdw blurRad="38100" dist="38100" dir="2700000" algn="tl">
                    <a:srgbClr val="FFFFFF"/>
                  </a:outerShdw>
                </a:effectLst>
              </a:rPr>
              <a:t> main ( )</a:t>
            </a:r>
          </a:p>
          <a:p>
            <a:pPr eaLnBrk="0" hangingPunct="0"/>
            <a:r>
              <a:rPr lang="en-US" altLang="zh-CN" sz="2800" b="1" dirty="0">
                <a:effectLst>
                  <a:outerShdw blurRad="38100" dist="38100" dir="2700000" algn="tl">
                    <a:srgbClr val="FFFFFF"/>
                  </a:outerShdw>
                </a:effectLst>
              </a:rPr>
              <a:t>  {   </a:t>
            </a:r>
          </a:p>
          <a:p>
            <a:pPr eaLnBrk="0" hangingPunct="0"/>
            <a:r>
              <a:rPr lang="en-US" altLang="zh-CN" sz="2800" b="1" dirty="0">
                <a:effectLst>
                  <a:outerShdw blurRad="38100" dist="38100" dir="2700000" algn="tl">
                    <a:srgbClr val="FFFFFF"/>
                  </a:outerShdw>
                </a:effectLst>
              </a:rPr>
              <a:t>     </a:t>
            </a:r>
            <a:r>
              <a:rPr lang="en-US" altLang="zh-CN" sz="2800" b="1" dirty="0" err="1">
                <a:effectLst>
                  <a:outerShdw blurRad="38100" dist="38100" dir="2700000" algn="tl">
                    <a:srgbClr val="FFFFFF"/>
                  </a:outerShdw>
                </a:effectLst>
              </a:rPr>
              <a:t>int</a:t>
            </a:r>
            <a:r>
              <a:rPr lang="en-US" altLang="zh-CN" sz="2800" b="1" dirty="0">
                <a:effectLst>
                  <a:outerShdw blurRad="38100" dist="38100" dir="2700000" algn="tl">
                    <a:srgbClr val="FFFFFF"/>
                  </a:outerShdw>
                </a:effectLst>
              </a:rPr>
              <a:t> </a:t>
            </a:r>
            <a:r>
              <a:rPr lang="en-US" altLang="zh-CN" sz="2800" b="1" dirty="0" err="1">
                <a:effectLst>
                  <a:outerShdw blurRad="38100" dist="38100" dir="2700000" algn="tl">
                    <a:srgbClr val="FFFFFF"/>
                  </a:outerShdw>
                </a:effectLst>
              </a:rPr>
              <a:t>i</a:t>
            </a:r>
            <a:r>
              <a:rPr lang="en-US" altLang="zh-CN" sz="2800" b="1" dirty="0">
                <a:effectLst>
                  <a:outerShdw blurRad="38100" dist="38100" dir="2700000" algn="tl">
                    <a:srgbClr val="FFFFFF"/>
                  </a:outerShdw>
                </a:effectLst>
              </a:rPr>
              <a:t> = 1;</a:t>
            </a:r>
          </a:p>
          <a:p>
            <a:pPr eaLnBrk="0" hangingPunct="0"/>
            <a:r>
              <a:rPr lang="en-US" altLang="zh-CN" sz="2800" b="1" dirty="0">
                <a:effectLst>
                  <a:outerShdw blurRad="38100" dist="38100" dir="2700000" algn="tl">
                    <a:srgbClr val="FFFFFF"/>
                  </a:outerShdw>
                </a:effectLst>
              </a:rPr>
              <a:t>     while ( </a:t>
            </a:r>
            <a:r>
              <a:rPr lang="en-US" altLang="zh-CN" sz="2800" b="1" dirty="0" err="1">
                <a:effectLst>
                  <a:outerShdw blurRad="38100" dist="38100" dir="2700000" algn="tl">
                    <a:srgbClr val="FFFFFF"/>
                  </a:outerShdw>
                </a:effectLst>
              </a:rPr>
              <a:t>i</a:t>
            </a:r>
            <a:r>
              <a:rPr lang="en-US" altLang="zh-CN" sz="2800" b="1" dirty="0">
                <a:effectLst>
                  <a:outerShdw blurRad="38100" dist="38100" dir="2700000" algn="tl">
                    <a:srgbClr val="FFFFFF"/>
                  </a:outerShdw>
                </a:effectLst>
              </a:rPr>
              <a:t> &lt;= 10 )</a:t>
            </a:r>
          </a:p>
          <a:p>
            <a:pPr eaLnBrk="0" hangingPunct="0"/>
            <a:r>
              <a:rPr lang="en-US" altLang="zh-CN" sz="2800" b="1" dirty="0">
                <a:effectLst>
                  <a:outerShdw blurRad="38100" dist="38100" dir="2700000" algn="tl">
                    <a:srgbClr val="FFFFFF"/>
                  </a:outerShdw>
                </a:effectLst>
              </a:rPr>
              <a:t>     {  </a:t>
            </a:r>
          </a:p>
          <a:p>
            <a:pPr eaLnBrk="0" hangingPunct="0"/>
            <a:r>
              <a:rPr lang="en-US" altLang="zh-CN" sz="2800" b="1" dirty="0">
                <a:effectLst>
                  <a:outerShdw blurRad="38100" dist="38100" dir="2700000" algn="tl">
                    <a:srgbClr val="FFFFFF"/>
                  </a:outerShdw>
                </a:effectLst>
              </a:rPr>
              <a:t>        </a:t>
            </a:r>
            <a:r>
              <a:rPr lang="en-US" altLang="zh-CN" sz="2800" b="1" dirty="0" err="1">
                <a:effectLst>
                  <a:outerShdw blurRad="38100" dist="38100" dir="2700000" algn="tl">
                    <a:srgbClr val="FFFFFF"/>
                  </a:outerShdw>
                </a:effectLst>
              </a:rPr>
              <a:t>printf</a:t>
            </a:r>
            <a:r>
              <a:rPr lang="en-US" altLang="zh-CN" sz="2800" b="1" dirty="0">
                <a:effectLst>
                  <a:outerShdw blurRad="38100" dist="38100" dir="2700000" algn="tl">
                    <a:srgbClr val="FFFFFF"/>
                  </a:outerShdw>
                </a:effectLst>
              </a:rPr>
              <a:t> ("%d*%d=%d\n", </a:t>
            </a:r>
            <a:r>
              <a:rPr lang="en-US" altLang="zh-CN" sz="2800" b="1" dirty="0" err="1">
                <a:effectLst>
                  <a:outerShdw blurRad="38100" dist="38100" dir="2700000" algn="tl">
                    <a:srgbClr val="FFFFFF"/>
                  </a:outerShdw>
                </a:effectLst>
              </a:rPr>
              <a:t>i</a:t>
            </a:r>
            <a:r>
              <a:rPr lang="en-US" altLang="zh-CN" sz="2800" b="1" dirty="0">
                <a:effectLst>
                  <a:outerShdw blurRad="38100" dist="38100" dir="2700000" algn="tl">
                    <a:srgbClr val="FFFFFF"/>
                  </a:outerShdw>
                </a:effectLst>
              </a:rPr>
              <a:t>, </a:t>
            </a:r>
            <a:r>
              <a:rPr lang="en-US" altLang="zh-CN" sz="2800" b="1" dirty="0" err="1">
                <a:effectLst>
                  <a:outerShdw blurRad="38100" dist="38100" dir="2700000" algn="tl">
                    <a:srgbClr val="FFFFFF"/>
                  </a:outerShdw>
                </a:effectLst>
              </a:rPr>
              <a:t>i</a:t>
            </a:r>
            <a:r>
              <a:rPr lang="en-US" altLang="zh-CN" sz="2800" b="1" dirty="0">
                <a:effectLst>
                  <a:outerShdw blurRad="38100" dist="38100" dir="2700000" algn="tl">
                    <a:srgbClr val="FFFFFF"/>
                  </a:outerShdw>
                </a:effectLst>
              </a:rPr>
              <a:t>, </a:t>
            </a:r>
            <a:r>
              <a:rPr lang="en-US" altLang="zh-CN" sz="2800" b="1" dirty="0" err="1">
                <a:effectLst>
                  <a:outerShdw blurRad="38100" dist="38100" dir="2700000" algn="tl">
                    <a:srgbClr val="FFFFFF"/>
                  </a:outerShdw>
                </a:effectLst>
              </a:rPr>
              <a:t>i</a:t>
            </a:r>
            <a:r>
              <a:rPr lang="en-US" altLang="zh-CN" sz="2800" b="1" dirty="0">
                <a:effectLst>
                  <a:outerShdw blurRad="38100" dist="38100" dir="2700000" algn="tl">
                    <a:srgbClr val="FFFFFF"/>
                  </a:outerShdw>
                </a:effectLst>
              </a:rPr>
              <a:t>*</a:t>
            </a:r>
            <a:r>
              <a:rPr lang="en-US" altLang="zh-CN" sz="2800" b="1" dirty="0" err="1">
                <a:effectLst>
                  <a:outerShdw blurRad="38100" dist="38100" dir="2700000" algn="tl">
                    <a:srgbClr val="FFFFFF"/>
                  </a:outerShdw>
                </a:effectLst>
              </a:rPr>
              <a:t>i</a:t>
            </a:r>
            <a:r>
              <a:rPr lang="en-US" altLang="zh-CN" sz="2800" b="1" dirty="0">
                <a:effectLst>
                  <a:outerShdw blurRad="38100" dist="38100" dir="2700000" algn="tl">
                    <a:srgbClr val="FFFFFF"/>
                  </a:outerShdw>
                </a:effectLst>
              </a:rPr>
              <a:t>);</a:t>
            </a:r>
          </a:p>
          <a:p>
            <a:pPr eaLnBrk="0" hangingPunct="0"/>
            <a:r>
              <a:rPr lang="en-US" altLang="zh-CN" sz="2800" b="1" dirty="0">
                <a:effectLst>
                  <a:outerShdw blurRad="38100" dist="38100" dir="2700000" algn="tl">
                    <a:srgbClr val="FFFFFF"/>
                  </a:outerShdw>
                </a:effectLst>
              </a:rPr>
              <a:t>        </a:t>
            </a:r>
            <a:r>
              <a:rPr lang="en-US" altLang="zh-CN" sz="2800" b="1" dirty="0" err="1">
                <a:effectLst>
                  <a:outerShdw blurRad="38100" dist="38100" dir="2700000" algn="tl">
                    <a:srgbClr val="FFFFFF"/>
                  </a:outerShdw>
                </a:effectLst>
              </a:rPr>
              <a:t>i</a:t>
            </a:r>
            <a:r>
              <a:rPr lang="en-US" altLang="zh-CN" sz="2800" b="1" dirty="0">
                <a:effectLst>
                  <a:outerShdw blurRad="38100" dist="38100" dir="2700000" algn="tl">
                    <a:srgbClr val="FFFFFF"/>
                  </a:outerShdw>
                </a:effectLst>
              </a:rPr>
              <a:t>++;</a:t>
            </a:r>
          </a:p>
          <a:p>
            <a:pPr eaLnBrk="0" hangingPunct="0"/>
            <a:r>
              <a:rPr lang="en-US" altLang="zh-CN" sz="2800" b="1" dirty="0">
                <a:effectLst>
                  <a:outerShdw blurRad="38100" dist="38100" dir="2700000" algn="tl">
                    <a:srgbClr val="FFFFFF"/>
                  </a:outerShdw>
                </a:effectLst>
              </a:rPr>
              <a:t>     }</a:t>
            </a:r>
          </a:p>
          <a:p>
            <a:pPr eaLnBrk="0" hangingPunct="0"/>
            <a:r>
              <a:rPr lang="en-US" altLang="zh-CN" sz="2800" b="1" dirty="0">
                <a:effectLst>
                  <a:outerShdw blurRad="38100" dist="38100" dir="2700000" algn="tl">
                    <a:srgbClr val="FFFFFF"/>
                  </a:outerShdw>
                </a:effectLst>
              </a:rPr>
              <a:t>     return 0;</a:t>
            </a:r>
          </a:p>
          <a:p>
            <a:pPr eaLnBrk="0" hangingPunct="0"/>
            <a:r>
              <a:rPr lang="en-US" altLang="zh-CN" sz="2800" b="1" dirty="0">
                <a:effectLst>
                  <a:outerShdw blurRad="38100" dist="38100" dir="2700000" algn="tl">
                    <a:srgbClr val="FFFFFF"/>
                  </a:outerShdw>
                </a:effectLst>
              </a:rPr>
              <a:t>  }</a:t>
            </a:r>
          </a:p>
        </p:txBody>
      </p:sp>
      <p:sp>
        <p:nvSpPr>
          <p:cNvPr id="905222" name="Text Box 6"/>
          <p:cNvSpPr txBox="1">
            <a:spLocks noChangeArrowheads="1"/>
          </p:cNvSpPr>
          <p:nvPr/>
        </p:nvSpPr>
        <p:spPr bwMode="auto">
          <a:xfrm>
            <a:off x="9238357" y="2169239"/>
            <a:ext cx="2114227" cy="4146550"/>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b="1" dirty="0">
                <a:solidFill>
                  <a:srgbClr val="FF3300"/>
                </a:solidFill>
                <a:effectLst>
                  <a:outerShdw blurRad="38100" dist="38100" dir="2700000" algn="tl">
                    <a:srgbClr val="C0C0C0"/>
                  </a:outerShdw>
                </a:effectLst>
                <a:ea typeface="隶书" pitchFamily="49" charset="-122"/>
              </a:rPr>
              <a:t>运行结果：</a:t>
            </a:r>
          </a:p>
          <a:p>
            <a:r>
              <a:rPr lang="en-US" altLang="zh-CN" b="1" dirty="0">
                <a:solidFill>
                  <a:srgbClr val="0033CC"/>
                </a:solidFill>
                <a:effectLst>
                  <a:outerShdw blurRad="38100" dist="38100" dir="2700000" algn="tl">
                    <a:srgbClr val="C0C0C0"/>
                  </a:outerShdw>
                </a:effectLst>
              </a:rPr>
              <a:t>1*1=1</a:t>
            </a:r>
          </a:p>
          <a:p>
            <a:r>
              <a:rPr lang="en-US" altLang="zh-CN" b="1" dirty="0">
                <a:solidFill>
                  <a:srgbClr val="0033CC"/>
                </a:solidFill>
                <a:effectLst>
                  <a:outerShdw blurRad="38100" dist="38100" dir="2700000" algn="tl">
                    <a:srgbClr val="C0C0C0"/>
                  </a:outerShdw>
                </a:effectLst>
              </a:rPr>
              <a:t>2*2=4</a:t>
            </a:r>
          </a:p>
          <a:p>
            <a:r>
              <a:rPr lang="en-US" altLang="zh-CN" b="1" dirty="0">
                <a:solidFill>
                  <a:srgbClr val="0033CC"/>
                </a:solidFill>
                <a:effectLst>
                  <a:outerShdw blurRad="38100" dist="38100" dir="2700000" algn="tl">
                    <a:srgbClr val="C0C0C0"/>
                  </a:outerShdw>
                </a:effectLst>
              </a:rPr>
              <a:t>3*3=9</a:t>
            </a:r>
          </a:p>
          <a:p>
            <a:r>
              <a:rPr lang="en-US" altLang="zh-CN" b="1" dirty="0">
                <a:solidFill>
                  <a:srgbClr val="0033CC"/>
                </a:solidFill>
                <a:effectLst>
                  <a:outerShdw blurRad="38100" dist="38100" dir="2700000" algn="tl">
                    <a:srgbClr val="C0C0C0"/>
                  </a:outerShdw>
                </a:effectLst>
              </a:rPr>
              <a:t>4*4=16</a:t>
            </a:r>
          </a:p>
          <a:p>
            <a:r>
              <a:rPr lang="en-US" altLang="zh-CN" b="1" dirty="0">
                <a:solidFill>
                  <a:srgbClr val="0033CC"/>
                </a:solidFill>
                <a:effectLst>
                  <a:outerShdw blurRad="38100" dist="38100" dir="2700000" algn="tl">
                    <a:srgbClr val="C0C0C0"/>
                  </a:outerShdw>
                </a:effectLst>
              </a:rPr>
              <a:t>5*5=25</a:t>
            </a:r>
          </a:p>
          <a:p>
            <a:r>
              <a:rPr lang="en-US" altLang="zh-CN" b="1" dirty="0">
                <a:solidFill>
                  <a:srgbClr val="0033CC"/>
                </a:solidFill>
                <a:effectLst>
                  <a:outerShdw blurRad="38100" dist="38100" dir="2700000" algn="tl">
                    <a:srgbClr val="C0C0C0"/>
                  </a:outerShdw>
                </a:effectLst>
              </a:rPr>
              <a:t>6*6=36</a:t>
            </a:r>
          </a:p>
          <a:p>
            <a:r>
              <a:rPr lang="en-US" altLang="zh-CN" b="1" dirty="0">
                <a:solidFill>
                  <a:srgbClr val="0033CC"/>
                </a:solidFill>
                <a:effectLst>
                  <a:outerShdw blurRad="38100" dist="38100" dir="2700000" algn="tl">
                    <a:srgbClr val="C0C0C0"/>
                  </a:outerShdw>
                </a:effectLst>
              </a:rPr>
              <a:t>7*7=49</a:t>
            </a:r>
          </a:p>
          <a:p>
            <a:r>
              <a:rPr lang="en-US" altLang="zh-CN" b="1" dirty="0">
                <a:solidFill>
                  <a:srgbClr val="0033CC"/>
                </a:solidFill>
                <a:effectLst>
                  <a:outerShdw blurRad="38100" dist="38100" dir="2700000" algn="tl">
                    <a:srgbClr val="C0C0C0"/>
                  </a:outerShdw>
                </a:effectLst>
              </a:rPr>
              <a:t>8*8=64</a:t>
            </a:r>
          </a:p>
          <a:p>
            <a:r>
              <a:rPr lang="en-US" altLang="zh-CN" b="1" dirty="0">
                <a:solidFill>
                  <a:srgbClr val="0033CC"/>
                </a:solidFill>
                <a:effectLst>
                  <a:outerShdw blurRad="38100" dist="38100" dir="2700000" algn="tl">
                    <a:srgbClr val="C0C0C0"/>
                  </a:outerShdw>
                </a:effectLst>
              </a:rPr>
              <a:t>9*9=81</a:t>
            </a:r>
          </a:p>
          <a:p>
            <a:r>
              <a:rPr lang="en-US" altLang="zh-CN" b="1" dirty="0">
                <a:solidFill>
                  <a:srgbClr val="0033CC"/>
                </a:solidFill>
                <a:effectLst>
                  <a:outerShdw blurRad="38100" dist="38100" dir="2700000" algn="tl">
                    <a:srgbClr val="C0C0C0"/>
                  </a:outerShdw>
                </a:effectLst>
              </a:rPr>
              <a:t>10*10=100</a:t>
            </a:r>
          </a:p>
        </p:txBody>
      </p:sp>
      <p:grpSp>
        <p:nvGrpSpPr>
          <p:cNvPr id="905226" name="Group 10"/>
          <p:cNvGrpSpPr>
            <a:grpSpLocks/>
          </p:cNvGrpSpPr>
          <p:nvPr/>
        </p:nvGrpSpPr>
        <p:grpSpPr bwMode="auto">
          <a:xfrm>
            <a:off x="-12047" y="0"/>
            <a:ext cx="446088" cy="6858000"/>
            <a:chOff x="0" y="0"/>
            <a:chExt cx="281" cy="4320"/>
          </a:xfrm>
        </p:grpSpPr>
        <p:sp>
          <p:nvSpPr>
            <p:cNvPr id="905227" name="Text Box 1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05228" name="Text Box 1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05220">
                                            <p:txEl>
                                              <p:pRg st="0" end="0"/>
                                            </p:txEl>
                                          </p:spTgt>
                                        </p:tgtEl>
                                        <p:attrNameLst>
                                          <p:attrName>style.visibility</p:attrName>
                                        </p:attrNameLst>
                                      </p:cBhvr>
                                      <p:to>
                                        <p:strVal val="visible"/>
                                      </p:to>
                                    </p:set>
                                    <p:anim calcmode="lin" valueType="num">
                                      <p:cBhvr additive="base">
                                        <p:cTn id="7" dur="500" fill="hold"/>
                                        <p:tgtEl>
                                          <p:spTgt spid="90522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0522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905221"/>
                                        </p:tgtEl>
                                        <p:attrNameLst>
                                          <p:attrName>style.visibility</p:attrName>
                                        </p:attrNameLst>
                                      </p:cBhvr>
                                      <p:to>
                                        <p:strVal val="visible"/>
                                      </p:to>
                                    </p:set>
                                    <p:animEffect transition="in" filter="box(out)">
                                      <p:cBhvr>
                                        <p:cTn id="13" dur="500"/>
                                        <p:tgtEl>
                                          <p:spTgt spid="905221"/>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905222"/>
                                        </p:tgtEl>
                                        <p:attrNameLst>
                                          <p:attrName>style.visibility</p:attrName>
                                        </p:attrNameLst>
                                      </p:cBhvr>
                                      <p:to>
                                        <p:strVal val="visible"/>
                                      </p:to>
                                    </p:set>
                                    <p:animEffect transition="in" filter="box(out)">
                                      <p:cBhvr>
                                        <p:cTn id="18" dur="500"/>
                                        <p:tgtEl>
                                          <p:spTgt spid="905222"/>
                                        </p:tgtEl>
                                      </p:cBhvr>
                                    </p:animEffect>
                                  </p:childTnLst>
                                  <p:subTnLst>
                                    <p:audio>
                                      <p:cMediaNode>
                                        <p:cTn display="0" masterRel="sameClick">
                                          <p:stCondLst>
                                            <p:cond evt="begin" delay="0">
                                              <p:tn val="16"/>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5220" grpId="0" build="p" autoUpdateAnimBg="0"/>
      <p:bldP spid="905221" grpId="0" animBg="1" autoUpdateAnimBg="0"/>
      <p:bldP spid="905222"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251" name="Rectangle 11"/>
          <p:cNvSpPr>
            <a:spLocks noChangeArrowheads="1"/>
          </p:cNvSpPr>
          <p:nvPr/>
        </p:nvSpPr>
        <p:spPr bwMode="auto">
          <a:xfrm>
            <a:off x="1055440" y="692696"/>
            <a:ext cx="11017224" cy="2110001"/>
          </a:xfrm>
          <a:prstGeom prst="rect">
            <a:avLst/>
          </a:prstGeom>
          <a:noFill/>
          <a:ln w="9525">
            <a:noFill/>
            <a:miter lim="800000"/>
            <a:headEnd/>
            <a:tailEnd/>
          </a:ln>
          <a:effectLst/>
        </p:spPr>
        <p:txBody>
          <a:bodyPr wrap="square">
            <a:spAutoFit/>
          </a:bodyPr>
          <a:lstStyle/>
          <a:p>
            <a:pPr>
              <a:lnSpc>
                <a:spcPts val="3200"/>
              </a:lnSpc>
            </a:pP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1</a:t>
            </a:r>
            <a:r>
              <a:rPr lang="zh-CN" altLang="en-US" b="1" dirty="0">
                <a:effectLst>
                  <a:outerShdw blurRad="38100" dist="38100" dir="2700000" algn="tl">
                    <a:srgbClr val="FFFFFF"/>
                  </a:outerShdw>
                </a:effectLst>
                <a:latin typeface="+mn-lt"/>
                <a:ea typeface="楷体" pitchFamily="49" charset="-122"/>
              </a:rPr>
              <a:t>）如果</a:t>
            </a:r>
            <a:r>
              <a:rPr lang="en-US" altLang="zh-CN" b="1" dirty="0">
                <a:effectLst>
                  <a:outerShdw blurRad="38100" dist="38100" dir="2700000" algn="tl">
                    <a:srgbClr val="FFFFFF"/>
                  </a:outerShdw>
                </a:effectLst>
                <a:latin typeface="+mn-lt"/>
                <a:ea typeface="楷体" pitchFamily="49" charset="-122"/>
              </a:rPr>
              <a:t>while</a:t>
            </a:r>
            <a:r>
              <a:rPr lang="zh-CN" altLang="en-US" b="1" dirty="0">
                <a:effectLst>
                  <a:outerShdw blurRad="38100" dist="38100" dir="2700000" algn="tl">
                    <a:srgbClr val="FFFFFF"/>
                  </a:outerShdw>
                </a:effectLst>
                <a:latin typeface="+mn-lt"/>
                <a:ea typeface="楷体" pitchFamily="49" charset="-122"/>
              </a:rPr>
              <a:t>后的表达式的值一开始就为假，循环体将一次也不执行。</a:t>
            </a:r>
            <a:endParaRPr lang="en-US" altLang="zh-CN" b="1" dirty="0">
              <a:effectLst>
                <a:outerShdw blurRad="38100" dist="38100" dir="2700000" algn="tl">
                  <a:srgbClr val="FFFFFF"/>
                </a:outerShdw>
              </a:effectLst>
              <a:latin typeface="+mn-lt"/>
              <a:ea typeface="楷体" pitchFamily="49" charset="-122"/>
            </a:endParaRPr>
          </a:p>
          <a:p>
            <a:pPr>
              <a:lnSpc>
                <a:spcPts val="3200"/>
              </a:lnSpc>
            </a:pP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2</a:t>
            </a:r>
            <a:r>
              <a:rPr lang="zh-CN" altLang="en-US" b="1" dirty="0">
                <a:effectLst>
                  <a:outerShdw blurRad="38100" dist="38100" dir="2700000" algn="tl">
                    <a:srgbClr val="FFFFFF"/>
                  </a:outerShdw>
                </a:effectLst>
                <a:latin typeface="+mn-lt"/>
                <a:ea typeface="楷体" pitchFamily="49" charset="-122"/>
              </a:rPr>
              <a:t>）循环体中的语句可为任意类型的</a:t>
            </a: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语句。 </a:t>
            </a:r>
            <a:endParaRPr lang="en-US" altLang="zh-CN" b="1" dirty="0">
              <a:effectLst>
                <a:outerShdw blurRad="38100" dist="38100" dir="2700000" algn="tl">
                  <a:srgbClr val="FFFFFF"/>
                </a:outerShdw>
              </a:effectLst>
              <a:latin typeface="+mn-lt"/>
              <a:ea typeface="楷体" pitchFamily="49" charset="-122"/>
            </a:endParaRPr>
          </a:p>
          <a:p>
            <a:pPr>
              <a:lnSpc>
                <a:spcPts val="3200"/>
              </a:lnSpc>
            </a:pP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3</a:t>
            </a:r>
            <a:r>
              <a:rPr lang="zh-CN" altLang="en-US" b="1" dirty="0">
                <a:effectLst>
                  <a:outerShdw blurRad="38100" dist="38100" dir="2700000" algn="tl">
                    <a:srgbClr val="FFFFFF"/>
                  </a:outerShdw>
                </a:effectLst>
                <a:latin typeface="+mn-lt"/>
                <a:ea typeface="楷体" pitchFamily="49" charset="-122"/>
              </a:rPr>
              <a:t>）遇到下列情况，退出</a:t>
            </a:r>
            <a:r>
              <a:rPr lang="en-US" altLang="zh-CN" b="1" dirty="0">
                <a:effectLst>
                  <a:outerShdw blurRad="38100" dist="38100" dir="2700000" algn="tl">
                    <a:srgbClr val="FFFFFF"/>
                  </a:outerShdw>
                </a:effectLst>
                <a:latin typeface="+mn-lt"/>
                <a:ea typeface="楷体" pitchFamily="49" charset="-122"/>
              </a:rPr>
              <a:t>while</a:t>
            </a:r>
            <a:r>
              <a:rPr lang="zh-CN" altLang="en-US" b="1" dirty="0">
                <a:effectLst>
                  <a:outerShdw blurRad="38100" dist="38100" dir="2700000" algn="tl">
                    <a:srgbClr val="FFFFFF"/>
                  </a:outerShdw>
                </a:effectLst>
                <a:latin typeface="+mn-lt"/>
                <a:ea typeface="楷体" pitchFamily="49" charset="-122"/>
              </a:rPr>
              <a:t>循环：</a:t>
            </a:r>
            <a:endParaRPr lang="en-US" altLang="zh-CN" b="1" dirty="0">
              <a:effectLst>
                <a:outerShdw blurRad="38100" dist="38100" dir="2700000" algn="tl">
                  <a:srgbClr val="FFFFFF"/>
                </a:outerShdw>
              </a:effectLst>
              <a:latin typeface="+mn-lt"/>
              <a:ea typeface="楷体" pitchFamily="49" charset="-122"/>
            </a:endParaRPr>
          </a:p>
          <a:p>
            <a:pPr marL="800100" lvl="1" indent="-342900">
              <a:lnSpc>
                <a:spcPts val="3200"/>
              </a:lnSpc>
              <a:buFont typeface="Wingdings" panose="05000000000000000000" pitchFamily="2" charset="2"/>
              <a:buChar char="l"/>
            </a:pPr>
            <a:r>
              <a:rPr lang="zh-CN" altLang="en-US" b="1" dirty="0">
                <a:solidFill>
                  <a:srgbClr val="FF33CC"/>
                </a:solidFill>
                <a:effectLst>
                  <a:outerShdw blurRad="38100" dist="38100" dir="2700000" algn="tl">
                    <a:srgbClr val="000000"/>
                  </a:outerShdw>
                </a:effectLst>
                <a:latin typeface="+mn-lt"/>
                <a:ea typeface="楷体" pitchFamily="49" charset="-122"/>
              </a:rPr>
              <a:t>表达式为假（为</a:t>
            </a:r>
            <a:r>
              <a:rPr lang="en-US" altLang="zh-CN" b="1" dirty="0">
                <a:solidFill>
                  <a:srgbClr val="FF33CC"/>
                </a:solidFill>
                <a:effectLst>
                  <a:outerShdw blurRad="38100" dist="38100" dir="2700000" algn="tl">
                    <a:srgbClr val="000000"/>
                  </a:outerShdw>
                </a:effectLst>
                <a:latin typeface="+mn-lt"/>
                <a:ea typeface="楷体" pitchFamily="49" charset="-122"/>
              </a:rPr>
              <a:t>0</a:t>
            </a:r>
            <a:r>
              <a:rPr lang="zh-CN" altLang="en-US" b="1" dirty="0">
                <a:solidFill>
                  <a:srgbClr val="FF33CC"/>
                </a:solidFill>
                <a:effectLst>
                  <a:outerShdw blurRad="38100" dist="38100" dir="2700000" algn="tl">
                    <a:srgbClr val="000000"/>
                  </a:outerShdw>
                </a:effectLst>
                <a:latin typeface="+mn-lt"/>
                <a:ea typeface="楷体" pitchFamily="49" charset="-122"/>
              </a:rPr>
              <a:t>）。</a:t>
            </a:r>
            <a:endParaRPr lang="en-US" altLang="zh-CN" b="1" dirty="0">
              <a:solidFill>
                <a:srgbClr val="FF33CC"/>
              </a:solidFill>
              <a:effectLst>
                <a:outerShdw blurRad="38100" dist="38100" dir="2700000" algn="tl">
                  <a:srgbClr val="000000"/>
                </a:outerShdw>
              </a:effectLst>
              <a:latin typeface="+mn-lt"/>
              <a:ea typeface="楷体" pitchFamily="49" charset="-122"/>
            </a:endParaRPr>
          </a:p>
          <a:p>
            <a:pPr marL="800100" lvl="1" indent="-342900">
              <a:lnSpc>
                <a:spcPts val="3200"/>
              </a:lnSpc>
              <a:buFont typeface="Wingdings" panose="05000000000000000000" pitchFamily="2" charset="2"/>
              <a:buChar char="l"/>
            </a:pPr>
            <a:r>
              <a:rPr lang="zh-CN" altLang="en-US" b="1" dirty="0">
                <a:solidFill>
                  <a:srgbClr val="FF33CC"/>
                </a:solidFill>
                <a:effectLst>
                  <a:outerShdw blurRad="38100" dist="38100" dir="2700000" algn="tl">
                    <a:srgbClr val="000000"/>
                  </a:outerShdw>
                </a:effectLst>
                <a:latin typeface="+mn-lt"/>
                <a:ea typeface="楷体" pitchFamily="49" charset="-122"/>
              </a:rPr>
              <a:t>循环体内遇到</a:t>
            </a:r>
            <a:r>
              <a:rPr lang="en-US" altLang="zh-CN" b="1" dirty="0">
                <a:solidFill>
                  <a:srgbClr val="FF33CC"/>
                </a:solidFill>
                <a:effectLst>
                  <a:outerShdw blurRad="38100" dist="38100" dir="2700000" algn="tl">
                    <a:srgbClr val="000000"/>
                  </a:outerShdw>
                </a:effectLst>
                <a:latin typeface="+mn-lt"/>
                <a:ea typeface="楷体" pitchFamily="49" charset="-122"/>
              </a:rPr>
              <a:t>break</a:t>
            </a:r>
            <a:r>
              <a:rPr lang="zh-CN" altLang="en-US" b="1" dirty="0">
                <a:solidFill>
                  <a:srgbClr val="FF33CC"/>
                </a:solidFill>
                <a:effectLst>
                  <a:outerShdw blurRad="38100" dist="38100" dir="2700000" algn="tl">
                    <a:srgbClr val="000000"/>
                  </a:outerShdw>
                </a:effectLst>
                <a:latin typeface="+mn-lt"/>
                <a:ea typeface="楷体" pitchFamily="49" charset="-122"/>
              </a:rPr>
              <a:t>、</a:t>
            </a:r>
            <a:r>
              <a:rPr lang="en-US" altLang="zh-CN" b="1" dirty="0">
                <a:solidFill>
                  <a:srgbClr val="FF33CC"/>
                </a:solidFill>
                <a:effectLst>
                  <a:outerShdw blurRad="38100" dist="38100" dir="2700000" algn="tl">
                    <a:srgbClr val="000000"/>
                  </a:outerShdw>
                </a:effectLst>
                <a:latin typeface="+mn-lt"/>
                <a:ea typeface="楷体" pitchFamily="49" charset="-122"/>
              </a:rPr>
              <a:t>return</a:t>
            </a:r>
            <a:r>
              <a:rPr lang="zh-CN" altLang="en-US" b="1" dirty="0">
                <a:solidFill>
                  <a:srgbClr val="FF33CC"/>
                </a:solidFill>
                <a:effectLst>
                  <a:outerShdw blurRad="38100" dist="38100" dir="2700000" algn="tl">
                    <a:srgbClr val="000000"/>
                  </a:outerShdw>
                </a:effectLst>
                <a:latin typeface="+mn-lt"/>
                <a:ea typeface="楷体" pitchFamily="49" charset="-122"/>
              </a:rPr>
              <a:t>或</a:t>
            </a:r>
            <a:r>
              <a:rPr lang="en-US" altLang="zh-CN" b="1" dirty="0" err="1">
                <a:solidFill>
                  <a:srgbClr val="FF33CC"/>
                </a:solidFill>
                <a:effectLst>
                  <a:outerShdw blurRad="38100" dist="38100" dir="2700000" algn="tl">
                    <a:srgbClr val="000000"/>
                  </a:outerShdw>
                </a:effectLst>
                <a:latin typeface="+mn-lt"/>
                <a:ea typeface="楷体" pitchFamily="49" charset="-122"/>
              </a:rPr>
              <a:t>goto</a:t>
            </a:r>
            <a:r>
              <a:rPr lang="zh-CN" altLang="en-US" b="1" dirty="0">
                <a:solidFill>
                  <a:srgbClr val="FF33CC"/>
                </a:solidFill>
                <a:effectLst>
                  <a:outerShdw blurRad="38100" dist="38100" dir="2700000" algn="tl">
                    <a:srgbClr val="000000"/>
                  </a:outerShdw>
                </a:effectLst>
                <a:latin typeface="+mn-lt"/>
                <a:ea typeface="楷体" pitchFamily="49" charset="-122"/>
              </a:rPr>
              <a:t>语句</a:t>
            </a:r>
            <a:r>
              <a:rPr lang="zh-CN" altLang="en-US" b="1" dirty="0">
                <a:solidFill>
                  <a:srgbClr val="0000FF"/>
                </a:solidFill>
                <a:effectLst>
                  <a:outerShdw blurRad="38100" dist="38100" dir="2700000" algn="tl">
                    <a:srgbClr val="000000"/>
                  </a:outerShdw>
                </a:effectLst>
                <a:latin typeface="+mn-lt"/>
                <a:ea typeface="楷体" pitchFamily="49" charset="-122"/>
              </a:rPr>
              <a:t>（</a:t>
            </a:r>
            <a:r>
              <a:rPr lang="en-US" altLang="zh-CN" b="1" dirty="0">
                <a:solidFill>
                  <a:srgbClr val="0000FF"/>
                </a:solidFill>
                <a:effectLst>
                  <a:outerShdw blurRad="38100" dist="38100" dir="2700000" algn="tl">
                    <a:srgbClr val="000000"/>
                  </a:outerShdw>
                </a:effectLst>
                <a:latin typeface="+mn-lt"/>
                <a:ea typeface="楷体" pitchFamily="49" charset="-122"/>
              </a:rPr>
              <a:t>break</a:t>
            </a:r>
            <a:r>
              <a:rPr lang="zh-CN" altLang="en-US" b="1" dirty="0">
                <a:solidFill>
                  <a:srgbClr val="0000FF"/>
                </a:solidFill>
                <a:effectLst>
                  <a:outerShdw blurRad="38100" dist="38100" dir="2700000" algn="tl">
                    <a:srgbClr val="000000"/>
                  </a:outerShdw>
                </a:effectLst>
                <a:latin typeface="+mn-lt"/>
                <a:ea typeface="楷体" pitchFamily="49" charset="-122"/>
              </a:rPr>
              <a:t>和</a:t>
            </a:r>
            <a:r>
              <a:rPr lang="en-US" altLang="zh-CN" b="1" dirty="0" err="1">
                <a:solidFill>
                  <a:srgbClr val="0000FF"/>
                </a:solidFill>
                <a:effectLst>
                  <a:outerShdw blurRad="38100" dist="38100" dir="2700000" algn="tl">
                    <a:srgbClr val="000000"/>
                  </a:outerShdw>
                </a:effectLst>
                <a:latin typeface="+mn-lt"/>
                <a:ea typeface="楷体" pitchFamily="49" charset="-122"/>
              </a:rPr>
              <a:t>goto</a:t>
            </a:r>
            <a:r>
              <a:rPr lang="zh-CN" altLang="en-US" b="1" dirty="0">
                <a:solidFill>
                  <a:srgbClr val="0000FF"/>
                </a:solidFill>
                <a:effectLst>
                  <a:outerShdw blurRad="38100" dist="38100" dir="2700000" algn="tl">
                    <a:srgbClr val="000000"/>
                  </a:outerShdw>
                </a:effectLst>
                <a:latin typeface="+mn-lt"/>
                <a:ea typeface="楷体" pitchFamily="49" charset="-122"/>
              </a:rPr>
              <a:t>语句将在随后介绍）</a:t>
            </a:r>
            <a:r>
              <a:rPr lang="zh-CN" altLang="en-US" b="1" dirty="0">
                <a:solidFill>
                  <a:srgbClr val="FF33CC"/>
                </a:solidFill>
                <a:effectLst>
                  <a:outerShdw blurRad="38100" dist="38100" dir="2700000" algn="tl">
                    <a:srgbClr val="000000"/>
                  </a:outerShdw>
                </a:effectLst>
                <a:latin typeface="+mn-lt"/>
                <a:ea typeface="楷体" pitchFamily="49" charset="-122"/>
              </a:rPr>
              <a:t>。</a:t>
            </a:r>
          </a:p>
        </p:txBody>
      </p:sp>
      <p:sp>
        <p:nvSpPr>
          <p:cNvPr id="906248" name="Rectangle 8"/>
          <p:cNvSpPr>
            <a:spLocks noChangeArrowheads="1"/>
          </p:cNvSpPr>
          <p:nvPr/>
        </p:nvSpPr>
        <p:spPr bwMode="auto">
          <a:xfrm>
            <a:off x="815042" y="260350"/>
            <a:ext cx="3816920" cy="457200"/>
          </a:xfrm>
          <a:prstGeom prst="rect">
            <a:avLst/>
          </a:prstGeom>
          <a:noFill/>
          <a:ln w="9525">
            <a:noFill/>
            <a:miter lim="800000"/>
            <a:headEnd/>
            <a:tailEnd/>
          </a:ln>
          <a:effectLst/>
        </p:spPr>
        <p:txBody>
          <a:bodyPr wrap="square" anchor="ctr">
            <a:spAutoFit/>
          </a:bodyPr>
          <a:lstStyle/>
          <a:p>
            <a:pPr>
              <a:buFont typeface="Wingdings" pitchFamily="2" charset="2"/>
              <a:buChar char="Ø"/>
            </a:pPr>
            <a:r>
              <a:rPr lang="en-US" altLang="zh-CN" b="1" dirty="0">
                <a:solidFill>
                  <a:schemeClr val="accent1">
                    <a:lumMod val="50000"/>
                  </a:schemeClr>
                </a:solidFill>
                <a:effectLst>
                  <a:outerShdw blurRad="38100" dist="38100" dir="2700000" algn="tl">
                    <a:srgbClr val="000000"/>
                  </a:outerShdw>
                </a:effectLst>
                <a:latin typeface="隶书" pitchFamily="49" charset="-122"/>
                <a:ea typeface="隶书" pitchFamily="49" charset="-122"/>
              </a:rPr>
              <a:t> </a:t>
            </a:r>
            <a:r>
              <a:rPr lang="en-US" altLang="zh-CN" b="1" dirty="0">
                <a:solidFill>
                  <a:srgbClr val="339933"/>
                </a:solidFill>
                <a:effectLst>
                  <a:outerShdw blurRad="38100" dist="38100" dir="2700000" algn="tl">
                    <a:srgbClr val="000000"/>
                  </a:outerShdw>
                </a:effectLst>
                <a:latin typeface="+mn-lt"/>
                <a:ea typeface="楷体" pitchFamily="49" charset="-122"/>
              </a:rPr>
              <a:t>while</a:t>
            </a:r>
            <a:r>
              <a:rPr lang="zh-CN" altLang="en-US" b="1" dirty="0">
                <a:solidFill>
                  <a:srgbClr val="339933"/>
                </a:solidFill>
                <a:effectLst>
                  <a:outerShdw blurRad="38100" dist="38100" dir="2700000" algn="tl">
                    <a:srgbClr val="000000"/>
                  </a:outerShdw>
                </a:effectLst>
                <a:latin typeface="楷体" pitchFamily="49" charset="-122"/>
                <a:ea typeface="楷体" pitchFamily="49" charset="-122"/>
              </a:rPr>
              <a:t>语句注意事项：</a:t>
            </a:r>
          </a:p>
        </p:txBody>
      </p:sp>
      <p:sp>
        <p:nvSpPr>
          <p:cNvPr id="906250" name="Rectangle 10" descr="信纸"/>
          <p:cNvSpPr>
            <a:spLocks noChangeArrowheads="1"/>
          </p:cNvSpPr>
          <p:nvPr/>
        </p:nvSpPr>
        <p:spPr bwMode="auto">
          <a:xfrm>
            <a:off x="2495600" y="1232377"/>
            <a:ext cx="8064896" cy="1225550"/>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400050"/>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a = 0, b = 0;</a:t>
            </a:r>
          </a:p>
          <a:p>
            <a:pPr indent="400050"/>
            <a:r>
              <a:rPr lang="en-US" altLang="zh-CN" b="1" dirty="0">
                <a:effectLst>
                  <a:outerShdw blurRad="38100" dist="38100" dir="2700000" algn="tl">
                    <a:srgbClr val="FFFFFF"/>
                  </a:outerShdw>
                </a:effectLst>
              </a:rPr>
              <a:t>while (a &gt; 0)     </a:t>
            </a:r>
            <a:r>
              <a:rPr lang="en-US" altLang="zh-CN" sz="2000" b="1" dirty="0">
                <a:solidFill>
                  <a:srgbClr val="0033CC"/>
                </a:solidFill>
                <a:effectLst>
                  <a:outerShdw blurRad="38100" dist="38100" dir="2700000" algn="tl">
                    <a:srgbClr val="000000"/>
                  </a:outerShdw>
                </a:effectLst>
                <a:latin typeface="+mn-lt"/>
                <a:ea typeface="楷体" pitchFamily="49" charset="-122"/>
              </a:rPr>
              <a:t>//a &gt; 0</a:t>
            </a:r>
            <a:r>
              <a:rPr lang="zh-CN" altLang="en-US" sz="2000" b="1" dirty="0">
                <a:solidFill>
                  <a:srgbClr val="0033CC"/>
                </a:solidFill>
                <a:effectLst>
                  <a:outerShdw blurRad="38100" dist="38100" dir="2700000" algn="tl">
                    <a:srgbClr val="000000"/>
                  </a:outerShdw>
                </a:effectLst>
                <a:latin typeface="+mn-lt"/>
                <a:ea typeface="楷体" pitchFamily="49" charset="-122"/>
              </a:rPr>
              <a:t>为假，</a:t>
            </a:r>
            <a:r>
              <a:rPr lang="en-US" altLang="zh-CN" sz="2000" b="1" dirty="0">
                <a:solidFill>
                  <a:srgbClr val="0033CC"/>
                </a:solidFill>
                <a:effectLst>
                  <a:outerShdw blurRad="38100" dist="38100" dir="2700000" algn="tl">
                    <a:srgbClr val="000000"/>
                  </a:outerShdw>
                </a:effectLst>
                <a:latin typeface="+mn-lt"/>
                <a:ea typeface="楷体" pitchFamily="49" charset="-122"/>
              </a:rPr>
              <a:t>b++</a:t>
            </a:r>
            <a:r>
              <a:rPr lang="zh-CN" altLang="en-US" sz="2000" b="1" dirty="0">
                <a:solidFill>
                  <a:srgbClr val="0033CC"/>
                </a:solidFill>
                <a:effectLst>
                  <a:outerShdw blurRad="38100" dist="38100" dir="2700000" algn="tl">
                    <a:srgbClr val="000000"/>
                  </a:outerShdw>
                </a:effectLst>
                <a:latin typeface="+mn-lt"/>
                <a:ea typeface="楷体" pitchFamily="49" charset="-122"/>
              </a:rPr>
              <a:t>不可能执行</a:t>
            </a:r>
          </a:p>
          <a:p>
            <a:pPr indent="400050"/>
            <a:r>
              <a:rPr lang="zh-CN" altLang="en-US" b="1" dirty="0">
                <a:effectLst>
                  <a:outerShdw blurRad="38100" dist="38100" dir="2700000" algn="tl">
                    <a:srgbClr val="FFFFFF"/>
                  </a:outerShdw>
                </a:effectLst>
              </a:rPr>
              <a:t>    </a:t>
            </a:r>
            <a:r>
              <a:rPr lang="en-US" altLang="zh-CN" b="1" dirty="0">
                <a:effectLst>
                  <a:outerShdw blurRad="38100" dist="38100" dir="2700000" algn="tl">
                    <a:srgbClr val="FFFFFF"/>
                  </a:outerShdw>
                </a:effectLst>
              </a:rPr>
              <a:t>b++;</a:t>
            </a:r>
          </a:p>
        </p:txBody>
      </p:sp>
      <p:sp>
        <p:nvSpPr>
          <p:cNvPr id="906252" name="Rectangle 12" descr="信纸"/>
          <p:cNvSpPr>
            <a:spLocks noChangeArrowheads="1"/>
          </p:cNvSpPr>
          <p:nvPr/>
        </p:nvSpPr>
        <p:spPr bwMode="auto">
          <a:xfrm>
            <a:off x="1775520" y="2996952"/>
            <a:ext cx="9217024" cy="2677656"/>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400050"/>
            <a:r>
              <a:rPr lang="en-US" altLang="zh-CN" b="1" dirty="0">
                <a:effectLst>
                  <a:outerShdw blurRad="38100" dist="38100" dir="2700000" algn="tl">
                    <a:srgbClr val="FFFFFF"/>
                  </a:outerShdw>
                </a:effectLst>
                <a:ea typeface="楷体_GB2312" pitchFamily="49" charset="-122"/>
              </a:rPr>
              <a:t>int num = 0;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字符计数</a:t>
            </a:r>
          </a:p>
          <a:p>
            <a:pPr indent="400050"/>
            <a:r>
              <a:rPr lang="en-US" altLang="zh-CN" b="1" dirty="0">
                <a:effectLst>
                  <a:outerShdw blurRad="38100" dist="38100" dir="2700000" algn="tl">
                    <a:srgbClr val="FFFFFF"/>
                  </a:outerShdw>
                </a:effectLst>
                <a:ea typeface="楷体_GB2312" pitchFamily="49" charset="-122"/>
              </a:rPr>
              <a:t>while ( 1 )</a:t>
            </a:r>
          </a:p>
          <a:p>
            <a:pPr indent="400050"/>
            <a:r>
              <a:rPr lang="en-US" altLang="zh-CN" b="1" dirty="0">
                <a:effectLst>
                  <a:outerShdw blurRad="38100" dist="38100" dir="2700000" algn="tl">
                    <a:srgbClr val="FFFFFF"/>
                  </a:outerShdw>
                </a:effectLst>
                <a:ea typeface="楷体_GB2312" pitchFamily="49" charset="-122"/>
              </a:rPr>
              <a:t>{</a:t>
            </a:r>
          </a:p>
          <a:p>
            <a:pPr indent="400050"/>
            <a:r>
              <a:rPr lang="en-US" altLang="zh-CN" b="1" dirty="0">
                <a:effectLst>
                  <a:outerShdw blurRad="38100" dist="38100" dir="2700000" algn="tl">
                    <a:srgbClr val="FFFFFF"/>
                  </a:outerShdw>
                </a:effectLst>
                <a:ea typeface="楷体_GB2312" pitchFamily="49" charset="-122"/>
              </a:rPr>
              <a:t>   if (</a:t>
            </a:r>
            <a:r>
              <a:rPr lang="en-US" altLang="zh-CN" b="1" dirty="0" err="1">
                <a:effectLst>
                  <a:outerShdw blurRad="38100" dist="38100" dir="2700000" algn="tl">
                    <a:srgbClr val="FFFFFF"/>
                  </a:outerShdw>
                </a:effectLst>
                <a:ea typeface="楷体_GB2312" pitchFamily="49" charset="-122"/>
              </a:rPr>
              <a:t>getche</a:t>
            </a:r>
            <a:r>
              <a:rPr lang="en-US" altLang="zh-CN" b="1" dirty="0">
                <a:effectLst>
                  <a:outerShdw blurRad="38100" dist="38100" dir="2700000" algn="tl">
                    <a:srgbClr val="FFFFFF"/>
                  </a:outerShdw>
                </a:effectLst>
                <a:ea typeface="楷体_GB2312" pitchFamily="49" charset="-122"/>
              </a:rPr>
              <a:t> ( ) == '\n')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如果输入的字符是回车符，则返回</a:t>
            </a:r>
          </a:p>
          <a:p>
            <a:pPr indent="400050"/>
            <a:r>
              <a:rPr lang="zh-CN" altLang="en-US" b="1" dirty="0">
                <a:effectLst>
                  <a:outerShdw blurRad="38100" dist="38100" dir="2700000" algn="tl">
                    <a:srgbClr val="FFFFFF"/>
                  </a:outerShdw>
                </a:effectLst>
                <a:ea typeface="楷体_GB2312" pitchFamily="49" charset="-122"/>
              </a:rPr>
              <a:t>       </a:t>
            </a:r>
            <a:r>
              <a:rPr lang="en-US" altLang="zh-CN" b="1" dirty="0">
                <a:solidFill>
                  <a:srgbClr val="FF3300"/>
                </a:solidFill>
                <a:effectLst>
                  <a:outerShdw blurRad="38100" dist="38100" dir="2700000" algn="tl">
                    <a:srgbClr val="000000"/>
                  </a:outerShdw>
                </a:effectLst>
                <a:ea typeface="楷体_GB2312" pitchFamily="49" charset="-122"/>
              </a:rPr>
              <a:t>return;</a:t>
            </a:r>
          </a:p>
          <a:p>
            <a:pPr indent="400050"/>
            <a:r>
              <a:rPr lang="en-US" altLang="zh-CN" b="1" dirty="0">
                <a:effectLst>
                  <a:outerShdw blurRad="38100" dist="38100" dir="2700000" algn="tl">
                    <a:srgbClr val="FFFFFF"/>
                  </a:outerShdw>
                </a:effectLst>
                <a:ea typeface="楷体_GB2312" pitchFamily="49" charset="-122"/>
              </a:rPr>
              <a:t>   num++;</a:t>
            </a:r>
          </a:p>
          <a:p>
            <a:pPr indent="400050"/>
            <a:r>
              <a:rPr lang="en-US" altLang="zh-CN" b="1" dirty="0">
                <a:effectLst>
                  <a:outerShdw blurRad="38100" dist="38100" dir="2700000" algn="tl">
                    <a:srgbClr val="FFFFFF"/>
                  </a:outerShdw>
                </a:effectLst>
                <a:ea typeface="楷体_GB2312" pitchFamily="49" charset="-122"/>
              </a:rPr>
              <a:t>}</a:t>
            </a:r>
          </a:p>
        </p:txBody>
      </p:sp>
      <p:grpSp>
        <p:nvGrpSpPr>
          <p:cNvPr id="906253" name="Group 13"/>
          <p:cNvGrpSpPr>
            <a:grpSpLocks/>
          </p:cNvGrpSpPr>
          <p:nvPr/>
        </p:nvGrpSpPr>
        <p:grpSpPr bwMode="auto">
          <a:xfrm>
            <a:off x="-12047" y="0"/>
            <a:ext cx="446088" cy="6858000"/>
            <a:chOff x="0" y="0"/>
            <a:chExt cx="281" cy="4320"/>
          </a:xfrm>
        </p:grpSpPr>
        <p:sp>
          <p:nvSpPr>
            <p:cNvPr id="906254" name="Text Box 1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06255" name="Text Box 1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06248"/>
                                        </p:tgtEl>
                                        <p:attrNameLst>
                                          <p:attrName>style.visibility</p:attrName>
                                        </p:attrNameLst>
                                      </p:cBhvr>
                                      <p:to>
                                        <p:strVal val="visible"/>
                                      </p:to>
                                    </p:set>
                                    <p:anim calcmode="lin" valueType="num">
                                      <p:cBhvr additive="base">
                                        <p:cTn id="7" dur="500" fill="hold"/>
                                        <p:tgtEl>
                                          <p:spTgt spid="906248"/>
                                        </p:tgtEl>
                                        <p:attrNameLst>
                                          <p:attrName>ppt_x</p:attrName>
                                        </p:attrNameLst>
                                      </p:cBhvr>
                                      <p:tavLst>
                                        <p:tav tm="0">
                                          <p:val>
                                            <p:strVal val="0-#ppt_w/2"/>
                                          </p:val>
                                        </p:tav>
                                        <p:tav tm="100000">
                                          <p:val>
                                            <p:strVal val="#ppt_x"/>
                                          </p:val>
                                        </p:tav>
                                      </p:tavLst>
                                    </p:anim>
                                    <p:anim calcmode="lin" valueType="num">
                                      <p:cBhvr additive="base">
                                        <p:cTn id="8" dur="500" fill="hold"/>
                                        <p:tgtEl>
                                          <p:spTgt spid="90624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906251">
                                            <p:txEl>
                                              <p:pRg st="0" end="0"/>
                                            </p:txEl>
                                          </p:spTgt>
                                        </p:tgtEl>
                                        <p:attrNameLst>
                                          <p:attrName>style.visibility</p:attrName>
                                        </p:attrNameLst>
                                      </p:cBhvr>
                                      <p:to>
                                        <p:strVal val="visible"/>
                                      </p:to>
                                    </p:set>
                                    <p:anim calcmode="lin" valueType="num">
                                      <p:cBhvr additive="base">
                                        <p:cTn id="13" dur="500" fill="hold"/>
                                        <p:tgtEl>
                                          <p:spTgt spid="906251">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0625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906250"/>
                                        </p:tgtEl>
                                        <p:attrNameLst>
                                          <p:attrName>style.visibility</p:attrName>
                                        </p:attrNameLst>
                                      </p:cBhvr>
                                      <p:to>
                                        <p:strVal val="visible"/>
                                      </p:to>
                                    </p:set>
                                    <p:animEffect transition="in" filter="box(out)">
                                      <p:cBhvr>
                                        <p:cTn id="19" dur="500"/>
                                        <p:tgtEl>
                                          <p:spTgt spid="906250"/>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et>
                                      <p:cBhvr override="childStyle">
                                        <p:cTn dur="1" fill="hold" display="0" masterRel="nextClick" afterEffect="1"/>
                                        <p:tgtEl>
                                          <p:spTgt spid="906250"/>
                                        </p:tgtEl>
                                        <p:attrNameLst>
                                          <p:attrName>style.visibility</p:attrName>
                                        </p:attrNameLst>
                                      </p:cBhvr>
                                      <p:to>
                                        <p:strVal val="hidden"/>
                                      </p:to>
                                    </p:set>
                                  </p:sub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906251">
                                            <p:txEl>
                                              <p:pRg st="1" end="1"/>
                                            </p:txEl>
                                          </p:spTgt>
                                        </p:tgtEl>
                                        <p:attrNameLst>
                                          <p:attrName>style.visibility</p:attrName>
                                        </p:attrNameLst>
                                      </p:cBhvr>
                                      <p:to>
                                        <p:strVal val="visible"/>
                                      </p:to>
                                    </p:set>
                                    <p:anim calcmode="lin" valueType="num">
                                      <p:cBhvr additive="base">
                                        <p:cTn id="24" dur="500" fill="hold"/>
                                        <p:tgtEl>
                                          <p:spTgt spid="906251">
                                            <p:txEl>
                                              <p:pRg st="1" end="1"/>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90625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906251">
                                            <p:txEl>
                                              <p:pRg st="2" end="2"/>
                                            </p:txEl>
                                          </p:spTgt>
                                        </p:tgtEl>
                                        <p:attrNameLst>
                                          <p:attrName>style.visibility</p:attrName>
                                        </p:attrNameLst>
                                      </p:cBhvr>
                                      <p:to>
                                        <p:strVal val="visible"/>
                                      </p:to>
                                    </p:set>
                                    <p:anim calcmode="lin" valueType="num">
                                      <p:cBhvr additive="base">
                                        <p:cTn id="30" dur="500" fill="hold"/>
                                        <p:tgtEl>
                                          <p:spTgt spid="906251">
                                            <p:txEl>
                                              <p:pRg st="2" end="2"/>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90625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8"/>
                                            </p:cond>
                                          </p:stCondLst>
                                          <p:endCondLst>
                                            <p:cond evt="onStopAudio" delay="0">
                                              <p:tgtEl>
                                                <p:sldTgt/>
                                              </p:tgtEl>
                                            </p:cond>
                                          </p:endCondLst>
                                        </p:cTn>
                                        <p:tgtEl>
                                          <p:sndTgt r:embed="rId2" name="camera.wav"/>
                                        </p:tgtEl>
                                      </p:cMediaNode>
                                    </p:audio>
                                  </p:subTnLst>
                                </p:cTn>
                              </p:par>
                            </p:childTnLst>
                          </p:cTn>
                        </p:par>
                      </p:childTnLst>
                    </p:cTn>
                  </p:par>
                  <p:par>
                    <p:cTn id="32" fill="hold">
                      <p:stCondLst>
                        <p:cond delay="indefinite"/>
                      </p:stCondLst>
                      <p:childTnLst>
                        <p:par>
                          <p:cTn id="33" fill="hold">
                            <p:stCondLst>
                              <p:cond delay="0"/>
                            </p:stCondLst>
                            <p:childTnLst>
                              <p:par>
                                <p:cTn id="34" presetID="2" presetClass="entr" presetSubtype="8" fill="hold" nodeType="clickEffect">
                                  <p:stCondLst>
                                    <p:cond delay="0"/>
                                  </p:stCondLst>
                                  <p:childTnLst>
                                    <p:set>
                                      <p:cBhvr>
                                        <p:cTn id="35" dur="1" fill="hold">
                                          <p:stCondLst>
                                            <p:cond delay="0"/>
                                          </p:stCondLst>
                                        </p:cTn>
                                        <p:tgtEl>
                                          <p:spTgt spid="906251">
                                            <p:txEl>
                                              <p:pRg st="3" end="3"/>
                                            </p:txEl>
                                          </p:spTgt>
                                        </p:tgtEl>
                                        <p:attrNameLst>
                                          <p:attrName>style.visibility</p:attrName>
                                        </p:attrNameLst>
                                      </p:cBhvr>
                                      <p:to>
                                        <p:strVal val="visible"/>
                                      </p:to>
                                    </p:set>
                                    <p:anim calcmode="lin" valueType="num">
                                      <p:cBhvr additive="base">
                                        <p:cTn id="36" dur="500" fill="hold"/>
                                        <p:tgtEl>
                                          <p:spTgt spid="906251">
                                            <p:txEl>
                                              <p:pRg st="3" end="3"/>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906251">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906251">
                                            <p:txEl>
                                              <p:pRg st="4" end="4"/>
                                            </p:txEl>
                                          </p:spTgt>
                                        </p:tgtEl>
                                        <p:attrNameLst>
                                          <p:attrName>style.visibility</p:attrName>
                                        </p:attrNameLst>
                                      </p:cBhvr>
                                      <p:to>
                                        <p:strVal val="visible"/>
                                      </p:to>
                                    </p:set>
                                    <p:anim calcmode="lin" valueType="num">
                                      <p:cBhvr additive="base">
                                        <p:cTn id="42" dur="500" fill="hold"/>
                                        <p:tgtEl>
                                          <p:spTgt spid="906251">
                                            <p:txEl>
                                              <p:pRg st="4" end="4"/>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906251">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4" fill="hold">
                      <p:stCondLst>
                        <p:cond delay="indefinite"/>
                      </p:stCondLst>
                      <p:childTnLst>
                        <p:par>
                          <p:cTn id="45" fill="hold">
                            <p:stCondLst>
                              <p:cond delay="0"/>
                            </p:stCondLst>
                            <p:childTnLst>
                              <p:par>
                                <p:cTn id="46" presetID="4" presetClass="entr" presetSubtype="32" fill="hold" grpId="0" nodeType="clickEffect">
                                  <p:stCondLst>
                                    <p:cond delay="0"/>
                                  </p:stCondLst>
                                  <p:childTnLst>
                                    <p:set>
                                      <p:cBhvr>
                                        <p:cTn id="47" dur="1" fill="hold">
                                          <p:stCondLst>
                                            <p:cond delay="0"/>
                                          </p:stCondLst>
                                        </p:cTn>
                                        <p:tgtEl>
                                          <p:spTgt spid="906252"/>
                                        </p:tgtEl>
                                        <p:attrNameLst>
                                          <p:attrName>style.visibility</p:attrName>
                                        </p:attrNameLst>
                                      </p:cBhvr>
                                      <p:to>
                                        <p:strVal val="visible"/>
                                      </p:to>
                                    </p:set>
                                    <p:animEffect transition="in" filter="box(out)">
                                      <p:cBhvr>
                                        <p:cTn id="48" dur="500"/>
                                        <p:tgtEl>
                                          <p:spTgt spid="906252"/>
                                        </p:tgtEl>
                                      </p:cBhvr>
                                    </p:animEffect>
                                  </p:childTnLst>
                                  <p:subTnLst>
                                    <p:audio>
                                      <p:cMediaNode>
                                        <p:cTn display="0" masterRel="sameClick">
                                          <p:stCondLst>
                                            <p:cond evt="begin" delay="0">
                                              <p:tn val="46"/>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6248" grpId="0"/>
      <p:bldP spid="906250" grpId="0" animBg="1"/>
      <p:bldP spid="90625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7266" name="Rectangle 2"/>
          <p:cNvSpPr>
            <a:spLocks noChangeArrowheads="1"/>
          </p:cNvSpPr>
          <p:nvPr/>
        </p:nvSpPr>
        <p:spPr bwMode="auto">
          <a:xfrm>
            <a:off x="672046" y="769928"/>
            <a:ext cx="11184594" cy="1938992"/>
          </a:xfrm>
          <a:prstGeom prst="rect">
            <a:avLst/>
          </a:prstGeom>
          <a:noFill/>
          <a:ln w="9525">
            <a:noFill/>
            <a:miter lim="800000"/>
            <a:headEnd/>
            <a:tailEnd/>
          </a:ln>
          <a:effectLst/>
        </p:spPr>
        <p:txBody>
          <a:bodyPr wrap="square">
            <a:spAutoFit/>
          </a:bodyPr>
          <a:lstStyle/>
          <a:p>
            <a:pPr>
              <a:spcBef>
                <a:spcPts val="0"/>
              </a:spcBef>
            </a:pPr>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4</a:t>
            </a:r>
            <a:r>
              <a:rPr lang="zh-CN" altLang="en-US" b="1" dirty="0">
                <a:effectLst>
                  <a:outerShdw blurRad="38100" dist="38100" dir="2700000" algn="tl">
                    <a:srgbClr val="FFFFFF"/>
                  </a:outerShdw>
                </a:effectLst>
                <a:latin typeface="+mn-lt"/>
                <a:ea typeface="楷体" pitchFamily="49" charset="-122"/>
              </a:rPr>
              <a:t>）在执行</a:t>
            </a:r>
            <a:r>
              <a:rPr lang="en-US" altLang="zh-CN" b="1" dirty="0">
                <a:effectLst>
                  <a:outerShdw blurRad="38100" dist="38100" dir="2700000" algn="tl">
                    <a:srgbClr val="FFFFFF"/>
                  </a:outerShdw>
                </a:effectLst>
                <a:latin typeface="+mn-lt"/>
                <a:ea typeface="楷体" pitchFamily="49" charset="-122"/>
              </a:rPr>
              <a:t>while</a:t>
            </a:r>
            <a:r>
              <a:rPr lang="zh-CN" altLang="en-US" b="1" dirty="0">
                <a:effectLst>
                  <a:outerShdw blurRad="38100" dist="38100" dir="2700000" algn="tl">
                    <a:srgbClr val="FFFFFF"/>
                  </a:outerShdw>
                </a:effectLst>
                <a:latin typeface="+mn-lt"/>
                <a:ea typeface="楷体" pitchFamily="49" charset="-122"/>
              </a:rPr>
              <a:t>语句之前，循环控制变量必须初始化，否则执行的结果将是不可预知的。</a:t>
            </a:r>
            <a:endParaRPr lang="en-US" altLang="zh-CN" b="1" dirty="0">
              <a:effectLst>
                <a:outerShdw blurRad="38100" dist="38100" dir="2700000" algn="tl">
                  <a:srgbClr val="FFFFFF"/>
                </a:outerShdw>
              </a:effectLst>
              <a:latin typeface="+mn-lt"/>
              <a:ea typeface="楷体" pitchFamily="49" charset="-122"/>
            </a:endParaRPr>
          </a:p>
          <a:p>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5</a:t>
            </a:r>
            <a:r>
              <a:rPr lang="zh-CN" altLang="en-US" b="1" dirty="0">
                <a:effectLst>
                  <a:outerShdw blurRad="38100" dist="38100" dir="2700000" algn="tl">
                    <a:srgbClr val="FFFFFF"/>
                  </a:outerShdw>
                </a:effectLst>
                <a:latin typeface="+mn-lt"/>
                <a:ea typeface="楷体" pitchFamily="49" charset="-122"/>
              </a:rPr>
              <a:t>）要在</a:t>
            </a:r>
            <a:r>
              <a:rPr lang="en-US" altLang="zh-CN" b="1" dirty="0">
                <a:effectLst>
                  <a:outerShdw blurRad="38100" dist="38100" dir="2700000" algn="tl">
                    <a:srgbClr val="FFFFFF"/>
                  </a:outerShdw>
                </a:effectLst>
                <a:latin typeface="+mn-lt"/>
                <a:ea typeface="楷体" pitchFamily="49" charset="-122"/>
              </a:rPr>
              <a:t>while</a:t>
            </a:r>
            <a:r>
              <a:rPr lang="zh-CN" altLang="en-US" b="1" dirty="0">
                <a:effectLst>
                  <a:outerShdw blurRad="38100" dist="38100" dir="2700000" algn="tl">
                    <a:srgbClr val="FFFFFF"/>
                  </a:outerShdw>
                </a:effectLst>
                <a:latin typeface="+mn-lt"/>
                <a:ea typeface="楷体" pitchFamily="49" charset="-122"/>
              </a:rPr>
              <a:t>语句的某处（表达式或循环体内）改变循环控制变量，否则极易构成死循环。</a:t>
            </a:r>
            <a:endParaRPr lang="en-US" altLang="zh-CN" b="1" dirty="0">
              <a:effectLst>
                <a:outerShdw blurRad="38100" dist="38100" dir="2700000" algn="tl">
                  <a:srgbClr val="FFFFFF"/>
                </a:outerShdw>
              </a:effectLst>
              <a:latin typeface="+mn-lt"/>
              <a:ea typeface="楷体" pitchFamily="49" charset="-122"/>
            </a:endParaRPr>
          </a:p>
          <a:p>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6</a:t>
            </a:r>
            <a:r>
              <a:rPr lang="zh-CN" altLang="en-US" b="1" dirty="0">
                <a:effectLst>
                  <a:outerShdw blurRad="38100" dist="38100" dir="2700000" algn="tl">
                    <a:srgbClr val="FFFFFF"/>
                  </a:outerShdw>
                </a:effectLst>
                <a:latin typeface="+mn-lt"/>
                <a:ea typeface="楷体" pitchFamily="49" charset="-122"/>
              </a:rPr>
              <a:t>）允许</a:t>
            </a:r>
            <a:r>
              <a:rPr lang="en-US" altLang="zh-CN" b="1" dirty="0">
                <a:effectLst>
                  <a:outerShdw blurRad="38100" dist="38100" dir="2700000" algn="tl">
                    <a:srgbClr val="FFFFFF"/>
                  </a:outerShdw>
                </a:effectLst>
                <a:latin typeface="+mn-lt"/>
                <a:ea typeface="楷体" pitchFamily="49" charset="-122"/>
              </a:rPr>
              <a:t>while</a:t>
            </a:r>
            <a:r>
              <a:rPr lang="zh-CN" altLang="en-US" b="1" dirty="0">
                <a:effectLst>
                  <a:outerShdw blurRad="38100" dist="38100" dir="2700000" algn="tl">
                    <a:srgbClr val="FFFFFF"/>
                  </a:outerShdw>
                </a:effectLst>
                <a:latin typeface="+mn-lt"/>
                <a:ea typeface="楷体" pitchFamily="49" charset="-122"/>
              </a:rPr>
              <a:t>语句的循环体又是</a:t>
            </a:r>
            <a:r>
              <a:rPr lang="en-US" altLang="zh-CN" b="1" dirty="0">
                <a:effectLst>
                  <a:outerShdw blurRad="38100" dist="38100" dir="2700000" algn="tl">
                    <a:srgbClr val="FFFFFF"/>
                  </a:outerShdw>
                </a:effectLst>
                <a:latin typeface="+mn-lt"/>
                <a:ea typeface="楷体" pitchFamily="49" charset="-122"/>
              </a:rPr>
              <a:t>while</a:t>
            </a:r>
            <a:r>
              <a:rPr lang="zh-CN" altLang="en-US" b="1" dirty="0">
                <a:effectLst>
                  <a:outerShdw blurRad="38100" dist="38100" dir="2700000" algn="tl">
                    <a:srgbClr val="FFFFFF"/>
                  </a:outerShdw>
                </a:effectLst>
                <a:latin typeface="+mn-lt"/>
                <a:ea typeface="楷体" pitchFamily="49" charset="-122"/>
              </a:rPr>
              <a:t>语句，从而形成双重循环。</a:t>
            </a:r>
            <a:r>
              <a:rPr lang="zh-CN" altLang="en-US" dirty="0">
                <a:latin typeface="+mn-lt"/>
                <a:ea typeface="楷体" pitchFamily="49" charset="-122"/>
              </a:rPr>
              <a:t>   </a:t>
            </a:r>
          </a:p>
        </p:txBody>
      </p:sp>
      <p:grpSp>
        <p:nvGrpSpPr>
          <p:cNvPr id="907276" name="Group 12"/>
          <p:cNvGrpSpPr>
            <a:grpSpLocks/>
          </p:cNvGrpSpPr>
          <p:nvPr/>
        </p:nvGrpSpPr>
        <p:grpSpPr bwMode="auto">
          <a:xfrm>
            <a:off x="-12167" y="0"/>
            <a:ext cx="446088" cy="6858000"/>
            <a:chOff x="0" y="0"/>
            <a:chExt cx="281" cy="4320"/>
          </a:xfrm>
        </p:grpSpPr>
        <p:sp>
          <p:nvSpPr>
            <p:cNvPr id="907277" name="Text Box 1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07278" name="Text Box 1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10" name="Rectangle 8">
            <a:extLst>
              <a:ext uri="{FF2B5EF4-FFF2-40B4-BE49-F238E27FC236}">
                <a16:creationId xmlns:a16="http://schemas.microsoft.com/office/drawing/2014/main" id="{94F3F26B-807C-4686-A236-126EC06934AE}"/>
              </a:ext>
            </a:extLst>
          </p:cNvPr>
          <p:cNvSpPr>
            <a:spLocks noChangeArrowheads="1"/>
          </p:cNvSpPr>
          <p:nvPr/>
        </p:nvSpPr>
        <p:spPr bwMode="auto">
          <a:xfrm>
            <a:off x="815042" y="260350"/>
            <a:ext cx="3816920" cy="457200"/>
          </a:xfrm>
          <a:prstGeom prst="rect">
            <a:avLst/>
          </a:prstGeom>
          <a:noFill/>
          <a:ln w="9525">
            <a:noFill/>
            <a:miter lim="800000"/>
            <a:headEnd/>
            <a:tailEnd/>
          </a:ln>
          <a:effectLst/>
        </p:spPr>
        <p:txBody>
          <a:bodyPr wrap="square" anchor="ctr">
            <a:spAutoFit/>
          </a:bodyPr>
          <a:lstStyle/>
          <a:p>
            <a:pPr>
              <a:buFont typeface="Wingdings" pitchFamily="2" charset="2"/>
              <a:buChar char="Ø"/>
            </a:pPr>
            <a:r>
              <a:rPr lang="en-US" altLang="zh-CN" b="1" dirty="0">
                <a:solidFill>
                  <a:schemeClr val="accent1">
                    <a:lumMod val="50000"/>
                  </a:schemeClr>
                </a:solidFill>
                <a:effectLst>
                  <a:outerShdw blurRad="38100" dist="38100" dir="2700000" algn="tl">
                    <a:srgbClr val="000000"/>
                  </a:outerShdw>
                </a:effectLst>
                <a:latin typeface="隶书" pitchFamily="49" charset="-122"/>
                <a:ea typeface="隶书" pitchFamily="49" charset="-122"/>
              </a:rPr>
              <a:t> </a:t>
            </a:r>
            <a:r>
              <a:rPr lang="en-US" altLang="zh-CN" b="1" dirty="0">
                <a:solidFill>
                  <a:srgbClr val="339933"/>
                </a:solidFill>
                <a:effectLst>
                  <a:outerShdw blurRad="38100" dist="38100" dir="2700000" algn="tl">
                    <a:srgbClr val="000000"/>
                  </a:outerShdw>
                </a:effectLst>
                <a:latin typeface="+mn-lt"/>
                <a:ea typeface="楷体" pitchFamily="49" charset="-122"/>
              </a:rPr>
              <a:t>while</a:t>
            </a:r>
            <a:r>
              <a:rPr lang="zh-CN" altLang="en-US" b="1" dirty="0">
                <a:solidFill>
                  <a:srgbClr val="339933"/>
                </a:solidFill>
                <a:effectLst>
                  <a:outerShdw blurRad="38100" dist="38100" dir="2700000" algn="tl">
                    <a:srgbClr val="000000"/>
                  </a:outerShdw>
                </a:effectLst>
                <a:latin typeface="楷体" pitchFamily="49" charset="-122"/>
                <a:ea typeface="楷体" pitchFamily="49" charset="-122"/>
              </a:rPr>
              <a:t>语句注意事项：</a:t>
            </a:r>
          </a:p>
        </p:txBody>
      </p:sp>
      <p:sp>
        <p:nvSpPr>
          <p:cNvPr id="907273" name="Rectangle 9" descr="信纸"/>
          <p:cNvSpPr>
            <a:spLocks noChangeArrowheads="1"/>
          </p:cNvSpPr>
          <p:nvPr/>
        </p:nvSpPr>
        <p:spPr bwMode="auto">
          <a:xfrm>
            <a:off x="2928094" y="1650280"/>
            <a:ext cx="6192836" cy="4154984"/>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D60093"/>
                </a:solidFill>
                <a:effectLst>
                  <a:outerShdw blurRad="38100" dist="38100" dir="2700000" algn="tl">
                    <a:srgbClr val="000000"/>
                  </a:outerShdw>
                </a:effectLst>
                <a:latin typeface="隶书" pitchFamily="49" charset="-122"/>
                <a:ea typeface="隶书" pitchFamily="49" charset="-122"/>
              </a:rPr>
              <a:t>例：计算</a:t>
            </a:r>
            <a:r>
              <a:rPr lang="en-US" altLang="zh-CN" b="1" dirty="0">
                <a:solidFill>
                  <a:srgbClr val="D60093"/>
                </a:solidFill>
                <a:effectLst>
                  <a:outerShdw blurRad="38100" dist="38100" dir="2700000" algn="tl">
                    <a:srgbClr val="000000"/>
                  </a:outerShdw>
                </a:effectLst>
                <a:latin typeface="隶书" pitchFamily="49" charset="-122"/>
                <a:ea typeface="隶书" pitchFamily="49" charset="-122"/>
              </a:rPr>
              <a:t>10! </a:t>
            </a:r>
          </a:p>
          <a:p>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a:t>
            </a:r>
          </a:p>
          <a:p>
            <a:r>
              <a:rPr lang="en-US" altLang="zh-CN" b="1" dirty="0">
                <a:solidFill>
                  <a:srgbClr val="CC3300"/>
                </a:solidFill>
                <a:effectLst>
                  <a:outerShdw blurRad="38100" dist="38100" dir="2700000" algn="tl">
                    <a:srgbClr val="000000"/>
                  </a:outerShdw>
                </a:effectLst>
              </a:rPr>
              <a:t> </a:t>
            </a:r>
            <a:r>
              <a:rPr lang="en-US" altLang="zh-CN" b="1" dirty="0" err="1">
                <a:solidFill>
                  <a:srgbClr val="CC3300"/>
                </a:solidFill>
                <a:effectLst>
                  <a:outerShdw blurRad="38100" dist="38100" dir="2700000" algn="tl">
                    <a:srgbClr val="000000"/>
                  </a:outerShdw>
                </a:effectLst>
              </a:rPr>
              <a:t>int</a:t>
            </a:r>
            <a:r>
              <a:rPr lang="en-US" altLang="zh-CN" b="1" dirty="0">
                <a:solidFill>
                  <a:srgbClr val="CC3300"/>
                </a:solidFill>
                <a:effectLst>
                  <a:outerShdw blurRad="38100" dist="38100" dir="2700000" algn="tl">
                    <a:srgbClr val="000000"/>
                  </a:outerShdw>
                </a:effectLst>
              </a:rPr>
              <a:t> main ( )</a:t>
            </a:r>
          </a:p>
          <a:p>
            <a:r>
              <a:rPr lang="en-US" altLang="zh-CN" b="1" dirty="0">
                <a:effectLst>
                  <a:outerShdw blurRad="38100" dist="38100" dir="2700000" algn="tl">
                    <a:srgbClr val="FFFFFF"/>
                  </a:outerShdw>
                </a:effectLst>
              </a:rPr>
              <a:t> {</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a:t>
            </a:r>
            <a:r>
              <a:rPr lang="en-US" altLang="zh-CN" sz="2000" b="1" dirty="0">
                <a:solidFill>
                  <a:srgbClr val="0033CC"/>
                </a:solidFill>
                <a:effectLst>
                  <a:outerShdw blurRad="38100" dist="38100" dir="2700000" algn="tl">
                    <a:srgbClr val="000000"/>
                  </a:outerShdw>
                </a:effectLst>
                <a:latin typeface="+mn-lt"/>
                <a:ea typeface="楷体" pitchFamily="49" charset="-122"/>
              </a:rPr>
              <a:t>// </a:t>
            </a:r>
            <a:r>
              <a:rPr lang="en-US" altLang="zh-CN" sz="2000" b="1" dirty="0" err="1">
                <a:solidFill>
                  <a:srgbClr val="0033CC"/>
                </a:solidFill>
                <a:effectLst>
                  <a:outerShdw blurRad="38100" dist="38100" dir="2700000" algn="tl">
                    <a:srgbClr val="000000"/>
                  </a:outerShdw>
                </a:effectLst>
                <a:latin typeface="+mn-lt"/>
                <a:ea typeface="楷体" pitchFamily="49" charset="-122"/>
              </a:rPr>
              <a:t>i</a:t>
            </a:r>
            <a:r>
              <a:rPr lang="zh-CN" altLang="en-US" sz="2000" b="1" dirty="0">
                <a:solidFill>
                  <a:srgbClr val="0033CC"/>
                </a:solidFill>
                <a:effectLst>
                  <a:outerShdw blurRad="38100" dist="38100" dir="2700000" algn="tl">
                    <a:srgbClr val="000000"/>
                  </a:outerShdw>
                </a:effectLst>
                <a:latin typeface="+mn-lt"/>
                <a:ea typeface="楷体" pitchFamily="49" charset="-122"/>
              </a:rPr>
              <a:t>应赋初始值</a:t>
            </a:r>
            <a:r>
              <a:rPr lang="en-US" altLang="zh-CN" sz="2000" b="1" dirty="0">
                <a:solidFill>
                  <a:srgbClr val="0033CC"/>
                </a:solidFill>
                <a:effectLst>
                  <a:outerShdw blurRad="38100" dist="38100" dir="2700000" algn="tl">
                    <a:srgbClr val="000000"/>
                  </a:outerShdw>
                </a:effectLst>
                <a:latin typeface="+mn-lt"/>
                <a:ea typeface="楷体" pitchFamily="49" charset="-122"/>
              </a:rPr>
              <a:t>10</a:t>
            </a:r>
          </a:p>
          <a:p>
            <a:r>
              <a:rPr lang="en-US" altLang="zh-CN" b="1" dirty="0">
                <a:effectLst>
                  <a:outerShdw blurRad="38100" dist="38100" dir="2700000" algn="tl">
                    <a:srgbClr val="FFFFFF"/>
                  </a:outerShdw>
                </a:effectLst>
              </a:rPr>
              <a:t>    long s = 1;</a:t>
            </a:r>
          </a:p>
          <a:p>
            <a:r>
              <a:rPr lang="en-US" altLang="zh-CN" b="1" dirty="0">
                <a:effectLst>
                  <a:outerShdw blurRad="38100" dist="38100" dir="2700000" algn="tl">
                    <a:srgbClr val="FFFFFF"/>
                  </a:outerShdw>
                </a:effectLst>
              </a:rPr>
              <a:t>    while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&gt;= 1)</a:t>
            </a:r>
          </a:p>
          <a:p>
            <a:r>
              <a:rPr lang="en-US" altLang="zh-CN" b="1" dirty="0">
                <a:effectLst>
                  <a:outerShdw blurRad="38100" dist="38100" dir="2700000" algn="tl">
                    <a:srgbClr val="FFFFFF"/>
                  </a:outerShdw>
                </a:effectLst>
              </a:rPr>
              <a:t>        s *=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("10! = %ld\n", s);</a:t>
            </a:r>
          </a:p>
          <a:p>
            <a:r>
              <a:rPr lang="en-US" altLang="zh-CN" b="1" dirty="0">
                <a:effectLst>
                  <a:outerShdw blurRad="38100" dist="38100" dir="2700000" algn="tl">
                    <a:srgbClr val="FFFFFF"/>
                  </a:outerShdw>
                </a:effectLst>
              </a:rPr>
              <a:t>    return 0;</a:t>
            </a:r>
          </a:p>
          <a:p>
            <a:r>
              <a:rPr lang="en-US" altLang="zh-CN" b="1" dirty="0">
                <a:effectLst>
                  <a:outerShdw blurRad="38100" dist="38100" dir="2700000" algn="tl">
                    <a:srgbClr val="FFFFFF"/>
                  </a:outerShdw>
                </a:effectLst>
              </a:rPr>
              <a:t> }</a:t>
            </a:r>
          </a:p>
        </p:txBody>
      </p:sp>
      <p:sp>
        <p:nvSpPr>
          <p:cNvPr id="907274" name="Rectangle 10" descr="信纸"/>
          <p:cNvSpPr>
            <a:spLocks noChangeArrowheads="1"/>
          </p:cNvSpPr>
          <p:nvPr/>
        </p:nvSpPr>
        <p:spPr bwMode="auto">
          <a:xfrm>
            <a:off x="1659011" y="2564904"/>
            <a:ext cx="9210664" cy="159067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b="1" dirty="0" err="1">
                <a:effectLst>
                  <a:outerShdw blurRad="38100" dist="38100" dir="2700000" algn="tl">
                    <a:srgbClr val="FFFFFF"/>
                  </a:outerShdw>
                </a:effectLst>
                <a:ea typeface="楷体_GB2312" pitchFamily="49" charset="-122"/>
              </a:rPr>
              <a:t>i</a:t>
            </a:r>
            <a:r>
              <a:rPr lang="en-US" altLang="zh-CN" b="1" dirty="0">
                <a:effectLst>
                  <a:outerShdw blurRad="38100" dist="38100" dir="2700000" algn="tl">
                    <a:srgbClr val="FFFFFF"/>
                  </a:outerShdw>
                </a:effectLst>
                <a:ea typeface="楷体_GB2312" pitchFamily="49" charset="-122"/>
              </a:rPr>
              <a:t> = 1;</a:t>
            </a:r>
          </a:p>
          <a:p>
            <a:pPr indent="266700"/>
            <a:r>
              <a:rPr lang="en-US" altLang="zh-CN" b="1" dirty="0">
                <a:effectLst>
                  <a:outerShdw blurRad="38100" dist="38100" dir="2700000" algn="tl">
                    <a:srgbClr val="FFFFFF"/>
                  </a:outerShdw>
                </a:effectLst>
                <a:ea typeface="楷体_GB2312" pitchFamily="49" charset="-122"/>
              </a:rPr>
              <a:t>while (</a:t>
            </a:r>
            <a:r>
              <a:rPr lang="en-US" altLang="zh-CN" b="1" dirty="0" err="1">
                <a:effectLst>
                  <a:outerShdw blurRad="38100" dist="38100" dir="2700000" algn="tl">
                    <a:srgbClr val="FFFFFF"/>
                  </a:outerShdw>
                </a:effectLst>
                <a:ea typeface="楷体_GB2312" pitchFamily="49" charset="-122"/>
              </a:rPr>
              <a:t>i</a:t>
            </a:r>
            <a:r>
              <a:rPr lang="en-US" altLang="zh-CN" b="1" dirty="0">
                <a:effectLst>
                  <a:outerShdw blurRad="38100" dist="38100" dir="2700000" algn="tl">
                    <a:srgbClr val="FFFFFF"/>
                  </a:outerShdw>
                </a:effectLst>
                <a:ea typeface="楷体_GB2312" pitchFamily="49" charset="-122"/>
              </a:rPr>
              <a:t> &lt; 100)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死循环，因为</a:t>
            </a:r>
            <a:r>
              <a:rPr lang="en-US" altLang="zh-CN" sz="2000" b="1" dirty="0" err="1">
                <a:solidFill>
                  <a:schemeClr val="accent2"/>
                </a:solidFill>
                <a:effectLst>
                  <a:outerShdw blurRad="38100" dist="38100" dir="2700000" algn="tl">
                    <a:srgbClr val="000000"/>
                  </a:outerShdw>
                </a:effectLst>
                <a:latin typeface="+mn-lt"/>
                <a:ea typeface="楷体" pitchFamily="49" charset="-122"/>
              </a:rPr>
              <a:t>i</a:t>
            </a:r>
            <a:r>
              <a:rPr lang="zh-CN" altLang="en-US" sz="2000" b="1" dirty="0">
                <a:solidFill>
                  <a:schemeClr val="accent2"/>
                </a:solidFill>
                <a:effectLst>
                  <a:outerShdw blurRad="38100" dist="38100" dir="2700000" algn="tl">
                    <a:srgbClr val="000000"/>
                  </a:outerShdw>
                </a:effectLst>
                <a:latin typeface="+mn-lt"/>
                <a:ea typeface="楷体" pitchFamily="49" charset="-122"/>
              </a:rPr>
              <a:t>的值没变化，永远小于</a:t>
            </a:r>
            <a:r>
              <a:rPr lang="en-US" altLang="zh-CN" sz="2000" b="1" dirty="0">
                <a:solidFill>
                  <a:schemeClr val="accent2"/>
                </a:solidFill>
                <a:effectLst>
                  <a:outerShdw blurRad="38100" dist="38100" dir="2700000" algn="tl">
                    <a:srgbClr val="000000"/>
                  </a:outerShdw>
                </a:effectLst>
                <a:latin typeface="+mn-lt"/>
                <a:ea typeface="楷体" pitchFamily="49" charset="-122"/>
              </a:rPr>
              <a:t>100</a:t>
            </a:r>
          </a:p>
          <a:p>
            <a:pPr indent="266700"/>
            <a:r>
              <a:rPr lang="en-US" altLang="zh-CN" b="1" dirty="0">
                <a:effectLst>
                  <a:outerShdw blurRad="38100" dist="38100" dir="2700000" algn="tl">
                    <a:srgbClr val="FFFFFF"/>
                  </a:outerShdw>
                </a:effectLst>
                <a:ea typeface="楷体_GB2312" pitchFamily="49" charset="-122"/>
              </a:rPr>
              <a:t>    sum += </a:t>
            </a:r>
            <a:r>
              <a:rPr lang="en-US" altLang="zh-CN" b="1" dirty="0" err="1">
                <a:effectLst>
                  <a:outerShdw blurRad="38100" dist="38100" dir="2700000" algn="tl">
                    <a:srgbClr val="FFFFFF"/>
                  </a:outerShdw>
                </a:effectLst>
                <a:ea typeface="楷体_GB2312" pitchFamily="49" charset="-122"/>
              </a:rPr>
              <a:t>i</a:t>
            </a:r>
            <a:r>
              <a:rPr lang="en-US" altLang="zh-CN" b="1" dirty="0">
                <a:effectLst>
                  <a:outerShdw blurRad="38100" dist="38100" dir="2700000" algn="tl">
                    <a:srgbClr val="FFFFFF"/>
                  </a:outerShdw>
                </a:effectLst>
                <a:ea typeface="楷体_GB2312" pitchFamily="49" charset="-122"/>
              </a:rPr>
              <a:t>;</a:t>
            </a:r>
          </a:p>
          <a:p>
            <a:pPr indent="266700"/>
            <a:r>
              <a:rPr lang="en-US" altLang="zh-CN" b="1" dirty="0" err="1">
                <a:effectLst>
                  <a:outerShdw blurRad="38100" dist="38100" dir="2700000" algn="tl">
                    <a:srgbClr val="FFFFFF"/>
                  </a:outerShdw>
                </a:effectLst>
                <a:ea typeface="楷体_GB2312" pitchFamily="49" charset="-122"/>
              </a:rPr>
              <a:t>printf</a:t>
            </a:r>
            <a:r>
              <a:rPr lang="en-US" altLang="zh-CN" b="1" dirty="0">
                <a:effectLst>
                  <a:outerShdw blurRad="38100" dist="38100" dir="2700000" algn="tl">
                    <a:srgbClr val="FFFFFF"/>
                  </a:outerShdw>
                </a:effectLst>
                <a:ea typeface="楷体_GB2312" pitchFamily="49" charset="-122"/>
              </a:rPr>
              <a:t> ("sum = %d\n", sum);</a:t>
            </a:r>
          </a:p>
        </p:txBody>
      </p:sp>
      <p:sp>
        <p:nvSpPr>
          <p:cNvPr id="907275" name="Rectangle 11" descr="信纸"/>
          <p:cNvSpPr>
            <a:spLocks noChangeArrowheads="1"/>
          </p:cNvSpPr>
          <p:nvPr/>
        </p:nvSpPr>
        <p:spPr bwMode="auto">
          <a:xfrm>
            <a:off x="2927648" y="2594818"/>
            <a:ext cx="6192837" cy="4146550"/>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indent="266700"/>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 1; </a:t>
            </a:r>
          </a:p>
          <a:p>
            <a:pPr indent="266700"/>
            <a:r>
              <a:rPr lang="en-US" altLang="zh-CN" b="1" dirty="0">
                <a:effectLst>
                  <a:outerShdw blurRad="38100" dist="38100" dir="2700000" algn="tl">
                    <a:srgbClr val="FFFFFF"/>
                  </a:outerShdw>
                </a:effectLst>
              </a:rPr>
              <a:t>  while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&lt;= 9)</a:t>
            </a:r>
          </a:p>
          <a:p>
            <a:pPr indent="266700"/>
            <a:r>
              <a:rPr lang="en-US" altLang="zh-CN" b="1" dirty="0">
                <a:effectLst>
                  <a:outerShdw blurRad="38100" dist="38100" dir="2700000" algn="tl">
                    <a:srgbClr val="FFFFFF"/>
                  </a:outerShdw>
                </a:effectLst>
              </a:rPr>
              <a:t>  {</a:t>
            </a:r>
          </a:p>
          <a:p>
            <a:pPr indent="266700"/>
            <a:r>
              <a:rPr lang="en-US" altLang="zh-CN" b="1" dirty="0">
                <a:effectLst>
                  <a:outerShdw blurRad="38100" dist="38100" dir="2700000" algn="tl">
                    <a:srgbClr val="FFFFFF"/>
                  </a:outerShdw>
                </a:effectLst>
              </a:rPr>
              <a:t>     j = 1;</a:t>
            </a:r>
          </a:p>
          <a:p>
            <a:pPr indent="266700"/>
            <a:r>
              <a:rPr lang="en-US" altLang="zh-CN" b="1" dirty="0">
                <a:effectLst>
                  <a:outerShdw blurRad="38100" dist="38100" dir="2700000" algn="tl">
                    <a:srgbClr val="FFFFFF"/>
                  </a:outerShdw>
                </a:effectLst>
              </a:rPr>
              <a:t>    </a:t>
            </a:r>
            <a:r>
              <a:rPr lang="en-US" altLang="zh-CN" b="1" dirty="0">
                <a:solidFill>
                  <a:srgbClr val="D60093"/>
                </a:solidFill>
                <a:effectLst>
                  <a:outerShdw blurRad="38100" dist="38100" dir="2700000" algn="tl">
                    <a:srgbClr val="000000"/>
                  </a:outerShdw>
                </a:effectLst>
              </a:rPr>
              <a:t>while (j &lt;= 9)</a:t>
            </a:r>
          </a:p>
          <a:p>
            <a:pPr indent="266700"/>
            <a:r>
              <a:rPr lang="en-US" altLang="zh-CN" b="1" dirty="0">
                <a:solidFill>
                  <a:srgbClr val="D60093"/>
                </a:solidFill>
                <a:effectLst>
                  <a:outerShdw blurRad="38100" dist="38100" dir="2700000" algn="tl">
                    <a:srgbClr val="000000"/>
                  </a:outerShdw>
                </a:effectLst>
              </a:rPr>
              <a:t>    {</a:t>
            </a:r>
          </a:p>
          <a:p>
            <a:pPr indent="266700"/>
            <a:r>
              <a:rPr lang="en-US" altLang="zh-CN" b="1" dirty="0">
                <a:solidFill>
                  <a:srgbClr val="D60093"/>
                </a:solidFill>
                <a:effectLst>
                  <a:outerShdw blurRad="38100" dist="38100" dir="2700000" algn="tl">
                    <a:srgbClr val="000000"/>
                  </a:outerShdw>
                </a:effectLst>
              </a:rPr>
              <a:t>       </a:t>
            </a:r>
            <a:r>
              <a:rPr lang="en-US" altLang="zh-CN" b="1" dirty="0" err="1">
                <a:solidFill>
                  <a:srgbClr val="D60093"/>
                </a:solidFill>
                <a:effectLst>
                  <a:outerShdw blurRad="38100" dist="38100" dir="2700000" algn="tl">
                    <a:srgbClr val="000000"/>
                  </a:outerShdw>
                </a:effectLst>
              </a:rPr>
              <a:t>printf</a:t>
            </a:r>
            <a:r>
              <a:rPr lang="en-US" altLang="zh-CN" b="1" dirty="0">
                <a:solidFill>
                  <a:srgbClr val="D60093"/>
                </a:solidFill>
                <a:effectLst>
                  <a:outerShdw blurRad="38100" dist="38100" dir="2700000" algn="tl">
                    <a:srgbClr val="000000"/>
                  </a:outerShdw>
                </a:effectLst>
              </a:rPr>
              <a:t> ("%d * %d = %d\n", </a:t>
            </a:r>
            <a:r>
              <a:rPr lang="en-US" altLang="zh-CN" b="1" dirty="0" err="1">
                <a:solidFill>
                  <a:srgbClr val="D60093"/>
                </a:solidFill>
                <a:effectLst>
                  <a:outerShdw blurRad="38100" dist="38100" dir="2700000" algn="tl">
                    <a:srgbClr val="000000"/>
                  </a:outerShdw>
                </a:effectLst>
              </a:rPr>
              <a:t>i</a:t>
            </a:r>
            <a:r>
              <a:rPr lang="en-US" altLang="zh-CN" b="1" dirty="0">
                <a:solidFill>
                  <a:srgbClr val="D60093"/>
                </a:solidFill>
                <a:effectLst>
                  <a:outerShdw blurRad="38100" dist="38100" dir="2700000" algn="tl">
                    <a:srgbClr val="000000"/>
                  </a:outerShdw>
                </a:effectLst>
              </a:rPr>
              <a:t>, j, </a:t>
            </a:r>
            <a:r>
              <a:rPr lang="en-US" altLang="zh-CN" b="1" dirty="0" err="1">
                <a:solidFill>
                  <a:srgbClr val="D60093"/>
                </a:solidFill>
                <a:effectLst>
                  <a:outerShdw blurRad="38100" dist="38100" dir="2700000" algn="tl">
                    <a:srgbClr val="000000"/>
                  </a:outerShdw>
                </a:effectLst>
              </a:rPr>
              <a:t>i</a:t>
            </a:r>
            <a:r>
              <a:rPr lang="en-US" altLang="zh-CN" b="1" dirty="0">
                <a:solidFill>
                  <a:srgbClr val="D60093"/>
                </a:solidFill>
                <a:effectLst>
                  <a:outerShdw blurRad="38100" dist="38100" dir="2700000" algn="tl">
                    <a:srgbClr val="000000"/>
                  </a:outerShdw>
                </a:effectLst>
              </a:rPr>
              <a:t> * j);</a:t>
            </a:r>
          </a:p>
          <a:p>
            <a:pPr indent="266700"/>
            <a:r>
              <a:rPr lang="en-US" altLang="zh-CN" b="1" dirty="0">
                <a:solidFill>
                  <a:srgbClr val="D60093"/>
                </a:solidFill>
                <a:effectLst>
                  <a:outerShdw blurRad="38100" dist="38100" dir="2700000" algn="tl">
                    <a:srgbClr val="000000"/>
                  </a:outerShdw>
                </a:effectLst>
              </a:rPr>
              <a:t>       j++;</a:t>
            </a:r>
          </a:p>
          <a:p>
            <a:pPr indent="266700"/>
            <a:r>
              <a:rPr lang="en-US" altLang="zh-CN" b="1" dirty="0">
                <a:solidFill>
                  <a:srgbClr val="D60093"/>
                </a:solidFill>
                <a:effectLst>
                  <a:outerShdw blurRad="38100" dist="38100" dir="2700000" algn="tl">
                    <a:srgbClr val="000000"/>
                  </a:outerShdw>
                </a:effectLst>
              </a:rPr>
              <a:t>    }</a:t>
            </a:r>
          </a:p>
          <a:p>
            <a:pPr indent="266700"/>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a:t>
            </a:r>
          </a:p>
          <a:p>
            <a:pPr indent="266700"/>
            <a:r>
              <a:rPr lang="en-US" altLang="zh-CN" b="1" dirty="0">
                <a:effectLst>
                  <a:outerShdw blurRad="38100" dist="38100" dir="2700000" algn="tl">
                    <a:srgbClr val="FFFFFF"/>
                  </a:outerShdw>
                </a:effectLst>
              </a:rPr>
              <a:t>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07266">
                                            <p:txEl>
                                              <p:pRg st="0" end="0"/>
                                            </p:txEl>
                                          </p:spTgt>
                                        </p:tgtEl>
                                        <p:attrNameLst>
                                          <p:attrName>style.visibility</p:attrName>
                                        </p:attrNameLst>
                                      </p:cBhvr>
                                      <p:to>
                                        <p:strVal val="visible"/>
                                      </p:to>
                                    </p:set>
                                    <p:anim calcmode="lin" valueType="num">
                                      <p:cBhvr additive="base">
                                        <p:cTn id="7" dur="500" fill="hold"/>
                                        <p:tgtEl>
                                          <p:spTgt spid="90726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0726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907273"/>
                                        </p:tgtEl>
                                        <p:attrNameLst>
                                          <p:attrName>style.visibility</p:attrName>
                                        </p:attrNameLst>
                                      </p:cBhvr>
                                      <p:to>
                                        <p:strVal val="visible"/>
                                      </p:to>
                                    </p:set>
                                    <p:animEffect transition="in" filter="box(out)">
                                      <p:cBhvr>
                                        <p:cTn id="13" dur="500"/>
                                        <p:tgtEl>
                                          <p:spTgt spid="907273"/>
                                        </p:tgtEl>
                                      </p:cBhvr>
                                    </p:animEffect>
                                  </p:childTnLst>
                                  <p:subTnLst>
                                    <p:set>
                                      <p:cBhvr override="childStyle">
                                        <p:cTn dur="1" fill="hold" display="0" masterRel="nextClick" afterEffect="1"/>
                                        <p:tgtEl>
                                          <p:spTgt spid="907273"/>
                                        </p:tgtEl>
                                        <p:attrNameLst>
                                          <p:attrName>style.visibility</p:attrName>
                                        </p:attrNameLst>
                                      </p:cBhvr>
                                      <p:to>
                                        <p:strVal val="hidden"/>
                                      </p:to>
                                    </p:se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907266">
                                            <p:txEl>
                                              <p:pRg st="1" end="1"/>
                                            </p:txEl>
                                          </p:spTgt>
                                        </p:tgtEl>
                                        <p:attrNameLst>
                                          <p:attrName>style.visibility</p:attrName>
                                        </p:attrNameLst>
                                      </p:cBhvr>
                                      <p:to>
                                        <p:strVal val="visible"/>
                                      </p:to>
                                    </p:set>
                                    <p:anim calcmode="lin" valueType="num">
                                      <p:cBhvr additive="base">
                                        <p:cTn id="18" dur="500" fill="hold"/>
                                        <p:tgtEl>
                                          <p:spTgt spid="907266">
                                            <p:txEl>
                                              <p:pRg st="1" end="1"/>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907266">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907274"/>
                                        </p:tgtEl>
                                        <p:attrNameLst>
                                          <p:attrName>style.visibility</p:attrName>
                                        </p:attrNameLst>
                                      </p:cBhvr>
                                      <p:to>
                                        <p:strVal val="visible"/>
                                      </p:to>
                                    </p:set>
                                    <p:animEffect transition="in" filter="box(out)">
                                      <p:cBhvr>
                                        <p:cTn id="24" dur="500"/>
                                        <p:tgtEl>
                                          <p:spTgt spid="907274"/>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et>
                                      <p:cBhvr override="childStyle">
                                        <p:cTn dur="1" fill="hold" display="0" masterRel="nextClick" afterEffect="1"/>
                                        <p:tgtEl>
                                          <p:spTgt spid="907274"/>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907266">
                                            <p:txEl>
                                              <p:pRg st="2" end="2"/>
                                            </p:txEl>
                                          </p:spTgt>
                                        </p:tgtEl>
                                        <p:attrNameLst>
                                          <p:attrName>style.visibility</p:attrName>
                                        </p:attrNameLst>
                                      </p:cBhvr>
                                      <p:to>
                                        <p:strVal val="visible"/>
                                      </p:to>
                                    </p:set>
                                    <p:anim calcmode="lin" valueType="num">
                                      <p:cBhvr additive="base">
                                        <p:cTn id="29" dur="500" fill="hold"/>
                                        <p:tgtEl>
                                          <p:spTgt spid="907266">
                                            <p:txEl>
                                              <p:pRg st="2" end="2"/>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907266">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907275"/>
                                        </p:tgtEl>
                                        <p:attrNameLst>
                                          <p:attrName>style.visibility</p:attrName>
                                        </p:attrNameLst>
                                      </p:cBhvr>
                                      <p:to>
                                        <p:strVal val="visible"/>
                                      </p:to>
                                    </p:set>
                                    <p:animEffect transition="in" filter="box(out)">
                                      <p:cBhvr>
                                        <p:cTn id="35" dur="500"/>
                                        <p:tgtEl>
                                          <p:spTgt spid="907275"/>
                                        </p:tgtEl>
                                      </p:cBhvr>
                                    </p:animEffect>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7273" grpId="0" animBg="1"/>
      <p:bldP spid="907274" grpId="0" animBg="1"/>
      <p:bldP spid="90727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8290" name="Text Box 2"/>
          <p:cNvSpPr txBox="1">
            <a:spLocks noChangeArrowheads="1"/>
          </p:cNvSpPr>
          <p:nvPr/>
        </p:nvSpPr>
        <p:spPr bwMode="auto">
          <a:xfrm>
            <a:off x="452262" y="162655"/>
            <a:ext cx="5822962" cy="523220"/>
          </a:xfrm>
          <a:prstGeom prst="rect">
            <a:avLst/>
          </a:prstGeom>
          <a:noFill/>
          <a:ln w="9525">
            <a:noFill/>
            <a:miter lim="800000"/>
            <a:headEnd/>
            <a:tailEnd/>
          </a:ln>
          <a:effectLst/>
        </p:spPr>
        <p:txBody>
          <a:bodyPr wrap="square">
            <a:spAutoFit/>
          </a:bodyPr>
          <a:lstStyle/>
          <a:p>
            <a:pPr marL="457200" indent="-457200"/>
            <a:r>
              <a:rPr lang="en-US" altLang="zh-CN" sz="2800" b="1" dirty="0">
                <a:solidFill>
                  <a:srgbClr val="D60093"/>
                </a:solidFill>
                <a:effectLst>
                  <a:outerShdw blurRad="38100" dist="38100" dir="2700000" algn="tl">
                    <a:srgbClr val="000000"/>
                  </a:outerShdw>
                </a:effectLst>
                <a:latin typeface="隶书" pitchFamily="49" charset="-122"/>
                <a:ea typeface="隶书" pitchFamily="49" charset="-122"/>
              </a:rPr>
              <a:t>【</a:t>
            </a:r>
            <a:r>
              <a:rPr lang="zh-CN" altLang="en-US" sz="2800" b="1" dirty="0">
                <a:solidFill>
                  <a:srgbClr val="D60093"/>
                </a:solidFill>
                <a:effectLst>
                  <a:outerShdw blurRad="38100" dist="38100" dir="2700000" algn="tl">
                    <a:srgbClr val="000000"/>
                  </a:outerShdw>
                </a:effectLst>
                <a:latin typeface="隶书" pitchFamily="49" charset="-122"/>
                <a:ea typeface="隶书" pitchFamily="49" charset="-122"/>
              </a:rPr>
              <a:t>例</a:t>
            </a:r>
            <a:r>
              <a:rPr lang="en-US" altLang="zh-CN" sz="2800" b="1" dirty="0">
                <a:solidFill>
                  <a:srgbClr val="D60093"/>
                </a:solidFill>
                <a:effectLst>
                  <a:outerShdw blurRad="38100" dist="38100" dir="2700000" algn="tl">
                    <a:srgbClr val="000000"/>
                  </a:outerShdw>
                </a:effectLst>
                <a:latin typeface="隶书" pitchFamily="49" charset="-122"/>
                <a:ea typeface="隶书" pitchFamily="49" charset="-122"/>
              </a:rPr>
              <a:t>】</a:t>
            </a:r>
            <a:r>
              <a:rPr lang="zh-CN" altLang="en-US" sz="2800" b="1" dirty="0">
                <a:solidFill>
                  <a:srgbClr val="D60093"/>
                </a:solidFill>
                <a:effectLst>
                  <a:outerShdw blurRad="38100" dist="38100" dir="2700000" algn="tl">
                    <a:srgbClr val="000000"/>
                  </a:outerShdw>
                </a:effectLst>
                <a:latin typeface="隶书" pitchFamily="49" charset="-122"/>
                <a:ea typeface="隶书" pitchFamily="49" charset="-122"/>
              </a:rPr>
              <a:t>求两个正整数的最大公因子。</a:t>
            </a:r>
          </a:p>
        </p:txBody>
      </p:sp>
      <p:grpSp>
        <p:nvGrpSpPr>
          <p:cNvPr id="908297" name="Group 9"/>
          <p:cNvGrpSpPr>
            <a:grpSpLocks/>
          </p:cNvGrpSpPr>
          <p:nvPr/>
        </p:nvGrpSpPr>
        <p:grpSpPr bwMode="auto">
          <a:xfrm>
            <a:off x="-11289" y="0"/>
            <a:ext cx="446088" cy="6858000"/>
            <a:chOff x="0" y="0"/>
            <a:chExt cx="281" cy="4320"/>
          </a:xfrm>
        </p:grpSpPr>
        <p:sp>
          <p:nvSpPr>
            <p:cNvPr id="908298" name="Text Box 1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08299" name="Text Box 1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11" name="TextBox 10"/>
          <p:cNvSpPr txBox="1"/>
          <p:nvPr/>
        </p:nvSpPr>
        <p:spPr>
          <a:xfrm>
            <a:off x="725894" y="856948"/>
            <a:ext cx="11167119" cy="1631216"/>
          </a:xfrm>
          <a:prstGeom prst="rect">
            <a:avLst/>
          </a:prstGeom>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zh-CN" altLang="en-US" sz="2800" b="1" dirty="0">
                <a:solidFill>
                  <a:srgbClr val="FF0000"/>
                </a:solidFill>
                <a:effectLst>
                  <a:outerShdw blurRad="38100" dist="38100" dir="2700000" algn="tl">
                    <a:srgbClr val="000000">
                      <a:alpha val="43137"/>
                    </a:srgbClr>
                  </a:outerShdw>
                </a:effectLst>
                <a:latin typeface="隶书" pitchFamily="49" charset="-122"/>
                <a:ea typeface="隶书" pitchFamily="49" charset="-122"/>
              </a:rPr>
              <a:t>    算法思想：</a:t>
            </a:r>
            <a:r>
              <a:rPr lang="zh-CN" altLang="en-US" b="1" dirty="0">
                <a:solidFill>
                  <a:srgbClr val="0033CC"/>
                </a:solidFill>
                <a:effectLst>
                  <a:outerShdw blurRad="38100" dist="38100" dir="2700000" algn="tl">
                    <a:srgbClr val="000000">
                      <a:alpha val="43137"/>
                    </a:srgbClr>
                  </a:outerShdw>
                </a:effectLst>
                <a:ea typeface="楷体" pitchFamily="49" charset="-122"/>
              </a:rPr>
              <a:t>我们采用</a:t>
            </a:r>
            <a:r>
              <a:rPr lang="en-US" altLang="zh-CN" b="1" dirty="0">
                <a:solidFill>
                  <a:srgbClr val="0033CC"/>
                </a:solidFill>
                <a:effectLst>
                  <a:outerShdw blurRad="38100" dist="38100" dir="2700000" algn="tl">
                    <a:srgbClr val="000000">
                      <a:alpha val="43137"/>
                    </a:srgbClr>
                  </a:outerShdw>
                </a:effectLst>
                <a:ea typeface="楷体" pitchFamily="49" charset="-122"/>
              </a:rPr>
              <a:t>Euclid</a:t>
            </a:r>
            <a:r>
              <a:rPr lang="zh-CN" altLang="en-US" b="1" dirty="0">
                <a:solidFill>
                  <a:srgbClr val="0033CC"/>
                </a:solidFill>
                <a:effectLst>
                  <a:outerShdw blurRad="38100" dist="38100" dir="2700000" algn="tl">
                    <a:srgbClr val="000000">
                      <a:alpha val="43137"/>
                    </a:srgbClr>
                  </a:outerShdw>
                </a:effectLst>
                <a:ea typeface="楷体" pitchFamily="49" charset="-122"/>
              </a:rPr>
              <a:t>（欧几里德）算法来求最大公因子，其算法是：</a:t>
            </a:r>
            <a:endParaRPr lang="en-US" altLang="zh-CN" b="1" dirty="0">
              <a:solidFill>
                <a:srgbClr val="0033CC"/>
              </a:solidFill>
              <a:effectLst>
                <a:outerShdw blurRad="38100" dist="38100" dir="2700000" algn="tl">
                  <a:srgbClr val="000000">
                    <a:alpha val="43137"/>
                  </a:srgbClr>
                </a:outerShdw>
              </a:effectLst>
              <a:ea typeface="楷体" pitchFamily="49" charset="-122"/>
            </a:endParaRPr>
          </a:p>
          <a:p>
            <a:r>
              <a:rPr lang="zh-CN" altLang="en-US" b="1" dirty="0">
                <a:solidFill>
                  <a:srgbClr val="0033CC"/>
                </a:solidFill>
                <a:effectLst>
                  <a:outerShdw blurRad="38100" dist="38100" dir="2700000" algn="tl">
                    <a:srgbClr val="000000">
                      <a:alpha val="43137"/>
                    </a:srgbClr>
                  </a:outerShdw>
                </a:effectLst>
                <a:ea typeface="楷体" pitchFamily="49" charset="-122"/>
              </a:rPr>
              <a:t>（</a:t>
            </a:r>
            <a:r>
              <a:rPr lang="en-US" altLang="zh-CN" b="1" dirty="0">
                <a:solidFill>
                  <a:srgbClr val="0033CC"/>
                </a:solidFill>
                <a:effectLst>
                  <a:outerShdw blurRad="38100" dist="38100" dir="2700000" algn="tl">
                    <a:srgbClr val="000000">
                      <a:alpha val="43137"/>
                    </a:srgbClr>
                  </a:outerShdw>
                </a:effectLst>
                <a:ea typeface="楷体" pitchFamily="49" charset="-122"/>
              </a:rPr>
              <a:t>1</a:t>
            </a:r>
            <a:r>
              <a:rPr lang="zh-CN" altLang="en-US" b="1" dirty="0">
                <a:solidFill>
                  <a:srgbClr val="0033CC"/>
                </a:solidFill>
                <a:effectLst>
                  <a:outerShdw blurRad="38100" dist="38100" dir="2700000" algn="tl">
                    <a:srgbClr val="000000">
                      <a:alpha val="43137"/>
                    </a:srgbClr>
                  </a:outerShdw>
                </a:effectLst>
                <a:ea typeface="楷体" pitchFamily="49" charset="-122"/>
              </a:rPr>
              <a:t>）输入两个正整数</a:t>
            </a:r>
            <a:r>
              <a:rPr lang="en-US" altLang="zh-CN" b="1" dirty="0">
                <a:solidFill>
                  <a:srgbClr val="0033CC"/>
                </a:solidFill>
                <a:effectLst>
                  <a:outerShdw blurRad="38100" dist="38100" dir="2700000" algn="tl">
                    <a:srgbClr val="000000">
                      <a:alpha val="43137"/>
                    </a:srgbClr>
                  </a:outerShdw>
                </a:effectLst>
                <a:ea typeface="楷体" pitchFamily="49" charset="-122"/>
              </a:rPr>
              <a:t>m</a:t>
            </a:r>
            <a:r>
              <a:rPr lang="zh-CN" altLang="en-US" b="1" dirty="0">
                <a:solidFill>
                  <a:srgbClr val="0033CC"/>
                </a:solidFill>
                <a:effectLst>
                  <a:outerShdw blurRad="38100" dist="38100" dir="2700000" algn="tl">
                    <a:srgbClr val="000000">
                      <a:alpha val="43137"/>
                    </a:srgbClr>
                  </a:outerShdw>
                </a:effectLst>
                <a:ea typeface="楷体" pitchFamily="49" charset="-122"/>
              </a:rPr>
              <a:t>和</a:t>
            </a:r>
            <a:r>
              <a:rPr lang="en-US" altLang="zh-CN" b="1" dirty="0">
                <a:solidFill>
                  <a:srgbClr val="0033CC"/>
                </a:solidFill>
                <a:effectLst>
                  <a:outerShdw blurRad="38100" dist="38100" dir="2700000" algn="tl">
                    <a:srgbClr val="000000">
                      <a:alpha val="43137"/>
                    </a:srgbClr>
                  </a:outerShdw>
                </a:effectLst>
                <a:ea typeface="楷体" pitchFamily="49" charset="-122"/>
              </a:rPr>
              <a:t>n</a:t>
            </a:r>
            <a:r>
              <a:rPr lang="zh-CN" altLang="en-US" b="1" dirty="0">
                <a:solidFill>
                  <a:srgbClr val="0033CC"/>
                </a:solidFill>
                <a:effectLst>
                  <a:outerShdw blurRad="38100" dist="38100" dir="2700000" algn="tl">
                    <a:srgbClr val="000000">
                      <a:alpha val="43137"/>
                    </a:srgbClr>
                  </a:outerShdw>
                </a:effectLst>
                <a:ea typeface="楷体" pitchFamily="49" charset="-122"/>
              </a:rPr>
              <a:t>。</a:t>
            </a:r>
            <a:endParaRPr lang="en-US" altLang="zh-CN" b="1" dirty="0">
              <a:solidFill>
                <a:srgbClr val="0033CC"/>
              </a:solidFill>
              <a:effectLst>
                <a:outerShdw blurRad="38100" dist="38100" dir="2700000" algn="tl">
                  <a:srgbClr val="000000">
                    <a:alpha val="43137"/>
                  </a:srgbClr>
                </a:outerShdw>
              </a:effectLst>
              <a:ea typeface="楷体" pitchFamily="49" charset="-122"/>
            </a:endParaRPr>
          </a:p>
          <a:p>
            <a:r>
              <a:rPr lang="zh-CN" altLang="en-US" b="1" dirty="0">
                <a:solidFill>
                  <a:srgbClr val="0033CC"/>
                </a:solidFill>
                <a:effectLst>
                  <a:outerShdw blurRad="38100" dist="38100" dir="2700000" algn="tl">
                    <a:srgbClr val="000000">
                      <a:alpha val="43137"/>
                    </a:srgbClr>
                  </a:outerShdw>
                </a:effectLst>
                <a:ea typeface="楷体" pitchFamily="49" charset="-122"/>
              </a:rPr>
              <a:t>（</a:t>
            </a:r>
            <a:r>
              <a:rPr lang="en-US" altLang="zh-CN" b="1" dirty="0">
                <a:solidFill>
                  <a:srgbClr val="0033CC"/>
                </a:solidFill>
                <a:effectLst>
                  <a:outerShdw blurRad="38100" dist="38100" dir="2700000" algn="tl">
                    <a:srgbClr val="000000">
                      <a:alpha val="43137"/>
                    </a:srgbClr>
                  </a:outerShdw>
                </a:effectLst>
                <a:ea typeface="楷体" pitchFamily="49" charset="-122"/>
              </a:rPr>
              <a:t>2</a:t>
            </a:r>
            <a:r>
              <a:rPr lang="zh-CN" altLang="en-US" b="1" dirty="0">
                <a:solidFill>
                  <a:srgbClr val="0033CC"/>
                </a:solidFill>
                <a:effectLst>
                  <a:outerShdw blurRad="38100" dist="38100" dir="2700000" algn="tl">
                    <a:srgbClr val="000000">
                      <a:alpha val="43137"/>
                    </a:srgbClr>
                  </a:outerShdw>
                </a:effectLst>
                <a:ea typeface="楷体" pitchFamily="49" charset="-122"/>
              </a:rPr>
              <a:t>）用</a:t>
            </a:r>
            <a:r>
              <a:rPr lang="en-US" altLang="zh-CN" b="1" dirty="0">
                <a:solidFill>
                  <a:srgbClr val="0033CC"/>
                </a:solidFill>
                <a:effectLst>
                  <a:outerShdw blurRad="38100" dist="38100" dir="2700000" algn="tl">
                    <a:srgbClr val="000000">
                      <a:alpha val="43137"/>
                    </a:srgbClr>
                  </a:outerShdw>
                </a:effectLst>
                <a:ea typeface="楷体" pitchFamily="49" charset="-122"/>
              </a:rPr>
              <a:t>m</a:t>
            </a:r>
            <a:r>
              <a:rPr lang="zh-CN" altLang="en-US" b="1" dirty="0">
                <a:solidFill>
                  <a:srgbClr val="0033CC"/>
                </a:solidFill>
                <a:effectLst>
                  <a:outerShdw blurRad="38100" dist="38100" dir="2700000" algn="tl">
                    <a:srgbClr val="000000">
                      <a:alpha val="43137"/>
                    </a:srgbClr>
                  </a:outerShdw>
                </a:effectLst>
                <a:ea typeface="楷体" pitchFamily="49" charset="-122"/>
              </a:rPr>
              <a:t>除以</a:t>
            </a:r>
            <a:r>
              <a:rPr lang="en-US" altLang="zh-CN" b="1" dirty="0">
                <a:solidFill>
                  <a:srgbClr val="0033CC"/>
                </a:solidFill>
                <a:effectLst>
                  <a:outerShdw blurRad="38100" dist="38100" dir="2700000" algn="tl">
                    <a:srgbClr val="000000">
                      <a:alpha val="43137"/>
                    </a:srgbClr>
                  </a:outerShdw>
                </a:effectLst>
                <a:ea typeface="楷体" pitchFamily="49" charset="-122"/>
              </a:rPr>
              <a:t>n</a:t>
            </a:r>
            <a:r>
              <a:rPr lang="zh-CN" altLang="en-US" b="1" dirty="0">
                <a:solidFill>
                  <a:srgbClr val="0033CC"/>
                </a:solidFill>
                <a:effectLst>
                  <a:outerShdw blurRad="38100" dist="38100" dir="2700000" algn="tl">
                    <a:srgbClr val="000000">
                      <a:alpha val="43137"/>
                    </a:srgbClr>
                  </a:outerShdw>
                </a:effectLst>
                <a:ea typeface="楷体" pitchFamily="49" charset="-122"/>
              </a:rPr>
              <a:t>，余数为</a:t>
            </a:r>
            <a:r>
              <a:rPr lang="en-US" altLang="zh-CN" b="1" dirty="0">
                <a:solidFill>
                  <a:srgbClr val="0033CC"/>
                </a:solidFill>
                <a:effectLst>
                  <a:outerShdw blurRad="38100" dist="38100" dir="2700000" algn="tl">
                    <a:srgbClr val="000000">
                      <a:alpha val="43137"/>
                    </a:srgbClr>
                  </a:outerShdw>
                </a:effectLst>
                <a:ea typeface="楷体" pitchFamily="49" charset="-122"/>
              </a:rPr>
              <a:t>r</a:t>
            </a:r>
            <a:r>
              <a:rPr lang="zh-CN" altLang="en-US" b="1" dirty="0">
                <a:solidFill>
                  <a:srgbClr val="0033CC"/>
                </a:solidFill>
                <a:effectLst>
                  <a:outerShdw blurRad="38100" dist="38100" dir="2700000" algn="tl">
                    <a:srgbClr val="000000">
                      <a:alpha val="43137"/>
                    </a:srgbClr>
                  </a:outerShdw>
                </a:effectLst>
                <a:ea typeface="楷体" pitchFamily="49" charset="-122"/>
              </a:rPr>
              <a:t>，如果</a:t>
            </a:r>
            <a:r>
              <a:rPr lang="en-US" altLang="zh-CN" b="1" dirty="0">
                <a:solidFill>
                  <a:srgbClr val="0033CC"/>
                </a:solidFill>
                <a:effectLst>
                  <a:outerShdw blurRad="38100" dist="38100" dir="2700000" algn="tl">
                    <a:srgbClr val="000000">
                      <a:alpha val="43137"/>
                    </a:srgbClr>
                  </a:outerShdw>
                </a:effectLst>
                <a:ea typeface="楷体" pitchFamily="49" charset="-122"/>
              </a:rPr>
              <a:t>r</a:t>
            </a:r>
            <a:r>
              <a:rPr lang="zh-CN" altLang="en-US" b="1" dirty="0">
                <a:solidFill>
                  <a:srgbClr val="0033CC"/>
                </a:solidFill>
                <a:effectLst>
                  <a:outerShdw blurRad="38100" dist="38100" dir="2700000" algn="tl">
                    <a:srgbClr val="000000">
                      <a:alpha val="43137"/>
                    </a:srgbClr>
                  </a:outerShdw>
                </a:effectLst>
                <a:ea typeface="楷体" pitchFamily="49" charset="-122"/>
              </a:rPr>
              <a:t>等于</a:t>
            </a:r>
            <a:r>
              <a:rPr lang="en-US" altLang="zh-CN" b="1" dirty="0">
                <a:solidFill>
                  <a:srgbClr val="0033CC"/>
                </a:solidFill>
                <a:effectLst>
                  <a:outerShdw blurRad="38100" dist="38100" dir="2700000" algn="tl">
                    <a:srgbClr val="000000">
                      <a:alpha val="43137"/>
                    </a:srgbClr>
                  </a:outerShdw>
                </a:effectLst>
                <a:ea typeface="楷体" pitchFamily="49" charset="-122"/>
              </a:rPr>
              <a:t>0</a:t>
            </a:r>
            <a:r>
              <a:rPr lang="zh-CN" altLang="en-US" b="1" dirty="0">
                <a:solidFill>
                  <a:srgbClr val="0033CC"/>
                </a:solidFill>
                <a:effectLst>
                  <a:outerShdw blurRad="38100" dist="38100" dir="2700000" algn="tl">
                    <a:srgbClr val="000000">
                      <a:alpha val="43137"/>
                    </a:srgbClr>
                  </a:outerShdw>
                </a:effectLst>
                <a:ea typeface="楷体" pitchFamily="49" charset="-122"/>
              </a:rPr>
              <a:t>，则</a:t>
            </a:r>
            <a:r>
              <a:rPr lang="en-US" altLang="zh-CN" b="1" dirty="0">
                <a:solidFill>
                  <a:srgbClr val="0033CC"/>
                </a:solidFill>
                <a:effectLst>
                  <a:outerShdw blurRad="38100" dist="38100" dir="2700000" algn="tl">
                    <a:srgbClr val="000000">
                      <a:alpha val="43137"/>
                    </a:srgbClr>
                  </a:outerShdw>
                </a:effectLst>
                <a:ea typeface="楷体" pitchFamily="49" charset="-122"/>
              </a:rPr>
              <a:t>n</a:t>
            </a:r>
            <a:r>
              <a:rPr lang="zh-CN" altLang="en-US" b="1" dirty="0">
                <a:solidFill>
                  <a:srgbClr val="0033CC"/>
                </a:solidFill>
                <a:effectLst>
                  <a:outerShdw blurRad="38100" dist="38100" dir="2700000" algn="tl">
                    <a:srgbClr val="000000">
                      <a:alpha val="43137"/>
                    </a:srgbClr>
                  </a:outerShdw>
                </a:effectLst>
                <a:ea typeface="楷体" pitchFamily="49" charset="-122"/>
              </a:rPr>
              <a:t>是最大公因子，算法结束，否则</a:t>
            </a:r>
            <a:r>
              <a:rPr lang="en-US" altLang="zh-CN" b="1" dirty="0">
                <a:solidFill>
                  <a:srgbClr val="0033CC"/>
                </a:solidFill>
                <a:effectLst>
                  <a:outerShdw blurRad="38100" dist="38100" dir="2700000" algn="tl">
                    <a:srgbClr val="000000">
                      <a:alpha val="43137"/>
                    </a:srgbClr>
                  </a:outerShdw>
                </a:effectLst>
                <a:ea typeface="楷体" pitchFamily="49" charset="-122"/>
              </a:rPr>
              <a:t>(3)</a:t>
            </a:r>
            <a:r>
              <a:rPr lang="zh-CN" altLang="en-US" b="1" dirty="0">
                <a:solidFill>
                  <a:srgbClr val="0033CC"/>
                </a:solidFill>
                <a:effectLst>
                  <a:outerShdw blurRad="38100" dist="38100" dir="2700000" algn="tl">
                    <a:srgbClr val="000000">
                      <a:alpha val="43137"/>
                    </a:srgbClr>
                  </a:outerShdw>
                </a:effectLst>
                <a:ea typeface="楷体" pitchFamily="49" charset="-122"/>
              </a:rPr>
              <a:t>。</a:t>
            </a:r>
            <a:endParaRPr lang="en-US" altLang="zh-CN" b="1" dirty="0">
              <a:solidFill>
                <a:srgbClr val="0033CC"/>
              </a:solidFill>
              <a:effectLst>
                <a:outerShdw blurRad="38100" dist="38100" dir="2700000" algn="tl">
                  <a:srgbClr val="000000">
                    <a:alpha val="43137"/>
                  </a:srgbClr>
                </a:outerShdw>
              </a:effectLst>
              <a:ea typeface="楷体" pitchFamily="49" charset="-122"/>
            </a:endParaRPr>
          </a:p>
          <a:p>
            <a:pPr marL="457200" indent="-457200"/>
            <a:r>
              <a:rPr lang="zh-CN" altLang="en-US" b="1" dirty="0">
                <a:solidFill>
                  <a:srgbClr val="0033CC"/>
                </a:solidFill>
                <a:effectLst>
                  <a:outerShdw blurRad="38100" dist="38100" dir="2700000" algn="tl">
                    <a:srgbClr val="000000">
                      <a:alpha val="43137"/>
                    </a:srgbClr>
                  </a:outerShdw>
                </a:effectLst>
                <a:ea typeface="楷体" pitchFamily="49" charset="-122"/>
              </a:rPr>
              <a:t>（</a:t>
            </a:r>
            <a:r>
              <a:rPr lang="en-US" altLang="zh-CN" b="1" dirty="0">
                <a:solidFill>
                  <a:srgbClr val="0033CC"/>
                </a:solidFill>
                <a:effectLst>
                  <a:outerShdw blurRad="38100" dist="38100" dir="2700000" algn="tl">
                    <a:srgbClr val="000000">
                      <a:alpha val="43137"/>
                    </a:srgbClr>
                  </a:outerShdw>
                </a:effectLst>
                <a:ea typeface="楷体" pitchFamily="49" charset="-122"/>
              </a:rPr>
              <a:t>3</a:t>
            </a:r>
            <a:r>
              <a:rPr lang="zh-CN" altLang="en-US" b="1" dirty="0">
                <a:solidFill>
                  <a:srgbClr val="0033CC"/>
                </a:solidFill>
                <a:effectLst>
                  <a:outerShdw blurRad="38100" dist="38100" dir="2700000" algn="tl">
                    <a:srgbClr val="000000">
                      <a:alpha val="43137"/>
                    </a:srgbClr>
                  </a:outerShdw>
                </a:effectLst>
                <a:ea typeface="楷体" pitchFamily="49" charset="-122"/>
              </a:rPr>
              <a:t>）把</a:t>
            </a:r>
            <a:r>
              <a:rPr lang="en-US" altLang="zh-CN" b="1" dirty="0">
                <a:solidFill>
                  <a:srgbClr val="0033CC"/>
                </a:solidFill>
                <a:effectLst>
                  <a:outerShdw blurRad="38100" dist="38100" dir="2700000" algn="tl">
                    <a:srgbClr val="000000">
                      <a:alpha val="43137"/>
                    </a:srgbClr>
                  </a:outerShdw>
                </a:effectLst>
                <a:ea typeface="楷体" pitchFamily="49" charset="-122"/>
              </a:rPr>
              <a:t>n</a:t>
            </a:r>
            <a:r>
              <a:rPr lang="zh-CN" altLang="en-US" b="1" dirty="0">
                <a:solidFill>
                  <a:srgbClr val="0033CC"/>
                </a:solidFill>
                <a:effectLst>
                  <a:outerShdw blurRad="38100" dist="38100" dir="2700000" algn="tl">
                    <a:srgbClr val="000000">
                      <a:alpha val="43137"/>
                    </a:srgbClr>
                  </a:outerShdw>
                </a:effectLst>
                <a:ea typeface="楷体" pitchFamily="49" charset="-122"/>
              </a:rPr>
              <a:t>赋给</a:t>
            </a:r>
            <a:r>
              <a:rPr lang="en-US" altLang="zh-CN" b="1" dirty="0">
                <a:solidFill>
                  <a:srgbClr val="0033CC"/>
                </a:solidFill>
                <a:effectLst>
                  <a:outerShdw blurRad="38100" dist="38100" dir="2700000" algn="tl">
                    <a:srgbClr val="000000">
                      <a:alpha val="43137"/>
                    </a:srgbClr>
                  </a:outerShdw>
                </a:effectLst>
                <a:ea typeface="楷体" pitchFamily="49" charset="-122"/>
              </a:rPr>
              <a:t>m</a:t>
            </a:r>
            <a:r>
              <a:rPr lang="zh-CN" altLang="en-US" b="1" dirty="0">
                <a:solidFill>
                  <a:srgbClr val="0033CC"/>
                </a:solidFill>
                <a:effectLst>
                  <a:outerShdw blurRad="38100" dist="38100" dir="2700000" algn="tl">
                    <a:srgbClr val="000000">
                      <a:alpha val="43137"/>
                    </a:srgbClr>
                  </a:outerShdw>
                </a:effectLst>
                <a:ea typeface="楷体" pitchFamily="49" charset="-122"/>
              </a:rPr>
              <a:t>，把</a:t>
            </a:r>
            <a:r>
              <a:rPr lang="en-US" altLang="zh-CN" b="1" dirty="0">
                <a:solidFill>
                  <a:srgbClr val="0033CC"/>
                </a:solidFill>
                <a:effectLst>
                  <a:outerShdw blurRad="38100" dist="38100" dir="2700000" algn="tl">
                    <a:srgbClr val="000000">
                      <a:alpha val="43137"/>
                    </a:srgbClr>
                  </a:outerShdw>
                </a:effectLst>
                <a:ea typeface="楷体" pitchFamily="49" charset="-122"/>
              </a:rPr>
              <a:t>r</a:t>
            </a:r>
            <a:r>
              <a:rPr lang="zh-CN" altLang="en-US" b="1" dirty="0">
                <a:solidFill>
                  <a:srgbClr val="0033CC"/>
                </a:solidFill>
                <a:effectLst>
                  <a:outerShdw blurRad="38100" dist="38100" dir="2700000" algn="tl">
                    <a:srgbClr val="000000">
                      <a:alpha val="43137"/>
                    </a:srgbClr>
                  </a:outerShdw>
                </a:effectLst>
                <a:ea typeface="楷体" pitchFamily="49" charset="-122"/>
              </a:rPr>
              <a:t>赋给</a:t>
            </a:r>
            <a:r>
              <a:rPr lang="en-US" altLang="zh-CN" b="1" dirty="0">
                <a:solidFill>
                  <a:srgbClr val="0033CC"/>
                </a:solidFill>
                <a:effectLst>
                  <a:outerShdw blurRad="38100" dist="38100" dir="2700000" algn="tl">
                    <a:srgbClr val="000000">
                      <a:alpha val="43137"/>
                    </a:srgbClr>
                  </a:outerShdw>
                </a:effectLst>
                <a:ea typeface="楷体" pitchFamily="49" charset="-122"/>
              </a:rPr>
              <a:t>n</a:t>
            </a:r>
            <a:r>
              <a:rPr lang="zh-CN" altLang="en-US" b="1" dirty="0">
                <a:solidFill>
                  <a:srgbClr val="0033CC"/>
                </a:solidFill>
                <a:effectLst>
                  <a:outerShdw blurRad="38100" dist="38100" dir="2700000" algn="tl">
                    <a:srgbClr val="000000">
                      <a:alpha val="43137"/>
                    </a:srgbClr>
                  </a:outerShdw>
                </a:effectLst>
                <a:ea typeface="楷体" pitchFamily="49" charset="-122"/>
              </a:rPr>
              <a:t>，转</a:t>
            </a:r>
            <a:r>
              <a:rPr lang="en-US" altLang="zh-CN" b="1" dirty="0">
                <a:solidFill>
                  <a:srgbClr val="0033CC"/>
                </a:solidFill>
                <a:effectLst>
                  <a:outerShdw blurRad="38100" dist="38100" dir="2700000" algn="tl">
                    <a:srgbClr val="000000">
                      <a:alpha val="43137"/>
                    </a:srgbClr>
                  </a:outerShdw>
                </a:effectLst>
                <a:ea typeface="楷体" pitchFamily="49" charset="-122"/>
              </a:rPr>
              <a:t>(2)</a:t>
            </a:r>
            <a:r>
              <a:rPr lang="zh-CN" altLang="en-US" b="1" dirty="0">
                <a:solidFill>
                  <a:srgbClr val="0033CC"/>
                </a:solidFill>
                <a:effectLst>
                  <a:outerShdw blurRad="38100" dist="38100" dir="2700000" algn="tl">
                    <a:srgbClr val="000000">
                      <a:alpha val="43137"/>
                    </a:srgbClr>
                  </a:outerShdw>
                </a:effectLst>
                <a:ea typeface="楷体" pitchFamily="49" charset="-122"/>
              </a:rPr>
              <a:t>。</a:t>
            </a:r>
          </a:p>
        </p:txBody>
      </p:sp>
      <p:grpSp>
        <p:nvGrpSpPr>
          <p:cNvPr id="48" name="组合 47"/>
          <p:cNvGrpSpPr/>
          <p:nvPr/>
        </p:nvGrpSpPr>
        <p:grpSpPr>
          <a:xfrm>
            <a:off x="1919535" y="2745269"/>
            <a:ext cx="3448716" cy="3990718"/>
            <a:chOff x="2351833" y="3161451"/>
            <a:chExt cx="2126449" cy="3339545"/>
          </a:xfrm>
        </p:grpSpPr>
        <p:grpSp>
          <p:nvGrpSpPr>
            <p:cNvPr id="963585" name="组合 318"/>
            <p:cNvGrpSpPr>
              <a:grpSpLocks/>
            </p:cNvGrpSpPr>
            <p:nvPr/>
          </p:nvGrpSpPr>
          <p:grpSpPr bwMode="auto">
            <a:xfrm>
              <a:off x="2351833" y="3161451"/>
              <a:ext cx="2126449" cy="3339545"/>
              <a:chOff x="6037" y="1809"/>
              <a:chExt cx="12543" cy="20639"/>
            </a:xfrm>
            <a:effectLst>
              <a:outerShdw blurRad="50800" dist="38100" dir="2700000" algn="tl" rotWithShape="0">
                <a:prstClr val="black">
                  <a:alpha val="40000"/>
                </a:prstClr>
              </a:outerShdw>
            </a:effectLst>
          </p:grpSpPr>
          <p:grpSp>
            <p:nvGrpSpPr>
              <p:cNvPr id="319" name="组合 319"/>
              <p:cNvGrpSpPr>
                <a:grpSpLocks/>
              </p:cNvGrpSpPr>
              <p:nvPr/>
            </p:nvGrpSpPr>
            <p:grpSpPr bwMode="auto">
              <a:xfrm>
                <a:off x="7662" y="10604"/>
                <a:ext cx="8794" cy="3698"/>
                <a:chOff x="-725" y="474"/>
                <a:chExt cx="8794" cy="3697"/>
              </a:xfrm>
            </p:grpSpPr>
            <p:sp>
              <p:nvSpPr>
                <p:cNvPr id="322" name="矩形 322"/>
                <p:cNvSpPr>
                  <a:spLocks noChangeArrowheads="1"/>
                </p:cNvSpPr>
                <p:nvPr/>
              </p:nvSpPr>
              <p:spPr bwMode="auto">
                <a:xfrm>
                  <a:off x="-725" y="592"/>
                  <a:ext cx="8794" cy="3283"/>
                </a:xfrm>
                <a:prstGeom prst="rect">
                  <a:avLst/>
                </a:prstGeom>
                <a:gradFill flip="none" rotWithShape="1">
                  <a:gsLst>
                    <a:gs pos="0">
                      <a:srgbClr val="FFFFCD">
                        <a:shade val="30000"/>
                        <a:satMod val="115000"/>
                      </a:srgbClr>
                    </a:gs>
                    <a:gs pos="50000">
                      <a:srgbClr val="FFFFCD">
                        <a:shade val="67500"/>
                        <a:satMod val="115000"/>
                      </a:srgbClr>
                    </a:gs>
                    <a:gs pos="100000">
                      <a:srgbClr val="FFFFCD">
                        <a:shade val="100000"/>
                        <a:satMod val="115000"/>
                      </a:srgbClr>
                    </a:gs>
                  </a:gsLst>
                  <a:lin ang="13500000" scaled="1"/>
                  <a:tileRect/>
                </a:gradFill>
                <a:ln>
                  <a:headEnd/>
                  <a:tailEnd/>
                </a:ln>
              </p:spPr>
              <p:style>
                <a:lnRef idx="1">
                  <a:schemeClr val="dk1"/>
                </a:lnRef>
                <a:fillRef idx="2">
                  <a:schemeClr val="dk1"/>
                </a:fillRef>
                <a:effectRef idx="1">
                  <a:schemeClr val="dk1"/>
                </a:effectRef>
                <a:fontRef idx="minor">
                  <a:schemeClr val="dk1"/>
                </a:fontRef>
              </p:style>
              <p:txBody>
                <a:bodyPr vert="horz" wrap="square" lIns="91440" tIns="45720" rIns="91440" bIns="45720" numCol="1" anchor="ctr" anchorCtr="0" compatLnSpc="1">
                  <a:prstTxWarp prst="textNoShape">
                    <a:avLst/>
                  </a:prstTxWarp>
                </a:bodyPr>
                <a:lstStyle/>
                <a:p>
                  <a:endParaRPr lang="zh-CN" altLang="en-US"/>
                </a:p>
              </p:txBody>
            </p:sp>
            <p:sp>
              <p:nvSpPr>
                <p:cNvPr id="320" name="文本框 2"/>
                <p:cNvSpPr txBox="1">
                  <a:spLocks noChangeArrowheads="1"/>
                </p:cNvSpPr>
                <p:nvPr/>
              </p:nvSpPr>
              <p:spPr bwMode="auto">
                <a:xfrm>
                  <a:off x="-210" y="474"/>
                  <a:ext cx="7777" cy="220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r = m % n</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321" name="文本框 2"/>
                <p:cNvSpPr txBox="1">
                  <a:spLocks noChangeArrowheads="1"/>
                </p:cNvSpPr>
                <p:nvPr/>
              </p:nvSpPr>
              <p:spPr bwMode="auto">
                <a:xfrm>
                  <a:off x="-250" y="1854"/>
                  <a:ext cx="8006" cy="231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effectLst>
                        <a:outerShdw blurRad="38100" dist="38100" dir="2700000" algn="tl">
                          <a:srgbClr val="000000">
                            <a:alpha val="43137"/>
                          </a:srgbClr>
                        </a:outerShdw>
                      </a:effectLst>
                      <a:latin typeface="+mn-lt"/>
                      <a:cs typeface="宋体" pitchFamily="2" charset="-122"/>
                    </a:rPr>
                    <a:t>m = n, n = r</a:t>
                  </a:r>
                  <a:endParaRPr kumimoji="0" lang="zh-CN" altLang="zh-CN" sz="1800" b="1" dirty="0">
                    <a:effectLst>
                      <a:outerShdw blurRad="38100" dist="38100" dir="2700000" algn="tl">
                        <a:srgbClr val="000000">
                          <a:alpha val="43137"/>
                        </a:srgbClr>
                      </a:outerShdw>
                    </a:effectLst>
                    <a:latin typeface="+mn-lt"/>
                    <a:cs typeface="宋体" pitchFamily="2" charset="-122"/>
                  </a:endParaRPr>
                </a:p>
              </p:txBody>
            </p:sp>
          </p:grpSp>
          <p:grpSp>
            <p:nvGrpSpPr>
              <p:cNvPr id="323" name="组合 323"/>
              <p:cNvGrpSpPr>
                <a:grpSpLocks/>
              </p:cNvGrpSpPr>
              <p:nvPr/>
            </p:nvGrpSpPr>
            <p:grpSpPr bwMode="auto">
              <a:xfrm>
                <a:off x="6037" y="3979"/>
                <a:ext cx="12543" cy="18469"/>
                <a:chOff x="1966" y="690"/>
                <a:chExt cx="12556" cy="18473"/>
              </a:xfrm>
            </p:grpSpPr>
            <p:sp>
              <p:nvSpPr>
                <p:cNvPr id="324" name="Text Box 9"/>
                <p:cNvSpPr txBox="1">
                  <a:spLocks noChangeArrowheads="1"/>
                </p:cNvSpPr>
                <p:nvPr/>
              </p:nvSpPr>
              <p:spPr bwMode="auto">
                <a:xfrm>
                  <a:off x="2843" y="17075"/>
                  <a:ext cx="10967" cy="20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b="1" dirty="0">
                      <a:solidFill>
                        <a:srgbClr val="FF33CC"/>
                      </a:solidFill>
                      <a:latin typeface="隶书" pitchFamily="49" charset="-122"/>
                      <a:ea typeface="隶书" pitchFamily="49" charset="-122"/>
                      <a:cs typeface="宋体" pitchFamily="2" charset="-122"/>
                    </a:rPr>
                    <a:t>传统流程图</a:t>
                  </a:r>
                </a:p>
              </p:txBody>
            </p:sp>
            <p:grpSp>
              <p:nvGrpSpPr>
                <p:cNvPr id="325" name="组合 325"/>
                <p:cNvGrpSpPr>
                  <a:grpSpLocks/>
                </p:cNvGrpSpPr>
                <p:nvPr/>
              </p:nvGrpSpPr>
              <p:grpSpPr bwMode="auto">
                <a:xfrm>
                  <a:off x="1966" y="690"/>
                  <a:ext cx="12556" cy="11900"/>
                  <a:chOff x="-40" y="690"/>
                  <a:chExt cx="12556" cy="11899"/>
                </a:xfrm>
              </p:grpSpPr>
              <p:grpSp>
                <p:nvGrpSpPr>
                  <p:cNvPr id="327" name="组合 327"/>
                  <p:cNvGrpSpPr>
                    <a:grpSpLocks/>
                  </p:cNvGrpSpPr>
                  <p:nvPr/>
                </p:nvGrpSpPr>
                <p:grpSpPr bwMode="auto">
                  <a:xfrm>
                    <a:off x="1681" y="3119"/>
                    <a:ext cx="8668" cy="2203"/>
                    <a:chOff x="37" y="291"/>
                    <a:chExt cx="8667" cy="2202"/>
                  </a:xfrm>
                </p:grpSpPr>
                <p:sp>
                  <p:nvSpPr>
                    <p:cNvPr id="328" name="AutoShape 14"/>
                    <p:cNvSpPr>
                      <a:spLocks noChangeArrowheads="1"/>
                    </p:cNvSpPr>
                    <p:nvPr/>
                  </p:nvSpPr>
                  <p:spPr bwMode="auto">
                    <a:xfrm>
                      <a:off x="37" y="394"/>
                      <a:ext cx="8667" cy="2077"/>
                    </a:xfrm>
                    <a:prstGeom prst="flowChartDecision">
                      <a:avLst/>
                    </a:prstGeom>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13500000" scaled="1"/>
                      <a:tileRect/>
                    </a:gradFill>
                    <a:ln>
                      <a:headEnd/>
                      <a:tailEn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800" b="1">
                        <a:effectLst>
                          <a:outerShdw blurRad="38100" dist="38100" dir="2700000" algn="tl">
                            <a:srgbClr val="000000">
                              <a:alpha val="43137"/>
                            </a:srgbClr>
                          </a:outerShdw>
                        </a:effectLst>
                        <a:ea typeface="楷体" pitchFamily="49" charset="-122"/>
                      </a:endParaRPr>
                    </a:p>
                  </p:txBody>
                </p:sp>
                <p:sp>
                  <p:nvSpPr>
                    <p:cNvPr id="329" name="Text Box 15"/>
                    <p:cNvSpPr txBox="1">
                      <a:spLocks noChangeArrowheads="1"/>
                    </p:cNvSpPr>
                    <p:nvPr/>
                  </p:nvSpPr>
                  <p:spPr bwMode="auto">
                    <a:xfrm>
                      <a:off x="3512" y="291"/>
                      <a:ext cx="3539" cy="220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solidFill>
                            <a:srgbClr val="FF33CC"/>
                          </a:solidFill>
                          <a:effectLst>
                            <a:outerShdw blurRad="38100" dist="38100" dir="2700000" algn="tl">
                              <a:srgbClr val="000000">
                                <a:alpha val="43137"/>
                              </a:srgbClr>
                            </a:outerShdw>
                          </a:effectLst>
                          <a:latin typeface="+mn-lt"/>
                          <a:cs typeface="宋体" pitchFamily="2" charset="-122"/>
                        </a:rPr>
                        <a:t>n≠0</a:t>
                      </a:r>
                      <a:endParaRPr kumimoji="0" lang="zh-CN" altLang="zh-CN" sz="1800" b="1" dirty="0">
                        <a:solidFill>
                          <a:srgbClr val="FF33CC"/>
                        </a:solidFill>
                        <a:effectLst>
                          <a:outerShdw blurRad="38100" dist="38100" dir="2700000" algn="tl">
                            <a:srgbClr val="000000">
                              <a:alpha val="43137"/>
                            </a:srgbClr>
                          </a:outerShdw>
                        </a:effectLst>
                        <a:latin typeface="+mn-lt"/>
                        <a:cs typeface="宋体" pitchFamily="2" charset="-122"/>
                      </a:endParaRPr>
                    </a:p>
                  </p:txBody>
                </p:sp>
              </p:grpSp>
              <p:grpSp>
                <p:nvGrpSpPr>
                  <p:cNvPr id="330" name="组合 330"/>
                  <p:cNvGrpSpPr>
                    <a:grpSpLocks/>
                  </p:cNvGrpSpPr>
                  <p:nvPr/>
                </p:nvGrpSpPr>
                <p:grpSpPr bwMode="auto">
                  <a:xfrm>
                    <a:off x="5899" y="5297"/>
                    <a:ext cx="1687" cy="2236"/>
                    <a:chOff x="50415" y="59206"/>
                    <a:chExt cx="168780" cy="223666"/>
                  </a:xfrm>
                </p:grpSpPr>
                <p:sp>
                  <p:nvSpPr>
                    <p:cNvPr id="331" name="Text Box 19"/>
                    <p:cNvSpPr txBox="1">
                      <a:spLocks noChangeArrowheads="1"/>
                    </p:cNvSpPr>
                    <p:nvPr/>
                  </p:nvSpPr>
                  <p:spPr bwMode="auto">
                    <a:xfrm>
                      <a:off x="50415" y="84424"/>
                      <a:ext cx="168780" cy="17662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50000"/>
                            </a:schemeClr>
                          </a:solidFill>
                          <a:effectLst>
                            <a:outerShdw blurRad="38100" dist="38100" dir="2700000" algn="tl">
                              <a:srgbClr val="000000">
                                <a:alpha val="43137"/>
                              </a:srgbClr>
                            </a:outerShdw>
                          </a:effectLst>
                          <a:latin typeface="+mn-lt"/>
                          <a:cs typeface="宋体" pitchFamily="2" charset="-122"/>
                        </a:rPr>
                        <a:t>T</a:t>
                      </a:r>
                      <a:endParaRPr kumimoji="0" lang="zh-CN" altLang="zh-CN" sz="1400" b="1" dirty="0">
                        <a:solidFill>
                          <a:schemeClr val="accent1">
                            <a:lumMod val="50000"/>
                          </a:schemeClr>
                        </a:solidFill>
                        <a:effectLst>
                          <a:outerShdw blurRad="38100" dist="38100" dir="2700000" algn="tl">
                            <a:srgbClr val="000000">
                              <a:alpha val="43137"/>
                            </a:srgbClr>
                          </a:outerShdw>
                        </a:effectLst>
                        <a:latin typeface="+mn-lt"/>
                        <a:cs typeface="宋体" pitchFamily="2" charset="-122"/>
                      </a:endParaRPr>
                    </a:p>
                  </p:txBody>
                </p:sp>
                <p:sp>
                  <p:nvSpPr>
                    <p:cNvPr id="332" name="Line 20"/>
                    <p:cNvSpPr>
                      <a:spLocks noChangeShapeType="1"/>
                    </p:cNvSpPr>
                    <p:nvPr/>
                  </p:nvSpPr>
                  <p:spPr bwMode="auto">
                    <a:xfrm>
                      <a:off x="62495" y="59206"/>
                      <a:ext cx="0" cy="223666"/>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grpSp>
              <p:grpSp>
                <p:nvGrpSpPr>
                  <p:cNvPr id="333" name="组合 333"/>
                  <p:cNvGrpSpPr>
                    <a:grpSpLocks/>
                  </p:cNvGrpSpPr>
                  <p:nvPr/>
                </p:nvGrpSpPr>
                <p:grpSpPr bwMode="auto">
                  <a:xfrm>
                    <a:off x="-40" y="1641"/>
                    <a:ext cx="6053" cy="10948"/>
                    <a:chOff x="-40" y="-36"/>
                    <a:chExt cx="6053" cy="10948"/>
                  </a:xfrm>
                </p:grpSpPr>
                <p:sp>
                  <p:nvSpPr>
                    <p:cNvPr id="334" name="Line 26"/>
                    <p:cNvSpPr>
                      <a:spLocks noChangeShapeType="1"/>
                    </p:cNvSpPr>
                    <p:nvPr/>
                  </p:nvSpPr>
                  <p:spPr bwMode="auto">
                    <a:xfrm>
                      <a:off x="5953" y="9111"/>
                      <a:ext cx="0" cy="1743"/>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35" name="Line 23"/>
                    <p:cNvSpPr>
                      <a:spLocks noChangeShapeType="1"/>
                    </p:cNvSpPr>
                    <p:nvPr/>
                  </p:nvSpPr>
                  <p:spPr bwMode="auto">
                    <a:xfrm flipV="1">
                      <a:off x="-40" y="0"/>
                      <a:ext cx="6045" cy="0"/>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sp>
                  <p:nvSpPr>
                    <p:cNvPr id="336" name="直接连接符 336"/>
                    <p:cNvSpPr>
                      <a:spLocks noChangeShapeType="1"/>
                    </p:cNvSpPr>
                    <p:nvPr/>
                  </p:nvSpPr>
                  <p:spPr bwMode="auto">
                    <a:xfrm flipH="1">
                      <a:off x="0" y="10878"/>
                      <a:ext cx="6013"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37" name="直接连接符 337"/>
                    <p:cNvSpPr>
                      <a:spLocks noChangeShapeType="1"/>
                    </p:cNvSpPr>
                    <p:nvPr/>
                  </p:nvSpPr>
                  <p:spPr bwMode="auto">
                    <a:xfrm flipV="1">
                      <a:off x="0" y="-36"/>
                      <a:ext cx="0" cy="10948"/>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338" name="组合 338"/>
                  <p:cNvGrpSpPr>
                    <a:grpSpLocks/>
                  </p:cNvGrpSpPr>
                  <p:nvPr/>
                </p:nvGrpSpPr>
                <p:grpSpPr bwMode="auto">
                  <a:xfrm>
                    <a:off x="6256" y="2751"/>
                    <a:ext cx="6260" cy="9155"/>
                    <a:chOff x="40" y="581"/>
                    <a:chExt cx="6259" cy="9154"/>
                  </a:xfrm>
                </p:grpSpPr>
                <p:sp>
                  <p:nvSpPr>
                    <p:cNvPr id="339" name="Text Box 11"/>
                    <p:cNvSpPr txBox="1">
                      <a:spLocks noChangeArrowheads="1"/>
                    </p:cNvSpPr>
                    <p:nvPr/>
                  </p:nvSpPr>
                  <p:spPr bwMode="auto">
                    <a:xfrm>
                      <a:off x="4363" y="581"/>
                      <a:ext cx="1936" cy="19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effectLst>
                            <a:outerShdw blurRad="38100" dist="38100" dir="2700000" algn="tl">
                              <a:srgbClr val="000000">
                                <a:alpha val="43137"/>
                              </a:srgbClr>
                            </a:outerShdw>
                          </a:effectLst>
                          <a:latin typeface="+mn-lt"/>
                          <a:cs typeface="宋体" pitchFamily="2" charset="-122"/>
                        </a:rPr>
                        <a:t>F</a:t>
                      </a:r>
                      <a:endParaRPr kumimoji="0" lang="zh-CN" altLang="zh-CN" sz="1400" b="1" dirty="0">
                        <a:solidFill>
                          <a:srgbClr val="7030A0"/>
                        </a:solidFill>
                        <a:effectLst>
                          <a:outerShdw blurRad="38100" dist="38100" dir="2700000" algn="tl">
                            <a:srgbClr val="000000">
                              <a:alpha val="43137"/>
                            </a:srgbClr>
                          </a:outerShdw>
                        </a:effectLst>
                        <a:latin typeface="+mn-lt"/>
                        <a:cs typeface="宋体" pitchFamily="2" charset="-122"/>
                      </a:endParaRPr>
                    </a:p>
                  </p:txBody>
                </p:sp>
                <p:grpSp>
                  <p:nvGrpSpPr>
                    <p:cNvPr id="340" name="组合 340"/>
                    <p:cNvGrpSpPr>
                      <a:grpSpLocks/>
                    </p:cNvGrpSpPr>
                    <p:nvPr/>
                  </p:nvGrpSpPr>
                  <p:grpSpPr bwMode="auto">
                    <a:xfrm>
                      <a:off x="40" y="2039"/>
                      <a:ext cx="6025" cy="7696"/>
                      <a:chOff x="40" y="0"/>
                      <a:chExt cx="6025" cy="7696"/>
                    </a:xfrm>
                  </p:grpSpPr>
                  <p:sp>
                    <p:nvSpPr>
                      <p:cNvPr id="341" name="直接连接符 341"/>
                      <p:cNvSpPr>
                        <a:spLocks noChangeShapeType="1"/>
                      </p:cNvSpPr>
                      <p:nvPr/>
                    </p:nvSpPr>
                    <p:spPr bwMode="auto">
                      <a:xfrm>
                        <a:off x="4045" y="32"/>
                        <a:ext cx="2020"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42" name="直接连接符 342"/>
                      <p:cNvSpPr>
                        <a:spLocks noChangeShapeType="1"/>
                      </p:cNvSpPr>
                      <p:nvPr/>
                    </p:nvSpPr>
                    <p:spPr bwMode="auto">
                      <a:xfrm flipV="1">
                        <a:off x="6019" y="0"/>
                        <a:ext cx="0" cy="7696"/>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43" name="直接连接符 343"/>
                      <p:cNvSpPr>
                        <a:spLocks noChangeShapeType="1"/>
                      </p:cNvSpPr>
                      <p:nvPr/>
                    </p:nvSpPr>
                    <p:spPr bwMode="auto">
                      <a:xfrm flipH="1">
                        <a:off x="40" y="7696"/>
                        <a:ext cx="6007"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grpSp>
              <p:sp>
                <p:nvSpPr>
                  <p:cNvPr id="326" name="Line 20"/>
                  <p:cNvSpPr>
                    <a:spLocks noChangeShapeType="1"/>
                  </p:cNvSpPr>
                  <p:nvPr/>
                </p:nvSpPr>
                <p:spPr bwMode="auto">
                  <a:xfrm>
                    <a:off x="5986" y="690"/>
                    <a:ext cx="0" cy="2508"/>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45" name="组合 345"/>
              <p:cNvGrpSpPr>
                <a:grpSpLocks/>
              </p:cNvGrpSpPr>
              <p:nvPr/>
            </p:nvGrpSpPr>
            <p:grpSpPr bwMode="auto">
              <a:xfrm>
                <a:off x="8335" y="1809"/>
                <a:ext cx="7601" cy="2339"/>
                <a:chOff x="-18" y="1809"/>
                <a:chExt cx="7600" cy="2339"/>
              </a:xfrm>
            </p:grpSpPr>
            <p:sp>
              <p:nvSpPr>
                <p:cNvPr id="348" name="矩形 348"/>
                <p:cNvSpPr>
                  <a:spLocks noChangeArrowheads="1"/>
                </p:cNvSpPr>
                <p:nvPr/>
              </p:nvSpPr>
              <p:spPr bwMode="auto">
                <a:xfrm>
                  <a:off x="245" y="1809"/>
                  <a:ext cx="7337" cy="2132"/>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ctr" anchorCtr="0" compatLnSpc="1">
                  <a:prstTxWarp prst="textNoShape">
                    <a:avLst/>
                  </a:prstTxWarp>
                </a:bodyPr>
                <a:lstStyle/>
                <a:p>
                  <a:endParaRPr lang="zh-CN" altLang="en-US"/>
                </a:p>
              </p:txBody>
            </p:sp>
            <p:sp>
              <p:nvSpPr>
                <p:cNvPr id="346" name="文本框 2"/>
                <p:cNvSpPr txBox="1">
                  <a:spLocks noChangeArrowheads="1"/>
                </p:cNvSpPr>
                <p:nvPr/>
              </p:nvSpPr>
              <p:spPr bwMode="auto">
                <a:xfrm>
                  <a:off x="-18" y="1865"/>
                  <a:ext cx="7425" cy="228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输入</a:t>
                  </a:r>
                  <a:r>
                    <a:rPr kumimoji="0" lang="en-US" altLang="zh-CN"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m</a:t>
                  </a:r>
                  <a:r>
                    <a:rPr kumimoji="0" lang="zh-CN" altLang="en-US"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a:t>
                  </a:r>
                  <a:r>
                    <a:rPr kumimoji="0" lang="en-US" altLang="zh-CN"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n</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sp>
          <p:nvSpPr>
            <p:cNvPr id="349" name="文本框 2"/>
            <p:cNvSpPr txBox="1">
              <a:spLocks noChangeArrowheads="1"/>
            </p:cNvSpPr>
            <p:nvPr/>
          </p:nvSpPr>
          <p:spPr bwMode="auto">
            <a:xfrm>
              <a:off x="2571736" y="5691432"/>
              <a:ext cx="1857388" cy="370838"/>
            </a:xfrm>
            <a:prstGeom prst="rect">
              <a:avLst/>
            </a:prstGeom>
            <a:gradFill flip="none" rotWithShape="1">
              <a:gsLst>
                <a:gs pos="0">
                  <a:srgbClr val="FF33CC">
                    <a:tint val="66000"/>
                    <a:satMod val="160000"/>
                  </a:srgbClr>
                </a:gs>
                <a:gs pos="50000">
                  <a:srgbClr val="FF33CC">
                    <a:tint val="44500"/>
                    <a:satMod val="160000"/>
                  </a:srgbClr>
                </a:gs>
                <a:gs pos="100000">
                  <a:srgbClr val="FF33CC">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ctr" anchorCtr="1" compatLnSpc="1">
              <a:prstTxWarp prst="textNoShape">
                <a:avLst/>
              </a:prstTxWarp>
            </a:bodyPr>
            <a:lstStyle/>
            <a:p>
              <a:pPr algn="ctr"/>
              <a:r>
                <a:rPr kumimoji="0" lang="zh-CN" altLang="en-US" sz="16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输出最大公因子</a:t>
              </a:r>
              <a:r>
                <a:rPr kumimoji="0" lang="en-US" altLang="zh-CN" sz="16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m</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47" name="Line 20"/>
            <p:cNvSpPr>
              <a:spLocks noChangeShapeType="1"/>
            </p:cNvSpPr>
            <p:nvPr/>
          </p:nvSpPr>
          <p:spPr bwMode="auto">
            <a:xfrm>
              <a:off x="3421670" y="5332774"/>
              <a:ext cx="0" cy="361770"/>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grpSp>
      <p:grpSp>
        <p:nvGrpSpPr>
          <p:cNvPr id="963618" name="组合 366"/>
          <p:cNvGrpSpPr>
            <a:grpSpLocks/>
          </p:cNvGrpSpPr>
          <p:nvPr/>
        </p:nvGrpSpPr>
        <p:grpSpPr bwMode="auto">
          <a:xfrm>
            <a:off x="6660865" y="4149080"/>
            <a:ext cx="3755615" cy="2629349"/>
            <a:chOff x="3651" y="236"/>
            <a:chExt cx="16409" cy="15063"/>
          </a:xfrm>
        </p:grpSpPr>
        <p:sp>
          <p:nvSpPr>
            <p:cNvPr id="362" name="Text Box 9"/>
            <p:cNvSpPr txBox="1">
              <a:spLocks noChangeArrowheads="1"/>
            </p:cNvSpPr>
            <p:nvPr/>
          </p:nvSpPr>
          <p:spPr bwMode="auto">
            <a:xfrm>
              <a:off x="6770" y="12827"/>
              <a:ext cx="11226" cy="24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b="1" dirty="0">
                  <a:solidFill>
                    <a:srgbClr val="FF33CC"/>
                  </a:solidFill>
                  <a:effectLst>
                    <a:outerShdw blurRad="50800" dist="38100" dir="2700000" algn="tl" rotWithShape="0">
                      <a:prstClr val="black">
                        <a:alpha val="40000"/>
                      </a:prstClr>
                    </a:outerShdw>
                  </a:effectLst>
                  <a:latin typeface="+mn-lt"/>
                  <a:ea typeface="隶书" pitchFamily="49" charset="-122"/>
                  <a:cs typeface="宋体" pitchFamily="2" charset="-122"/>
                </a:rPr>
                <a:t>N-S</a:t>
              </a:r>
              <a:r>
                <a:rPr kumimoji="0" lang="zh-CN" altLang="en-US" b="1" dirty="0">
                  <a:solidFill>
                    <a:srgbClr val="FF33CC"/>
                  </a:solidFill>
                  <a:effectLst>
                    <a:outerShdw blurRad="50800" dist="38100" dir="2700000" algn="tl" rotWithShape="0">
                      <a:prstClr val="black">
                        <a:alpha val="40000"/>
                      </a:prstClr>
                    </a:outerShdw>
                  </a:effectLst>
                  <a:latin typeface="+mn-lt"/>
                  <a:ea typeface="隶书" pitchFamily="49" charset="-122"/>
                  <a:cs typeface="宋体" pitchFamily="2" charset="-122"/>
                </a:rPr>
                <a:t>流程图</a:t>
              </a:r>
            </a:p>
          </p:txBody>
        </p:sp>
        <p:grpSp>
          <p:nvGrpSpPr>
            <p:cNvPr id="365" name="组合 365"/>
            <p:cNvGrpSpPr>
              <a:grpSpLocks/>
            </p:cNvGrpSpPr>
            <p:nvPr/>
          </p:nvGrpSpPr>
          <p:grpSpPr bwMode="auto">
            <a:xfrm>
              <a:off x="3651" y="236"/>
              <a:ext cx="16409" cy="11802"/>
              <a:chOff x="0" y="236"/>
              <a:chExt cx="16409" cy="11802"/>
            </a:xfrm>
          </p:grpSpPr>
          <p:sp>
            <p:nvSpPr>
              <p:cNvPr id="354" name="矩形 354"/>
              <p:cNvSpPr>
                <a:spLocks noChangeArrowheads="1"/>
              </p:cNvSpPr>
              <p:nvPr/>
            </p:nvSpPr>
            <p:spPr bwMode="auto">
              <a:xfrm>
                <a:off x="32" y="296"/>
                <a:ext cx="16376" cy="11742"/>
              </a:xfrm>
              <a:prstGeom prst="rect">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3500000" scaled="1"/>
                <a:tileRect/>
              </a:gradFill>
              <a:ln w="19050">
                <a:solidFill>
                  <a:schemeClr val="tx1"/>
                </a:solidFill>
                <a:headEnd/>
                <a:tailEnd/>
              </a:ln>
              <a:effectLst>
                <a:outerShdw blurRad="50800" dist="38100" dir="2700000" algn="t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ctr" anchorCtr="0" compatLnSpc="1">
                <a:prstTxWarp prst="textNoShape">
                  <a:avLst/>
                </a:prstTxWarp>
              </a:bodyPr>
              <a:lstStyle/>
              <a:p>
                <a:endParaRPr lang="zh-CN" altLang="en-US"/>
              </a:p>
            </p:txBody>
          </p:sp>
          <p:sp>
            <p:nvSpPr>
              <p:cNvPr id="364" name="文本框 2"/>
              <p:cNvSpPr txBox="1">
                <a:spLocks noChangeArrowheads="1"/>
              </p:cNvSpPr>
              <p:nvPr/>
            </p:nvSpPr>
            <p:spPr bwMode="auto">
              <a:xfrm>
                <a:off x="2045" y="9563"/>
                <a:ext cx="12912" cy="227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800" b="1"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输出最大公因子</a:t>
                </a:r>
                <a:r>
                  <a:rPr kumimoji="0" lang="en-US" altLang="zh-CN" sz="1800" b="1"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m</a:t>
                </a:r>
                <a:endParaRPr kumimoji="0" lang="zh-CN" altLang="zh-CN" sz="1800" b="1"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356" name="文本框 2"/>
              <p:cNvSpPr txBox="1">
                <a:spLocks noChangeArrowheads="1"/>
              </p:cNvSpPr>
              <p:nvPr/>
            </p:nvSpPr>
            <p:spPr bwMode="auto">
              <a:xfrm>
                <a:off x="4121" y="236"/>
                <a:ext cx="8715" cy="24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800" b="1"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输入</a:t>
                </a:r>
                <a:r>
                  <a:rPr kumimoji="0" lang="en-US" altLang="zh-CN" sz="1800" b="1"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m</a:t>
                </a:r>
                <a:r>
                  <a:rPr kumimoji="0" lang="zh-CN" altLang="en-US" sz="1800" b="1"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a:t>
                </a:r>
                <a:r>
                  <a:rPr kumimoji="0" lang="en-US" altLang="zh-CN" sz="1800" b="1"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n</a:t>
                </a:r>
                <a:endParaRPr kumimoji="0" lang="zh-CN" altLang="zh-CN" sz="1800" b="1"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355" name="直接连接符 355"/>
              <p:cNvSpPr>
                <a:spLocks noChangeShapeType="1"/>
              </p:cNvSpPr>
              <p:nvPr/>
            </p:nvSpPr>
            <p:spPr bwMode="auto">
              <a:xfrm>
                <a:off x="32" y="2730"/>
                <a:ext cx="16377"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57" name="Text Box 15"/>
              <p:cNvSpPr txBox="1">
                <a:spLocks noChangeArrowheads="1"/>
              </p:cNvSpPr>
              <p:nvPr/>
            </p:nvSpPr>
            <p:spPr bwMode="auto">
              <a:xfrm>
                <a:off x="390" y="2824"/>
                <a:ext cx="5658" cy="238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8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当</a:t>
                </a:r>
                <a:r>
                  <a:rPr kumimoji="0" lang="en-US" altLang="zh-CN" sz="18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n ≠ 0</a:t>
                </a:r>
                <a:endParaRPr kumimoji="0" lang="zh-CN" altLang="zh-CN" sz="18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358" name="文本框 2"/>
              <p:cNvSpPr txBox="1">
                <a:spLocks noChangeArrowheads="1"/>
              </p:cNvSpPr>
              <p:nvPr/>
            </p:nvSpPr>
            <p:spPr bwMode="auto">
              <a:xfrm>
                <a:off x="6412" y="4933"/>
                <a:ext cx="8293" cy="197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r = m % n</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360" name="直接连接符 360"/>
              <p:cNvSpPr>
                <a:spLocks noChangeShapeType="1"/>
              </p:cNvSpPr>
              <p:nvPr/>
            </p:nvSpPr>
            <p:spPr bwMode="auto">
              <a:xfrm>
                <a:off x="3585" y="5229"/>
                <a:ext cx="12789"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61" name="直接连接符 361"/>
              <p:cNvSpPr>
                <a:spLocks noChangeShapeType="1"/>
              </p:cNvSpPr>
              <p:nvPr/>
            </p:nvSpPr>
            <p:spPr bwMode="auto">
              <a:xfrm>
                <a:off x="3585" y="5229"/>
                <a:ext cx="0" cy="4159"/>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59" name="文本框 2"/>
              <p:cNvSpPr txBox="1">
                <a:spLocks noChangeArrowheads="1"/>
              </p:cNvSpPr>
              <p:nvPr/>
            </p:nvSpPr>
            <p:spPr bwMode="auto">
              <a:xfrm>
                <a:off x="5556" y="6909"/>
                <a:ext cx="10040" cy="220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effectLst>
                      <a:outerShdw blurRad="38100" dist="38100" dir="2700000" algn="tl">
                        <a:srgbClr val="000000">
                          <a:alpha val="43137"/>
                        </a:srgbClr>
                      </a:outerShdw>
                    </a:effectLst>
                    <a:latin typeface="+mn-lt"/>
                    <a:cs typeface="宋体" pitchFamily="2" charset="-122"/>
                  </a:rPr>
                  <a:t>m = n, n = r</a:t>
                </a:r>
                <a:endParaRPr kumimoji="0" lang="zh-CN" altLang="zh-CN" sz="1800" b="1" dirty="0">
                  <a:effectLst>
                    <a:outerShdw blurRad="38100" dist="38100" dir="2700000" algn="tl">
                      <a:srgbClr val="000000">
                        <a:alpha val="43137"/>
                      </a:srgbClr>
                    </a:outerShdw>
                  </a:effectLst>
                  <a:latin typeface="+mn-lt"/>
                  <a:cs typeface="宋体" pitchFamily="2" charset="-122"/>
                </a:endParaRPr>
              </a:p>
            </p:txBody>
          </p:sp>
          <p:sp>
            <p:nvSpPr>
              <p:cNvPr id="363" name="直接连接符 363"/>
              <p:cNvSpPr>
                <a:spLocks noChangeShapeType="1"/>
              </p:cNvSpPr>
              <p:nvPr/>
            </p:nvSpPr>
            <p:spPr bwMode="auto">
              <a:xfrm>
                <a:off x="0" y="9374"/>
                <a:ext cx="16376"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grpSp>
      <p:sp>
        <p:nvSpPr>
          <p:cNvPr id="62" name="Text Box 3" descr="信纸"/>
          <p:cNvSpPr txBox="1">
            <a:spLocks noChangeArrowheads="1"/>
          </p:cNvSpPr>
          <p:nvPr/>
        </p:nvSpPr>
        <p:spPr bwMode="auto">
          <a:xfrm>
            <a:off x="1147325" y="737544"/>
            <a:ext cx="8261043" cy="6003824"/>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marL="457200" indent="-457200"/>
            <a:r>
              <a:rPr lang="en-US" altLang="zh-CN" b="1" dirty="0">
                <a:effectLst>
                  <a:outerShdw blurRad="38100" dist="38100" dir="2700000" algn="tl">
                    <a:srgbClr val="FFFFFF"/>
                  </a:outerShdw>
                </a:effectLst>
              </a:rPr>
              <a:t>  #include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a:t>
            </a:r>
          </a:p>
          <a:p>
            <a:pPr marL="457200" indent="-457200"/>
            <a:r>
              <a:rPr lang="en-US" altLang="zh-CN" b="1" dirty="0">
                <a:solidFill>
                  <a:srgbClr val="CC3300"/>
                </a:solidFill>
                <a:effectLst>
                  <a:outerShdw blurRad="38100" dist="38100" dir="2700000" algn="tl">
                    <a:srgbClr val="000000"/>
                  </a:outerShdw>
                </a:effectLst>
              </a:rPr>
              <a:t>  </a:t>
            </a:r>
            <a:r>
              <a:rPr lang="en-US" altLang="zh-CN" b="1" dirty="0" err="1">
                <a:solidFill>
                  <a:srgbClr val="CC3300"/>
                </a:solidFill>
                <a:effectLst>
                  <a:outerShdw blurRad="38100" dist="38100" dir="2700000" algn="tl">
                    <a:srgbClr val="000000"/>
                  </a:outerShdw>
                </a:effectLst>
              </a:rPr>
              <a:t>int</a:t>
            </a:r>
            <a:r>
              <a:rPr lang="en-US" altLang="zh-CN" b="1" dirty="0">
                <a:solidFill>
                  <a:srgbClr val="CC3300"/>
                </a:solidFill>
                <a:effectLst>
                  <a:outerShdw blurRad="38100" dist="38100" dir="2700000" algn="tl">
                    <a:srgbClr val="000000"/>
                  </a:outerShdw>
                </a:effectLst>
              </a:rPr>
              <a:t> main ( )</a:t>
            </a:r>
          </a:p>
          <a:p>
            <a:pPr marL="457200" indent="-457200"/>
            <a:r>
              <a:rPr lang="en-US" altLang="zh-CN" b="1" dirty="0">
                <a:effectLst>
                  <a:outerShdw blurRad="38100" dist="38100" dir="2700000" algn="tl">
                    <a:srgbClr val="FFFFFF"/>
                  </a:outerShdw>
                </a:effectLst>
              </a:rPr>
              <a:t>  {</a:t>
            </a:r>
          </a:p>
          <a:p>
            <a:pPr marL="457200" indent="-457200"/>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m, n, r;</a:t>
            </a:r>
          </a:p>
          <a:p>
            <a:pPr marL="457200" indent="-457200"/>
            <a:endParaRPr lang="en-US" altLang="zh-CN" b="1" dirty="0">
              <a:effectLst>
                <a:outerShdw blurRad="38100" dist="38100" dir="2700000" algn="tl">
                  <a:srgbClr val="FFFFFF"/>
                </a:outerShdw>
              </a:effectLst>
            </a:endParaRPr>
          </a:p>
          <a:p>
            <a:pPr marL="457200" indent="-457200"/>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("Please input two positive integer: ");</a:t>
            </a:r>
          </a:p>
          <a:p>
            <a:pPr marL="457200" indent="-457200"/>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scanf</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d%d</a:t>
            </a:r>
            <a:r>
              <a:rPr lang="en-US" altLang="zh-CN" b="1" dirty="0">
                <a:effectLst>
                  <a:outerShdw blurRad="38100" dist="38100" dir="2700000" algn="tl">
                    <a:srgbClr val="FFFFFF"/>
                  </a:outerShdw>
                </a:effectLst>
              </a:rPr>
              <a:t>", &amp;m, &amp;n);</a:t>
            </a:r>
          </a:p>
          <a:p>
            <a:pPr marL="457200" indent="-457200"/>
            <a:r>
              <a:rPr lang="en-US" altLang="zh-CN" b="1" dirty="0">
                <a:solidFill>
                  <a:srgbClr val="FF33CC"/>
                </a:solidFill>
                <a:effectLst>
                  <a:outerShdw blurRad="38100" dist="38100" dir="2700000" algn="tl">
                    <a:srgbClr val="000000"/>
                  </a:outerShdw>
                </a:effectLst>
              </a:rPr>
              <a:t>    while</a:t>
            </a:r>
            <a:r>
              <a:rPr lang="en-US" altLang="zh-CN" b="1" dirty="0">
                <a:effectLst>
                  <a:outerShdw blurRad="38100" dist="38100" dir="2700000" algn="tl">
                    <a:srgbClr val="FFFFFF"/>
                  </a:outerShdw>
                </a:effectLst>
              </a:rPr>
              <a:t> (n != 0)</a:t>
            </a:r>
          </a:p>
          <a:p>
            <a:pPr marL="457200" indent="-457200"/>
            <a:r>
              <a:rPr lang="en-US" altLang="zh-CN" b="1" dirty="0">
                <a:effectLst>
                  <a:outerShdw blurRad="38100" dist="38100" dir="2700000" algn="tl">
                    <a:srgbClr val="FFFFFF"/>
                  </a:outerShdw>
                </a:effectLst>
              </a:rPr>
              <a:t>    {</a:t>
            </a:r>
          </a:p>
          <a:p>
            <a:pPr marL="457200" indent="-457200"/>
            <a:r>
              <a:rPr lang="en-US" altLang="zh-CN" b="1" dirty="0">
                <a:effectLst>
                  <a:outerShdw blurRad="38100" dist="38100" dir="2700000" algn="tl">
                    <a:srgbClr val="FFFFFF"/>
                  </a:outerShdw>
                </a:effectLst>
              </a:rPr>
              <a:t>      r = m % n;       </a:t>
            </a:r>
            <a:r>
              <a:rPr lang="en-US" altLang="zh-CN" b="1" dirty="0">
                <a:solidFill>
                  <a:srgbClr val="0033CC"/>
                </a:solidFill>
                <a:effectLst>
                  <a:outerShdw blurRad="38100" dist="38100" dir="2700000" algn="tl">
                    <a:srgbClr val="000000"/>
                  </a:outerShdw>
                </a:effectLst>
                <a:latin typeface="+mn-lt"/>
                <a:ea typeface="楷体" pitchFamily="49" charset="-122"/>
              </a:rPr>
              <a:t>//</a:t>
            </a:r>
            <a:r>
              <a:rPr lang="zh-CN" altLang="en-US" b="1" dirty="0">
                <a:solidFill>
                  <a:srgbClr val="0033CC"/>
                </a:solidFill>
                <a:effectLst>
                  <a:outerShdw blurRad="38100" dist="38100" dir="2700000" algn="tl">
                    <a:srgbClr val="000000"/>
                  </a:outerShdw>
                </a:effectLst>
                <a:latin typeface="+mn-lt"/>
                <a:ea typeface="楷体" pitchFamily="49" charset="-122"/>
              </a:rPr>
              <a:t>求余数</a:t>
            </a:r>
          </a:p>
          <a:p>
            <a:pPr marL="457200" indent="-457200"/>
            <a:r>
              <a:rPr lang="zh-CN" altLang="en-US" b="1" dirty="0">
                <a:effectLst>
                  <a:outerShdw blurRad="38100" dist="38100" dir="2700000" algn="tl">
                    <a:srgbClr val="FFFFFF"/>
                  </a:outerShdw>
                </a:effectLst>
              </a:rPr>
              <a:t>      </a:t>
            </a:r>
            <a:r>
              <a:rPr lang="en-US" altLang="zh-CN" b="1" dirty="0">
                <a:effectLst>
                  <a:outerShdw blurRad="38100" dist="38100" dir="2700000" algn="tl">
                    <a:srgbClr val="FFFFFF"/>
                  </a:outerShdw>
                </a:effectLst>
              </a:rPr>
              <a:t>m = n;</a:t>
            </a:r>
          </a:p>
          <a:p>
            <a:pPr marL="457200" indent="-457200"/>
            <a:r>
              <a:rPr lang="en-US" altLang="zh-CN" b="1" dirty="0">
                <a:effectLst>
                  <a:outerShdw blurRad="38100" dist="38100" dir="2700000" algn="tl">
                    <a:srgbClr val="FFFFFF"/>
                  </a:outerShdw>
                </a:effectLst>
              </a:rPr>
              <a:t>      n = r;</a:t>
            </a:r>
          </a:p>
          <a:p>
            <a:pPr marL="457200" indent="-457200"/>
            <a:r>
              <a:rPr lang="en-US" altLang="zh-CN" b="1" dirty="0">
                <a:effectLst>
                  <a:outerShdw blurRad="38100" dist="38100" dir="2700000" algn="tl">
                    <a:srgbClr val="FFFFFF"/>
                  </a:outerShdw>
                </a:effectLst>
              </a:rPr>
              <a:t>    }</a:t>
            </a:r>
          </a:p>
          <a:p>
            <a:pPr marL="457200" indent="-457200"/>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("Their greatest common divisor is %d\n", m);</a:t>
            </a:r>
          </a:p>
          <a:p>
            <a:pPr marL="457200" indent="-457200"/>
            <a:r>
              <a:rPr lang="en-US" altLang="zh-CN" b="1" dirty="0">
                <a:effectLst>
                  <a:outerShdw blurRad="38100" dist="38100" dir="2700000" algn="tl">
                    <a:srgbClr val="FFFFFF"/>
                  </a:outerShdw>
                </a:effectLst>
              </a:rPr>
              <a:t>    return 0;</a:t>
            </a:r>
          </a:p>
          <a:p>
            <a:pPr marL="457200" indent="-457200"/>
            <a:r>
              <a:rPr lang="en-US" altLang="zh-CN" b="1" dirty="0">
                <a:effectLst>
                  <a:outerShdw blurRad="38100" dist="38100" dir="2700000" algn="tl">
                    <a:srgbClr val="FFFFFF"/>
                  </a:outerShdw>
                </a:effectLst>
              </a:rPr>
              <a:t>  }</a:t>
            </a:r>
          </a:p>
        </p:txBody>
      </p:sp>
      <p:sp>
        <p:nvSpPr>
          <p:cNvPr id="63" name="Text Box 4"/>
          <p:cNvSpPr txBox="1">
            <a:spLocks noChangeArrowheads="1"/>
          </p:cNvSpPr>
          <p:nvPr/>
        </p:nvSpPr>
        <p:spPr bwMode="auto">
          <a:xfrm>
            <a:off x="5328945" y="4221088"/>
            <a:ext cx="6583253" cy="1200329"/>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b="1" dirty="0">
                <a:solidFill>
                  <a:srgbClr val="FF3300"/>
                </a:solidFill>
                <a:effectLst>
                  <a:outerShdw blurRad="38100" dist="38100" dir="2700000" algn="tl">
                    <a:srgbClr val="C0C0C0"/>
                  </a:outerShdw>
                </a:effectLst>
                <a:ea typeface="隶书" pitchFamily="49" charset="-122"/>
              </a:rPr>
              <a:t>运行结果：</a:t>
            </a:r>
          </a:p>
          <a:p>
            <a:r>
              <a:rPr lang="en-US" altLang="zh-CN" b="1" dirty="0">
                <a:effectLst>
                  <a:outerShdw blurRad="38100" dist="38100" dir="2700000" algn="tl">
                    <a:srgbClr val="C0C0C0"/>
                  </a:outerShdw>
                </a:effectLst>
              </a:rPr>
              <a:t>Please input two positive integer: 24 56</a:t>
            </a:r>
            <a:r>
              <a:rPr lang="en-US" altLang="zh-CN" b="1" dirty="0">
                <a:effectLst>
                  <a:outerShdw blurRad="38100" dist="38100" dir="2700000" algn="tl">
                    <a:srgbClr val="C0C0C0"/>
                  </a:outerShdw>
                </a:effectLst>
                <a:latin typeface="+mn-ea"/>
                <a:ea typeface="+mn-ea"/>
              </a:rPr>
              <a:t>↙</a:t>
            </a:r>
          </a:p>
          <a:p>
            <a:r>
              <a:rPr lang="en-US" altLang="zh-CN" b="1" dirty="0">
                <a:solidFill>
                  <a:srgbClr val="0033CC"/>
                </a:solidFill>
                <a:effectLst>
                  <a:outerShdw blurRad="38100" dist="38100" dir="2700000" algn="tl">
                    <a:srgbClr val="C0C0C0"/>
                  </a:outerShdw>
                </a:effectLst>
              </a:rPr>
              <a:t>Their greatest common divisor is 8</a:t>
            </a:r>
          </a:p>
        </p:txBody>
      </p:sp>
      <p:sp>
        <p:nvSpPr>
          <p:cNvPr id="64" name="Rectangle 8"/>
          <p:cNvSpPr>
            <a:spLocks noChangeArrowheads="1"/>
          </p:cNvSpPr>
          <p:nvPr/>
        </p:nvSpPr>
        <p:spPr bwMode="auto">
          <a:xfrm>
            <a:off x="1415479" y="3392616"/>
            <a:ext cx="1914855" cy="2193329"/>
          </a:xfrm>
          <a:prstGeom prst="rect">
            <a:avLst/>
          </a:prstGeom>
          <a:noFill/>
          <a:ln w="38100">
            <a:solidFill>
              <a:srgbClr val="FF000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ox(in)">
                                      <p:cBhvr>
                                        <p:cTn id="7" dur="500"/>
                                        <p:tgtEl>
                                          <p:spTgt spid="11"/>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strips(downRight)">
                                      <p:cBhvr>
                                        <p:cTn id="12" dur="500"/>
                                        <p:tgtEl>
                                          <p:spTgt spid="48"/>
                                        </p:tgtEl>
                                      </p:cBhvr>
                                    </p:animEffect>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963618"/>
                                        </p:tgtEl>
                                        <p:attrNameLst>
                                          <p:attrName>style.visibility</p:attrName>
                                        </p:attrNameLst>
                                      </p:cBhvr>
                                      <p:to>
                                        <p:strVal val="visible"/>
                                      </p:to>
                                    </p:set>
                                    <p:animEffect transition="in" filter="strips(downRight)">
                                      <p:cBhvr>
                                        <p:cTn id="17" dur="500"/>
                                        <p:tgtEl>
                                          <p:spTgt spid="963618"/>
                                        </p:tgtEl>
                                      </p:cBhvr>
                                    </p:animEffect>
                                  </p:childTnLst>
                                  <p:subTnLst>
                                    <p:audio>
                                      <p:cMediaNode>
                                        <p:cTn display="0" masterRel="sameClick">
                                          <p:stCondLst>
                                            <p:cond evt="begin" delay="0">
                                              <p:tn val="15"/>
                                            </p:cond>
                                          </p:stCondLst>
                                          <p:endCondLst>
                                            <p:cond evt="onStopAudio" delay="0">
                                              <p:tgtEl>
                                                <p:sldTgt/>
                                              </p:tgtEl>
                                            </p:cond>
                                          </p:endCondLst>
                                        </p:cTn>
                                        <p:tgtEl>
                                          <p:sndTgt r:embed="rId3" name="chimes.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62"/>
                                        </p:tgtEl>
                                        <p:attrNameLst>
                                          <p:attrName>style.visibility</p:attrName>
                                        </p:attrNameLst>
                                      </p:cBhvr>
                                      <p:to>
                                        <p:strVal val="visible"/>
                                      </p:to>
                                    </p:set>
                                    <p:animEffect transition="in" filter="box(out)">
                                      <p:cBhvr>
                                        <p:cTn id="22" dur="500"/>
                                        <p:tgtEl>
                                          <p:spTgt spid="62"/>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par>
                          <p:cTn id="23" fill="hold">
                            <p:stCondLst>
                              <p:cond delay="500"/>
                            </p:stCondLst>
                            <p:childTnLst>
                              <p:par>
                                <p:cTn id="24" presetID="18" presetClass="entr" presetSubtype="12" fill="hold" grpId="0" nodeType="afterEffect">
                                  <p:stCondLst>
                                    <p:cond delay="0"/>
                                  </p:stCondLst>
                                  <p:childTnLst>
                                    <p:set>
                                      <p:cBhvr>
                                        <p:cTn id="25" dur="1" fill="hold">
                                          <p:stCondLst>
                                            <p:cond delay="0"/>
                                          </p:stCondLst>
                                        </p:cTn>
                                        <p:tgtEl>
                                          <p:spTgt spid="64"/>
                                        </p:tgtEl>
                                        <p:attrNameLst>
                                          <p:attrName>style.visibility</p:attrName>
                                        </p:attrNameLst>
                                      </p:cBhvr>
                                      <p:to>
                                        <p:strVal val="visible"/>
                                      </p:to>
                                    </p:set>
                                    <p:animEffect transition="in" filter="strips(downLeft)">
                                      <p:cBhvr>
                                        <p:cTn id="26" dur="500"/>
                                        <p:tgtEl>
                                          <p:spTgt spid="64"/>
                                        </p:tgtEl>
                                      </p:cBhvr>
                                    </p:animEffect>
                                  </p:childTnLst>
                                  <p:subTnLst>
                                    <p:audio>
                                      <p:cMediaNode>
                                        <p:cTn display="0" masterRel="sameClick">
                                          <p:stCondLst>
                                            <p:cond evt="begin" delay="0">
                                              <p:tn val="24"/>
                                            </p:cond>
                                          </p:stCondLst>
                                          <p:endCondLst>
                                            <p:cond evt="onStopAudio" delay="0">
                                              <p:tgtEl>
                                                <p:sldTgt/>
                                              </p:tgtEl>
                                            </p:cond>
                                          </p:endCondLst>
                                        </p:cTn>
                                        <p:tgtEl>
                                          <p:sndTgt r:embed="rId2" name="camera.wav"/>
                                        </p:tgtEl>
                                      </p:cMediaNode>
                                    </p:audio>
                                  </p:subTnLst>
                                </p:cTn>
                              </p:par>
                            </p:childTnLst>
                          </p:cTn>
                        </p:par>
                      </p:childTnLst>
                    </p:cTn>
                  </p:par>
                  <p:par>
                    <p:cTn id="27" fill="hold">
                      <p:stCondLst>
                        <p:cond delay="indefinite"/>
                      </p:stCondLst>
                      <p:childTnLst>
                        <p:par>
                          <p:cTn id="28" fill="hold">
                            <p:stCondLst>
                              <p:cond delay="0"/>
                            </p:stCondLst>
                            <p:childTnLst>
                              <p:par>
                                <p:cTn id="29" presetID="4" presetClass="entr" presetSubtype="32" fill="hold" grpId="0" nodeType="clickEffect">
                                  <p:stCondLst>
                                    <p:cond delay="0"/>
                                  </p:stCondLst>
                                  <p:childTnLst>
                                    <p:set>
                                      <p:cBhvr>
                                        <p:cTn id="30" dur="1" fill="hold">
                                          <p:stCondLst>
                                            <p:cond delay="0"/>
                                          </p:stCondLst>
                                        </p:cTn>
                                        <p:tgtEl>
                                          <p:spTgt spid="63"/>
                                        </p:tgtEl>
                                        <p:attrNameLst>
                                          <p:attrName>style.visibility</p:attrName>
                                        </p:attrNameLst>
                                      </p:cBhvr>
                                      <p:to>
                                        <p:strVal val="visible"/>
                                      </p:to>
                                    </p:set>
                                    <p:animEffect transition="in" filter="box(out)">
                                      <p:cBhvr>
                                        <p:cTn id="31" dur="500"/>
                                        <p:tgtEl>
                                          <p:spTgt spid="63"/>
                                        </p:tgtEl>
                                      </p:cBhvr>
                                    </p:animEffect>
                                  </p:childTnLst>
                                  <p:subTnLst>
                                    <p:audio>
                                      <p:cMediaNode>
                                        <p:cTn display="0" masterRel="sameClick">
                                          <p:stCondLst>
                                            <p:cond evt="begin" delay="0">
                                              <p:tn val="29"/>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62" grpId="0" animBg="1" autoUpdateAnimBg="0"/>
      <p:bldP spid="63" grpId="0" animBg="1"/>
      <p:bldP spid="64"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9315" name="Rectangle 3"/>
          <p:cNvSpPr>
            <a:spLocks noChangeArrowheads="1"/>
          </p:cNvSpPr>
          <p:nvPr/>
        </p:nvSpPr>
        <p:spPr bwMode="auto">
          <a:xfrm>
            <a:off x="595140" y="155903"/>
            <a:ext cx="3384550" cy="523220"/>
          </a:xfrm>
          <a:prstGeom prst="rect">
            <a:avLst/>
          </a:prstGeom>
          <a:noFill/>
          <a:ln w="9525">
            <a:noFill/>
            <a:miter lim="800000"/>
            <a:headEnd/>
            <a:tailEnd/>
          </a:ln>
          <a:effectLst/>
        </p:spPr>
        <p:txBody>
          <a:bodyPr anchor="ctr">
            <a:spAutoFit/>
          </a:bodyPr>
          <a:lstStyle/>
          <a:p>
            <a:r>
              <a:rPr lang="en-US" altLang="zh-CN" sz="2800" b="1" dirty="0">
                <a:solidFill>
                  <a:srgbClr val="CC3300"/>
                </a:solidFill>
                <a:effectLst>
                  <a:outerShdw blurRad="38100" dist="38100" dir="2700000" algn="tl">
                    <a:srgbClr val="000000"/>
                  </a:outerShdw>
                </a:effectLst>
                <a:latin typeface="+mn-lt"/>
                <a:ea typeface="隶书" pitchFamily="49" charset="-122"/>
              </a:rPr>
              <a:t>2.  </a:t>
            </a:r>
            <a:r>
              <a:rPr lang="en-US" altLang="zh-CN" sz="2800" b="1" dirty="0" err="1">
                <a:solidFill>
                  <a:srgbClr val="CC3300"/>
                </a:solidFill>
                <a:effectLst>
                  <a:outerShdw blurRad="38100" dist="38100" dir="2700000" algn="tl">
                    <a:srgbClr val="000000"/>
                  </a:outerShdw>
                </a:effectLst>
                <a:latin typeface="+mn-lt"/>
                <a:ea typeface="隶书" pitchFamily="49" charset="-122"/>
              </a:rPr>
              <a:t>do_while</a:t>
            </a:r>
            <a:r>
              <a:rPr lang="zh-CN" altLang="en-US" sz="2800" b="1" dirty="0">
                <a:solidFill>
                  <a:srgbClr val="CC3300"/>
                </a:solidFill>
                <a:effectLst>
                  <a:outerShdw blurRad="38100" dist="38100" dir="2700000" algn="tl">
                    <a:srgbClr val="000000"/>
                  </a:outerShdw>
                </a:effectLst>
                <a:latin typeface="+mn-lt"/>
                <a:ea typeface="隶书" pitchFamily="49" charset="-122"/>
              </a:rPr>
              <a:t>语句 </a:t>
            </a:r>
          </a:p>
        </p:txBody>
      </p:sp>
      <p:sp>
        <p:nvSpPr>
          <p:cNvPr id="909319" name="Rectangle 7"/>
          <p:cNvSpPr>
            <a:spLocks noChangeArrowheads="1"/>
          </p:cNvSpPr>
          <p:nvPr/>
        </p:nvSpPr>
        <p:spPr bwMode="auto">
          <a:xfrm>
            <a:off x="1099965" y="765175"/>
            <a:ext cx="2449512" cy="457200"/>
          </a:xfrm>
          <a:prstGeom prst="rect">
            <a:avLst/>
          </a:prstGeom>
          <a:noFill/>
          <a:ln w="9525">
            <a:noFill/>
            <a:miter lim="800000"/>
            <a:headEnd/>
            <a:tailEnd/>
          </a:ln>
          <a:effectLst/>
        </p:spPr>
        <p:txBody>
          <a:bodyPr anchor="ctr">
            <a:spAutoFit/>
          </a:bodyPr>
          <a:lstStyle/>
          <a:p>
            <a:pPr>
              <a:buFont typeface="Wingdings" pitchFamily="2" charset="2"/>
              <a:buChar char="Ø"/>
            </a:pPr>
            <a:r>
              <a:rPr lang="en-US" altLang="zh-CN" b="1" dirty="0">
                <a:solidFill>
                  <a:srgbClr val="339933"/>
                </a:solidFill>
                <a:effectLst>
                  <a:outerShdw blurRad="38100" dist="38100" dir="2700000" algn="tl">
                    <a:srgbClr val="000000"/>
                  </a:outerShdw>
                </a:effectLst>
                <a:latin typeface="+mn-lt"/>
                <a:ea typeface="楷体" pitchFamily="49" charset="-122"/>
              </a:rPr>
              <a:t> </a:t>
            </a:r>
            <a:r>
              <a:rPr lang="zh-CN" altLang="en-US" b="1" dirty="0">
                <a:solidFill>
                  <a:srgbClr val="339933"/>
                </a:solidFill>
                <a:effectLst>
                  <a:outerShdw blurRad="38100" dist="38100" dir="2700000" algn="tl">
                    <a:srgbClr val="000000"/>
                  </a:outerShdw>
                </a:effectLst>
                <a:latin typeface="+mn-lt"/>
                <a:ea typeface="楷体" pitchFamily="49" charset="-122"/>
              </a:rPr>
              <a:t>一般形式：</a:t>
            </a:r>
          </a:p>
        </p:txBody>
      </p:sp>
      <p:sp>
        <p:nvSpPr>
          <p:cNvPr id="909320" name="Text Box 8"/>
          <p:cNvSpPr txBox="1">
            <a:spLocks noChangeArrowheads="1"/>
          </p:cNvSpPr>
          <p:nvPr/>
        </p:nvSpPr>
        <p:spPr bwMode="auto">
          <a:xfrm>
            <a:off x="4497214" y="692696"/>
            <a:ext cx="5991265" cy="1411288"/>
          </a:xfrm>
          <a:prstGeom prst="rect">
            <a:avLst/>
          </a:prstGeom>
          <a:gradFill rotWithShape="1">
            <a:gsLst>
              <a:gs pos="0">
                <a:srgbClr val="FFFF99"/>
              </a:gs>
              <a:gs pos="100000">
                <a:srgbClr val="FFFF99">
                  <a:gamma/>
                  <a:shade val="54510"/>
                  <a:invGamma/>
                </a:srgbClr>
              </a:gs>
            </a:gsLst>
            <a:lin ang="5400000" scaled="1"/>
          </a:gradFill>
          <a:ln w="38100">
            <a:solidFill>
              <a:srgbClr val="0000FF"/>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wrap="square" anchor="ctr">
            <a:spAutoFit/>
          </a:bodyPr>
          <a:lstStyle/>
          <a:p>
            <a:r>
              <a:rPr lang="en-US" altLang="zh-CN" sz="2800" b="1" dirty="0">
                <a:solidFill>
                  <a:srgbClr val="FF3300"/>
                </a:solidFill>
                <a:effectLst>
                  <a:outerShdw blurRad="38100" dist="38100" dir="2700000" algn="tl">
                    <a:srgbClr val="000000"/>
                  </a:outerShdw>
                </a:effectLst>
                <a:latin typeface="+mn-lt"/>
                <a:ea typeface="隶书" pitchFamily="49" charset="-122"/>
              </a:rPr>
              <a:t>do </a:t>
            </a:r>
          </a:p>
          <a:p>
            <a:r>
              <a:rPr lang="en-US" altLang="zh-CN" sz="2800" b="1" dirty="0">
                <a:solidFill>
                  <a:srgbClr val="FF3300"/>
                </a:solidFill>
                <a:effectLst>
                  <a:outerShdw blurRad="38100" dist="38100" dir="2700000" algn="tl">
                    <a:srgbClr val="000000"/>
                  </a:outerShdw>
                </a:effectLst>
                <a:latin typeface="+mn-lt"/>
                <a:ea typeface="隶书" pitchFamily="49" charset="-122"/>
              </a:rPr>
              <a:t>    </a:t>
            </a:r>
            <a:r>
              <a:rPr lang="zh-CN" altLang="zh-CN" sz="2800" b="1" dirty="0">
                <a:solidFill>
                  <a:srgbClr val="FF3300"/>
                </a:solidFill>
                <a:effectLst>
                  <a:outerShdw blurRad="38100" dist="38100" dir="2700000" algn="tl">
                    <a:srgbClr val="000000"/>
                  </a:outerShdw>
                </a:effectLst>
                <a:latin typeface="+mn-lt"/>
                <a:ea typeface="隶书" pitchFamily="49" charset="-122"/>
              </a:rPr>
              <a:t>循环体语句；</a:t>
            </a:r>
          </a:p>
          <a:p>
            <a:r>
              <a:rPr lang="en-US" altLang="zh-CN" sz="2800" b="1" dirty="0">
                <a:solidFill>
                  <a:srgbClr val="FF3300"/>
                </a:solidFill>
                <a:effectLst>
                  <a:outerShdw blurRad="38100" dist="38100" dir="2700000" algn="tl">
                    <a:srgbClr val="000000"/>
                  </a:outerShdw>
                </a:effectLst>
                <a:latin typeface="+mn-lt"/>
                <a:ea typeface="隶书" pitchFamily="49" charset="-122"/>
              </a:rPr>
              <a:t>while(</a:t>
            </a:r>
            <a:r>
              <a:rPr lang="zh-CN" altLang="en-US" sz="2800" b="1" dirty="0">
                <a:solidFill>
                  <a:srgbClr val="FF3300"/>
                </a:solidFill>
                <a:effectLst>
                  <a:outerShdw blurRad="38100" dist="38100" dir="2700000" algn="tl">
                    <a:srgbClr val="000000"/>
                  </a:outerShdw>
                </a:effectLst>
                <a:latin typeface="+mn-lt"/>
                <a:ea typeface="隶书" pitchFamily="49" charset="-122"/>
              </a:rPr>
              <a:t>表达式</a:t>
            </a:r>
            <a:r>
              <a:rPr lang="en-US" altLang="zh-CN" sz="2800" b="1" dirty="0">
                <a:solidFill>
                  <a:srgbClr val="FF3300"/>
                </a:solidFill>
                <a:effectLst>
                  <a:outerShdw blurRad="38100" dist="38100" dir="2700000" algn="tl">
                    <a:srgbClr val="000000"/>
                  </a:outerShdw>
                </a:effectLst>
                <a:latin typeface="+mn-lt"/>
                <a:ea typeface="隶书" pitchFamily="49" charset="-122"/>
              </a:rPr>
              <a:t>);</a:t>
            </a:r>
          </a:p>
        </p:txBody>
      </p:sp>
      <p:sp>
        <p:nvSpPr>
          <p:cNvPr id="909321" name="Rectangle 9"/>
          <p:cNvSpPr>
            <a:spLocks noChangeArrowheads="1"/>
          </p:cNvSpPr>
          <p:nvPr/>
        </p:nvSpPr>
        <p:spPr bwMode="auto">
          <a:xfrm>
            <a:off x="1055490" y="2372630"/>
            <a:ext cx="2449512" cy="457200"/>
          </a:xfrm>
          <a:prstGeom prst="rect">
            <a:avLst/>
          </a:prstGeom>
          <a:noFill/>
          <a:ln w="9525">
            <a:noFill/>
            <a:miter lim="800000"/>
            <a:headEnd/>
            <a:tailEnd/>
          </a:ln>
          <a:effectLst/>
        </p:spPr>
        <p:txBody>
          <a:bodyPr anchor="ctr">
            <a:spAutoFit/>
          </a:bodyPr>
          <a:lstStyle/>
          <a:p>
            <a:pPr>
              <a:buFont typeface="Wingdings" pitchFamily="2" charset="2"/>
              <a:buChar char="Ø"/>
            </a:pPr>
            <a:r>
              <a:rPr lang="en-US" altLang="zh-CN" b="1" dirty="0">
                <a:solidFill>
                  <a:srgbClr val="339933"/>
                </a:solidFill>
                <a:effectLst>
                  <a:outerShdw blurRad="38100" dist="38100" dir="2700000" algn="tl">
                    <a:srgbClr val="000000"/>
                  </a:outerShdw>
                </a:effectLst>
                <a:latin typeface="+mn-lt"/>
                <a:ea typeface="楷体" pitchFamily="49" charset="-122"/>
              </a:rPr>
              <a:t> </a:t>
            </a:r>
            <a:r>
              <a:rPr lang="zh-CN" altLang="en-US" b="1" dirty="0">
                <a:solidFill>
                  <a:srgbClr val="339933"/>
                </a:solidFill>
                <a:effectLst>
                  <a:outerShdw blurRad="38100" dist="38100" dir="2700000" algn="tl">
                    <a:srgbClr val="000000"/>
                  </a:outerShdw>
                </a:effectLst>
                <a:latin typeface="+mn-lt"/>
                <a:ea typeface="楷体" pitchFamily="49" charset="-122"/>
              </a:rPr>
              <a:t>执行流程：</a:t>
            </a:r>
          </a:p>
        </p:txBody>
      </p:sp>
      <p:sp>
        <p:nvSpPr>
          <p:cNvPr id="909339" name="Rectangle 27"/>
          <p:cNvSpPr>
            <a:spLocks noChangeArrowheads="1"/>
          </p:cNvSpPr>
          <p:nvPr/>
        </p:nvSpPr>
        <p:spPr bwMode="auto">
          <a:xfrm>
            <a:off x="1496681" y="3597853"/>
            <a:ext cx="6257459" cy="3046988"/>
          </a:xfrm>
          <a:prstGeom prst="rect">
            <a:avLst/>
          </a:prstGeom>
          <a:solidFill>
            <a:schemeClr val="bg1"/>
          </a:solidFill>
          <a:ln w="38100">
            <a:solidFill>
              <a:srgbClr val="00800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wrap="square" anchor="ctr">
            <a:spAutoFit/>
          </a:bodyPr>
          <a:lstStyle/>
          <a:p>
            <a:r>
              <a:rPr lang="zh-CN" altLang="en-US" b="1" dirty="0">
                <a:solidFill>
                  <a:srgbClr val="FF33CC"/>
                </a:solidFill>
                <a:effectLst>
                  <a:outerShdw blurRad="50800" dist="38100" dir="13500000" algn="br" rotWithShape="0">
                    <a:prstClr val="black">
                      <a:alpha val="40000"/>
                    </a:prstClr>
                  </a:outerShdw>
                </a:effectLst>
                <a:latin typeface="+mn-lt"/>
                <a:ea typeface="楷体" pitchFamily="49" charset="-122"/>
              </a:rPr>
              <a:t>其中：</a:t>
            </a:r>
            <a:endParaRPr lang="en-US" altLang="zh-CN" b="1" dirty="0">
              <a:solidFill>
                <a:srgbClr val="FF33CC"/>
              </a:solidFill>
              <a:effectLst>
                <a:outerShdw blurRad="50800" dist="38100" dir="13500000" algn="br" rotWithShape="0">
                  <a:prstClr val="black">
                    <a:alpha val="40000"/>
                  </a:prstClr>
                </a:outerShdw>
              </a:effectLst>
              <a:latin typeface="+mn-lt"/>
              <a:ea typeface="楷体" pitchFamily="49" charset="-122"/>
            </a:endParaRPr>
          </a:p>
          <a:p>
            <a:pPr marL="342900" indent="-342900">
              <a:buClr>
                <a:srgbClr val="FF33CC"/>
              </a:buClr>
              <a:buFont typeface="Wingdings" panose="05000000000000000000" pitchFamily="2" charset="2"/>
              <a:buChar char="l"/>
            </a:pPr>
            <a:r>
              <a:rPr lang="en-US" altLang="zh-CN" b="1" dirty="0">
                <a:effectLst>
                  <a:outerShdw blurRad="50800" dist="38100" dir="13500000" algn="br" rotWithShape="0">
                    <a:prstClr val="black">
                      <a:alpha val="40000"/>
                    </a:prstClr>
                  </a:outerShdw>
                </a:effectLst>
                <a:latin typeface="+mn-lt"/>
                <a:ea typeface="楷体" pitchFamily="49" charset="-122"/>
              </a:rPr>
              <a:t>while</a:t>
            </a:r>
            <a:r>
              <a:rPr lang="zh-CN" altLang="en-US" b="1" dirty="0">
                <a:effectLst>
                  <a:outerShdw blurRad="50800" dist="38100" dir="13500000" algn="br" rotWithShape="0">
                    <a:prstClr val="black">
                      <a:alpha val="40000"/>
                    </a:prstClr>
                  </a:outerShdw>
                </a:effectLst>
                <a:latin typeface="+mn-lt"/>
                <a:ea typeface="楷体" pitchFamily="49" charset="-122"/>
              </a:rPr>
              <a:t>后面的括号</a:t>
            </a:r>
            <a:r>
              <a:rPr lang="en-US" altLang="zh-CN" b="1" dirty="0">
                <a:effectLst>
                  <a:outerShdw blurRad="50800" dist="38100" dir="13500000" algn="br" rotWithShape="0">
                    <a:prstClr val="black">
                      <a:alpha val="40000"/>
                    </a:prstClr>
                  </a:outerShdw>
                </a:effectLst>
                <a:latin typeface="+mn-lt"/>
                <a:ea typeface="楷体" pitchFamily="49" charset="-122"/>
              </a:rPr>
              <a:t>(  )</a:t>
            </a:r>
            <a:r>
              <a:rPr lang="zh-CN" altLang="en-US" b="1" dirty="0">
                <a:effectLst>
                  <a:outerShdw blurRad="50800" dist="38100" dir="13500000" algn="br" rotWithShape="0">
                    <a:prstClr val="black">
                      <a:alpha val="40000"/>
                    </a:prstClr>
                  </a:outerShdw>
                </a:effectLst>
                <a:latin typeface="+mn-lt"/>
                <a:ea typeface="楷体" pitchFamily="49" charset="-122"/>
              </a:rPr>
              <a:t>不能省。</a:t>
            </a:r>
            <a:endParaRPr lang="en-US" altLang="zh-CN" b="1" dirty="0">
              <a:effectLst>
                <a:outerShdw blurRad="50800" dist="38100" dir="13500000" algn="br" rotWithShape="0">
                  <a:prstClr val="black">
                    <a:alpha val="40000"/>
                  </a:prstClr>
                </a:outerShdw>
              </a:effectLst>
              <a:latin typeface="+mn-lt"/>
              <a:ea typeface="楷体" pitchFamily="49" charset="-122"/>
            </a:endParaRPr>
          </a:p>
          <a:p>
            <a:pPr marL="342900" indent="-342900">
              <a:buClr>
                <a:srgbClr val="FF33CC"/>
              </a:buClr>
              <a:buFont typeface="Wingdings" panose="05000000000000000000" pitchFamily="2" charset="2"/>
              <a:buChar char="l"/>
            </a:pPr>
            <a:r>
              <a:rPr lang="en-US" altLang="zh-CN" b="1" dirty="0">
                <a:effectLst>
                  <a:outerShdw blurRad="50800" dist="38100" dir="13500000" algn="br" rotWithShape="0">
                    <a:prstClr val="black">
                      <a:alpha val="40000"/>
                    </a:prstClr>
                  </a:outerShdw>
                </a:effectLst>
                <a:latin typeface="+mn-lt"/>
                <a:ea typeface="楷体" pitchFamily="49" charset="-122"/>
              </a:rPr>
              <a:t>while</a:t>
            </a:r>
            <a:r>
              <a:rPr lang="zh-CN" altLang="en-US" b="1" dirty="0">
                <a:effectLst>
                  <a:outerShdw blurRad="50800" dist="38100" dir="13500000" algn="br" rotWithShape="0">
                    <a:prstClr val="black">
                      <a:alpha val="40000"/>
                    </a:prstClr>
                  </a:outerShdw>
                </a:effectLst>
                <a:latin typeface="+mn-lt"/>
                <a:ea typeface="楷体" pitchFamily="49" charset="-122"/>
              </a:rPr>
              <a:t>最后面的分号</a:t>
            </a:r>
            <a:r>
              <a:rPr lang="en-US" altLang="zh-CN" b="1" dirty="0">
                <a:effectLst>
                  <a:outerShdw blurRad="50800" dist="38100" dir="13500000" algn="br" rotWithShape="0">
                    <a:prstClr val="black">
                      <a:alpha val="40000"/>
                    </a:prstClr>
                  </a:outerShdw>
                </a:effectLst>
                <a:latin typeface="+mn-lt"/>
                <a:ea typeface="楷体" pitchFamily="49" charset="-122"/>
              </a:rPr>
              <a:t>;</a:t>
            </a:r>
            <a:r>
              <a:rPr lang="zh-CN" altLang="en-US" b="1" dirty="0">
                <a:effectLst>
                  <a:outerShdw blurRad="50800" dist="38100" dir="13500000" algn="br" rotWithShape="0">
                    <a:prstClr val="black">
                      <a:alpha val="40000"/>
                    </a:prstClr>
                  </a:outerShdw>
                </a:effectLst>
                <a:latin typeface="+mn-lt"/>
                <a:ea typeface="楷体" pitchFamily="49" charset="-122"/>
              </a:rPr>
              <a:t>不能省。</a:t>
            </a:r>
            <a:endParaRPr lang="en-US" altLang="zh-CN" b="1" dirty="0">
              <a:effectLst>
                <a:outerShdw blurRad="50800" dist="38100" dir="13500000" algn="br" rotWithShape="0">
                  <a:prstClr val="black">
                    <a:alpha val="40000"/>
                  </a:prstClr>
                </a:outerShdw>
              </a:effectLst>
              <a:latin typeface="+mn-lt"/>
              <a:ea typeface="楷体" pitchFamily="49" charset="-122"/>
            </a:endParaRPr>
          </a:p>
          <a:p>
            <a:pPr marL="342900" indent="-342900">
              <a:buClr>
                <a:srgbClr val="FF33CC"/>
              </a:buClr>
              <a:buFont typeface="Wingdings" panose="05000000000000000000" pitchFamily="2" charset="2"/>
              <a:buChar char="l"/>
            </a:pPr>
            <a:r>
              <a:rPr lang="en-US" altLang="zh-CN" b="1" dirty="0">
                <a:effectLst>
                  <a:outerShdw blurRad="50800" dist="38100" dir="13500000" algn="br" rotWithShape="0">
                    <a:prstClr val="black">
                      <a:alpha val="40000"/>
                    </a:prstClr>
                  </a:outerShdw>
                </a:effectLst>
                <a:latin typeface="+mn-lt"/>
                <a:ea typeface="楷体" pitchFamily="49" charset="-122"/>
              </a:rPr>
              <a:t>while</a:t>
            </a:r>
            <a:r>
              <a:rPr lang="zh-CN" altLang="en-US" b="1" dirty="0">
                <a:effectLst>
                  <a:outerShdw blurRad="50800" dist="38100" dir="13500000" algn="br" rotWithShape="0">
                    <a:prstClr val="black">
                      <a:alpha val="40000"/>
                    </a:prstClr>
                  </a:outerShdw>
                </a:effectLst>
                <a:latin typeface="+mn-lt"/>
                <a:ea typeface="楷体" pitchFamily="49" charset="-122"/>
              </a:rPr>
              <a:t>后面的表达式可以是任意类型的表达式，但一般是条件表达式或逻辑表达式。</a:t>
            </a:r>
            <a:endParaRPr lang="en-US" altLang="zh-CN" b="1" dirty="0">
              <a:effectLst>
                <a:outerShdw blurRad="50800" dist="38100" dir="13500000" algn="br" rotWithShape="0">
                  <a:prstClr val="black">
                    <a:alpha val="40000"/>
                  </a:prstClr>
                </a:outerShdw>
              </a:effectLst>
              <a:latin typeface="+mn-lt"/>
              <a:ea typeface="楷体" pitchFamily="49" charset="-122"/>
            </a:endParaRPr>
          </a:p>
          <a:p>
            <a:pPr marL="342900" indent="-342900">
              <a:buClr>
                <a:srgbClr val="FF33CC"/>
              </a:buClr>
              <a:buFont typeface="Wingdings" panose="05000000000000000000" pitchFamily="2" charset="2"/>
              <a:buChar char="l"/>
            </a:pPr>
            <a:r>
              <a:rPr lang="zh-CN" altLang="en-US" b="1" dirty="0">
                <a:effectLst>
                  <a:outerShdw blurRad="50800" dist="38100" dir="13500000" algn="br" rotWithShape="0">
                    <a:prstClr val="black">
                      <a:alpha val="40000"/>
                    </a:prstClr>
                  </a:outerShdw>
                </a:effectLst>
                <a:latin typeface="+mn-lt"/>
                <a:ea typeface="楷体" pitchFamily="49" charset="-122"/>
              </a:rPr>
              <a:t>表达式的值是循环的控制条件。</a:t>
            </a:r>
            <a:endParaRPr lang="en-US" altLang="zh-CN" b="1" dirty="0">
              <a:effectLst>
                <a:outerShdw blurRad="50800" dist="38100" dir="13500000" algn="br" rotWithShape="0">
                  <a:prstClr val="black">
                    <a:alpha val="40000"/>
                  </a:prstClr>
                </a:outerShdw>
              </a:effectLst>
              <a:latin typeface="+mn-lt"/>
              <a:ea typeface="楷体" pitchFamily="49" charset="-122"/>
            </a:endParaRPr>
          </a:p>
          <a:p>
            <a:pPr marL="342900" indent="-342900">
              <a:buClr>
                <a:srgbClr val="FF33CC"/>
              </a:buClr>
              <a:buFont typeface="Wingdings" panose="05000000000000000000" pitchFamily="2" charset="2"/>
              <a:buChar char="l"/>
            </a:pPr>
            <a:r>
              <a:rPr lang="zh-CN" altLang="en-US" b="1" dirty="0">
                <a:effectLst>
                  <a:outerShdw blurRad="50800" dist="38100" dir="13500000" algn="br" rotWithShape="0">
                    <a:prstClr val="black">
                      <a:alpha val="40000"/>
                    </a:prstClr>
                  </a:outerShdw>
                </a:effectLst>
                <a:latin typeface="+mn-lt"/>
                <a:ea typeface="楷体" pitchFamily="49" charset="-122"/>
              </a:rPr>
              <a:t>语句部分称为循环体，当需要执行多条语句时，应使用复合语句。</a:t>
            </a:r>
            <a:r>
              <a:rPr lang="zh-CN" altLang="en-US" dirty="0">
                <a:effectLst>
                  <a:outerShdw blurRad="50800" dist="38100" dir="13500000" algn="br" rotWithShape="0">
                    <a:prstClr val="black">
                      <a:alpha val="40000"/>
                    </a:prstClr>
                  </a:outerShdw>
                </a:effectLst>
                <a:latin typeface="+mn-lt"/>
                <a:ea typeface="楷体" pitchFamily="49" charset="-122"/>
              </a:rPr>
              <a:t> </a:t>
            </a:r>
          </a:p>
        </p:txBody>
      </p:sp>
      <p:sp>
        <p:nvSpPr>
          <p:cNvPr id="909326" name="Line 14"/>
          <p:cNvSpPr>
            <a:spLocks noChangeShapeType="1"/>
          </p:cNvSpPr>
          <p:nvPr/>
        </p:nvSpPr>
        <p:spPr bwMode="auto">
          <a:xfrm>
            <a:off x="9581356" y="3454152"/>
            <a:ext cx="0" cy="48260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909327" name="AutoShape 15"/>
          <p:cNvSpPr>
            <a:spLocks noChangeArrowheads="1"/>
          </p:cNvSpPr>
          <p:nvPr/>
        </p:nvSpPr>
        <p:spPr bwMode="auto">
          <a:xfrm>
            <a:off x="8816181" y="4873378"/>
            <a:ext cx="1563688" cy="477837"/>
          </a:xfrm>
          <a:prstGeom prst="flowChartDecision">
            <a:avLst/>
          </a:prstGeom>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13500000" scaled="1"/>
            <a:tileRect/>
          </a:gradFill>
          <a:ln w="9525">
            <a:solidFill>
              <a:srgbClr val="0000FF"/>
            </a:solid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en-US" altLang="zh-CN" sz="2000" b="1">
                <a:effectLst>
                  <a:outerShdw blurRad="38100" dist="38100" dir="2700000" algn="tl">
                    <a:srgbClr val="FFFFFF"/>
                  </a:outerShdw>
                </a:effectLst>
              </a:rPr>
              <a:t>expr</a:t>
            </a:r>
          </a:p>
        </p:txBody>
      </p:sp>
      <p:sp>
        <p:nvSpPr>
          <p:cNvPr id="909329" name="Text Box 17"/>
          <p:cNvSpPr txBox="1">
            <a:spLocks noChangeArrowheads="1"/>
          </p:cNvSpPr>
          <p:nvPr/>
        </p:nvSpPr>
        <p:spPr bwMode="auto">
          <a:xfrm>
            <a:off x="9100345" y="3966914"/>
            <a:ext cx="1030287" cy="406400"/>
          </a:xfrm>
          <a:prstGeom prst="rect">
            <a:avLst/>
          </a:prstGeom>
          <a:solidFill>
            <a:srgbClr val="FFFFCD"/>
          </a:solidFill>
          <a:ln w="9525">
            <a:solidFill>
              <a:srgbClr val="0000FF"/>
            </a:solidFill>
            <a:miter lim="800000"/>
            <a:headEnd/>
            <a:tailEnd/>
          </a:ln>
          <a:effectLst>
            <a:outerShdw blurRad="50800" dist="38100" dir="2700000" algn="tl" rotWithShape="0">
              <a:prstClr val="black">
                <a:alpha val="40000"/>
              </a:prstClr>
            </a:outerShdw>
          </a:effectLst>
        </p:spPr>
        <p:txBody>
          <a:bodyPr anchor="ctr">
            <a:spAutoFit/>
          </a:bodyPr>
          <a:lstStyle/>
          <a:p>
            <a:pPr algn="ctr" eaLnBrk="0" hangingPunct="0">
              <a:spcBef>
                <a:spcPct val="50000"/>
              </a:spcBef>
            </a:pPr>
            <a:r>
              <a:rPr lang="zh-CN" altLang="en-US" sz="2000" b="1">
                <a:effectLst>
                  <a:outerShdw blurRad="38100" dist="38100" dir="2700000" algn="tl">
                    <a:srgbClr val="FFFFFF"/>
                  </a:outerShdw>
                </a:effectLst>
                <a:latin typeface="楷体" pitchFamily="49" charset="-122"/>
                <a:ea typeface="楷体" pitchFamily="49" charset="-122"/>
              </a:rPr>
              <a:t>循环体</a:t>
            </a:r>
          </a:p>
        </p:txBody>
      </p:sp>
      <p:grpSp>
        <p:nvGrpSpPr>
          <p:cNvPr id="909363" name="Group 51"/>
          <p:cNvGrpSpPr>
            <a:grpSpLocks/>
          </p:cNvGrpSpPr>
          <p:nvPr/>
        </p:nvGrpSpPr>
        <p:grpSpPr bwMode="auto">
          <a:xfrm>
            <a:off x="8400256" y="3666878"/>
            <a:ext cx="1181100" cy="1493837"/>
            <a:chOff x="3872" y="2515"/>
            <a:chExt cx="744" cy="941"/>
          </a:xfrm>
        </p:grpSpPr>
        <p:sp>
          <p:nvSpPr>
            <p:cNvPr id="909333" name="Line 21"/>
            <p:cNvSpPr>
              <a:spLocks noChangeShapeType="1"/>
            </p:cNvSpPr>
            <p:nvPr/>
          </p:nvSpPr>
          <p:spPr bwMode="auto">
            <a:xfrm>
              <a:off x="3906" y="2519"/>
              <a:ext cx="710"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909324" name="Text Box 12"/>
            <p:cNvSpPr txBox="1">
              <a:spLocks noChangeArrowheads="1"/>
            </p:cNvSpPr>
            <p:nvPr/>
          </p:nvSpPr>
          <p:spPr bwMode="auto">
            <a:xfrm>
              <a:off x="3872" y="3206"/>
              <a:ext cx="362" cy="250"/>
            </a:xfrm>
            <a:prstGeom prst="rect">
              <a:avLst/>
            </a:prstGeom>
            <a:noFill/>
            <a:ln w="9525">
              <a:noFill/>
              <a:miter lim="800000"/>
              <a:headEnd/>
              <a:tailEnd/>
            </a:ln>
            <a:effectLst/>
          </p:spPr>
          <p:txBody>
            <a:bodyPr anchor="ctr">
              <a:spAutoFit/>
            </a:bodyPr>
            <a:lstStyle/>
            <a:p>
              <a:pPr eaLnBrk="0" hangingPunct="0"/>
              <a:r>
                <a:rPr lang="en-US" altLang="zh-CN" sz="2000" b="1">
                  <a:latin typeface="楷体_GB2312" pitchFamily="49" charset="-122"/>
                  <a:ea typeface="楷体_GB2312" pitchFamily="49" charset="-122"/>
                </a:rPr>
                <a:t> </a:t>
              </a:r>
              <a:r>
                <a:rPr lang="en-US" altLang="zh-CN" sz="2000" b="1">
                  <a:effectLst>
                    <a:outerShdw blurRad="38100" dist="38100" dir="2700000" algn="tl">
                      <a:srgbClr val="FFFFFF"/>
                    </a:outerShdw>
                  </a:effectLst>
                  <a:ea typeface="楷体_GB2312" pitchFamily="49" charset="-122"/>
                </a:rPr>
                <a:t>T</a:t>
              </a:r>
            </a:p>
          </p:txBody>
        </p:sp>
        <p:grpSp>
          <p:nvGrpSpPr>
            <p:cNvPr id="909354" name="Group 42"/>
            <p:cNvGrpSpPr>
              <a:grpSpLocks/>
            </p:cNvGrpSpPr>
            <p:nvPr/>
          </p:nvGrpSpPr>
          <p:grpSpPr bwMode="auto">
            <a:xfrm>
              <a:off x="3898" y="2515"/>
              <a:ext cx="256" cy="927"/>
              <a:chOff x="3634" y="2267"/>
              <a:chExt cx="256" cy="927"/>
            </a:xfrm>
          </p:grpSpPr>
          <p:sp>
            <p:nvSpPr>
              <p:cNvPr id="909331" name="Line 19"/>
              <p:cNvSpPr>
                <a:spLocks noChangeShapeType="1"/>
              </p:cNvSpPr>
              <p:nvPr/>
            </p:nvSpPr>
            <p:spPr bwMode="auto">
              <a:xfrm flipH="1">
                <a:off x="3634" y="3182"/>
                <a:ext cx="256" cy="0"/>
              </a:xfrm>
              <a:prstGeom prst="line">
                <a:avLst/>
              </a:prstGeom>
              <a:noFill/>
              <a:ln w="28575">
                <a:solidFill>
                  <a:srgbClr val="FF0000"/>
                </a:solidFill>
                <a:round/>
                <a:headEnd/>
                <a:tailEnd/>
              </a:ln>
              <a:effectLst>
                <a:outerShdw dist="35921" dir="2700000" algn="ctr" rotWithShape="0">
                  <a:schemeClr val="bg2"/>
                </a:outerShdw>
              </a:effectLst>
            </p:spPr>
            <p:txBody>
              <a:bodyPr wrap="none" anchor="ctr"/>
              <a:lstStyle/>
              <a:p>
                <a:endParaRPr lang="zh-CN" altLang="en-US"/>
              </a:p>
            </p:txBody>
          </p:sp>
          <p:sp>
            <p:nvSpPr>
              <p:cNvPr id="909332" name="Line 20"/>
              <p:cNvSpPr>
                <a:spLocks noChangeShapeType="1"/>
              </p:cNvSpPr>
              <p:nvPr/>
            </p:nvSpPr>
            <p:spPr bwMode="auto">
              <a:xfrm flipV="1">
                <a:off x="3642" y="2267"/>
                <a:ext cx="0" cy="927"/>
              </a:xfrm>
              <a:prstGeom prst="line">
                <a:avLst/>
              </a:prstGeom>
              <a:noFill/>
              <a:ln w="28575">
                <a:solidFill>
                  <a:srgbClr val="FF0000"/>
                </a:solidFill>
                <a:round/>
                <a:headEnd/>
                <a:tailEnd/>
              </a:ln>
              <a:effectLst>
                <a:outerShdw dist="35921" dir="2700000" algn="ctr" rotWithShape="0">
                  <a:schemeClr val="bg2"/>
                </a:outerShdw>
              </a:effectLst>
            </p:spPr>
            <p:txBody>
              <a:bodyPr wrap="none" anchor="ctr"/>
              <a:lstStyle/>
              <a:p>
                <a:endParaRPr lang="zh-CN" altLang="en-US"/>
              </a:p>
            </p:txBody>
          </p:sp>
        </p:grpSp>
      </p:grpSp>
      <p:grpSp>
        <p:nvGrpSpPr>
          <p:cNvPr id="909364" name="Group 52"/>
          <p:cNvGrpSpPr>
            <a:grpSpLocks/>
          </p:cNvGrpSpPr>
          <p:nvPr/>
        </p:nvGrpSpPr>
        <p:grpSpPr bwMode="auto">
          <a:xfrm>
            <a:off x="9581357" y="5354389"/>
            <a:ext cx="346075" cy="687388"/>
            <a:chOff x="4616" y="3578"/>
            <a:chExt cx="218" cy="433"/>
          </a:xfrm>
        </p:grpSpPr>
        <p:sp>
          <p:nvSpPr>
            <p:cNvPr id="909323" name="Text Box 11"/>
            <p:cNvSpPr txBox="1">
              <a:spLocks noChangeArrowheads="1"/>
            </p:cNvSpPr>
            <p:nvPr/>
          </p:nvSpPr>
          <p:spPr bwMode="auto">
            <a:xfrm>
              <a:off x="4620" y="3587"/>
              <a:ext cx="214" cy="250"/>
            </a:xfrm>
            <a:prstGeom prst="rect">
              <a:avLst/>
            </a:prstGeom>
            <a:noFill/>
            <a:ln w="9525">
              <a:noFill/>
              <a:miter lim="800000"/>
              <a:headEnd/>
              <a:tailEnd/>
            </a:ln>
            <a:effectLst/>
          </p:spPr>
          <p:txBody>
            <a:bodyPr wrap="none" anchor="ctr">
              <a:spAutoFit/>
            </a:bodyPr>
            <a:lstStyle/>
            <a:p>
              <a:pPr algn="ctr" eaLnBrk="0" hangingPunct="0"/>
              <a:r>
                <a:rPr lang="en-US" altLang="zh-CN" sz="2000" b="1">
                  <a:effectLst>
                    <a:outerShdw blurRad="38100" dist="38100" dir="2700000" algn="tl">
                      <a:srgbClr val="FFFFFF"/>
                    </a:outerShdw>
                  </a:effectLst>
                </a:rPr>
                <a:t>F</a:t>
              </a:r>
            </a:p>
          </p:txBody>
        </p:sp>
        <p:sp>
          <p:nvSpPr>
            <p:cNvPr id="909337" name="Line 25"/>
            <p:cNvSpPr>
              <a:spLocks noChangeShapeType="1"/>
            </p:cNvSpPr>
            <p:nvPr/>
          </p:nvSpPr>
          <p:spPr bwMode="auto">
            <a:xfrm>
              <a:off x="4616" y="3578"/>
              <a:ext cx="0" cy="433"/>
            </a:xfrm>
            <a:prstGeom prst="line">
              <a:avLst/>
            </a:prstGeom>
            <a:noFill/>
            <a:ln w="28575">
              <a:solidFill>
                <a:srgbClr val="0000FF"/>
              </a:solidFill>
              <a:round/>
              <a:headEnd/>
              <a:tailEnd type="stealth" w="lg" len="lg"/>
            </a:ln>
            <a:effectLst>
              <a:outerShdw dist="35921" dir="2700000" algn="ctr" rotWithShape="0">
                <a:schemeClr val="bg2"/>
              </a:outerShdw>
            </a:effectLst>
          </p:spPr>
          <p:txBody>
            <a:bodyPr wrap="none" anchor="ctr"/>
            <a:lstStyle/>
            <a:p>
              <a:endParaRPr lang="zh-CN" altLang="en-US"/>
            </a:p>
          </p:txBody>
        </p:sp>
      </p:grpSp>
      <p:sp>
        <p:nvSpPr>
          <p:cNvPr id="909338" name="AutoShape 26"/>
          <p:cNvSpPr>
            <a:spLocks noChangeArrowheads="1"/>
          </p:cNvSpPr>
          <p:nvPr/>
        </p:nvSpPr>
        <p:spPr bwMode="auto">
          <a:xfrm>
            <a:off x="8987631" y="2996952"/>
            <a:ext cx="1143000" cy="457200"/>
          </a:xfrm>
          <a:prstGeom prst="flowChartAlternateProcess">
            <a:avLst/>
          </a:prstGeom>
          <a:gradFill flip="none" rotWithShape="1">
            <a:gsLst>
              <a:gs pos="0">
                <a:srgbClr val="FFFFCD">
                  <a:shade val="30000"/>
                  <a:satMod val="115000"/>
                </a:srgbClr>
              </a:gs>
              <a:gs pos="50000">
                <a:srgbClr val="FFFFCD">
                  <a:shade val="67500"/>
                  <a:satMod val="115000"/>
                </a:srgbClr>
              </a:gs>
              <a:gs pos="100000">
                <a:srgbClr val="FFFFCD">
                  <a:shade val="100000"/>
                  <a:satMod val="115000"/>
                </a:srgbClr>
              </a:gs>
            </a:gsLst>
            <a:lin ang="13500000" scaled="1"/>
            <a:tileRect/>
          </a:gradFill>
          <a:ln w="9525">
            <a:solidFill>
              <a:srgbClr val="0000FF"/>
            </a:solid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en-US" altLang="zh-CN" sz="2000" b="1">
                <a:solidFill>
                  <a:srgbClr val="CC3300"/>
                </a:solidFill>
                <a:effectLst>
                  <a:outerShdw blurRad="38100" dist="38100" dir="2700000" algn="tl">
                    <a:srgbClr val="000000"/>
                  </a:outerShdw>
                </a:effectLst>
                <a:ea typeface="隶书" pitchFamily="49" charset="-122"/>
              </a:rPr>
              <a:t>do</a:t>
            </a:r>
          </a:p>
        </p:txBody>
      </p:sp>
      <p:grpSp>
        <p:nvGrpSpPr>
          <p:cNvPr id="909362" name="Group 50"/>
          <p:cNvGrpSpPr>
            <a:grpSpLocks/>
          </p:cNvGrpSpPr>
          <p:nvPr/>
        </p:nvGrpSpPr>
        <p:grpSpPr bwMode="auto">
          <a:xfrm>
            <a:off x="9498807" y="4414589"/>
            <a:ext cx="936625" cy="433388"/>
            <a:chOff x="4564" y="2986"/>
            <a:chExt cx="590" cy="273"/>
          </a:xfrm>
        </p:grpSpPr>
        <p:sp>
          <p:nvSpPr>
            <p:cNvPr id="909328" name="Line 16"/>
            <p:cNvSpPr>
              <a:spLocks noChangeShapeType="1"/>
            </p:cNvSpPr>
            <p:nvPr/>
          </p:nvSpPr>
          <p:spPr bwMode="auto">
            <a:xfrm>
              <a:off x="4616" y="2986"/>
              <a:ext cx="0" cy="273"/>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909353" name="Text Box 41"/>
            <p:cNvSpPr txBox="1">
              <a:spLocks noChangeArrowheads="1"/>
            </p:cNvSpPr>
            <p:nvPr/>
          </p:nvSpPr>
          <p:spPr bwMode="auto">
            <a:xfrm>
              <a:off x="4564" y="2990"/>
              <a:ext cx="590" cy="250"/>
            </a:xfrm>
            <a:prstGeom prst="rect">
              <a:avLst/>
            </a:prstGeom>
            <a:noFill/>
            <a:ln w="9525">
              <a:noFill/>
              <a:miter lim="800000"/>
              <a:headEnd/>
              <a:tailEnd/>
            </a:ln>
            <a:effectLst/>
          </p:spPr>
          <p:txBody>
            <a:bodyPr anchor="ctr">
              <a:spAutoFit/>
            </a:bodyPr>
            <a:lstStyle/>
            <a:p>
              <a:pPr algn="ctr" eaLnBrk="0" hangingPunct="0"/>
              <a:r>
                <a:rPr lang="en-US" altLang="zh-CN" sz="2000" b="1">
                  <a:solidFill>
                    <a:srgbClr val="0033CC"/>
                  </a:solidFill>
                  <a:effectLst>
                    <a:outerShdw blurRad="38100" dist="38100" dir="2700000" algn="tl">
                      <a:srgbClr val="000000"/>
                    </a:outerShdw>
                  </a:effectLst>
                </a:rPr>
                <a:t>while</a:t>
              </a:r>
            </a:p>
          </p:txBody>
        </p:sp>
      </p:grpSp>
      <p:sp>
        <p:nvSpPr>
          <p:cNvPr id="909358" name="Text Box 46"/>
          <p:cNvSpPr txBox="1">
            <a:spLocks noChangeArrowheads="1"/>
          </p:cNvSpPr>
          <p:nvPr/>
        </p:nvSpPr>
        <p:spPr bwMode="auto">
          <a:xfrm>
            <a:off x="1487288" y="2909905"/>
            <a:ext cx="6271200" cy="457200"/>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spAutoFit/>
          </a:bodyPr>
          <a:lstStyle/>
          <a:p>
            <a:pPr>
              <a:spcBef>
                <a:spcPct val="50000"/>
              </a:spcBef>
            </a:pPr>
            <a:r>
              <a:rPr lang="zh-CN" altLang="en-US" b="1" dirty="0">
                <a:solidFill>
                  <a:srgbClr val="FF33CC"/>
                </a:solidFill>
                <a:effectLst>
                  <a:outerShdw blurRad="38100" dist="38100" dir="2700000" algn="tl">
                    <a:srgbClr val="000000"/>
                  </a:outerShdw>
                </a:effectLst>
                <a:ea typeface="隶书" pitchFamily="49" charset="-122"/>
              </a:rPr>
              <a:t>特点：先执行循环体，再判断表达式</a:t>
            </a:r>
          </a:p>
        </p:txBody>
      </p:sp>
      <p:grpSp>
        <p:nvGrpSpPr>
          <p:cNvPr id="909359" name="Group 47"/>
          <p:cNvGrpSpPr>
            <a:grpSpLocks/>
          </p:cNvGrpSpPr>
          <p:nvPr/>
        </p:nvGrpSpPr>
        <p:grpSpPr bwMode="auto">
          <a:xfrm>
            <a:off x="-16048" y="0"/>
            <a:ext cx="446088" cy="6858000"/>
            <a:chOff x="0" y="0"/>
            <a:chExt cx="281" cy="4320"/>
          </a:xfrm>
        </p:grpSpPr>
        <p:sp>
          <p:nvSpPr>
            <p:cNvPr id="909360" name="Text Box 48"/>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09361" name="Text Box 49"/>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09315"/>
                                        </p:tgtEl>
                                        <p:attrNameLst>
                                          <p:attrName>style.visibility</p:attrName>
                                        </p:attrNameLst>
                                      </p:cBhvr>
                                      <p:to>
                                        <p:strVal val="visible"/>
                                      </p:to>
                                    </p:set>
                                    <p:animEffect transition="in" filter="box(out)">
                                      <p:cBhvr>
                                        <p:cTn id="7" dur="500"/>
                                        <p:tgtEl>
                                          <p:spTgt spid="909315"/>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909319"/>
                                        </p:tgtEl>
                                        <p:attrNameLst>
                                          <p:attrName>style.visibility</p:attrName>
                                        </p:attrNameLst>
                                      </p:cBhvr>
                                      <p:to>
                                        <p:strVal val="visible"/>
                                      </p:to>
                                    </p:set>
                                    <p:anim calcmode="lin" valueType="num">
                                      <p:cBhvr additive="base">
                                        <p:cTn id="12" dur="500" fill="hold"/>
                                        <p:tgtEl>
                                          <p:spTgt spid="909319"/>
                                        </p:tgtEl>
                                        <p:attrNameLst>
                                          <p:attrName>ppt_x</p:attrName>
                                        </p:attrNameLst>
                                      </p:cBhvr>
                                      <p:tavLst>
                                        <p:tav tm="0">
                                          <p:val>
                                            <p:strVal val="0-#ppt_w/2"/>
                                          </p:val>
                                        </p:tav>
                                        <p:tav tm="100000">
                                          <p:val>
                                            <p:strVal val="#ppt_x"/>
                                          </p:val>
                                        </p:tav>
                                      </p:tavLst>
                                    </p:anim>
                                    <p:anim calcmode="lin" valueType="num">
                                      <p:cBhvr additive="base">
                                        <p:cTn id="13" dur="500" fill="hold"/>
                                        <p:tgtEl>
                                          <p:spTgt spid="90931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4" name="whoosh.wav"/>
                                        </p:tgtEl>
                                      </p:cMediaNode>
                                    </p:audio>
                                  </p:subTnLst>
                                </p:cTn>
                              </p:par>
                            </p:childTnLst>
                          </p:cTn>
                        </p:par>
                        <p:par>
                          <p:cTn id="14" fill="hold">
                            <p:stCondLst>
                              <p:cond delay="500"/>
                            </p:stCondLst>
                            <p:childTnLst>
                              <p:par>
                                <p:cTn id="15" presetID="4" presetClass="entr" presetSubtype="32" fill="hold" grpId="0" nodeType="afterEffect">
                                  <p:stCondLst>
                                    <p:cond delay="0"/>
                                  </p:stCondLst>
                                  <p:childTnLst>
                                    <p:set>
                                      <p:cBhvr>
                                        <p:cTn id="16" dur="1" fill="hold">
                                          <p:stCondLst>
                                            <p:cond delay="0"/>
                                          </p:stCondLst>
                                        </p:cTn>
                                        <p:tgtEl>
                                          <p:spTgt spid="909320"/>
                                        </p:tgtEl>
                                        <p:attrNameLst>
                                          <p:attrName>style.visibility</p:attrName>
                                        </p:attrNameLst>
                                      </p:cBhvr>
                                      <p:to>
                                        <p:strVal val="visible"/>
                                      </p:to>
                                    </p:set>
                                    <p:animEffect transition="in" filter="box(out)">
                                      <p:cBhvr>
                                        <p:cTn id="17" dur="500"/>
                                        <p:tgtEl>
                                          <p:spTgt spid="909320"/>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909321"/>
                                        </p:tgtEl>
                                        <p:attrNameLst>
                                          <p:attrName>style.visibility</p:attrName>
                                        </p:attrNameLst>
                                      </p:cBhvr>
                                      <p:to>
                                        <p:strVal val="visible"/>
                                      </p:to>
                                    </p:set>
                                    <p:anim calcmode="lin" valueType="num">
                                      <p:cBhvr additive="base">
                                        <p:cTn id="22" dur="500" fill="hold"/>
                                        <p:tgtEl>
                                          <p:spTgt spid="909321"/>
                                        </p:tgtEl>
                                        <p:attrNameLst>
                                          <p:attrName>ppt_x</p:attrName>
                                        </p:attrNameLst>
                                      </p:cBhvr>
                                      <p:tavLst>
                                        <p:tav tm="0">
                                          <p:val>
                                            <p:strVal val="0-#ppt_w/2"/>
                                          </p:val>
                                        </p:tav>
                                        <p:tav tm="100000">
                                          <p:val>
                                            <p:strVal val="#ppt_x"/>
                                          </p:val>
                                        </p:tav>
                                      </p:tavLst>
                                    </p:anim>
                                    <p:anim calcmode="lin" valueType="num">
                                      <p:cBhvr additive="base">
                                        <p:cTn id="23" dur="500" fill="hold"/>
                                        <p:tgtEl>
                                          <p:spTgt spid="90932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4" name="whoosh.wav"/>
                                        </p:tgtEl>
                                      </p:cMediaNode>
                                    </p:audio>
                                  </p:subTnLst>
                                </p:cTn>
                              </p:par>
                            </p:childTnLst>
                          </p:cTn>
                        </p:par>
                        <p:par>
                          <p:cTn id="24" fill="hold">
                            <p:stCondLst>
                              <p:cond delay="500"/>
                            </p:stCondLst>
                            <p:childTnLst>
                              <p:par>
                                <p:cTn id="25" presetID="4" presetClass="entr" presetSubtype="16" fill="hold" grpId="0" nodeType="afterEffect">
                                  <p:stCondLst>
                                    <p:cond delay="0"/>
                                  </p:stCondLst>
                                  <p:childTnLst>
                                    <p:set>
                                      <p:cBhvr>
                                        <p:cTn id="26" dur="1" fill="hold">
                                          <p:stCondLst>
                                            <p:cond delay="0"/>
                                          </p:stCondLst>
                                        </p:cTn>
                                        <p:tgtEl>
                                          <p:spTgt spid="909338"/>
                                        </p:tgtEl>
                                        <p:attrNameLst>
                                          <p:attrName>style.visibility</p:attrName>
                                        </p:attrNameLst>
                                      </p:cBhvr>
                                      <p:to>
                                        <p:strVal val="visible"/>
                                      </p:to>
                                    </p:set>
                                    <p:animEffect transition="in" filter="box(in)">
                                      <p:cBhvr>
                                        <p:cTn id="27" dur="500"/>
                                        <p:tgtEl>
                                          <p:spTgt spid="909338"/>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par>
                          <p:cTn id="28" fill="hold">
                            <p:stCondLst>
                              <p:cond delay="1000"/>
                            </p:stCondLst>
                            <p:childTnLst>
                              <p:par>
                                <p:cTn id="29" presetID="18" presetClass="entr" presetSubtype="12" fill="hold" grpId="0" nodeType="afterEffect">
                                  <p:stCondLst>
                                    <p:cond delay="0"/>
                                  </p:stCondLst>
                                  <p:childTnLst>
                                    <p:set>
                                      <p:cBhvr>
                                        <p:cTn id="30" dur="1" fill="hold">
                                          <p:stCondLst>
                                            <p:cond delay="0"/>
                                          </p:stCondLst>
                                        </p:cTn>
                                        <p:tgtEl>
                                          <p:spTgt spid="909326"/>
                                        </p:tgtEl>
                                        <p:attrNameLst>
                                          <p:attrName>style.visibility</p:attrName>
                                        </p:attrNameLst>
                                      </p:cBhvr>
                                      <p:to>
                                        <p:strVal val="visible"/>
                                      </p:to>
                                    </p:set>
                                    <p:animEffect transition="in" filter="strips(downLeft)">
                                      <p:cBhvr>
                                        <p:cTn id="31" dur="500"/>
                                        <p:tgtEl>
                                          <p:spTgt spid="909326"/>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par>
                          <p:cTn id="32" fill="hold">
                            <p:stCondLst>
                              <p:cond delay="1500"/>
                            </p:stCondLst>
                            <p:childTnLst>
                              <p:par>
                                <p:cTn id="33" presetID="4" presetClass="entr" presetSubtype="16" fill="hold" grpId="0" nodeType="afterEffect">
                                  <p:stCondLst>
                                    <p:cond delay="0"/>
                                  </p:stCondLst>
                                  <p:childTnLst>
                                    <p:set>
                                      <p:cBhvr>
                                        <p:cTn id="34" dur="1" fill="hold">
                                          <p:stCondLst>
                                            <p:cond delay="0"/>
                                          </p:stCondLst>
                                        </p:cTn>
                                        <p:tgtEl>
                                          <p:spTgt spid="909329"/>
                                        </p:tgtEl>
                                        <p:attrNameLst>
                                          <p:attrName>style.visibility</p:attrName>
                                        </p:attrNameLst>
                                      </p:cBhvr>
                                      <p:to>
                                        <p:strVal val="visible"/>
                                      </p:to>
                                    </p:set>
                                    <p:animEffect transition="in" filter="box(in)">
                                      <p:cBhvr>
                                        <p:cTn id="35" dur="500"/>
                                        <p:tgtEl>
                                          <p:spTgt spid="909329"/>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par>
                          <p:cTn id="36" fill="hold">
                            <p:stCondLst>
                              <p:cond delay="2000"/>
                            </p:stCondLst>
                            <p:childTnLst>
                              <p:par>
                                <p:cTn id="37" presetID="18" presetClass="entr" presetSubtype="6" fill="hold" nodeType="afterEffect">
                                  <p:stCondLst>
                                    <p:cond delay="0"/>
                                  </p:stCondLst>
                                  <p:childTnLst>
                                    <p:set>
                                      <p:cBhvr>
                                        <p:cTn id="38" dur="1" fill="hold">
                                          <p:stCondLst>
                                            <p:cond delay="0"/>
                                          </p:stCondLst>
                                        </p:cTn>
                                        <p:tgtEl>
                                          <p:spTgt spid="909362"/>
                                        </p:tgtEl>
                                        <p:attrNameLst>
                                          <p:attrName>style.visibility</p:attrName>
                                        </p:attrNameLst>
                                      </p:cBhvr>
                                      <p:to>
                                        <p:strVal val="visible"/>
                                      </p:to>
                                    </p:set>
                                    <p:animEffect transition="in" filter="strips(downRight)">
                                      <p:cBhvr>
                                        <p:cTn id="39" dur="500"/>
                                        <p:tgtEl>
                                          <p:spTgt spid="909362"/>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par>
                          <p:cTn id="40" fill="hold">
                            <p:stCondLst>
                              <p:cond delay="2500"/>
                            </p:stCondLst>
                            <p:childTnLst>
                              <p:par>
                                <p:cTn id="41" presetID="8" presetClass="entr" presetSubtype="32" fill="hold" grpId="0" nodeType="afterEffect">
                                  <p:stCondLst>
                                    <p:cond delay="0"/>
                                  </p:stCondLst>
                                  <p:childTnLst>
                                    <p:set>
                                      <p:cBhvr>
                                        <p:cTn id="42" dur="1" fill="hold">
                                          <p:stCondLst>
                                            <p:cond delay="0"/>
                                          </p:stCondLst>
                                        </p:cTn>
                                        <p:tgtEl>
                                          <p:spTgt spid="909327"/>
                                        </p:tgtEl>
                                        <p:attrNameLst>
                                          <p:attrName>style.visibility</p:attrName>
                                        </p:attrNameLst>
                                      </p:cBhvr>
                                      <p:to>
                                        <p:strVal val="visible"/>
                                      </p:to>
                                    </p:set>
                                    <p:animEffect transition="in" filter="diamond(out)">
                                      <p:cBhvr>
                                        <p:cTn id="43" dur="500"/>
                                        <p:tgtEl>
                                          <p:spTgt spid="909327"/>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par>
                          <p:cTn id="44" fill="hold">
                            <p:stCondLst>
                              <p:cond delay="3000"/>
                            </p:stCondLst>
                            <p:childTnLst>
                              <p:par>
                                <p:cTn id="45" presetID="18" presetClass="entr" presetSubtype="3" fill="hold" nodeType="afterEffect">
                                  <p:stCondLst>
                                    <p:cond delay="0"/>
                                  </p:stCondLst>
                                  <p:childTnLst>
                                    <p:set>
                                      <p:cBhvr>
                                        <p:cTn id="46" dur="1" fill="hold">
                                          <p:stCondLst>
                                            <p:cond delay="0"/>
                                          </p:stCondLst>
                                        </p:cTn>
                                        <p:tgtEl>
                                          <p:spTgt spid="909363"/>
                                        </p:tgtEl>
                                        <p:attrNameLst>
                                          <p:attrName>style.visibility</p:attrName>
                                        </p:attrNameLst>
                                      </p:cBhvr>
                                      <p:to>
                                        <p:strVal val="visible"/>
                                      </p:to>
                                    </p:set>
                                    <p:animEffect transition="in" filter="strips(upRight)">
                                      <p:cBhvr>
                                        <p:cTn id="47" dur="500"/>
                                        <p:tgtEl>
                                          <p:spTgt spid="909363"/>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par>
                          <p:cTn id="48" fill="hold">
                            <p:stCondLst>
                              <p:cond delay="3500"/>
                            </p:stCondLst>
                            <p:childTnLst>
                              <p:par>
                                <p:cTn id="49" presetID="18" presetClass="entr" presetSubtype="6" fill="hold" nodeType="afterEffect">
                                  <p:stCondLst>
                                    <p:cond delay="0"/>
                                  </p:stCondLst>
                                  <p:childTnLst>
                                    <p:set>
                                      <p:cBhvr>
                                        <p:cTn id="50" dur="1" fill="hold">
                                          <p:stCondLst>
                                            <p:cond delay="0"/>
                                          </p:stCondLst>
                                        </p:cTn>
                                        <p:tgtEl>
                                          <p:spTgt spid="909364"/>
                                        </p:tgtEl>
                                        <p:attrNameLst>
                                          <p:attrName>style.visibility</p:attrName>
                                        </p:attrNameLst>
                                      </p:cBhvr>
                                      <p:to>
                                        <p:strVal val="visible"/>
                                      </p:to>
                                    </p:set>
                                    <p:animEffect transition="in" filter="strips(downRight)">
                                      <p:cBhvr>
                                        <p:cTn id="51" dur="500"/>
                                        <p:tgtEl>
                                          <p:spTgt spid="909364"/>
                                        </p:tgtEl>
                                      </p:cBhvr>
                                    </p:animEffect>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childTnLst>
                    </p:cTn>
                  </p:par>
                  <p:par>
                    <p:cTn id="52" fill="hold">
                      <p:stCondLst>
                        <p:cond delay="indefinite"/>
                      </p:stCondLst>
                      <p:childTnLst>
                        <p:par>
                          <p:cTn id="53" fill="hold">
                            <p:stCondLst>
                              <p:cond delay="0"/>
                            </p:stCondLst>
                            <p:childTnLst>
                              <p:par>
                                <p:cTn id="54" presetID="4" presetClass="entr" presetSubtype="32" fill="hold" grpId="0" nodeType="clickEffect">
                                  <p:stCondLst>
                                    <p:cond delay="0"/>
                                  </p:stCondLst>
                                  <p:childTnLst>
                                    <p:set>
                                      <p:cBhvr>
                                        <p:cTn id="55" dur="1" fill="hold">
                                          <p:stCondLst>
                                            <p:cond delay="0"/>
                                          </p:stCondLst>
                                        </p:cTn>
                                        <p:tgtEl>
                                          <p:spTgt spid="909358"/>
                                        </p:tgtEl>
                                        <p:attrNameLst>
                                          <p:attrName>style.visibility</p:attrName>
                                        </p:attrNameLst>
                                      </p:cBhvr>
                                      <p:to>
                                        <p:strVal val="visible"/>
                                      </p:to>
                                    </p:set>
                                    <p:animEffect transition="in" filter="box(out)">
                                      <p:cBhvr>
                                        <p:cTn id="56" dur="500"/>
                                        <p:tgtEl>
                                          <p:spTgt spid="909358"/>
                                        </p:tgtEl>
                                      </p:cBhvr>
                                    </p:animEffect>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909339"/>
                                        </p:tgtEl>
                                        <p:attrNameLst>
                                          <p:attrName>style.visibility</p:attrName>
                                        </p:attrNameLst>
                                      </p:cBhvr>
                                      <p:to>
                                        <p:strVal val="visible"/>
                                      </p:to>
                                    </p:set>
                                    <p:anim calcmode="lin" valueType="num">
                                      <p:cBhvr additive="base">
                                        <p:cTn id="61" dur="500" fill="hold"/>
                                        <p:tgtEl>
                                          <p:spTgt spid="909339"/>
                                        </p:tgtEl>
                                        <p:attrNameLst>
                                          <p:attrName>ppt_x</p:attrName>
                                        </p:attrNameLst>
                                      </p:cBhvr>
                                      <p:tavLst>
                                        <p:tav tm="0">
                                          <p:val>
                                            <p:strVal val="0-#ppt_w/2"/>
                                          </p:val>
                                        </p:tav>
                                        <p:tav tm="100000">
                                          <p:val>
                                            <p:strVal val="#ppt_x"/>
                                          </p:val>
                                        </p:tav>
                                      </p:tavLst>
                                    </p:anim>
                                    <p:anim calcmode="lin" valueType="num">
                                      <p:cBhvr additive="base">
                                        <p:cTn id="62" dur="500" fill="hold"/>
                                        <p:tgtEl>
                                          <p:spTgt spid="90933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9"/>
                                            </p:cond>
                                          </p:stCondLst>
                                          <p:endCondLst>
                                            <p:cond evt="onStopAudio" delay="0">
                                              <p:tgtEl>
                                                <p:sldTgt/>
                                              </p:tgtEl>
                                            </p:cond>
                                          </p:endCondLst>
                                        </p:cTn>
                                        <p:tgtEl>
                                          <p:sndTgt r:embed="rId4"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9315" grpId="0"/>
      <p:bldP spid="909319" grpId="0"/>
      <p:bldP spid="909320" grpId="0" animBg="1" autoUpdateAnimBg="0"/>
      <p:bldP spid="909321" grpId="0"/>
      <p:bldP spid="909339" grpId="0" animBg="1"/>
      <p:bldP spid="909326" grpId="0" animBg="1"/>
      <p:bldP spid="909327" grpId="0" animBg="1"/>
      <p:bldP spid="909329" grpId="0" animBg="1"/>
      <p:bldP spid="909338" grpId="0" animBg="1"/>
      <p:bldP spid="909358"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65" name="Rectangle 5"/>
          <p:cNvSpPr>
            <a:spLocks noChangeArrowheads="1"/>
          </p:cNvSpPr>
          <p:nvPr/>
        </p:nvSpPr>
        <p:spPr bwMode="auto">
          <a:xfrm>
            <a:off x="599142" y="260351"/>
            <a:ext cx="7185025" cy="519113"/>
          </a:xfrm>
          <a:prstGeom prst="rect">
            <a:avLst/>
          </a:prstGeom>
          <a:noFill/>
          <a:ln w="9525">
            <a:noFill/>
            <a:miter lim="800000"/>
            <a:headEnd/>
            <a:tailEnd/>
          </a:ln>
          <a:effectLst/>
        </p:spPr>
        <p:txBody>
          <a:bodyPr wrap="none" anchor="ctr">
            <a:spAutoFit/>
          </a:bodyPr>
          <a:lstStyle/>
          <a:p>
            <a:r>
              <a:rPr lang="en-US" altLang="zh-CN" sz="2800" b="1" dirty="0">
                <a:solidFill>
                  <a:srgbClr val="D60093"/>
                </a:solidFill>
                <a:effectLst>
                  <a:outerShdw blurRad="38100" dist="38100" dir="2700000" algn="tl">
                    <a:srgbClr val="000000"/>
                  </a:outerShdw>
                </a:effectLst>
                <a:latin typeface="+mn-lt"/>
                <a:ea typeface="隶书" pitchFamily="49" charset="-122"/>
              </a:rPr>
              <a:t>【</a:t>
            </a:r>
            <a:r>
              <a:rPr lang="zh-CN" altLang="en-US" sz="2800" b="1" dirty="0">
                <a:solidFill>
                  <a:srgbClr val="D60093"/>
                </a:solidFill>
                <a:effectLst>
                  <a:outerShdw blurRad="38100" dist="38100" dir="2700000" algn="tl">
                    <a:srgbClr val="000000"/>
                  </a:outerShdw>
                </a:effectLst>
                <a:latin typeface="+mn-lt"/>
                <a:ea typeface="隶书" pitchFamily="49" charset="-122"/>
              </a:rPr>
              <a:t>例</a:t>
            </a:r>
            <a:r>
              <a:rPr lang="en-US" altLang="zh-CN" sz="2800" b="1" dirty="0">
                <a:solidFill>
                  <a:srgbClr val="D60093"/>
                </a:solidFill>
                <a:effectLst>
                  <a:outerShdw blurRad="38100" dist="38100" dir="2700000" algn="tl">
                    <a:srgbClr val="000000"/>
                  </a:outerShdw>
                </a:effectLst>
                <a:latin typeface="+mn-lt"/>
                <a:ea typeface="隶书" pitchFamily="49" charset="-122"/>
              </a:rPr>
              <a:t>】 </a:t>
            </a:r>
            <a:r>
              <a:rPr lang="zh-CN" altLang="en-US" sz="2800" b="1" dirty="0">
                <a:solidFill>
                  <a:srgbClr val="D60093"/>
                </a:solidFill>
                <a:effectLst>
                  <a:outerShdw blurRad="38100" dist="38100" dir="2700000" algn="tl">
                    <a:srgbClr val="000000"/>
                  </a:outerShdw>
                </a:effectLst>
                <a:latin typeface="+mn-lt"/>
                <a:ea typeface="隶书" pitchFamily="49" charset="-122"/>
              </a:rPr>
              <a:t>用</a:t>
            </a:r>
            <a:r>
              <a:rPr lang="en-US" altLang="zh-CN" sz="2800" b="1" dirty="0" err="1">
                <a:solidFill>
                  <a:srgbClr val="D60093"/>
                </a:solidFill>
                <a:effectLst>
                  <a:outerShdw blurRad="38100" dist="38100" dir="2700000" algn="tl">
                    <a:srgbClr val="000000"/>
                  </a:outerShdw>
                </a:effectLst>
                <a:latin typeface="+mn-lt"/>
                <a:ea typeface="隶书" pitchFamily="49" charset="-122"/>
              </a:rPr>
              <a:t>do_while</a:t>
            </a:r>
            <a:r>
              <a:rPr lang="zh-CN" altLang="en-US" sz="2800" b="1" dirty="0">
                <a:solidFill>
                  <a:srgbClr val="D60093"/>
                </a:solidFill>
                <a:effectLst>
                  <a:outerShdw blurRad="38100" dist="38100" dir="2700000" algn="tl">
                    <a:srgbClr val="000000"/>
                  </a:outerShdw>
                </a:effectLst>
                <a:latin typeface="+mn-lt"/>
                <a:ea typeface="隶书" pitchFamily="49" charset="-122"/>
              </a:rPr>
              <a:t>语句求</a:t>
            </a:r>
            <a:r>
              <a:rPr lang="en-US" altLang="zh-CN" sz="2800" b="1" dirty="0">
                <a:solidFill>
                  <a:srgbClr val="D60093"/>
                </a:solidFill>
                <a:effectLst>
                  <a:outerShdw blurRad="38100" dist="38100" dir="2700000" algn="tl">
                    <a:srgbClr val="000000"/>
                  </a:outerShdw>
                </a:effectLst>
                <a:latin typeface="+mn-lt"/>
                <a:ea typeface="隶书" pitchFamily="49" charset="-122"/>
              </a:rPr>
              <a:t>1</a:t>
            </a:r>
            <a:r>
              <a:rPr lang="en-US" altLang="en-US" b="1" dirty="0">
                <a:solidFill>
                  <a:srgbClr val="D60093"/>
                </a:solidFill>
                <a:effectLst>
                  <a:outerShdw blurRad="38100" dist="38100" dir="2700000" algn="tl">
                    <a:srgbClr val="000000"/>
                  </a:outerShdw>
                </a:effectLst>
                <a:latin typeface="+mn-lt"/>
              </a:rPr>
              <a:t>～</a:t>
            </a:r>
            <a:r>
              <a:rPr lang="en-US" altLang="zh-CN" sz="2800" b="1" dirty="0">
                <a:solidFill>
                  <a:srgbClr val="D60093"/>
                </a:solidFill>
                <a:effectLst>
                  <a:outerShdw blurRad="38100" dist="38100" dir="2700000" algn="tl">
                    <a:srgbClr val="000000"/>
                  </a:outerShdw>
                </a:effectLst>
                <a:latin typeface="+mn-lt"/>
                <a:ea typeface="隶书" pitchFamily="49" charset="-122"/>
              </a:rPr>
              <a:t>100</a:t>
            </a:r>
            <a:r>
              <a:rPr lang="zh-CN" altLang="en-US" sz="2800" b="1" dirty="0">
                <a:solidFill>
                  <a:srgbClr val="D60093"/>
                </a:solidFill>
                <a:effectLst>
                  <a:outerShdw blurRad="38100" dist="38100" dir="2700000" algn="tl">
                    <a:srgbClr val="000000"/>
                  </a:outerShdw>
                </a:effectLst>
                <a:latin typeface="+mn-lt"/>
                <a:ea typeface="隶书" pitchFamily="49" charset="-122"/>
              </a:rPr>
              <a:t>的累计和。</a:t>
            </a:r>
            <a:r>
              <a:rPr lang="zh-CN" altLang="en-US" dirty="0">
                <a:latin typeface="+mn-lt"/>
              </a:rPr>
              <a:t> </a:t>
            </a:r>
          </a:p>
        </p:txBody>
      </p:sp>
      <p:grpSp>
        <p:nvGrpSpPr>
          <p:cNvPr id="911379" name="Group 19"/>
          <p:cNvGrpSpPr>
            <a:grpSpLocks/>
          </p:cNvGrpSpPr>
          <p:nvPr/>
        </p:nvGrpSpPr>
        <p:grpSpPr bwMode="auto">
          <a:xfrm>
            <a:off x="-12047" y="0"/>
            <a:ext cx="446088" cy="6858000"/>
            <a:chOff x="0" y="0"/>
            <a:chExt cx="281" cy="4320"/>
          </a:xfrm>
        </p:grpSpPr>
        <p:sp>
          <p:nvSpPr>
            <p:cNvPr id="911380" name="Text Box 2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11381" name="Text Box 2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grpSp>
        <p:nvGrpSpPr>
          <p:cNvPr id="960539" name="组合 405"/>
          <p:cNvGrpSpPr>
            <a:grpSpLocks/>
          </p:cNvGrpSpPr>
          <p:nvPr/>
        </p:nvGrpSpPr>
        <p:grpSpPr bwMode="auto">
          <a:xfrm>
            <a:off x="3254254" y="3356860"/>
            <a:ext cx="2625722" cy="2429594"/>
            <a:chOff x="3519" y="296"/>
            <a:chExt cx="16378" cy="12949"/>
          </a:xfrm>
        </p:grpSpPr>
        <p:grpSp>
          <p:nvGrpSpPr>
            <p:cNvPr id="406" name="组合 406"/>
            <p:cNvGrpSpPr>
              <a:grpSpLocks/>
            </p:cNvGrpSpPr>
            <p:nvPr/>
          </p:nvGrpSpPr>
          <p:grpSpPr bwMode="auto">
            <a:xfrm>
              <a:off x="3519" y="296"/>
              <a:ext cx="16378" cy="9098"/>
              <a:chOff x="0" y="296"/>
              <a:chExt cx="16377" cy="9098"/>
            </a:xfrm>
          </p:grpSpPr>
          <p:sp>
            <p:nvSpPr>
              <p:cNvPr id="407" name="矩形 407"/>
              <p:cNvSpPr>
                <a:spLocks noChangeArrowheads="1"/>
              </p:cNvSpPr>
              <p:nvPr/>
            </p:nvSpPr>
            <p:spPr bwMode="auto">
              <a:xfrm>
                <a:off x="0" y="296"/>
                <a:ext cx="16376" cy="9098"/>
              </a:xfrm>
              <a:prstGeom prst="rect">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3500000" scaled="1"/>
                <a:tileRect/>
              </a:gradFill>
              <a:ln w="19050">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bodyPr>
              <a:lstStyle/>
              <a:p>
                <a:endParaRPr lang="zh-CN" altLang="en-US"/>
              </a:p>
            </p:txBody>
          </p:sp>
          <p:sp>
            <p:nvSpPr>
              <p:cNvPr id="409" name="文本框 2"/>
              <p:cNvSpPr txBox="1">
                <a:spLocks noChangeArrowheads="1"/>
              </p:cNvSpPr>
              <p:nvPr/>
            </p:nvSpPr>
            <p:spPr bwMode="auto">
              <a:xfrm>
                <a:off x="3196" y="381"/>
                <a:ext cx="11108" cy="19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effectLst>
                      <a:outerShdw blurRad="38100" dist="38100" dir="2700000" algn="tl">
                        <a:srgbClr val="000000">
                          <a:alpha val="43137"/>
                        </a:srgbClr>
                      </a:outerShdw>
                    </a:effectLst>
                    <a:latin typeface="+mn-lt"/>
                    <a:ea typeface="楷体" pitchFamily="49" charset="-122"/>
                    <a:cs typeface="宋体" pitchFamily="2" charset="-122"/>
                  </a:rPr>
                  <a:t>sum = 0, </a:t>
                </a:r>
                <a:r>
                  <a:rPr kumimoji="0" lang="en-US" altLang="zh-CN" sz="1800" b="1" dirty="0" err="1">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800" b="1" dirty="0">
                    <a:effectLst>
                      <a:outerShdw blurRad="38100" dist="38100" dir="2700000" algn="tl">
                        <a:srgbClr val="000000">
                          <a:alpha val="43137"/>
                        </a:srgbClr>
                      </a:outerShdw>
                    </a:effectLst>
                    <a:latin typeface="+mn-lt"/>
                    <a:ea typeface="楷体" pitchFamily="49" charset="-122"/>
                    <a:cs typeface="宋体" pitchFamily="2" charset="-122"/>
                  </a:rPr>
                  <a:t> =1</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410" name="Text Box 15"/>
              <p:cNvSpPr txBox="1">
                <a:spLocks noChangeArrowheads="1"/>
              </p:cNvSpPr>
              <p:nvPr/>
            </p:nvSpPr>
            <p:spPr bwMode="auto">
              <a:xfrm>
                <a:off x="245" y="7104"/>
                <a:ext cx="7375" cy="20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8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当</a:t>
                </a:r>
                <a:r>
                  <a:rPr kumimoji="0" lang="en-US" altLang="zh-CN" sz="1800" b="1" dirty="0" err="1">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8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 ≤ 100</a:t>
                </a:r>
                <a:endParaRPr kumimoji="0" lang="zh-CN" altLang="zh-CN" sz="18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411" name="文本框 2"/>
              <p:cNvSpPr txBox="1">
                <a:spLocks noChangeArrowheads="1"/>
              </p:cNvSpPr>
              <p:nvPr/>
            </p:nvSpPr>
            <p:spPr bwMode="auto">
              <a:xfrm>
                <a:off x="6140" y="3239"/>
                <a:ext cx="6784" cy="17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sum += </a:t>
                </a:r>
                <a:r>
                  <a:rPr kumimoji="0" lang="en-US" altLang="zh-CN" sz="1800" b="1" dirty="0" err="1">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i</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412" name="文本框 2"/>
              <p:cNvSpPr txBox="1">
                <a:spLocks noChangeArrowheads="1"/>
              </p:cNvSpPr>
              <p:nvPr/>
            </p:nvSpPr>
            <p:spPr bwMode="auto">
              <a:xfrm>
                <a:off x="6680" y="4872"/>
                <a:ext cx="6287" cy="1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err="1">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800" b="1" dirty="0">
                    <a:effectLst>
                      <a:outerShdw blurRad="38100" dist="38100" dir="2700000" algn="tl">
                        <a:srgbClr val="000000">
                          <a:alpha val="43137"/>
                        </a:srgbClr>
                      </a:outerShdw>
                    </a:effectLst>
                    <a:latin typeface="+mn-lt"/>
                    <a:ea typeface="楷体" pitchFamily="49" charset="-122"/>
                    <a:cs typeface="宋体" pitchFamily="2" charset="-122"/>
                  </a:rPr>
                  <a:t> = </a:t>
                </a:r>
                <a:r>
                  <a:rPr kumimoji="0" lang="en-US" altLang="zh-CN" sz="1800" b="1" dirty="0" err="1">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800" b="1" dirty="0">
                    <a:effectLst>
                      <a:outerShdw blurRad="38100" dist="38100" dir="2700000" algn="tl">
                        <a:srgbClr val="000000">
                          <a:alpha val="43137"/>
                        </a:srgbClr>
                      </a:outerShdw>
                    </a:effectLst>
                    <a:latin typeface="+mn-lt"/>
                    <a:ea typeface="楷体" pitchFamily="49" charset="-122"/>
                    <a:cs typeface="宋体" pitchFamily="2" charset="-122"/>
                  </a:rPr>
                  <a:t> +1</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413" name="直接连接符 413"/>
              <p:cNvSpPr>
                <a:spLocks noChangeShapeType="1"/>
              </p:cNvSpPr>
              <p:nvPr/>
            </p:nvSpPr>
            <p:spPr bwMode="auto">
              <a:xfrm>
                <a:off x="3552" y="6874"/>
                <a:ext cx="12790"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14" name="直接连接符 414"/>
              <p:cNvSpPr>
                <a:spLocks noChangeShapeType="1"/>
              </p:cNvSpPr>
              <p:nvPr/>
            </p:nvSpPr>
            <p:spPr bwMode="auto">
              <a:xfrm>
                <a:off x="3552" y="2762"/>
                <a:ext cx="0" cy="416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08" name="直接连接符 408"/>
              <p:cNvSpPr>
                <a:spLocks noChangeShapeType="1"/>
              </p:cNvSpPr>
              <p:nvPr/>
            </p:nvSpPr>
            <p:spPr bwMode="auto">
              <a:xfrm>
                <a:off x="0" y="2730"/>
                <a:ext cx="16377"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415" name="Text Box 9"/>
            <p:cNvSpPr txBox="1">
              <a:spLocks noChangeArrowheads="1"/>
            </p:cNvSpPr>
            <p:nvPr/>
          </p:nvSpPr>
          <p:spPr bwMode="auto">
            <a:xfrm>
              <a:off x="5793" y="10280"/>
              <a:ext cx="11585" cy="296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b="1" dirty="0">
                  <a:solidFill>
                    <a:srgbClr val="FF33CC"/>
                  </a:solidFill>
                  <a:effectLst>
                    <a:outerShdw blurRad="38100" dist="38100" dir="2700000" algn="tl">
                      <a:srgbClr val="000000">
                        <a:alpha val="43137"/>
                      </a:srgbClr>
                    </a:outerShdw>
                  </a:effectLst>
                  <a:latin typeface="+mn-lt"/>
                  <a:ea typeface="隶书" pitchFamily="49" charset="-122"/>
                  <a:cs typeface="宋体" pitchFamily="2" charset="-122"/>
                </a:rPr>
                <a:t>N-S</a:t>
              </a:r>
              <a:r>
                <a:rPr kumimoji="0" lang="zh-CN" altLang="en-US" b="1" dirty="0">
                  <a:solidFill>
                    <a:srgbClr val="FF33CC"/>
                  </a:solidFill>
                  <a:effectLst>
                    <a:outerShdw blurRad="38100" dist="38100" dir="2700000" algn="tl">
                      <a:srgbClr val="000000">
                        <a:alpha val="43137"/>
                      </a:srgbClr>
                    </a:outerShdw>
                  </a:effectLst>
                  <a:latin typeface="+mn-lt"/>
                  <a:ea typeface="隶书" pitchFamily="49" charset="-122"/>
                  <a:cs typeface="宋体" pitchFamily="2" charset="-122"/>
                </a:rPr>
                <a:t>流程图</a:t>
              </a:r>
            </a:p>
          </p:txBody>
        </p:sp>
      </p:grpSp>
      <p:grpSp>
        <p:nvGrpSpPr>
          <p:cNvPr id="47" name="组合 46"/>
          <p:cNvGrpSpPr/>
          <p:nvPr/>
        </p:nvGrpSpPr>
        <p:grpSpPr>
          <a:xfrm>
            <a:off x="1127448" y="1901538"/>
            <a:ext cx="2023620" cy="3819958"/>
            <a:chOff x="2762663" y="1472910"/>
            <a:chExt cx="2023620" cy="3819958"/>
          </a:xfrm>
        </p:grpSpPr>
        <p:grpSp>
          <p:nvGrpSpPr>
            <p:cNvPr id="960513" name="组合 404"/>
            <p:cNvGrpSpPr>
              <a:grpSpLocks/>
            </p:cNvGrpSpPr>
            <p:nvPr/>
          </p:nvGrpSpPr>
          <p:grpSpPr bwMode="auto">
            <a:xfrm>
              <a:off x="2762663" y="1472910"/>
              <a:ext cx="2023620" cy="3819958"/>
              <a:chOff x="6901" y="259"/>
              <a:chExt cx="12473" cy="22396"/>
            </a:xfrm>
          </p:grpSpPr>
          <p:grpSp>
            <p:nvGrpSpPr>
              <p:cNvPr id="372" name="组合 372"/>
              <p:cNvGrpSpPr>
                <a:grpSpLocks/>
              </p:cNvGrpSpPr>
              <p:nvPr/>
            </p:nvGrpSpPr>
            <p:grpSpPr bwMode="auto">
              <a:xfrm>
                <a:off x="6901" y="259"/>
                <a:ext cx="12473" cy="22396"/>
                <a:chOff x="6079" y="259"/>
                <a:chExt cx="12480" cy="22397"/>
              </a:xfrm>
            </p:grpSpPr>
            <p:grpSp>
              <p:nvGrpSpPr>
                <p:cNvPr id="373" name="组合 373"/>
                <p:cNvGrpSpPr>
                  <a:grpSpLocks/>
                </p:cNvGrpSpPr>
                <p:nvPr/>
              </p:nvGrpSpPr>
              <p:grpSpPr bwMode="auto">
                <a:xfrm>
                  <a:off x="8827" y="6342"/>
                  <a:ext cx="6608" cy="3453"/>
                  <a:chOff x="439" y="-3788"/>
                  <a:chExt cx="6608" cy="3453"/>
                </a:xfrm>
              </p:grpSpPr>
              <p:sp>
                <p:nvSpPr>
                  <p:cNvPr id="376" name="矩形 376"/>
                  <p:cNvSpPr>
                    <a:spLocks noChangeArrowheads="1"/>
                  </p:cNvSpPr>
                  <p:nvPr/>
                </p:nvSpPr>
                <p:spPr bwMode="auto">
                  <a:xfrm>
                    <a:off x="493" y="-3619"/>
                    <a:ext cx="6540" cy="3284"/>
                  </a:xfrm>
                  <a:prstGeom prst="rect">
                    <a:avLst/>
                  </a:prstGeom>
                  <a:gradFill flip="none" rotWithShape="1">
                    <a:gsLst>
                      <a:gs pos="0">
                        <a:srgbClr val="FFFFCD">
                          <a:shade val="30000"/>
                          <a:satMod val="115000"/>
                        </a:srgbClr>
                      </a:gs>
                      <a:gs pos="50000">
                        <a:srgbClr val="FFFFCD">
                          <a:shade val="67500"/>
                          <a:satMod val="115000"/>
                        </a:srgbClr>
                      </a:gs>
                      <a:gs pos="100000">
                        <a:srgbClr val="FFFFCD">
                          <a:shade val="100000"/>
                          <a:satMod val="115000"/>
                        </a:srgbClr>
                      </a:gs>
                    </a:gsLst>
                    <a:lin ang="13500000" scaled="1"/>
                    <a:tileRect/>
                  </a:gradFill>
                  <a:ln w="12700">
                    <a:solidFill>
                      <a:schemeClr val="tx1"/>
                    </a:solidFill>
                    <a:headEnd/>
                    <a:tailEn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ctr" anchorCtr="0" compatLnSpc="1">
                    <a:prstTxWarp prst="textNoShape">
                      <a:avLst/>
                    </a:prstTxWarp>
                  </a:bodyPr>
                  <a:lstStyle/>
                  <a:p>
                    <a:endParaRPr lang="zh-CN" altLang="en-US"/>
                  </a:p>
                </p:txBody>
              </p:sp>
              <p:sp>
                <p:nvSpPr>
                  <p:cNvPr id="374" name="文本框 2"/>
                  <p:cNvSpPr txBox="1">
                    <a:spLocks noChangeArrowheads="1"/>
                  </p:cNvSpPr>
                  <p:nvPr/>
                </p:nvSpPr>
                <p:spPr bwMode="auto">
                  <a:xfrm>
                    <a:off x="439" y="-3788"/>
                    <a:ext cx="6608" cy="209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000000"/>
                        </a:solidFill>
                        <a:effectLst>
                          <a:outerShdw blurRad="38100" dist="38100" dir="2700000" algn="tl">
                            <a:srgbClr val="000000">
                              <a:alpha val="43137"/>
                            </a:srgbClr>
                          </a:outerShdw>
                        </a:effectLst>
                        <a:latin typeface="+mn-lt"/>
                        <a:cs typeface="宋体" pitchFamily="2" charset="-122"/>
                      </a:rPr>
                      <a:t>sum += </a:t>
                    </a:r>
                    <a:r>
                      <a:rPr kumimoji="0" lang="en-US" altLang="zh-CN" sz="1800" b="1" dirty="0" err="1">
                        <a:solidFill>
                          <a:srgbClr val="000000"/>
                        </a:solidFill>
                        <a:effectLst>
                          <a:outerShdw blurRad="38100" dist="38100" dir="2700000" algn="tl">
                            <a:srgbClr val="000000">
                              <a:alpha val="43137"/>
                            </a:srgbClr>
                          </a:outerShdw>
                        </a:effectLst>
                        <a:latin typeface="+mn-lt"/>
                        <a:cs typeface="宋体" pitchFamily="2" charset="-122"/>
                      </a:rPr>
                      <a:t>i</a:t>
                    </a:r>
                    <a:endParaRPr kumimoji="0" lang="zh-CN" altLang="zh-CN" sz="1800" b="1" dirty="0">
                      <a:effectLst>
                        <a:outerShdw blurRad="38100" dist="38100" dir="2700000" algn="tl">
                          <a:srgbClr val="000000">
                            <a:alpha val="43137"/>
                          </a:srgbClr>
                        </a:outerShdw>
                      </a:effectLst>
                      <a:latin typeface="+mn-lt"/>
                      <a:cs typeface="宋体" pitchFamily="2" charset="-122"/>
                    </a:endParaRPr>
                  </a:p>
                </p:txBody>
              </p:sp>
              <p:sp>
                <p:nvSpPr>
                  <p:cNvPr id="375" name="文本框 2"/>
                  <p:cNvSpPr txBox="1">
                    <a:spLocks noChangeArrowheads="1"/>
                  </p:cNvSpPr>
                  <p:nvPr/>
                </p:nvSpPr>
                <p:spPr bwMode="auto">
                  <a:xfrm>
                    <a:off x="1068" y="-2511"/>
                    <a:ext cx="5613" cy="188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err="1">
                        <a:effectLst>
                          <a:outerShdw blurRad="38100" dist="38100" dir="2700000" algn="tl">
                            <a:srgbClr val="000000">
                              <a:alpha val="43137"/>
                            </a:srgbClr>
                          </a:outerShdw>
                        </a:effectLst>
                        <a:latin typeface="+mn-lt"/>
                        <a:cs typeface="宋体" pitchFamily="2" charset="-122"/>
                      </a:rPr>
                      <a:t>i</a:t>
                    </a:r>
                    <a:r>
                      <a:rPr kumimoji="0" lang="en-US" altLang="zh-CN" sz="1800" b="1" dirty="0">
                        <a:effectLst>
                          <a:outerShdw blurRad="38100" dist="38100" dir="2700000" algn="tl">
                            <a:srgbClr val="000000">
                              <a:alpha val="43137"/>
                            </a:srgbClr>
                          </a:outerShdw>
                        </a:effectLst>
                        <a:latin typeface="+mn-lt"/>
                        <a:cs typeface="宋体" pitchFamily="2" charset="-122"/>
                      </a:rPr>
                      <a:t> = </a:t>
                    </a:r>
                    <a:r>
                      <a:rPr kumimoji="0" lang="en-US" altLang="zh-CN" sz="1800" b="1" dirty="0" err="1">
                        <a:effectLst>
                          <a:outerShdw blurRad="38100" dist="38100" dir="2700000" algn="tl">
                            <a:srgbClr val="000000">
                              <a:alpha val="43137"/>
                            </a:srgbClr>
                          </a:outerShdw>
                        </a:effectLst>
                        <a:latin typeface="+mn-lt"/>
                        <a:cs typeface="宋体" pitchFamily="2" charset="-122"/>
                      </a:rPr>
                      <a:t>i</a:t>
                    </a:r>
                    <a:r>
                      <a:rPr kumimoji="0" lang="en-US" altLang="zh-CN" sz="1800" b="1" dirty="0">
                        <a:effectLst>
                          <a:outerShdw blurRad="38100" dist="38100" dir="2700000" algn="tl">
                            <a:srgbClr val="000000">
                              <a:alpha val="43137"/>
                            </a:srgbClr>
                          </a:outerShdw>
                        </a:effectLst>
                        <a:latin typeface="+mn-lt"/>
                        <a:cs typeface="宋体" pitchFamily="2" charset="-122"/>
                      </a:rPr>
                      <a:t> +1</a:t>
                    </a:r>
                    <a:endParaRPr kumimoji="0" lang="zh-CN" altLang="zh-CN" sz="1800" b="1" dirty="0">
                      <a:effectLst>
                        <a:outerShdw blurRad="38100" dist="38100" dir="2700000" algn="tl">
                          <a:srgbClr val="000000">
                            <a:alpha val="43137"/>
                          </a:srgbClr>
                        </a:outerShdw>
                      </a:effectLst>
                      <a:latin typeface="+mn-lt"/>
                      <a:cs typeface="宋体" pitchFamily="2" charset="-122"/>
                    </a:endParaRPr>
                  </a:p>
                </p:txBody>
              </p:sp>
            </p:grpSp>
            <p:grpSp>
              <p:nvGrpSpPr>
                <p:cNvPr id="377" name="组合 377"/>
                <p:cNvGrpSpPr>
                  <a:grpSpLocks/>
                </p:cNvGrpSpPr>
                <p:nvPr/>
              </p:nvGrpSpPr>
              <p:grpSpPr bwMode="auto">
                <a:xfrm>
                  <a:off x="6079" y="3979"/>
                  <a:ext cx="12480" cy="18677"/>
                  <a:chOff x="2004" y="690"/>
                  <a:chExt cx="12493" cy="18681"/>
                </a:xfrm>
              </p:grpSpPr>
              <p:sp>
                <p:nvSpPr>
                  <p:cNvPr id="378" name="Text Box 9"/>
                  <p:cNvSpPr txBox="1">
                    <a:spLocks noChangeArrowheads="1"/>
                  </p:cNvSpPr>
                  <p:nvPr/>
                </p:nvSpPr>
                <p:spPr bwMode="auto">
                  <a:xfrm>
                    <a:off x="2589" y="16400"/>
                    <a:ext cx="11908" cy="297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b="1" dirty="0">
                        <a:solidFill>
                          <a:srgbClr val="FF33CC"/>
                        </a:solidFill>
                        <a:effectLst>
                          <a:outerShdw blurRad="38100" dist="38100" dir="2700000" algn="tl">
                            <a:srgbClr val="000000">
                              <a:alpha val="43137"/>
                            </a:srgbClr>
                          </a:outerShdw>
                        </a:effectLst>
                        <a:latin typeface="隶书" pitchFamily="49" charset="-122"/>
                        <a:ea typeface="隶书" pitchFamily="49" charset="-122"/>
                        <a:cs typeface="宋体" pitchFamily="2" charset="-122"/>
                      </a:rPr>
                      <a:t>传统流程图</a:t>
                    </a:r>
                  </a:p>
                </p:txBody>
              </p:sp>
              <p:grpSp>
                <p:nvGrpSpPr>
                  <p:cNvPr id="379" name="组合 379"/>
                  <p:cNvGrpSpPr>
                    <a:grpSpLocks/>
                  </p:cNvGrpSpPr>
                  <p:nvPr/>
                </p:nvGrpSpPr>
                <p:grpSpPr bwMode="auto">
                  <a:xfrm>
                    <a:off x="2004" y="690"/>
                    <a:ext cx="10311" cy="13160"/>
                    <a:chOff x="-1" y="690"/>
                    <a:chExt cx="10310" cy="13159"/>
                  </a:xfrm>
                </p:grpSpPr>
                <p:sp>
                  <p:nvSpPr>
                    <p:cNvPr id="380" name="Line 20"/>
                    <p:cNvSpPr>
                      <a:spLocks noChangeShapeType="1"/>
                    </p:cNvSpPr>
                    <p:nvPr/>
                  </p:nvSpPr>
                  <p:spPr bwMode="auto">
                    <a:xfrm>
                      <a:off x="5986" y="690"/>
                      <a:ext cx="0" cy="2508"/>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grpSp>
                  <p:nvGrpSpPr>
                    <p:cNvPr id="381" name="组合 381"/>
                    <p:cNvGrpSpPr>
                      <a:grpSpLocks/>
                    </p:cNvGrpSpPr>
                    <p:nvPr/>
                  </p:nvGrpSpPr>
                  <p:grpSpPr bwMode="auto">
                    <a:xfrm>
                      <a:off x="1641" y="8619"/>
                      <a:ext cx="8668" cy="2148"/>
                      <a:chOff x="-3" y="5789"/>
                      <a:chExt cx="8667" cy="2147"/>
                    </a:xfrm>
                  </p:grpSpPr>
                  <p:sp>
                    <p:nvSpPr>
                      <p:cNvPr id="382" name="AutoShape 14"/>
                      <p:cNvSpPr>
                        <a:spLocks noChangeArrowheads="1"/>
                      </p:cNvSpPr>
                      <p:nvPr/>
                    </p:nvSpPr>
                    <p:spPr bwMode="auto">
                      <a:xfrm>
                        <a:off x="-3" y="5860"/>
                        <a:ext cx="8667" cy="2076"/>
                      </a:xfrm>
                      <a:prstGeom prst="flowChartDecision">
                        <a:avLst/>
                      </a:prstGeom>
                      <a:gradFill flip="none" rotWithShape="1">
                        <a:gsLst>
                          <a:gs pos="0">
                            <a:srgbClr val="FF33CC">
                              <a:tint val="66000"/>
                              <a:satMod val="160000"/>
                            </a:srgbClr>
                          </a:gs>
                          <a:gs pos="50000">
                            <a:srgbClr val="FF33CC">
                              <a:tint val="44500"/>
                              <a:satMod val="160000"/>
                            </a:srgbClr>
                          </a:gs>
                          <a:gs pos="100000">
                            <a:srgbClr val="FF33CC">
                              <a:tint val="23500"/>
                              <a:satMod val="160000"/>
                            </a:srgbClr>
                          </a:gs>
                        </a:gsLst>
                        <a:lin ang="13500000" scaled="1"/>
                        <a:tileRect/>
                      </a:gradFill>
                      <a:ln w="12700">
                        <a:headEnd/>
                        <a:tailEnd/>
                      </a:ln>
                    </p:spPr>
                    <p:style>
                      <a:lnRef idx="1">
                        <a:schemeClr val="dk1"/>
                      </a:lnRef>
                      <a:fillRef idx="2">
                        <a:schemeClr val="dk1"/>
                      </a:fillRef>
                      <a:effectRef idx="1">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
                    <p:nvSpPr>
                      <p:cNvPr id="383" name="Text Box 15"/>
                      <p:cNvSpPr txBox="1">
                        <a:spLocks noChangeArrowheads="1"/>
                      </p:cNvSpPr>
                      <p:nvPr/>
                    </p:nvSpPr>
                    <p:spPr bwMode="auto">
                      <a:xfrm>
                        <a:off x="2033" y="5789"/>
                        <a:ext cx="5732" cy="209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err="1">
                            <a:effectLst>
                              <a:outerShdw blurRad="38100" dist="38100" dir="2700000" algn="tl">
                                <a:srgbClr val="000000">
                                  <a:alpha val="43137"/>
                                </a:srgbClr>
                              </a:outerShdw>
                            </a:effectLst>
                            <a:latin typeface="+mn-lt"/>
                            <a:cs typeface="宋体" pitchFamily="2" charset="-122"/>
                          </a:rPr>
                          <a:t>i</a:t>
                        </a:r>
                        <a:r>
                          <a:rPr kumimoji="0" lang="en-US" altLang="zh-CN" sz="1800" b="1" dirty="0">
                            <a:effectLst>
                              <a:outerShdw blurRad="38100" dist="38100" dir="2700000" algn="tl">
                                <a:srgbClr val="000000">
                                  <a:alpha val="43137"/>
                                </a:srgbClr>
                              </a:outerShdw>
                            </a:effectLst>
                            <a:latin typeface="+mn-lt"/>
                            <a:cs typeface="宋体" pitchFamily="2" charset="-122"/>
                          </a:rPr>
                          <a:t> ≤ 100</a:t>
                        </a:r>
                        <a:endParaRPr kumimoji="0" lang="zh-CN" altLang="zh-CN" sz="1800" b="1" dirty="0">
                          <a:effectLst>
                            <a:outerShdw blurRad="38100" dist="38100" dir="2700000" algn="tl">
                              <a:srgbClr val="000000">
                                <a:alpha val="43137"/>
                              </a:srgbClr>
                            </a:outerShdw>
                          </a:effectLst>
                          <a:latin typeface="+mn-lt"/>
                          <a:cs typeface="宋体" pitchFamily="2" charset="-122"/>
                        </a:endParaRPr>
                      </a:p>
                    </p:txBody>
                  </p:sp>
                </p:grpSp>
                <p:sp>
                  <p:nvSpPr>
                    <p:cNvPr id="385" name="Text Box 19"/>
                    <p:cNvSpPr txBox="1">
                      <a:spLocks noChangeArrowheads="1"/>
                    </p:cNvSpPr>
                    <p:nvPr/>
                  </p:nvSpPr>
                  <p:spPr bwMode="auto">
                    <a:xfrm>
                      <a:off x="106" y="8021"/>
                      <a:ext cx="2200" cy="20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chemeClr val="accent1">
                              <a:lumMod val="50000"/>
                            </a:schemeClr>
                          </a:solidFill>
                          <a:effectLst>
                            <a:outerShdw blurRad="38100" dist="38100" dir="2700000" algn="tl">
                              <a:srgbClr val="000000">
                                <a:alpha val="43137"/>
                              </a:srgbClr>
                            </a:outerShdw>
                          </a:effectLst>
                          <a:latin typeface="+mn-lt"/>
                          <a:cs typeface="宋体" pitchFamily="2" charset="-122"/>
                        </a:rPr>
                        <a:t>T</a:t>
                      </a:r>
                      <a:endParaRPr kumimoji="0" lang="zh-CN" altLang="zh-CN" sz="1600" b="1" dirty="0">
                        <a:solidFill>
                          <a:schemeClr val="accent1">
                            <a:lumMod val="50000"/>
                          </a:schemeClr>
                        </a:solidFill>
                        <a:effectLst>
                          <a:outerShdw blurRad="38100" dist="38100" dir="2700000" algn="tl">
                            <a:srgbClr val="000000">
                              <a:alpha val="43137"/>
                            </a:srgbClr>
                          </a:outerShdw>
                        </a:effectLst>
                        <a:latin typeface="+mn-lt"/>
                        <a:cs typeface="宋体" pitchFamily="2" charset="-122"/>
                      </a:endParaRPr>
                    </a:p>
                  </p:txBody>
                </p:sp>
                <p:grpSp>
                  <p:nvGrpSpPr>
                    <p:cNvPr id="387" name="组合 387"/>
                    <p:cNvGrpSpPr>
                      <a:grpSpLocks/>
                    </p:cNvGrpSpPr>
                    <p:nvPr/>
                  </p:nvGrpSpPr>
                  <p:grpSpPr bwMode="auto">
                    <a:xfrm>
                      <a:off x="-1" y="1677"/>
                      <a:ext cx="6046" cy="8056"/>
                      <a:chOff x="-1" y="0"/>
                      <a:chExt cx="6046" cy="8056"/>
                    </a:xfrm>
                  </p:grpSpPr>
                  <p:sp>
                    <p:nvSpPr>
                      <p:cNvPr id="389" name="Line 23"/>
                      <p:cNvSpPr>
                        <a:spLocks noChangeShapeType="1"/>
                      </p:cNvSpPr>
                      <p:nvPr/>
                    </p:nvSpPr>
                    <p:spPr bwMode="auto">
                      <a:xfrm flipV="1">
                        <a:off x="0" y="0"/>
                        <a:ext cx="6045" cy="0"/>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sp>
                    <p:nvSpPr>
                      <p:cNvPr id="390" name="直接连接符 390"/>
                      <p:cNvSpPr>
                        <a:spLocks noChangeShapeType="1"/>
                      </p:cNvSpPr>
                      <p:nvPr/>
                    </p:nvSpPr>
                    <p:spPr bwMode="auto">
                      <a:xfrm flipH="1" flipV="1">
                        <a:off x="-1" y="8024"/>
                        <a:ext cx="1641" cy="25"/>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91" name="直接连接符 391"/>
                      <p:cNvSpPr>
                        <a:spLocks noChangeShapeType="1"/>
                      </p:cNvSpPr>
                      <p:nvPr/>
                    </p:nvSpPr>
                    <p:spPr bwMode="auto">
                      <a:xfrm flipV="1">
                        <a:off x="0" y="0"/>
                        <a:ext cx="0" cy="8056"/>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392" name="组合 392"/>
                    <p:cNvGrpSpPr>
                      <a:grpSpLocks/>
                    </p:cNvGrpSpPr>
                    <p:nvPr/>
                  </p:nvGrpSpPr>
                  <p:grpSpPr bwMode="auto">
                    <a:xfrm>
                      <a:off x="4299" y="10787"/>
                      <a:ext cx="1746" cy="3062"/>
                      <a:chOff x="-1917" y="8617"/>
                      <a:chExt cx="1746" cy="3061"/>
                    </a:xfrm>
                  </p:grpSpPr>
                  <p:sp>
                    <p:nvSpPr>
                      <p:cNvPr id="393" name="Text Box 11"/>
                      <p:cNvSpPr txBox="1">
                        <a:spLocks noChangeArrowheads="1"/>
                      </p:cNvSpPr>
                      <p:nvPr/>
                    </p:nvSpPr>
                    <p:spPr bwMode="auto">
                      <a:xfrm>
                        <a:off x="-1917" y="8783"/>
                        <a:ext cx="1746" cy="201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7030A0"/>
                            </a:solidFill>
                            <a:effectLst>
                              <a:outerShdw blurRad="38100" dist="38100" dir="2700000" algn="tl">
                                <a:srgbClr val="000000">
                                  <a:alpha val="43137"/>
                                </a:srgbClr>
                              </a:outerShdw>
                            </a:effectLst>
                            <a:latin typeface="+mn-lt"/>
                            <a:cs typeface="宋体" pitchFamily="2" charset="-122"/>
                          </a:rPr>
                          <a:t>F</a:t>
                        </a:r>
                        <a:endParaRPr kumimoji="0" lang="zh-CN" altLang="zh-CN" sz="1600" b="1" dirty="0">
                          <a:solidFill>
                            <a:srgbClr val="7030A0"/>
                          </a:solidFill>
                          <a:effectLst>
                            <a:outerShdw blurRad="38100" dist="38100" dir="2700000" algn="tl">
                              <a:srgbClr val="000000">
                                <a:alpha val="43137"/>
                              </a:srgbClr>
                            </a:outerShdw>
                          </a:effectLst>
                          <a:latin typeface="+mn-lt"/>
                          <a:cs typeface="宋体" pitchFamily="2" charset="-122"/>
                        </a:endParaRPr>
                      </a:p>
                    </p:txBody>
                  </p:sp>
                  <p:sp>
                    <p:nvSpPr>
                      <p:cNvPr id="398" name="Line 20"/>
                      <p:cNvSpPr>
                        <a:spLocks noChangeShapeType="1"/>
                      </p:cNvSpPr>
                      <p:nvPr/>
                    </p:nvSpPr>
                    <p:spPr bwMode="auto">
                      <a:xfrm>
                        <a:off x="-231" y="8617"/>
                        <a:ext cx="0" cy="3061"/>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grpSp>
              </p:grpSp>
            </p:grpSp>
            <p:grpSp>
              <p:nvGrpSpPr>
                <p:cNvPr id="399" name="组合 399"/>
                <p:cNvGrpSpPr>
                  <a:grpSpLocks/>
                </p:cNvGrpSpPr>
                <p:nvPr/>
              </p:nvGrpSpPr>
              <p:grpSpPr bwMode="auto">
                <a:xfrm>
                  <a:off x="8846" y="259"/>
                  <a:ext cx="6540" cy="3616"/>
                  <a:chOff x="493" y="259"/>
                  <a:chExt cx="6540" cy="3616"/>
                </a:xfrm>
              </p:grpSpPr>
              <p:sp>
                <p:nvSpPr>
                  <p:cNvPr id="402" name="矩形 402"/>
                  <p:cNvSpPr>
                    <a:spLocks noChangeArrowheads="1"/>
                  </p:cNvSpPr>
                  <p:nvPr/>
                </p:nvSpPr>
                <p:spPr bwMode="auto">
                  <a:xfrm>
                    <a:off x="493" y="592"/>
                    <a:ext cx="6540" cy="3283"/>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12700">
                    <a:solidFill>
                      <a:schemeClr val="tx1"/>
                    </a:solidFill>
                    <a:headEnd/>
                    <a:tailEn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ctr" anchorCtr="0" compatLnSpc="1">
                    <a:prstTxWarp prst="textNoShape">
                      <a:avLst/>
                    </a:prstTxWarp>
                  </a:bodyPr>
                  <a:lstStyle/>
                  <a:p>
                    <a:endParaRPr lang="zh-CN" altLang="en-US"/>
                  </a:p>
                </p:txBody>
              </p:sp>
              <p:sp>
                <p:nvSpPr>
                  <p:cNvPr id="400" name="文本框 2"/>
                  <p:cNvSpPr txBox="1">
                    <a:spLocks noChangeArrowheads="1"/>
                  </p:cNvSpPr>
                  <p:nvPr/>
                </p:nvSpPr>
                <p:spPr bwMode="auto">
                  <a:xfrm>
                    <a:off x="684" y="259"/>
                    <a:ext cx="6167" cy="209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000000"/>
                        </a:solidFill>
                        <a:effectLst>
                          <a:outerShdw blurRad="38100" dist="38100" dir="2700000" algn="tl">
                            <a:srgbClr val="000000">
                              <a:alpha val="43137"/>
                            </a:srgbClr>
                          </a:outerShdw>
                        </a:effectLst>
                        <a:latin typeface="+mn-lt"/>
                        <a:cs typeface="宋体" pitchFamily="2" charset="-122"/>
                      </a:rPr>
                      <a:t>sum = 0</a:t>
                    </a:r>
                    <a:endParaRPr kumimoji="0" lang="zh-CN" altLang="zh-CN" sz="1800" b="1" dirty="0">
                      <a:effectLst>
                        <a:outerShdw blurRad="38100" dist="38100" dir="2700000" algn="tl">
                          <a:srgbClr val="000000">
                            <a:alpha val="43137"/>
                          </a:srgbClr>
                        </a:outerShdw>
                      </a:effectLst>
                      <a:latin typeface="+mn-lt"/>
                      <a:cs typeface="宋体" pitchFamily="2" charset="-122"/>
                    </a:endParaRPr>
                  </a:p>
                </p:txBody>
              </p:sp>
              <p:sp>
                <p:nvSpPr>
                  <p:cNvPr id="401" name="文本框 2"/>
                  <p:cNvSpPr txBox="1">
                    <a:spLocks noChangeArrowheads="1"/>
                  </p:cNvSpPr>
                  <p:nvPr/>
                </p:nvSpPr>
                <p:spPr bwMode="auto">
                  <a:xfrm>
                    <a:off x="2048" y="1774"/>
                    <a:ext cx="3599" cy="161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err="1">
                        <a:effectLst>
                          <a:outerShdw blurRad="38100" dist="38100" dir="2700000" algn="tl">
                            <a:srgbClr val="000000">
                              <a:alpha val="43137"/>
                            </a:srgbClr>
                          </a:outerShdw>
                        </a:effectLst>
                        <a:latin typeface="+mn-lt"/>
                        <a:cs typeface="宋体" pitchFamily="2" charset="-122"/>
                      </a:rPr>
                      <a:t>i</a:t>
                    </a:r>
                    <a:r>
                      <a:rPr kumimoji="0" lang="en-US" altLang="zh-CN" sz="1800" b="1" dirty="0">
                        <a:effectLst>
                          <a:outerShdw blurRad="38100" dist="38100" dir="2700000" algn="tl">
                            <a:srgbClr val="000000">
                              <a:alpha val="43137"/>
                            </a:srgbClr>
                          </a:outerShdw>
                        </a:effectLst>
                        <a:latin typeface="+mn-lt"/>
                        <a:cs typeface="宋体" pitchFamily="2" charset="-122"/>
                      </a:rPr>
                      <a:t> =1</a:t>
                    </a:r>
                    <a:endParaRPr kumimoji="0" lang="zh-CN" altLang="zh-CN" sz="1800" b="1" dirty="0">
                      <a:effectLst>
                        <a:outerShdw blurRad="38100" dist="38100" dir="2700000" algn="tl">
                          <a:srgbClr val="000000">
                            <a:alpha val="43137"/>
                          </a:srgbClr>
                        </a:outerShdw>
                      </a:effectLst>
                      <a:latin typeface="+mn-lt"/>
                      <a:cs typeface="宋体" pitchFamily="2" charset="-122"/>
                    </a:endParaRPr>
                  </a:p>
                </p:txBody>
              </p:sp>
            </p:grpSp>
          </p:grpSp>
          <p:sp>
            <p:nvSpPr>
              <p:cNvPr id="403" name="Line 20"/>
              <p:cNvSpPr>
                <a:spLocks noChangeShapeType="1"/>
              </p:cNvSpPr>
              <p:nvPr/>
            </p:nvSpPr>
            <p:spPr bwMode="auto">
              <a:xfrm>
                <a:off x="12893" y="9867"/>
                <a:ext cx="0" cy="2107"/>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grpSp>
        <p:sp>
          <p:nvSpPr>
            <p:cNvPr id="46" name="Text Box 9"/>
            <p:cNvSpPr txBox="1">
              <a:spLocks noChangeArrowheads="1"/>
            </p:cNvSpPr>
            <p:nvPr/>
          </p:nvSpPr>
          <p:spPr bwMode="auto">
            <a:xfrm>
              <a:off x="3217048" y="4357694"/>
              <a:ext cx="1069200" cy="357190"/>
            </a:xfrm>
            <a:prstGeom prst="rect">
              <a:avLst/>
            </a:prstGeom>
            <a:ln w="12700">
              <a:solidFill>
                <a:schemeClr val="tx1"/>
              </a:solidFill>
              <a:headEnd/>
              <a:tailEn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t" anchorCtr="0" compatLnSpc="1">
              <a:prstTxWarp prst="textNoShape">
                <a:avLst/>
              </a:prstTxWarp>
            </a:bodyPr>
            <a:lstStyle/>
            <a:p>
              <a:pPr algn="ctr"/>
              <a:r>
                <a:rPr kumimoji="0" lang="zh-CN" altLang="en-US" sz="1800" b="1" dirty="0">
                  <a:solidFill>
                    <a:srgbClr val="FF33CC"/>
                  </a:solidFill>
                  <a:effectLst>
                    <a:outerShdw blurRad="38100" dist="38100" dir="2700000" algn="tl">
                      <a:srgbClr val="000000">
                        <a:alpha val="43137"/>
                      </a:srgbClr>
                    </a:outerShdw>
                  </a:effectLst>
                  <a:ea typeface="楷体" pitchFamily="49" charset="-122"/>
                  <a:cs typeface="宋体" pitchFamily="2" charset="-122"/>
                </a:rPr>
                <a:t>输出</a:t>
              </a:r>
              <a:r>
                <a:rPr kumimoji="0" lang="en-US" altLang="zh-CN" sz="1800" b="1" dirty="0">
                  <a:solidFill>
                    <a:srgbClr val="FF33CC"/>
                  </a:solidFill>
                  <a:effectLst>
                    <a:outerShdw blurRad="38100" dist="38100" dir="2700000" algn="tl">
                      <a:srgbClr val="000000">
                        <a:alpha val="43137"/>
                      </a:srgbClr>
                    </a:outerShdw>
                  </a:effectLst>
                  <a:ea typeface="楷体" pitchFamily="49" charset="-122"/>
                  <a:cs typeface="宋体" pitchFamily="2" charset="-122"/>
                </a:rPr>
                <a:t>sum</a:t>
              </a:r>
              <a:endParaRPr kumimoji="0" lang="zh-CN" altLang="en-US" sz="1800" b="1" dirty="0">
                <a:solidFill>
                  <a:srgbClr val="FF33CC"/>
                </a:solidFill>
                <a:effectLst>
                  <a:outerShdw blurRad="38100" dist="38100" dir="2700000" algn="tl">
                    <a:srgbClr val="000000">
                      <a:alpha val="43137"/>
                    </a:srgbClr>
                  </a:outerShdw>
                </a:effectLst>
                <a:ea typeface="楷体" pitchFamily="49" charset="-122"/>
                <a:cs typeface="宋体" pitchFamily="2" charset="-122"/>
              </a:endParaRPr>
            </a:p>
          </p:txBody>
        </p:sp>
      </p:grpSp>
      <p:sp>
        <p:nvSpPr>
          <p:cNvPr id="48" name="Text Box 9"/>
          <p:cNvSpPr txBox="1">
            <a:spLocks noChangeArrowheads="1"/>
          </p:cNvSpPr>
          <p:nvPr/>
        </p:nvSpPr>
        <p:spPr bwMode="auto">
          <a:xfrm>
            <a:off x="851291" y="1000109"/>
            <a:ext cx="2571768" cy="506615"/>
          </a:xfrm>
          <a:prstGeom prst="rect">
            <a:avLst/>
          </a:prstGeom>
          <a:ln>
            <a:noFill/>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t" anchorCtr="0" compatLnSpc="1">
            <a:prstTxWarp prst="textNoShape">
              <a:avLst/>
            </a:prstTxWarp>
          </a:bodyPr>
          <a:lstStyle/>
          <a:p>
            <a:pPr algn="ctr"/>
            <a:r>
              <a:rPr kumimoji="0" lang="zh-CN" altLang="en-US" b="1" dirty="0">
                <a:solidFill>
                  <a:srgbClr val="FF0000"/>
                </a:solidFill>
                <a:effectLst>
                  <a:outerShdw blurRad="38100" dist="38100" dir="2700000" algn="tl">
                    <a:srgbClr val="000000">
                      <a:alpha val="43137"/>
                    </a:srgbClr>
                  </a:outerShdw>
                </a:effectLst>
                <a:latin typeface="隶书" pitchFamily="49" charset="-122"/>
                <a:ea typeface="隶书" pitchFamily="49" charset="-122"/>
                <a:cs typeface="宋体" pitchFamily="2" charset="-122"/>
              </a:rPr>
              <a:t>算法流程图如下：</a:t>
            </a:r>
          </a:p>
        </p:txBody>
      </p:sp>
      <p:sp>
        <p:nvSpPr>
          <p:cNvPr id="49" name="Rectangle 6" descr="信纸"/>
          <p:cNvSpPr>
            <a:spLocks noChangeArrowheads="1"/>
          </p:cNvSpPr>
          <p:nvPr/>
        </p:nvSpPr>
        <p:spPr bwMode="auto">
          <a:xfrm>
            <a:off x="6096000" y="1262365"/>
            <a:ext cx="5887093" cy="5262979"/>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190500">
              <a:tabLst>
                <a:tab pos="800100" algn="l"/>
              </a:tabLst>
            </a:pPr>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a:t>
            </a:r>
          </a:p>
          <a:p>
            <a:pPr indent="190500">
              <a:tabLst>
                <a:tab pos="800100" algn="l"/>
              </a:tabLst>
            </a:pPr>
            <a:endParaRPr lang="en-US" altLang="zh-CN" b="1" dirty="0">
              <a:effectLst>
                <a:outerShdw blurRad="38100" dist="38100" dir="2700000" algn="tl">
                  <a:srgbClr val="FFFFFF"/>
                </a:outerShdw>
              </a:effectLst>
            </a:endParaRPr>
          </a:p>
          <a:p>
            <a:pPr indent="190500">
              <a:tabLst>
                <a:tab pos="800100" algn="l"/>
              </a:tabLst>
            </a:pPr>
            <a:r>
              <a:rPr lang="en-US" altLang="zh-CN" b="1" dirty="0" err="1">
                <a:solidFill>
                  <a:srgbClr val="CC3300"/>
                </a:solidFill>
                <a:effectLst>
                  <a:outerShdw blurRad="38100" dist="38100" dir="2700000" algn="tl">
                    <a:srgbClr val="000000"/>
                  </a:outerShdw>
                </a:effectLst>
              </a:rPr>
              <a:t>int</a:t>
            </a:r>
            <a:r>
              <a:rPr lang="en-US" altLang="zh-CN" b="1" dirty="0">
                <a:solidFill>
                  <a:srgbClr val="CC3300"/>
                </a:solidFill>
                <a:effectLst>
                  <a:outerShdw blurRad="38100" dist="38100" dir="2700000" algn="tl">
                    <a:srgbClr val="000000"/>
                  </a:outerShdw>
                </a:effectLst>
              </a:rPr>
              <a:t> main ( )</a:t>
            </a:r>
          </a:p>
          <a:p>
            <a:pPr indent="190500">
              <a:tabLst>
                <a:tab pos="800100" algn="l"/>
              </a:tabLst>
            </a:pPr>
            <a:r>
              <a:rPr lang="en-US" altLang="zh-CN" b="1" dirty="0">
                <a:effectLst>
                  <a:outerShdw blurRad="38100" dist="38100" dir="2700000" algn="tl">
                    <a:srgbClr val="FFFFFF"/>
                  </a:outerShdw>
                </a:effectLst>
              </a:rPr>
              <a:t>{</a:t>
            </a:r>
          </a:p>
          <a:p>
            <a:pPr indent="1905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 1, sum = 0; </a:t>
            </a:r>
          </a:p>
          <a:p>
            <a:pPr indent="190500">
              <a:tabLst>
                <a:tab pos="800100" algn="l"/>
              </a:tabLst>
            </a:pPr>
            <a:r>
              <a:rPr lang="en-US" altLang="zh-CN" b="1" dirty="0">
                <a:effectLst>
                  <a:outerShdw blurRad="38100" dist="38100" dir="2700000" algn="tl">
                    <a:srgbClr val="FFFFFF"/>
                  </a:outerShdw>
                </a:effectLst>
              </a:rPr>
              <a:t>	</a:t>
            </a:r>
          </a:p>
          <a:p>
            <a:pPr indent="190500">
              <a:tabLst>
                <a:tab pos="800100" algn="l"/>
              </a:tabLst>
            </a:pPr>
            <a:r>
              <a:rPr lang="en-US" altLang="zh-CN" b="1" dirty="0">
                <a:effectLst>
                  <a:outerShdw blurRad="38100" dist="38100" dir="2700000" algn="tl">
                    <a:srgbClr val="FFFFFF"/>
                  </a:outerShdw>
                </a:effectLst>
              </a:rPr>
              <a:t>  do     </a:t>
            </a:r>
          </a:p>
          <a:p>
            <a:pPr indent="190500">
              <a:tabLst>
                <a:tab pos="800100" algn="l"/>
              </a:tabLst>
            </a:pPr>
            <a:r>
              <a:rPr lang="en-US" altLang="zh-CN" b="1" dirty="0">
                <a:effectLst>
                  <a:outerShdw blurRad="38100" dist="38100" dir="2700000" algn="tl">
                    <a:srgbClr val="FFFFFF"/>
                  </a:outerShdw>
                </a:effectLst>
              </a:rPr>
              <a:t>  { </a:t>
            </a:r>
          </a:p>
          <a:p>
            <a:pPr indent="190500">
              <a:tabLst>
                <a:tab pos="800100" algn="l"/>
              </a:tabLst>
            </a:pPr>
            <a:r>
              <a:rPr lang="en-US" altLang="zh-CN" b="1" dirty="0">
                <a:effectLst>
                  <a:outerShdw blurRad="38100" dist="38100" dir="2700000" algn="tl">
                    <a:srgbClr val="FFFFFF"/>
                  </a:outerShdw>
                </a:effectLst>
              </a:rPr>
              <a:t>    sum +=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a:t>
            </a:r>
          </a:p>
          <a:p>
            <a:pPr indent="1905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a:t>
            </a:r>
          </a:p>
          <a:p>
            <a:pPr indent="190500">
              <a:tabLst>
                <a:tab pos="800100" algn="l"/>
              </a:tabLst>
            </a:pPr>
            <a:r>
              <a:rPr lang="en-US" altLang="zh-CN" b="1" dirty="0">
                <a:effectLst>
                  <a:outerShdw blurRad="38100" dist="38100" dir="2700000" algn="tl">
                    <a:srgbClr val="FFFFFF"/>
                  </a:outerShdw>
                </a:effectLst>
              </a:rPr>
              <a:t>  } while (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&lt;= 100 );</a:t>
            </a:r>
          </a:p>
          <a:p>
            <a:pPr indent="1905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("sum = %d\n", sum);</a:t>
            </a:r>
          </a:p>
          <a:p>
            <a:pPr indent="190500">
              <a:tabLst>
                <a:tab pos="800100" algn="l"/>
              </a:tabLst>
            </a:pPr>
            <a:r>
              <a:rPr lang="en-US" altLang="zh-CN" b="1" dirty="0">
                <a:effectLst>
                  <a:outerShdw blurRad="38100" dist="38100" dir="2700000" algn="tl">
                    <a:srgbClr val="FFFFFF"/>
                  </a:outerShdw>
                </a:effectLst>
              </a:rPr>
              <a:t>  return 0;</a:t>
            </a:r>
          </a:p>
          <a:p>
            <a:pPr indent="190500">
              <a:tabLst>
                <a:tab pos="800100" algn="l"/>
              </a:tabLst>
            </a:pPr>
            <a:r>
              <a:rPr lang="en-US" altLang="zh-CN" b="1" dirty="0">
                <a:effectLst>
                  <a:outerShdw blurRad="38100" dist="38100" dir="2700000" algn="tl">
                    <a:srgbClr val="FFFFFF"/>
                  </a:outerShdw>
                </a:effectLst>
              </a:rPr>
              <a:t>}</a:t>
            </a:r>
          </a:p>
        </p:txBody>
      </p:sp>
      <p:sp>
        <p:nvSpPr>
          <p:cNvPr id="50" name="Text Box 17"/>
          <p:cNvSpPr txBox="1">
            <a:spLocks noChangeArrowheads="1"/>
          </p:cNvSpPr>
          <p:nvPr/>
        </p:nvSpPr>
        <p:spPr bwMode="auto">
          <a:xfrm>
            <a:off x="9504796" y="1565424"/>
            <a:ext cx="2160240" cy="785818"/>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r>
              <a:rPr lang="zh-CN" altLang="en-US" b="1" dirty="0">
                <a:solidFill>
                  <a:srgbClr val="FF3300"/>
                </a:solidFill>
                <a:effectLst>
                  <a:outerShdw blurRad="38100" dist="38100" dir="2700000" algn="tl">
                    <a:srgbClr val="C0C0C0"/>
                  </a:outerShdw>
                </a:effectLst>
                <a:ea typeface="隶书" pitchFamily="49" charset="-122"/>
              </a:rPr>
              <a:t>运行结果：</a:t>
            </a:r>
          </a:p>
          <a:p>
            <a:pPr algn="just"/>
            <a:r>
              <a:rPr lang="en-US" altLang="zh-CN" b="1" dirty="0">
                <a:solidFill>
                  <a:srgbClr val="0033CC"/>
                </a:solidFill>
                <a:effectLst>
                  <a:outerShdw blurRad="38100" dist="38100" dir="2700000" algn="tl">
                    <a:srgbClr val="C0C0C0"/>
                  </a:outerShdw>
                </a:effectLst>
              </a:rPr>
              <a:t>sum = 5050</a:t>
            </a:r>
          </a:p>
        </p:txBody>
      </p:sp>
      <p:sp>
        <p:nvSpPr>
          <p:cNvPr id="51" name="Rectangle 18"/>
          <p:cNvSpPr>
            <a:spLocks noChangeArrowheads="1"/>
          </p:cNvSpPr>
          <p:nvPr/>
        </p:nvSpPr>
        <p:spPr bwMode="auto">
          <a:xfrm>
            <a:off x="6392987" y="3526475"/>
            <a:ext cx="2727349" cy="1846741"/>
          </a:xfrm>
          <a:prstGeom prst="rect">
            <a:avLst/>
          </a:prstGeom>
          <a:noFill/>
          <a:ln w="38100">
            <a:solidFill>
              <a:srgbClr val="FF000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blinds(horizontal)">
                                      <p:cBhvr>
                                        <p:cTn id="7" dur="500"/>
                                        <p:tgtEl>
                                          <p:spTgt spid="48"/>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strips(downRight)">
                                      <p:cBhvr>
                                        <p:cTn id="12" dur="500"/>
                                        <p:tgtEl>
                                          <p:spTgt spid="47"/>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960539"/>
                                        </p:tgtEl>
                                        <p:attrNameLst>
                                          <p:attrName>style.visibility</p:attrName>
                                        </p:attrNameLst>
                                      </p:cBhvr>
                                      <p:to>
                                        <p:strVal val="visible"/>
                                      </p:to>
                                    </p:set>
                                    <p:animEffect transition="in" filter="strips(downRight)">
                                      <p:cBhvr>
                                        <p:cTn id="17" dur="500"/>
                                        <p:tgtEl>
                                          <p:spTgt spid="960539"/>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box(out)">
                                      <p:cBhvr>
                                        <p:cTn id="22" dur="500"/>
                                        <p:tgtEl>
                                          <p:spTgt spid="49"/>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par>
                          <p:cTn id="23" fill="hold">
                            <p:stCondLst>
                              <p:cond delay="500"/>
                            </p:stCondLst>
                            <p:childTnLst>
                              <p:par>
                                <p:cTn id="24" presetID="18" presetClass="entr" presetSubtype="12" fill="hold" grpId="0" nodeType="afterEffect">
                                  <p:stCondLst>
                                    <p:cond delay="0"/>
                                  </p:stCondLst>
                                  <p:childTnLst>
                                    <p:set>
                                      <p:cBhvr>
                                        <p:cTn id="25" dur="1" fill="hold">
                                          <p:stCondLst>
                                            <p:cond delay="0"/>
                                          </p:stCondLst>
                                        </p:cTn>
                                        <p:tgtEl>
                                          <p:spTgt spid="51"/>
                                        </p:tgtEl>
                                        <p:attrNameLst>
                                          <p:attrName>style.visibility</p:attrName>
                                        </p:attrNameLst>
                                      </p:cBhvr>
                                      <p:to>
                                        <p:strVal val="visible"/>
                                      </p:to>
                                    </p:set>
                                    <p:animEffect transition="in" filter="strips(downLeft)">
                                      <p:cBhvr>
                                        <p:cTn id="26" dur="500"/>
                                        <p:tgtEl>
                                          <p:spTgt spid="51"/>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4" presetClass="entr" presetSubtype="32" fill="hold" grpId="0" nodeType="clickEffect">
                                  <p:stCondLst>
                                    <p:cond delay="0"/>
                                  </p:stCondLst>
                                  <p:childTnLst>
                                    <p:set>
                                      <p:cBhvr>
                                        <p:cTn id="30" dur="1" fill="hold">
                                          <p:stCondLst>
                                            <p:cond delay="0"/>
                                          </p:stCondLst>
                                        </p:cTn>
                                        <p:tgtEl>
                                          <p:spTgt spid="50"/>
                                        </p:tgtEl>
                                        <p:attrNameLst>
                                          <p:attrName>style.visibility</p:attrName>
                                        </p:attrNameLst>
                                      </p:cBhvr>
                                      <p:to>
                                        <p:strVal val="visible"/>
                                      </p:to>
                                    </p:set>
                                    <p:animEffect transition="in" filter="box(out)">
                                      <p:cBhvr>
                                        <p:cTn id="31" dur="500"/>
                                        <p:tgtEl>
                                          <p:spTgt spid="50"/>
                                        </p:tgtEl>
                                      </p:cBhvr>
                                    </p:animEffect>
                                  </p:childTnLst>
                                  <p:subTnLst>
                                    <p:audio>
                                      <p:cMediaNode>
                                        <p:cTn display="0" masterRel="sameClick">
                                          <p:stCondLst>
                                            <p:cond evt="begin" delay="0">
                                              <p:tn val="29"/>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9" grpId="0" animBg="1"/>
      <p:bldP spid="50" grpId="0" animBg="1"/>
      <p:bldP spid="5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
            <a:extLst>
              <a:ext uri="{FF2B5EF4-FFF2-40B4-BE49-F238E27FC236}">
                <a16:creationId xmlns:a16="http://schemas.microsoft.com/office/drawing/2014/main" id="{16A66858-7BA1-49A8-94D5-D7AB9D72A89D}"/>
              </a:ext>
            </a:extLst>
          </p:cNvPr>
          <p:cNvSpPr>
            <a:spLocks noChangeArrowheads="1"/>
          </p:cNvSpPr>
          <p:nvPr/>
        </p:nvSpPr>
        <p:spPr bwMode="auto">
          <a:xfrm>
            <a:off x="983432" y="717550"/>
            <a:ext cx="10657184" cy="3751476"/>
          </a:xfrm>
          <a:prstGeom prst="rect">
            <a:avLst/>
          </a:prstGeom>
          <a:noFill/>
          <a:ln w="9525">
            <a:noFill/>
            <a:miter lim="800000"/>
            <a:headEnd/>
            <a:tailEnd/>
          </a:ln>
          <a:effectLst/>
        </p:spPr>
        <p:txBody>
          <a:bodyPr wrap="square">
            <a:spAutoFit/>
          </a:bodyPr>
          <a:lstStyle/>
          <a:p>
            <a:pPr marL="449263" indent="-449263">
              <a:lnSpc>
                <a:spcPts val="3200"/>
              </a:lnSpc>
            </a:pPr>
            <a:r>
              <a:rPr lang="en-US" altLang="zh-CN" b="1" dirty="0">
                <a:effectLst>
                  <a:outerShdw blurRad="38100" dist="38100" dir="2700000" algn="tl">
                    <a:srgbClr val="FFFFFF"/>
                  </a:outerShdw>
                </a:effectLst>
                <a:latin typeface="+mn-lt"/>
                <a:ea typeface="楷体" pitchFamily="49" charset="-122"/>
              </a:rPr>
              <a:t>(1)	</a:t>
            </a:r>
            <a:r>
              <a:rPr lang="zh-CN" altLang="en-US" b="1" dirty="0">
                <a:effectLst>
                  <a:outerShdw blurRad="38100" dist="38100" dir="2700000" algn="tl">
                    <a:srgbClr val="FFFFFF"/>
                  </a:outerShdw>
                </a:effectLst>
                <a:latin typeface="+mn-lt"/>
                <a:ea typeface="楷体" pitchFamily="49" charset="-122"/>
              </a:rPr>
              <a:t>如果</a:t>
            </a:r>
            <a:r>
              <a:rPr lang="en-US" altLang="zh-CN" b="1" dirty="0">
                <a:effectLst>
                  <a:outerShdw blurRad="38100" dist="38100" dir="2700000" algn="tl">
                    <a:srgbClr val="FFFFFF"/>
                  </a:outerShdw>
                </a:effectLst>
                <a:latin typeface="+mn-lt"/>
                <a:ea typeface="楷体" pitchFamily="49" charset="-122"/>
              </a:rPr>
              <a:t>do-while</a:t>
            </a:r>
            <a:r>
              <a:rPr lang="zh-CN" altLang="en-US" b="1" dirty="0">
                <a:effectLst>
                  <a:outerShdw blurRad="38100" dist="38100" dir="2700000" algn="tl">
                    <a:srgbClr val="FFFFFF"/>
                  </a:outerShdw>
                </a:effectLst>
                <a:latin typeface="+mn-lt"/>
                <a:ea typeface="楷体" pitchFamily="49" charset="-122"/>
              </a:rPr>
              <a:t>后的表达式的值一开始就为假，循环体还是要执行一次。 </a:t>
            </a:r>
          </a:p>
          <a:p>
            <a:pPr marL="449263" indent="-449263">
              <a:lnSpc>
                <a:spcPts val="3200"/>
              </a:lnSpc>
            </a:pPr>
            <a:r>
              <a:rPr lang="en-US" altLang="zh-CN" b="1" dirty="0">
                <a:effectLst>
                  <a:outerShdw blurRad="38100" dist="38100" dir="2700000" algn="tl">
                    <a:srgbClr val="FFFFFF"/>
                  </a:outerShdw>
                </a:effectLst>
                <a:latin typeface="+mn-lt"/>
                <a:ea typeface="楷体" pitchFamily="49" charset="-122"/>
              </a:rPr>
              <a:t>(2)	</a:t>
            </a:r>
            <a:r>
              <a:rPr lang="zh-CN" altLang="en-US" b="1" dirty="0">
                <a:effectLst>
                  <a:outerShdw blurRad="38100" dist="38100" dir="2700000" algn="tl">
                    <a:srgbClr val="FFFFFF"/>
                  </a:outerShdw>
                </a:effectLst>
                <a:latin typeface="+mn-lt"/>
                <a:ea typeface="楷体" pitchFamily="49" charset="-122"/>
              </a:rPr>
              <a:t>在</a:t>
            </a:r>
            <a:r>
              <a:rPr lang="en-US" altLang="zh-CN" b="1" dirty="0">
                <a:effectLst>
                  <a:outerShdw blurRad="38100" dist="38100" dir="2700000" algn="tl">
                    <a:srgbClr val="FFFFFF"/>
                  </a:outerShdw>
                </a:effectLst>
                <a:latin typeface="+mn-lt"/>
                <a:ea typeface="楷体" pitchFamily="49" charset="-122"/>
              </a:rPr>
              <a:t>if</a:t>
            </a:r>
            <a:r>
              <a:rPr lang="zh-CN" altLang="en-US" b="1" dirty="0">
                <a:effectLst>
                  <a:outerShdw blurRad="38100" dist="38100" dir="2700000" algn="tl">
                    <a:srgbClr val="FFFFFF"/>
                  </a:outerShdw>
                </a:effectLst>
                <a:latin typeface="+mn-lt"/>
                <a:ea typeface="楷体" pitchFamily="49" charset="-122"/>
              </a:rPr>
              <a:t>语句、</a:t>
            </a:r>
            <a:r>
              <a:rPr lang="en-US" altLang="zh-CN" b="1" dirty="0">
                <a:effectLst>
                  <a:outerShdw blurRad="38100" dist="38100" dir="2700000" algn="tl">
                    <a:srgbClr val="FFFFFF"/>
                  </a:outerShdw>
                </a:effectLst>
                <a:latin typeface="+mn-lt"/>
                <a:ea typeface="楷体" pitchFamily="49" charset="-122"/>
              </a:rPr>
              <a:t>while</a:t>
            </a:r>
            <a:r>
              <a:rPr lang="zh-CN" altLang="en-US" b="1" dirty="0">
                <a:effectLst>
                  <a:outerShdw blurRad="38100" dist="38100" dir="2700000" algn="tl">
                    <a:srgbClr val="FFFFFF"/>
                  </a:outerShdw>
                </a:effectLst>
                <a:latin typeface="+mn-lt"/>
                <a:ea typeface="楷体" pitchFamily="49" charset="-122"/>
              </a:rPr>
              <a:t>语句中，表达式后面都不能加分号，而在</a:t>
            </a:r>
            <a:r>
              <a:rPr lang="en-US" altLang="zh-CN" b="1" dirty="0">
                <a:effectLst>
                  <a:outerShdw blurRad="38100" dist="38100" dir="2700000" algn="tl">
                    <a:srgbClr val="FFFFFF"/>
                  </a:outerShdw>
                </a:effectLst>
                <a:latin typeface="+mn-lt"/>
                <a:ea typeface="楷体" pitchFamily="49" charset="-122"/>
              </a:rPr>
              <a:t>do-while</a:t>
            </a:r>
            <a:r>
              <a:rPr lang="zh-CN" altLang="en-US" b="1" dirty="0">
                <a:effectLst>
                  <a:outerShdw blurRad="38100" dist="38100" dir="2700000" algn="tl">
                    <a:srgbClr val="FFFFFF"/>
                  </a:outerShdw>
                </a:effectLst>
                <a:latin typeface="+mn-lt"/>
                <a:ea typeface="楷体" pitchFamily="49" charset="-122"/>
              </a:rPr>
              <a:t>语句的表达式后面则必须加分号，否则将产生语法错误。</a:t>
            </a:r>
          </a:p>
          <a:p>
            <a:pPr marL="449263" indent="-449263">
              <a:lnSpc>
                <a:spcPts val="3200"/>
              </a:lnSpc>
            </a:pPr>
            <a:r>
              <a:rPr lang="en-US" altLang="zh-CN" b="1" dirty="0">
                <a:effectLst>
                  <a:outerShdw blurRad="38100" dist="38100" dir="2700000" algn="tl">
                    <a:srgbClr val="FFFFFF"/>
                  </a:outerShdw>
                </a:effectLst>
                <a:latin typeface="+mn-lt"/>
                <a:ea typeface="楷体" pitchFamily="49" charset="-122"/>
              </a:rPr>
              <a:t>(3)	</a:t>
            </a:r>
            <a:r>
              <a:rPr lang="zh-CN" altLang="en-US" b="1" dirty="0">
                <a:effectLst>
                  <a:outerShdw blurRad="38100" dist="38100" dir="2700000" algn="tl">
                    <a:srgbClr val="FFFFFF"/>
                  </a:outerShdw>
                </a:effectLst>
                <a:latin typeface="+mn-lt"/>
                <a:ea typeface="楷体" pitchFamily="49" charset="-122"/>
              </a:rPr>
              <a:t>循环体中的语句可为任意类型的</a:t>
            </a: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语句。</a:t>
            </a:r>
          </a:p>
          <a:p>
            <a:pPr marL="449263" indent="-449263">
              <a:lnSpc>
                <a:spcPts val="3200"/>
              </a:lnSpc>
            </a:pPr>
            <a:r>
              <a:rPr lang="en-US" altLang="zh-CN" b="1" dirty="0">
                <a:effectLst>
                  <a:outerShdw blurRad="38100" dist="38100" dir="2700000" algn="tl">
                    <a:srgbClr val="FFFFFF"/>
                  </a:outerShdw>
                </a:effectLst>
                <a:latin typeface="+mn-lt"/>
                <a:ea typeface="楷体" pitchFamily="49" charset="-122"/>
              </a:rPr>
              <a:t>(4)	 </a:t>
            </a:r>
            <a:r>
              <a:rPr lang="zh-CN" altLang="en-US" b="1" dirty="0">
                <a:effectLst>
                  <a:outerShdw blurRad="38100" dist="38100" dir="2700000" algn="tl">
                    <a:srgbClr val="FFFFFF"/>
                  </a:outerShdw>
                </a:effectLst>
                <a:latin typeface="+mn-lt"/>
                <a:ea typeface="楷体" pitchFamily="49" charset="-122"/>
              </a:rPr>
              <a:t>和</a:t>
            </a:r>
            <a:r>
              <a:rPr lang="en-US" altLang="zh-CN" b="1" dirty="0">
                <a:effectLst>
                  <a:outerShdw blurRad="38100" dist="38100" dir="2700000" algn="tl">
                    <a:srgbClr val="FFFFFF"/>
                  </a:outerShdw>
                </a:effectLst>
                <a:latin typeface="+mn-lt"/>
                <a:ea typeface="楷体" pitchFamily="49" charset="-122"/>
              </a:rPr>
              <a:t>while</a:t>
            </a:r>
            <a:r>
              <a:rPr lang="zh-CN" altLang="en-US" b="1" dirty="0">
                <a:effectLst>
                  <a:outerShdw blurRad="38100" dist="38100" dir="2700000" algn="tl">
                    <a:srgbClr val="FFFFFF"/>
                  </a:outerShdw>
                </a:effectLst>
                <a:latin typeface="+mn-lt"/>
                <a:ea typeface="楷体" pitchFamily="49" charset="-122"/>
              </a:rPr>
              <a:t>语句一样，在使用</a:t>
            </a:r>
            <a:r>
              <a:rPr lang="en-US" altLang="zh-CN" b="1" dirty="0">
                <a:effectLst>
                  <a:outerShdw blurRad="38100" dist="38100" dir="2700000" algn="tl">
                    <a:srgbClr val="FFFFFF"/>
                  </a:outerShdw>
                </a:effectLst>
                <a:latin typeface="+mn-lt"/>
                <a:ea typeface="楷体" pitchFamily="49" charset="-122"/>
              </a:rPr>
              <a:t>do-while</a:t>
            </a:r>
            <a:r>
              <a:rPr lang="zh-CN" altLang="en-US" b="1" dirty="0">
                <a:effectLst>
                  <a:outerShdw blurRad="38100" dist="38100" dir="2700000" algn="tl">
                    <a:srgbClr val="FFFFFF"/>
                  </a:outerShdw>
                </a:effectLst>
                <a:latin typeface="+mn-lt"/>
                <a:ea typeface="楷体" pitchFamily="49" charset="-122"/>
              </a:rPr>
              <a:t>语句时，不要忘记初始化循环控制变量，否则执行的结果将是不可预知的。</a:t>
            </a:r>
          </a:p>
          <a:p>
            <a:pPr marL="449263" indent="-449263">
              <a:lnSpc>
                <a:spcPts val="3200"/>
              </a:lnSpc>
            </a:pPr>
            <a:r>
              <a:rPr lang="en-US" altLang="zh-CN" b="1" dirty="0">
                <a:effectLst>
                  <a:outerShdw blurRad="38100" dist="38100" dir="2700000" algn="tl">
                    <a:srgbClr val="FFFFFF"/>
                  </a:outerShdw>
                </a:effectLst>
                <a:latin typeface="+mn-lt"/>
                <a:ea typeface="楷体" pitchFamily="49" charset="-122"/>
              </a:rPr>
              <a:t>(5)	</a:t>
            </a:r>
            <a:r>
              <a:rPr lang="zh-CN" altLang="en-US" b="1" dirty="0">
                <a:effectLst>
                  <a:outerShdw blurRad="38100" dist="38100" dir="2700000" algn="tl">
                    <a:srgbClr val="FFFFFF"/>
                  </a:outerShdw>
                </a:effectLst>
                <a:latin typeface="+mn-lt"/>
                <a:ea typeface="楷体" pitchFamily="49" charset="-122"/>
              </a:rPr>
              <a:t>要在</a:t>
            </a:r>
            <a:r>
              <a:rPr lang="en-US" altLang="zh-CN" b="1" dirty="0">
                <a:effectLst>
                  <a:outerShdw blurRad="38100" dist="38100" dir="2700000" algn="tl">
                    <a:srgbClr val="FFFFFF"/>
                  </a:outerShdw>
                </a:effectLst>
                <a:latin typeface="+mn-lt"/>
                <a:ea typeface="楷体" pitchFamily="49" charset="-122"/>
              </a:rPr>
              <a:t>do-while</a:t>
            </a:r>
            <a:r>
              <a:rPr lang="zh-CN" altLang="en-US" b="1" dirty="0">
                <a:effectLst>
                  <a:outerShdw blurRad="38100" dist="38100" dir="2700000" algn="tl">
                    <a:srgbClr val="FFFFFF"/>
                  </a:outerShdw>
                </a:effectLst>
                <a:latin typeface="+mn-lt"/>
                <a:ea typeface="楷体" pitchFamily="49" charset="-122"/>
              </a:rPr>
              <a:t>语句的某处（表达式或循环体内）改变循环控制变量的值，否则极易构成死循环。</a:t>
            </a:r>
          </a:p>
          <a:p>
            <a:pPr marL="449263" indent="-449263">
              <a:lnSpc>
                <a:spcPts val="3200"/>
              </a:lnSpc>
            </a:pPr>
            <a:r>
              <a:rPr lang="en-US" altLang="zh-CN" b="1" dirty="0">
                <a:effectLst>
                  <a:outerShdw blurRad="38100" dist="38100" dir="2700000" algn="tl">
                    <a:srgbClr val="FFFFFF"/>
                  </a:outerShdw>
                </a:effectLst>
                <a:latin typeface="+mn-lt"/>
                <a:ea typeface="楷体" pitchFamily="49" charset="-122"/>
              </a:rPr>
              <a:t>(6)	 do-while</a:t>
            </a:r>
            <a:r>
              <a:rPr lang="zh-CN" altLang="en-US" b="1" dirty="0">
                <a:effectLst>
                  <a:outerShdw blurRad="38100" dist="38100" dir="2700000" algn="tl">
                    <a:srgbClr val="FFFFFF"/>
                  </a:outerShdw>
                </a:effectLst>
                <a:latin typeface="+mn-lt"/>
                <a:ea typeface="楷体" pitchFamily="49" charset="-122"/>
              </a:rPr>
              <a:t>语句也可以组成多重循环，而且也可以和</a:t>
            </a:r>
            <a:r>
              <a:rPr lang="en-US" altLang="zh-CN" b="1" dirty="0">
                <a:effectLst>
                  <a:outerShdw blurRad="38100" dist="38100" dir="2700000" algn="tl">
                    <a:srgbClr val="FFFFFF"/>
                  </a:outerShdw>
                </a:effectLst>
                <a:latin typeface="+mn-lt"/>
                <a:ea typeface="楷体" pitchFamily="49" charset="-122"/>
              </a:rPr>
              <a:t>while</a:t>
            </a:r>
            <a:r>
              <a:rPr lang="zh-CN" altLang="en-US" b="1" dirty="0">
                <a:effectLst>
                  <a:outerShdw blurRad="38100" dist="38100" dir="2700000" algn="tl">
                    <a:srgbClr val="FFFFFF"/>
                  </a:outerShdw>
                </a:effectLst>
                <a:latin typeface="+mn-lt"/>
                <a:ea typeface="楷体" pitchFamily="49" charset="-122"/>
              </a:rPr>
              <a:t>语句相互嵌套。 </a:t>
            </a:r>
          </a:p>
        </p:txBody>
      </p:sp>
      <p:sp>
        <p:nvSpPr>
          <p:cNvPr id="913414" name="Rectangle 6"/>
          <p:cNvSpPr>
            <a:spLocks noChangeArrowheads="1"/>
          </p:cNvSpPr>
          <p:nvPr/>
        </p:nvSpPr>
        <p:spPr bwMode="auto">
          <a:xfrm>
            <a:off x="746534" y="260350"/>
            <a:ext cx="4537075" cy="457200"/>
          </a:xfrm>
          <a:prstGeom prst="rect">
            <a:avLst/>
          </a:prstGeom>
          <a:noFill/>
          <a:ln w="9525">
            <a:noFill/>
            <a:miter lim="800000"/>
            <a:headEnd/>
            <a:tailEnd/>
          </a:ln>
          <a:effectLst/>
        </p:spPr>
        <p:txBody>
          <a:bodyPr anchor="ctr">
            <a:spAutoFit/>
          </a:bodyPr>
          <a:lstStyle/>
          <a:p>
            <a:pPr>
              <a:buClr>
                <a:schemeClr val="accent1">
                  <a:lumMod val="50000"/>
                </a:schemeClr>
              </a:buClr>
              <a:buFont typeface="Wingdings" pitchFamily="2" charset="2"/>
              <a:buChar char="Ø"/>
            </a:pPr>
            <a:r>
              <a:rPr lang="en-US" altLang="zh-CN" b="1" dirty="0">
                <a:solidFill>
                  <a:srgbClr val="FF3300"/>
                </a:solidFill>
                <a:effectLst>
                  <a:outerShdw blurRad="38100" dist="38100" dir="2700000" algn="tl">
                    <a:srgbClr val="000000"/>
                  </a:outerShdw>
                </a:effectLst>
                <a:latin typeface="+mn-lt"/>
                <a:ea typeface="隶书" pitchFamily="49" charset="-122"/>
              </a:rPr>
              <a:t> </a:t>
            </a:r>
            <a:r>
              <a:rPr lang="en-US" altLang="zh-CN" b="1" dirty="0" err="1">
                <a:solidFill>
                  <a:srgbClr val="339933"/>
                </a:solidFill>
                <a:effectLst>
                  <a:outerShdw blurRad="38100" dist="38100" dir="2700000" algn="tl">
                    <a:srgbClr val="000000"/>
                  </a:outerShdw>
                </a:effectLst>
                <a:latin typeface="+mn-lt"/>
                <a:ea typeface="楷体" pitchFamily="49" charset="-122"/>
              </a:rPr>
              <a:t>do_while</a:t>
            </a:r>
            <a:r>
              <a:rPr lang="zh-CN" altLang="en-US" b="1" dirty="0">
                <a:solidFill>
                  <a:srgbClr val="339933"/>
                </a:solidFill>
                <a:effectLst>
                  <a:outerShdw blurRad="38100" dist="38100" dir="2700000" algn="tl">
                    <a:srgbClr val="000000"/>
                  </a:outerShdw>
                </a:effectLst>
                <a:latin typeface="+mn-lt"/>
                <a:ea typeface="楷体" pitchFamily="49" charset="-122"/>
              </a:rPr>
              <a:t>语句注意事项：</a:t>
            </a:r>
          </a:p>
        </p:txBody>
      </p:sp>
      <p:sp>
        <p:nvSpPr>
          <p:cNvPr id="913415" name="Rectangle 7" descr="信纸"/>
          <p:cNvSpPr>
            <a:spLocks noChangeArrowheads="1"/>
          </p:cNvSpPr>
          <p:nvPr/>
        </p:nvSpPr>
        <p:spPr bwMode="auto">
          <a:xfrm>
            <a:off x="2891631" y="1340768"/>
            <a:ext cx="6408738" cy="1590675"/>
          </a:xfrm>
          <a:prstGeom prst="rect">
            <a:avLst/>
          </a:prstGeom>
          <a:solidFill>
            <a:schemeClr val="bg1"/>
          </a:solidFill>
          <a:ln w="38100">
            <a:solidFill>
              <a:srgbClr val="00800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anchor="ctr">
            <a:spAutoFit/>
          </a:bodyPr>
          <a:lstStyle/>
          <a:p>
            <a:pPr indent="400050"/>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a = 0, b = 0;</a:t>
            </a:r>
          </a:p>
          <a:p>
            <a:pPr indent="400050"/>
            <a:r>
              <a:rPr lang="en-US" altLang="zh-CN" b="1" dirty="0">
                <a:effectLst>
                  <a:outerShdw blurRad="38100" dist="38100" dir="2700000" algn="tl">
                    <a:srgbClr val="FFFFFF"/>
                  </a:outerShdw>
                </a:effectLst>
              </a:rPr>
              <a:t>  do</a:t>
            </a:r>
          </a:p>
          <a:p>
            <a:pPr indent="400050"/>
            <a:r>
              <a:rPr lang="en-US" altLang="zh-CN" b="1" dirty="0">
                <a:effectLst>
                  <a:outerShdw blurRad="38100" dist="38100" dir="2700000" algn="tl">
                    <a:srgbClr val="FFFFFF"/>
                  </a:outerShdw>
                </a:effectLst>
              </a:rPr>
              <a:t>      b++;    </a:t>
            </a:r>
          </a:p>
          <a:p>
            <a:pPr indent="400050"/>
            <a:r>
              <a:rPr lang="en-US" altLang="zh-CN" b="1" dirty="0">
                <a:effectLst>
                  <a:outerShdw blurRad="38100" dist="38100" dir="2700000" algn="tl">
                    <a:srgbClr val="FFFFFF"/>
                  </a:outerShdw>
                </a:effectLst>
              </a:rPr>
              <a:t>  while (</a:t>
            </a:r>
            <a:r>
              <a:rPr lang="en-US" altLang="zh-CN" b="1" dirty="0">
                <a:solidFill>
                  <a:srgbClr val="FF33CC"/>
                </a:solidFill>
                <a:effectLst>
                  <a:outerShdw blurRad="38100" dist="38100" dir="2700000" algn="tl">
                    <a:srgbClr val="FFFFFF"/>
                  </a:outerShdw>
                </a:effectLst>
              </a:rPr>
              <a:t>a &gt; 0</a:t>
            </a:r>
            <a:r>
              <a:rPr lang="en-US" altLang="zh-CN" b="1" dirty="0">
                <a:effectLst>
                  <a:outerShdw blurRad="38100" dist="38100" dir="2700000" algn="tl">
                    <a:srgbClr val="FFFFFF"/>
                  </a:outerShdw>
                </a:effectLst>
              </a:rPr>
              <a:t>) ;</a:t>
            </a:r>
            <a:r>
              <a:rPr lang="en-US" altLang="zh-CN" dirty="0"/>
              <a:t> </a:t>
            </a:r>
          </a:p>
        </p:txBody>
      </p:sp>
      <p:grpSp>
        <p:nvGrpSpPr>
          <p:cNvPr id="913419" name="Group 11"/>
          <p:cNvGrpSpPr>
            <a:grpSpLocks/>
          </p:cNvGrpSpPr>
          <p:nvPr/>
        </p:nvGrpSpPr>
        <p:grpSpPr bwMode="auto">
          <a:xfrm>
            <a:off x="-9117" y="0"/>
            <a:ext cx="446088" cy="6858000"/>
            <a:chOff x="0" y="0"/>
            <a:chExt cx="281" cy="4320"/>
          </a:xfrm>
        </p:grpSpPr>
        <p:sp>
          <p:nvSpPr>
            <p:cNvPr id="913420" name="Text Box 1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13421" name="Text Box 1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13414"/>
                                        </p:tgtEl>
                                        <p:attrNameLst>
                                          <p:attrName>style.visibility</p:attrName>
                                        </p:attrNameLst>
                                      </p:cBhvr>
                                      <p:to>
                                        <p:strVal val="visible"/>
                                      </p:to>
                                    </p:set>
                                    <p:anim calcmode="lin" valueType="num">
                                      <p:cBhvr additive="base">
                                        <p:cTn id="7" dur="500" fill="hold"/>
                                        <p:tgtEl>
                                          <p:spTgt spid="913414"/>
                                        </p:tgtEl>
                                        <p:attrNameLst>
                                          <p:attrName>ppt_x</p:attrName>
                                        </p:attrNameLst>
                                      </p:cBhvr>
                                      <p:tavLst>
                                        <p:tav tm="0">
                                          <p:val>
                                            <p:strVal val="0-#ppt_w/2"/>
                                          </p:val>
                                        </p:tav>
                                        <p:tav tm="100000">
                                          <p:val>
                                            <p:strVal val="#ppt_x"/>
                                          </p:val>
                                        </p:tav>
                                      </p:tavLst>
                                    </p:anim>
                                    <p:anim calcmode="lin" valueType="num">
                                      <p:cBhvr additive="base">
                                        <p:cTn id="8" dur="500" fill="hold"/>
                                        <p:tgtEl>
                                          <p:spTgt spid="91341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500"/>
                                        <p:tgtEl>
                                          <p:spTgt spid="8">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913415"/>
                                        </p:tgtEl>
                                        <p:attrNameLst>
                                          <p:attrName>style.visibility</p:attrName>
                                        </p:attrNameLst>
                                      </p:cBhvr>
                                      <p:to>
                                        <p:strVal val="visible"/>
                                      </p:to>
                                    </p:set>
                                    <p:animEffect transition="in" filter="box(out)">
                                      <p:cBhvr>
                                        <p:cTn id="18" dur="500"/>
                                        <p:tgtEl>
                                          <p:spTgt spid="913415"/>
                                        </p:tgtEl>
                                      </p:cBhvr>
                                    </p:animEffect>
                                  </p:childTnLst>
                                  <p:subTnLst>
                                    <p:set>
                                      <p:cBhvr override="childStyle">
                                        <p:cTn dur="1" fill="hold" display="0" masterRel="nextClick" afterEffect="1"/>
                                        <p:tgtEl>
                                          <p:spTgt spid="913415"/>
                                        </p:tgtEl>
                                        <p:attrNameLst>
                                          <p:attrName>style.visibility</p:attrName>
                                        </p:attrNameLst>
                                      </p:cBhvr>
                                      <p:to>
                                        <p:strVal val="hidden"/>
                                      </p:to>
                                    </p:set>
                                    <p:audio>
                                      <p:cMediaNode>
                                        <p:cTn display="0" masterRel="sameClick">
                                          <p:stCondLst>
                                            <p:cond evt="begin" delay="0">
                                              <p:tn val="16"/>
                                            </p:cond>
                                          </p:stCondLst>
                                          <p:endCondLst>
                                            <p:cond evt="onStopAudio" delay="0">
                                              <p:tgtEl>
                                                <p:sldTgt/>
                                              </p:tgtEl>
                                            </p:cond>
                                          </p:endCondLst>
                                        </p:cTn>
                                        <p:tgtEl>
                                          <p:sndTgt r:embed="rId3" name="chimes.wav"/>
                                        </p:tgtEl>
                                      </p:cMediaNode>
                                    </p:audio>
                                  </p:sub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
                                            <p:txEl>
                                              <p:pRg st="1" end="1"/>
                                            </p:txEl>
                                          </p:spTgt>
                                        </p:tgtEl>
                                        <p:attrNameLst>
                                          <p:attrName>style.visibility</p:attrName>
                                        </p:attrNameLst>
                                      </p:cBhvr>
                                      <p:to>
                                        <p:strVal val="visible"/>
                                      </p:to>
                                    </p:set>
                                    <p:animEffect transition="in" filter="fade">
                                      <p:cBhvr>
                                        <p:cTn id="23" dur="500"/>
                                        <p:tgtEl>
                                          <p:spTgt spid="8">
                                            <p:txEl>
                                              <p:pRg st="1" end="1"/>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8">
                                            <p:txEl>
                                              <p:pRg st="2" end="2"/>
                                            </p:txEl>
                                          </p:spTgt>
                                        </p:tgtEl>
                                        <p:attrNameLst>
                                          <p:attrName>style.visibility</p:attrName>
                                        </p:attrNameLst>
                                      </p:cBhvr>
                                      <p:to>
                                        <p:strVal val="visible"/>
                                      </p:to>
                                    </p:set>
                                    <p:animEffect transition="in" filter="fade">
                                      <p:cBhvr>
                                        <p:cTn id="28" dur="500"/>
                                        <p:tgtEl>
                                          <p:spTgt spid="8">
                                            <p:txEl>
                                              <p:pRg st="2" end="2"/>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8">
                                            <p:txEl>
                                              <p:pRg st="3" end="3"/>
                                            </p:txEl>
                                          </p:spTgt>
                                        </p:tgtEl>
                                        <p:attrNameLst>
                                          <p:attrName>style.visibility</p:attrName>
                                        </p:attrNameLst>
                                      </p:cBhvr>
                                      <p:to>
                                        <p:strVal val="visible"/>
                                      </p:to>
                                    </p:set>
                                    <p:animEffect transition="in" filter="fade">
                                      <p:cBhvr>
                                        <p:cTn id="33" dur="500"/>
                                        <p:tgtEl>
                                          <p:spTgt spid="8">
                                            <p:txEl>
                                              <p:pRg st="3" end="3"/>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8">
                                            <p:txEl>
                                              <p:pRg st="4" end="4"/>
                                            </p:txEl>
                                          </p:spTgt>
                                        </p:tgtEl>
                                        <p:attrNameLst>
                                          <p:attrName>style.visibility</p:attrName>
                                        </p:attrNameLst>
                                      </p:cBhvr>
                                      <p:to>
                                        <p:strVal val="visible"/>
                                      </p:to>
                                    </p:set>
                                    <p:animEffect transition="in" filter="fade">
                                      <p:cBhvr>
                                        <p:cTn id="38" dur="500"/>
                                        <p:tgtEl>
                                          <p:spTgt spid="8">
                                            <p:txEl>
                                              <p:pRg st="4" end="4"/>
                                            </p:txEl>
                                          </p:spTgt>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8">
                                            <p:txEl>
                                              <p:pRg st="5" end="5"/>
                                            </p:txEl>
                                          </p:spTgt>
                                        </p:tgtEl>
                                        <p:attrNameLst>
                                          <p:attrName>style.visibility</p:attrName>
                                        </p:attrNameLst>
                                      </p:cBhvr>
                                      <p:to>
                                        <p:strVal val="visible"/>
                                      </p:to>
                                    </p:set>
                                    <p:animEffect transition="in" filter="fade">
                                      <p:cBhvr>
                                        <p:cTn id="43" dur="500"/>
                                        <p:tgtEl>
                                          <p:spTgt spid="8">
                                            <p:txEl>
                                              <p:pRg st="5" end="5"/>
                                            </p:txEl>
                                          </p:spTgt>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3414" grpId="0"/>
      <p:bldP spid="913415"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4434" name="Rectangle 2"/>
          <p:cNvSpPr>
            <a:spLocks noChangeArrowheads="1"/>
          </p:cNvSpPr>
          <p:nvPr/>
        </p:nvSpPr>
        <p:spPr bwMode="auto">
          <a:xfrm>
            <a:off x="599140" y="155903"/>
            <a:ext cx="2184491" cy="523220"/>
          </a:xfrm>
          <a:prstGeom prst="rect">
            <a:avLst/>
          </a:prstGeom>
          <a:noFill/>
          <a:ln w="9525">
            <a:noFill/>
            <a:miter lim="800000"/>
            <a:headEnd/>
            <a:tailEnd/>
          </a:ln>
          <a:effectLst/>
        </p:spPr>
        <p:txBody>
          <a:bodyPr wrap="square" anchor="ctr">
            <a:spAutoFit/>
          </a:bodyPr>
          <a:lstStyle/>
          <a:p>
            <a:r>
              <a:rPr lang="en-US" altLang="zh-CN" sz="2800" b="1" dirty="0">
                <a:solidFill>
                  <a:srgbClr val="CC3300"/>
                </a:solidFill>
                <a:effectLst>
                  <a:outerShdw blurRad="38100" dist="38100" dir="2700000" algn="tl">
                    <a:srgbClr val="000000"/>
                  </a:outerShdw>
                </a:effectLst>
                <a:latin typeface="+mn-lt"/>
                <a:ea typeface="隶书" pitchFamily="49" charset="-122"/>
              </a:rPr>
              <a:t>3.  for</a:t>
            </a:r>
            <a:r>
              <a:rPr lang="zh-CN" altLang="en-US" sz="2800" b="1" dirty="0">
                <a:solidFill>
                  <a:srgbClr val="CC3300"/>
                </a:solidFill>
                <a:effectLst>
                  <a:outerShdw blurRad="38100" dist="38100" dir="2700000" algn="tl">
                    <a:srgbClr val="000000"/>
                  </a:outerShdw>
                </a:effectLst>
                <a:latin typeface="+mn-lt"/>
                <a:ea typeface="隶书" pitchFamily="49" charset="-122"/>
              </a:rPr>
              <a:t>语句 </a:t>
            </a:r>
          </a:p>
        </p:txBody>
      </p:sp>
      <p:sp>
        <p:nvSpPr>
          <p:cNvPr id="914438" name="Rectangle 6"/>
          <p:cNvSpPr>
            <a:spLocks noChangeArrowheads="1"/>
          </p:cNvSpPr>
          <p:nvPr/>
        </p:nvSpPr>
        <p:spPr bwMode="auto">
          <a:xfrm>
            <a:off x="1103966" y="765175"/>
            <a:ext cx="2449512" cy="457200"/>
          </a:xfrm>
          <a:prstGeom prst="rect">
            <a:avLst/>
          </a:prstGeom>
          <a:noFill/>
          <a:ln w="9525">
            <a:noFill/>
            <a:miter lim="800000"/>
            <a:headEnd/>
            <a:tailEnd/>
          </a:ln>
          <a:effectLst/>
        </p:spPr>
        <p:txBody>
          <a:bodyPr anchor="ctr">
            <a:spAutoFit/>
          </a:bodyPr>
          <a:lstStyle/>
          <a:p>
            <a:pPr>
              <a:buFont typeface="Wingdings" pitchFamily="2" charset="2"/>
              <a:buChar char="Ø"/>
            </a:pPr>
            <a:r>
              <a:rPr lang="en-US" altLang="zh-CN" b="1" dirty="0">
                <a:solidFill>
                  <a:srgbClr val="339933"/>
                </a:solidFill>
                <a:effectLst>
                  <a:outerShdw blurRad="38100" dist="38100" dir="2700000" algn="tl">
                    <a:srgbClr val="000000"/>
                  </a:outerShdw>
                </a:effectLst>
                <a:latin typeface="+mn-lt"/>
                <a:ea typeface="楷体" pitchFamily="49" charset="-122"/>
              </a:rPr>
              <a:t> </a:t>
            </a:r>
            <a:r>
              <a:rPr lang="zh-CN" altLang="en-US" b="1" dirty="0">
                <a:solidFill>
                  <a:srgbClr val="339933"/>
                </a:solidFill>
                <a:effectLst>
                  <a:outerShdw blurRad="38100" dist="38100" dir="2700000" algn="tl">
                    <a:srgbClr val="000000"/>
                  </a:outerShdw>
                </a:effectLst>
                <a:latin typeface="+mn-lt"/>
                <a:ea typeface="楷体" pitchFamily="49" charset="-122"/>
              </a:rPr>
              <a:t>一般形式：</a:t>
            </a:r>
          </a:p>
        </p:txBody>
      </p:sp>
      <p:sp>
        <p:nvSpPr>
          <p:cNvPr id="914439" name="Text Box 7"/>
          <p:cNvSpPr txBox="1">
            <a:spLocks noChangeArrowheads="1"/>
          </p:cNvSpPr>
          <p:nvPr/>
        </p:nvSpPr>
        <p:spPr bwMode="auto">
          <a:xfrm>
            <a:off x="3431877" y="572542"/>
            <a:ext cx="7344643" cy="984250"/>
          </a:xfrm>
          <a:prstGeom prst="rect">
            <a:avLst/>
          </a:prstGeom>
          <a:gradFill rotWithShape="1">
            <a:gsLst>
              <a:gs pos="0">
                <a:srgbClr val="FFFF99"/>
              </a:gs>
              <a:gs pos="100000">
                <a:srgbClr val="FFFF99">
                  <a:gamma/>
                  <a:shade val="54510"/>
                  <a:invGamma/>
                </a:srgbClr>
              </a:gs>
            </a:gsLst>
            <a:lin ang="5400000" scaled="1"/>
          </a:gradFill>
          <a:ln w="38100">
            <a:solidFill>
              <a:srgbClr val="0000FF"/>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wrap="square" anchor="ctr">
            <a:spAutoFit/>
          </a:bodyPr>
          <a:lstStyle/>
          <a:p>
            <a:r>
              <a:rPr lang="en-US" altLang="zh-CN" sz="2800" b="1">
                <a:solidFill>
                  <a:srgbClr val="FF3300"/>
                </a:solidFill>
                <a:effectLst>
                  <a:outerShdw blurRad="38100" dist="38100" dir="2700000" algn="tl">
                    <a:srgbClr val="000000"/>
                  </a:outerShdw>
                </a:effectLst>
                <a:latin typeface="+mn-lt"/>
                <a:ea typeface="隶书" pitchFamily="49" charset="-122"/>
              </a:rPr>
              <a:t>for (</a:t>
            </a:r>
            <a:r>
              <a:rPr lang="zh-CN" altLang="en-US" sz="2800" b="1">
                <a:solidFill>
                  <a:srgbClr val="FF3300"/>
                </a:solidFill>
                <a:effectLst>
                  <a:outerShdw blurRad="38100" dist="38100" dir="2700000" algn="tl">
                    <a:srgbClr val="000000"/>
                  </a:outerShdw>
                </a:effectLst>
                <a:latin typeface="+mn-lt"/>
                <a:ea typeface="隶书" pitchFamily="49" charset="-122"/>
              </a:rPr>
              <a:t>表达式</a:t>
            </a:r>
            <a:r>
              <a:rPr lang="en-US" altLang="zh-CN" sz="2800" b="1">
                <a:solidFill>
                  <a:srgbClr val="FF3300"/>
                </a:solidFill>
                <a:effectLst>
                  <a:outerShdw blurRad="38100" dist="38100" dir="2700000" algn="tl">
                    <a:srgbClr val="000000"/>
                  </a:outerShdw>
                </a:effectLst>
                <a:latin typeface="+mn-lt"/>
                <a:ea typeface="隶书" pitchFamily="49" charset="-122"/>
              </a:rPr>
              <a:t>1</a:t>
            </a:r>
            <a:r>
              <a:rPr lang="zh-CN" altLang="en-US" sz="2800" b="1">
                <a:solidFill>
                  <a:srgbClr val="FF3300"/>
                </a:solidFill>
                <a:effectLst>
                  <a:outerShdw blurRad="38100" dist="38100" dir="2700000" algn="tl">
                    <a:srgbClr val="000000"/>
                  </a:outerShdw>
                </a:effectLst>
                <a:latin typeface="+mn-lt"/>
                <a:ea typeface="隶书" pitchFamily="49" charset="-122"/>
              </a:rPr>
              <a:t>；表达式</a:t>
            </a:r>
            <a:r>
              <a:rPr lang="en-US" altLang="zh-CN" sz="2800" b="1">
                <a:solidFill>
                  <a:srgbClr val="FF3300"/>
                </a:solidFill>
                <a:effectLst>
                  <a:outerShdw blurRad="38100" dist="38100" dir="2700000" algn="tl">
                    <a:srgbClr val="000000"/>
                  </a:outerShdw>
                </a:effectLst>
                <a:latin typeface="+mn-lt"/>
                <a:ea typeface="隶书" pitchFamily="49" charset="-122"/>
              </a:rPr>
              <a:t>2</a:t>
            </a:r>
            <a:r>
              <a:rPr lang="zh-CN" altLang="en-US" sz="2800" b="1">
                <a:solidFill>
                  <a:srgbClr val="FF3300"/>
                </a:solidFill>
                <a:effectLst>
                  <a:outerShdw blurRad="38100" dist="38100" dir="2700000" algn="tl">
                    <a:srgbClr val="000000"/>
                  </a:outerShdw>
                </a:effectLst>
                <a:latin typeface="+mn-lt"/>
                <a:ea typeface="隶书" pitchFamily="49" charset="-122"/>
              </a:rPr>
              <a:t>；表达式</a:t>
            </a:r>
            <a:r>
              <a:rPr lang="en-US" altLang="zh-CN" sz="2800" b="1">
                <a:solidFill>
                  <a:srgbClr val="FF3300"/>
                </a:solidFill>
                <a:effectLst>
                  <a:outerShdw blurRad="38100" dist="38100" dir="2700000" algn="tl">
                    <a:srgbClr val="000000"/>
                  </a:outerShdw>
                </a:effectLst>
                <a:latin typeface="+mn-lt"/>
                <a:ea typeface="隶书" pitchFamily="49" charset="-122"/>
              </a:rPr>
              <a:t>3)</a:t>
            </a:r>
          </a:p>
          <a:p>
            <a:r>
              <a:rPr lang="en-US" altLang="zh-CN" sz="2800" b="1">
                <a:solidFill>
                  <a:srgbClr val="FF3300"/>
                </a:solidFill>
                <a:effectLst>
                  <a:outerShdw blurRad="38100" dist="38100" dir="2700000" algn="tl">
                    <a:srgbClr val="000000"/>
                  </a:outerShdw>
                </a:effectLst>
                <a:latin typeface="+mn-lt"/>
                <a:ea typeface="隶书" pitchFamily="49" charset="-122"/>
              </a:rPr>
              <a:t>    </a:t>
            </a:r>
            <a:r>
              <a:rPr lang="zh-CN" altLang="en-US" sz="2800" b="1">
                <a:solidFill>
                  <a:srgbClr val="FF3300"/>
                </a:solidFill>
                <a:effectLst>
                  <a:outerShdw blurRad="38100" dist="38100" dir="2700000" algn="tl">
                    <a:srgbClr val="000000"/>
                  </a:outerShdw>
                </a:effectLst>
                <a:latin typeface="+mn-lt"/>
                <a:ea typeface="隶书" pitchFamily="49" charset="-122"/>
              </a:rPr>
              <a:t>循环体语句；</a:t>
            </a:r>
          </a:p>
        </p:txBody>
      </p:sp>
      <p:sp>
        <p:nvSpPr>
          <p:cNvPr id="914440" name="Rectangle 8"/>
          <p:cNvSpPr>
            <a:spLocks noChangeArrowheads="1"/>
          </p:cNvSpPr>
          <p:nvPr/>
        </p:nvSpPr>
        <p:spPr bwMode="auto">
          <a:xfrm>
            <a:off x="1061104" y="1989138"/>
            <a:ext cx="2449513" cy="457200"/>
          </a:xfrm>
          <a:prstGeom prst="rect">
            <a:avLst/>
          </a:prstGeom>
          <a:noFill/>
          <a:ln w="9525">
            <a:noFill/>
            <a:miter lim="800000"/>
            <a:headEnd/>
            <a:tailEnd/>
          </a:ln>
          <a:effectLst/>
        </p:spPr>
        <p:txBody>
          <a:bodyPr anchor="ctr">
            <a:spAutoFit/>
          </a:bodyPr>
          <a:lstStyle/>
          <a:p>
            <a:pPr>
              <a:buFont typeface="Wingdings" pitchFamily="2" charset="2"/>
              <a:buChar char="Ø"/>
            </a:pPr>
            <a:r>
              <a:rPr lang="en-US" altLang="zh-CN" b="1" dirty="0">
                <a:solidFill>
                  <a:srgbClr val="339933"/>
                </a:solidFill>
                <a:effectLst>
                  <a:outerShdw blurRad="38100" dist="38100" dir="2700000" algn="tl">
                    <a:srgbClr val="000000"/>
                  </a:outerShdw>
                </a:effectLst>
                <a:latin typeface="+mn-lt"/>
                <a:ea typeface="楷体" pitchFamily="49" charset="-122"/>
              </a:rPr>
              <a:t> </a:t>
            </a:r>
            <a:r>
              <a:rPr lang="zh-CN" altLang="en-US" b="1" dirty="0">
                <a:solidFill>
                  <a:srgbClr val="339933"/>
                </a:solidFill>
                <a:effectLst>
                  <a:outerShdw blurRad="38100" dist="38100" dir="2700000" algn="tl">
                    <a:srgbClr val="000000"/>
                  </a:outerShdw>
                </a:effectLst>
                <a:latin typeface="+mn-lt"/>
                <a:ea typeface="楷体" pitchFamily="49" charset="-122"/>
              </a:rPr>
              <a:t>执行流程：</a:t>
            </a:r>
          </a:p>
        </p:txBody>
      </p:sp>
      <p:sp>
        <p:nvSpPr>
          <p:cNvPr id="914441" name="Rectangle 9"/>
          <p:cNvSpPr>
            <a:spLocks noChangeArrowheads="1"/>
          </p:cNvSpPr>
          <p:nvPr/>
        </p:nvSpPr>
        <p:spPr bwMode="auto">
          <a:xfrm>
            <a:off x="1487488" y="2492896"/>
            <a:ext cx="6277770" cy="4154984"/>
          </a:xfrm>
          <a:prstGeom prst="rect">
            <a:avLst/>
          </a:prstGeom>
          <a:solidFill>
            <a:schemeClr val="bg1"/>
          </a:solidFill>
          <a:ln w="38100">
            <a:solidFill>
              <a:srgbClr val="00800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wrap="square" anchor="ctr">
            <a:spAutoFit/>
          </a:bodyPr>
          <a:lstStyle/>
          <a:p>
            <a:r>
              <a:rPr lang="zh-CN" altLang="en-US" b="1" dirty="0">
                <a:solidFill>
                  <a:srgbClr val="FF33CC"/>
                </a:solidFill>
                <a:effectLst>
                  <a:outerShdw blurRad="38100" dist="38100" dir="2700000" algn="tl">
                    <a:srgbClr val="000000">
                      <a:alpha val="43137"/>
                    </a:srgbClr>
                  </a:outerShdw>
                </a:effectLst>
                <a:latin typeface="+mn-lt"/>
                <a:ea typeface="楷体" pitchFamily="49" charset="-122"/>
              </a:rPr>
              <a:t>其中：</a:t>
            </a:r>
          </a:p>
          <a:p>
            <a:pPr marL="342900" indent="-342900">
              <a:buClr>
                <a:srgbClr val="FF33CC"/>
              </a:buClr>
              <a:buFont typeface="Wingdings" panose="05000000000000000000" pitchFamily="2" charset="2"/>
              <a:buChar char="l"/>
            </a:pPr>
            <a:r>
              <a:rPr lang="en-US" altLang="zh-CN" b="1" dirty="0">
                <a:effectLst>
                  <a:outerShdw blurRad="38100" dist="38100" dir="2700000" algn="tl">
                    <a:srgbClr val="000000">
                      <a:alpha val="43137"/>
                    </a:srgbClr>
                  </a:outerShdw>
                </a:effectLst>
                <a:latin typeface="+mn-lt"/>
                <a:ea typeface="楷体" pitchFamily="49" charset="-122"/>
              </a:rPr>
              <a:t>for</a:t>
            </a:r>
            <a:r>
              <a:rPr lang="zh-CN" altLang="en-US" b="1" dirty="0">
                <a:effectLst>
                  <a:outerShdw blurRad="38100" dist="38100" dir="2700000" algn="tl">
                    <a:srgbClr val="000000">
                      <a:alpha val="43137"/>
                    </a:srgbClr>
                  </a:outerShdw>
                </a:effectLst>
                <a:latin typeface="+mn-lt"/>
                <a:ea typeface="楷体" pitchFamily="49" charset="-122"/>
              </a:rPr>
              <a:t>后面的括号</a:t>
            </a:r>
            <a:r>
              <a:rPr lang="en-US" altLang="zh-CN" b="1" dirty="0">
                <a:effectLst>
                  <a:outerShdw blurRad="38100" dist="38100" dir="2700000" algn="tl">
                    <a:srgbClr val="000000">
                      <a:alpha val="43137"/>
                    </a:srgbClr>
                  </a:outerShdw>
                </a:effectLst>
                <a:latin typeface="+mn-lt"/>
                <a:ea typeface="楷体" pitchFamily="49" charset="-122"/>
              </a:rPr>
              <a:t>(  )</a:t>
            </a:r>
            <a:r>
              <a:rPr lang="zh-CN" altLang="en-US" b="1" dirty="0">
                <a:effectLst>
                  <a:outerShdw blurRad="38100" dist="38100" dir="2700000" algn="tl">
                    <a:srgbClr val="000000">
                      <a:alpha val="43137"/>
                    </a:srgbClr>
                  </a:outerShdw>
                </a:effectLst>
                <a:latin typeface="+mn-lt"/>
                <a:ea typeface="楷体" pitchFamily="49" charset="-122"/>
              </a:rPr>
              <a:t>不能省。</a:t>
            </a:r>
            <a:endParaRPr lang="en-US" altLang="zh-CN" b="1" dirty="0">
              <a:effectLst>
                <a:outerShdw blurRad="38100" dist="38100" dir="2700000" algn="tl">
                  <a:srgbClr val="000000">
                    <a:alpha val="43137"/>
                  </a:srgbClr>
                </a:outerShdw>
              </a:effectLst>
              <a:latin typeface="+mn-lt"/>
              <a:ea typeface="楷体" pitchFamily="49" charset="-122"/>
            </a:endParaRPr>
          </a:p>
          <a:p>
            <a:pPr marL="342900" indent="-342900">
              <a:buClr>
                <a:srgbClr val="FF33CC"/>
              </a:buClr>
              <a:buFont typeface="Wingdings" panose="05000000000000000000" pitchFamily="2" charset="2"/>
              <a:buChar char="l"/>
            </a:pPr>
            <a:r>
              <a:rPr lang="zh-CN" altLang="en-US" b="1" dirty="0">
                <a:solidFill>
                  <a:srgbClr val="0033CC"/>
                </a:solidFill>
                <a:effectLst>
                  <a:outerShdw blurRad="38100" dist="38100" dir="2700000" algn="tl">
                    <a:srgbClr val="000000">
                      <a:alpha val="43137"/>
                    </a:srgbClr>
                  </a:outerShdw>
                </a:effectLst>
                <a:latin typeface="+mn-lt"/>
                <a:ea typeface="楷体" pitchFamily="49" charset="-122"/>
              </a:rPr>
              <a:t>表达式</a:t>
            </a:r>
            <a:r>
              <a:rPr lang="en-US" altLang="zh-CN" b="1" dirty="0">
                <a:solidFill>
                  <a:srgbClr val="0033CC"/>
                </a:solidFill>
                <a:effectLst>
                  <a:outerShdw blurRad="38100" dist="38100" dir="2700000" algn="tl">
                    <a:srgbClr val="000000">
                      <a:alpha val="43137"/>
                    </a:srgbClr>
                  </a:outerShdw>
                </a:effectLst>
                <a:latin typeface="+mn-lt"/>
                <a:ea typeface="楷体" pitchFamily="49" charset="-122"/>
              </a:rPr>
              <a:t>1</a:t>
            </a:r>
            <a:r>
              <a:rPr lang="zh-CN" altLang="en-US" b="1" dirty="0">
                <a:solidFill>
                  <a:srgbClr val="0033CC"/>
                </a:solidFill>
                <a:effectLst>
                  <a:outerShdw blurRad="38100" dist="38100" dir="2700000" algn="tl">
                    <a:srgbClr val="000000">
                      <a:alpha val="43137"/>
                    </a:srgbClr>
                  </a:outerShdw>
                </a:effectLst>
                <a:latin typeface="+mn-lt"/>
                <a:ea typeface="楷体" pitchFamily="49" charset="-122"/>
              </a:rPr>
              <a:t>：</a:t>
            </a:r>
            <a:r>
              <a:rPr lang="zh-CN" altLang="en-US" b="1" dirty="0">
                <a:effectLst>
                  <a:outerShdw blurRad="38100" dist="38100" dir="2700000" algn="tl">
                    <a:srgbClr val="000000">
                      <a:alpha val="43137"/>
                    </a:srgbClr>
                  </a:outerShdw>
                </a:effectLst>
                <a:latin typeface="+mn-lt"/>
                <a:ea typeface="楷体" pitchFamily="49" charset="-122"/>
              </a:rPr>
              <a:t>一般为赋值表达式，给控制变量赋初值。</a:t>
            </a:r>
            <a:endParaRPr lang="en-US" altLang="zh-CN" b="1" dirty="0">
              <a:effectLst>
                <a:outerShdw blurRad="38100" dist="38100" dir="2700000" algn="tl">
                  <a:srgbClr val="000000">
                    <a:alpha val="43137"/>
                  </a:srgbClr>
                </a:outerShdw>
              </a:effectLst>
              <a:latin typeface="+mn-lt"/>
              <a:ea typeface="楷体" pitchFamily="49" charset="-122"/>
            </a:endParaRPr>
          </a:p>
          <a:p>
            <a:pPr marL="342900" indent="-342900">
              <a:buClr>
                <a:srgbClr val="FF33CC"/>
              </a:buClr>
              <a:buFont typeface="Wingdings" panose="05000000000000000000" pitchFamily="2" charset="2"/>
              <a:buChar char="l"/>
            </a:pPr>
            <a:r>
              <a:rPr lang="zh-CN" altLang="en-US" b="1" dirty="0">
                <a:solidFill>
                  <a:srgbClr val="0033CC"/>
                </a:solidFill>
                <a:effectLst>
                  <a:outerShdw blurRad="38100" dist="38100" dir="2700000" algn="tl">
                    <a:srgbClr val="000000">
                      <a:alpha val="43137"/>
                    </a:srgbClr>
                  </a:outerShdw>
                </a:effectLst>
                <a:latin typeface="+mn-lt"/>
                <a:ea typeface="楷体" pitchFamily="49" charset="-122"/>
              </a:rPr>
              <a:t>表达式</a:t>
            </a:r>
            <a:r>
              <a:rPr lang="en-US" altLang="zh-CN" b="1" dirty="0">
                <a:solidFill>
                  <a:srgbClr val="0033CC"/>
                </a:solidFill>
                <a:effectLst>
                  <a:outerShdw blurRad="38100" dist="38100" dir="2700000" algn="tl">
                    <a:srgbClr val="000000">
                      <a:alpha val="43137"/>
                    </a:srgbClr>
                  </a:outerShdw>
                </a:effectLst>
                <a:latin typeface="+mn-lt"/>
                <a:ea typeface="楷体" pitchFamily="49" charset="-122"/>
              </a:rPr>
              <a:t>2</a:t>
            </a:r>
            <a:r>
              <a:rPr lang="zh-CN" altLang="en-US" b="1" dirty="0">
                <a:solidFill>
                  <a:srgbClr val="0033CC"/>
                </a:solidFill>
                <a:effectLst>
                  <a:outerShdw blurRad="38100" dist="38100" dir="2700000" algn="tl">
                    <a:srgbClr val="000000">
                      <a:alpha val="43137"/>
                    </a:srgbClr>
                  </a:outerShdw>
                </a:effectLst>
                <a:latin typeface="+mn-lt"/>
                <a:ea typeface="楷体" pitchFamily="49" charset="-122"/>
              </a:rPr>
              <a:t>：</a:t>
            </a:r>
            <a:r>
              <a:rPr lang="zh-CN" altLang="en-US" b="1" dirty="0">
                <a:effectLst>
                  <a:outerShdw blurRad="38100" dist="38100" dir="2700000" algn="tl">
                    <a:srgbClr val="000000">
                      <a:alpha val="43137"/>
                    </a:srgbClr>
                  </a:outerShdw>
                </a:effectLst>
                <a:latin typeface="+mn-lt"/>
                <a:ea typeface="楷体" pitchFamily="49" charset="-122"/>
              </a:rPr>
              <a:t>关系表达式或逻辑表达式，循环控制条件。</a:t>
            </a:r>
            <a:endParaRPr lang="en-US" altLang="zh-CN" b="1" dirty="0">
              <a:effectLst>
                <a:outerShdw blurRad="38100" dist="38100" dir="2700000" algn="tl">
                  <a:srgbClr val="000000">
                    <a:alpha val="43137"/>
                  </a:srgbClr>
                </a:outerShdw>
              </a:effectLst>
              <a:latin typeface="+mn-lt"/>
              <a:ea typeface="楷体" pitchFamily="49" charset="-122"/>
            </a:endParaRPr>
          </a:p>
          <a:p>
            <a:pPr marL="342900" indent="-342900">
              <a:buClr>
                <a:srgbClr val="FF33CC"/>
              </a:buClr>
              <a:buFont typeface="Wingdings" panose="05000000000000000000" pitchFamily="2" charset="2"/>
              <a:buChar char="l"/>
            </a:pPr>
            <a:r>
              <a:rPr lang="zh-CN" altLang="en-US" b="1" dirty="0">
                <a:solidFill>
                  <a:srgbClr val="0033CC"/>
                </a:solidFill>
                <a:effectLst>
                  <a:outerShdw blurRad="38100" dist="38100" dir="2700000" algn="tl">
                    <a:srgbClr val="000000">
                      <a:alpha val="43137"/>
                    </a:srgbClr>
                  </a:outerShdw>
                </a:effectLst>
                <a:latin typeface="+mn-lt"/>
                <a:ea typeface="楷体" pitchFamily="49" charset="-122"/>
              </a:rPr>
              <a:t>表达式</a:t>
            </a:r>
            <a:r>
              <a:rPr lang="en-US" altLang="zh-CN" b="1" dirty="0">
                <a:solidFill>
                  <a:srgbClr val="0033CC"/>
                </a:solidFill>
                <a:effectLst>
                  <a:outerShdw blurRad="38100" dist="38100" dir="2700000" algn="tl">
                    <a:srgbClr val="000000">
                      <a:alpha val="43137"/>
                    </a:srgbClr>
                  </a:outerShdw>
                </a:effectLst>
                <a:latin typeface="+mn-lt"/>
                <a:ea typeface="楷体" pitchFamily="49" charset="-122"/>
              </a:rPr>
              <a:t>3</a:t>
            </a:r>
            <a:r>
              <a:rPr lang="zh-CN" altLang="en-US" b="1" dirty="0">
                <a:solidFill>
                  <a:srgbClr val="0033CC"/>
                </a:solidFill>
                <a:effectLst>
                  <a:outerShdw blurRad="38100" dist="38100" dir="2700000" algn="tl">
                    <a:srgbClr val="000000">
                      <a:alpha val="43137"/>
                    </a:srgbClr>
                  </a:outerShdw>
                </a:effectLst>
                <a:latin typeface="+mn-lt"/>
                <a:ea typeface="楷体" pitchFamily="49" charset="-122"/>
              </a:rPr>
              <a:t>：</a:t>
            </a:r>
            <a:r>
              <a:rPr lang="zh-CN" altLang="en-US" b="1" dirty="0">
                <a:effectLst>
                  <a:outerShdw blurRad="38100" dist="38100" dir="2700000" algn="tl">
                    <a:srgbClr val="000000">
                      <a:alpha val="43137"/>
                    </a:srgbClr>
                  </a:outerShdw>
                </a:effectLst>
                <a:latin typeface="+mn-lt"/>
                <a:ea typeface="楷体" pitchFamily="49" charset="-122"/>
              </a:rPr>
              <a:t>一般为赋值表达式，给控制变量增量或减量。</a:t>
            </a:r>
            <a:endParaRPr lang="en-US" altLang="zh-CN" b="1" dirty="0">
              <a:effectLst>
                <a:outerShdw blurRad="38100" dist="38100" dir="2700000" algn="tl">
                  <a:srgbClr val="000000">
                    <a:alpha val="43137"/>
                  </a:srgbClr>
                </a:outerShdw>
              </a:effectLst>
              <a:latin typeface="+mn-lt"/>
              <a:ea typeface="楷体" pitchFamily="49" charset="-122"/>
            </a:endParaRPr>
          </a:p>
          <a:p>
            <a:pPr marL="342900" indent="-342900">
              <a:buClr>
                <a:srgbClr val="FF33CC"/>
              </a:buClr>
              <a:buFont typeface="Wingdings" panose="05000000000000000000" pitchFamily="2" charset="2"/>
              <a:buChar char="l"/>
            </a:pPr>
            <a:r>
              <a:rPr lang="zh-CN" altLang="en-US" b="1" dirty="0">
                <a:effectLst>
                  <a:outerShdw blurRad="38100" dist="38100" dir="2700000" algn="tl">
                    <a:srgbClr val="000000">
                      <a:alpha val="43137"/>
                    </a:srgbClr>
                  </a:outerShdw>
                </a:effectLst>
                <a:latin typeface="+mn-lt"/>
                <a:ea typeface="楷体" pitchFamily="49" charset="-122"/>
              </a:rPr>
              <a:t>表达式之间用分号分隔。</a:t>
            </a:r>
            <a:endParaRPr lang="en-US" altLang="zh-CN" b="1" dirty="0">
              <a:effectLst>
                <a:outerShdw blurRad="38100" dist="38100" dir="2700000" algn="tl">
                  <a:srgbClr val="000000">
                    <a:alpha val="43137"/>
                  </a:srgbClr>
                </a:outerShdw>
              </a:effectLst>
              <a:latin typeface="+mn-lt"/>
              <a:ea typeface="楷体" pitchFamily="49" charset="-122"/>
            </a:endParaRPr>
          </a:p>
          <a:p>
            <a:pPr marL="342900" indent="-342900">
              <a:buClr>
                <a:srgbClr val="FF33CC"/>
              </a:buClr>
              <a:buFont typeface="Wingdings" panose="05000000000000000000" pitchFamily="2" charset="2"/>
              <a:buChar char="l"/>
            </a:pPr>
            <a:r>
              <a:rPr lang="zh-CN" altLang="en-US" b="1" dirty="0">
                <a:effectLst>
                  <a:outerShdw blurRad="38100" dist="38100" dir="2700000" algn="tl">
                    <a:srgbClr val="000000">
                      <a:alpha val="43137"/>
                    </a:srgbClr>
                  </a:outerShdw>
                </a:effectLst>
                <a:latin typeface="+mn-lt"/>
                <a:ea typeface="楷体" pitchFamily="49" charset="-122"/>
              </a:rPr>
              <a:t>语句部分称为循环体，当需要执行多条语句时，应使用复合语句。</a:t>
            </a:r>
          </a:p>
        </p:txBody>
      </p:sp>
      <p:sp>
        <p:nvSpPr>
          <p:cNvPr id="914460" name="AutoShape 28"/>
          <p:cNvSpPr>
            <a:spLocks noChangeArrowheads="1"/>
          </p:cNvSpPr>
          <p:nvPr/>
        </p:nvSpPr>
        <p:spPr bwMode="auto">
          <a:xfrm>
            <a:off x="8736806" y="3554414"/>
            <a:ext cx="1563688" cy="477837"/>
          </a:xfrm>
          <a:prstGeom prst="flowChartDecision">
            <a:avLst/>
          </a:prstGeom>
          <a:gradFill rotWithShape="1">
            <a:gsLst>
              <a:gs pos="0">
                <a:srgbClr val="00FFFF"/>
              </a:gs>
              <a:gs pos="100000">
                <a:schemeClr val="bg1"/>
              </a:gs>
            </a:gsLst>
            <a:lin ang="5400000" scaled="1"/>
          </a:gradFill>
          <a:ln w="9525">
            <a:solidFill>
              <a:srgbClr val="0000FF"/>
            </a:solid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en-US" altLang="zh-CN" sz="2000" b="1">
                <a:solidFill>
                  <a:srgbClr val="FF33CC"/>
                </a:solidFill>
                <a:effectLst>
                  <a:outerShdw blurRad="38100" dist="38100" dir="2700000" algn="tl">
                    <a:srgbClr val="000000"/>
                  </a:outerShdw>
                </a:effectLst>
              </a:rPr>
              <a:t>expr2</a:t>
            </a:r>
          </a:p>
        </p:txBody>
      </p:sp>
      <p:grpSp>
        <p:nvGrpSpPr>
          <p:cNvPr id="914485" name="Group 53"/>
          <p:cNvGrpSpPr>
            <a:grpSpLocks/>
          </p:cNvGrpSpPr>
          <p:nvPr/>
        </p:nvGrpSpPr>
        <p:grpSpPr bwMode="auto">
          <a:xfrm>
            <a:off x="9438481" y="4017964"/>
            <a:ext cx="431800" cy="447675"/>
            <a:chOff x="4558" y="2531"/>
            <a:chExt cx="272" cy="282"/>
          </a:xfrm>
        </p:grpSpPr>
        <p:sp>
          <p:nvSpPr>
            <p:cNvPr id="914467" name="Text Box 35"/>
            <p:cNvSpPr txBox="1">
              <a:spLocks noChangeArrowheads="1"/>
            </p:cNvSpPr>
            <p:nvPr/>
          </p:nvSpPr>
          <p:spPr bwMode="auto">
            <a:xfrm>
              <a:off x="4558" y="2531"/>
              <a:ext cx="272" cy="250"/>
            </a:xfrm>
            <a:prstGeom prst="rect">
              <a:avLst/>
            </a:prstGeom>
            <a:noFill/>
            <a:ln w="9525">
              <a:noFill/>
              <a:miter lim="800000"/>
              <a:headEnd/>
              <a:tailEnd/>
            </a:ln>
            <a:effectLst/>
          </p:spPr>
          <p:txBody>
            <a:bodyPr anchor="ctr">
              <a:spAutoFit/>
            </a:bodyPr>
            <a:lstStyle/>
            <a:p>
              <a:pPr algn="ctr" eaLnBrk="0" hangingPunct="0"/>
              <a:r>
                <a:rPr lang="en-US" altLang="zh-CN" sz="2000" b="1"/>
                <a:t>T</a:t>
              </a:r>
            </a:p>
          </p:txBody>
        </p:sp>
        <p:sp>
          <p:nvSpPr>
            <p:cNvPr id="914461" name="Line 29"/>
            <p:cNvSpPr>
              <a:spLocks noChangeShapeType="1"/>
            </p:cNvSpPr>
            <p:nvPr/>
          </p:nvSpPr>
          <p:spPr bwMode="auto">
            <a:xfrm>
              <a:off x="4598" y="2540"/>
              <a:ext cx="0" cy="273"/>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wrap="none" anchor="ctr"/>
            <a:lstStyle/>
            <a:p>
              <a:endParaRPr lang="zh-CN" altLang="en-US"/>
            </a:p>
          </p:txBody>
        </p:sp>
      </p:grpSp>
      <p:sp>
        <p:nvSpPr>
          <p:cNvPr id="914462" name="Text Box 30"/>
          <p:cNvSpPr txBox="1">
            <a:spLocks noChangeArrowheads="1"/>
          </p:cNvSpPr>
          <p:nvPr/>
        </p:nvSpPr>
        <p:spPr bwMode="auto">
          <a:xfrm>
            <a:off x="8984456" y="4465638"/>
            <a:ext cx="1030288" cy="406400"/>
          </a:xfrm>
          <a:prstGeom prst="rect">
            <a:avLst/>
          </a:prstGeom>
          <a:gradFill rotWithShape="1">
            <a:gsLst>
              <a:gs pos="0">
                <a:srgbClr val="FFCC99"/>
              </a:gs>
              <a:gs pos="100000">
                <a:schemeClr val="bg1"/>
              </a:gs>
            </a:gsLst>
            <a:lin ang="5400000" scaled="1"/>
          </a:gradFill>
          <a:ln w="9525">
            <a:solidFill>
              <a:srgbClr val="0000FF"/>
            </a:solidFill>
            <a:miter lim="800000"/>
            <a:headEnd/>
            <a:tailEnd/>
          </a:ln>
          <a:effectLst>
            <a:outerShdw blurRad="50800" dist="38100" dir="2700000" algn="tl" rotWithShape="0">
              <a:prstClr val="black">
                <a:alpha val="40000"/>
              </a:prstClr>
            </a:outerShdw>
          </a:effectLst>
        </p:spPr>
        <p:txBody>
          <a:bodyPr anchor="ctr">
            <a:spAutoFit/>
          </a:bodyPr>
          <a:lstStyle/>
          <a:p>
            <a:pPr algn="ctr" eaLnBrk="0" hangingPunct="0">
              <a:spcBef>
                <a:spcPct val="50000"/>
              </a:spcBef>
            </a:pPr>
            <a:r>
              <a:rPr lang="zh-CN" altLang="en-US" sz="2000" b="1" dirty="0">
                <a:effectLst>
                  <a:outerShdw blurRad="38100" dist="38100" dir="2700000" algn="tl">
                    <a:srgbClr val="FFFFFF"/>
                  </a:outerShdw>
                </a:effectLst>
                <a:latin typeface="楷体" pitchFamily="49" charset="-122"/>
                <a:ea typeface="楷体" pitchFamily="49" charset="-122"/>
              </a:rPr>
              <a:t>循环体</a:t>
            </a:r>
          </a:p>
        </p:txBody>
      </p:sp>
      <p:sp>
        <p:nvSpPr>
          <p:cNvPr id="914468" name="AutoShape 36"/>
          <p:cNvSpPr>
            <a:spLocks noChangeArrowheads="1"/>
          </p:cNvSpPr>
          <p:nvPr/>
        </p:nvSpPr>
        <p:spPr bwMode="auto">
          <a:xfrm>
            <a:off x="9006681" y="2014538"/>
            <a:ext cx="1143000" cy="381000"/>
          </a:xfrm>
          <a:prstGeom prst="flowChartAlternateProcess">
            <a:avLst/>
          </a:prstGeom>
          <a:solidFill>
            <a:srgbClr val="FFFFCD"/>
          </a:solidFill>
          <a:ln w="9525">
            <a:solidFill>
              <a:srgbClr val="0000FF"/>
            </a:solid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en-US" altLang="zh-CN" sz="2000" b="1">
                <a:solidFill>
                  <a:srgbClr val="CC3300"/>
                </a:solidFill>
                <a:effectLst>
                  <a:outerShdw blurRad="38100" dist="38100" dir="2700000" algn="tl">
                    <a:srgbClr val="000000"/>
                  </a:outerShdw>
                </a:effectLst>
                <a:ea typeface="隶书" pitchFamily="49" charset="-122"/>
              </a:rPr>
              <a:t>for</a:t>
            </a:r>
          </a:p>
        </p:txBody>
      </p:sp>
      <p:sp>
        <p:nvSpPr>
          <p:cNvPr id="914469" name="Line 37"/>
          <p:cNvSpPr>
            <a:spLocks noChangeShapeType="1"/>
          </p:cNvSpPr>
          <p:nvPr/>
        </p:nvSpPr>
        <p:spPr bwMode="auto">
          <a:xfrm>
            <a:off x="9536906" y="2398713"/>
            <a:ext cx="0" cy="38100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914470" name="Text Box 38"/>
          <p:cNvSpPr txBox="1">
            <a:spLocks noChangeArrowheads="1"/>
          </p:cNvSpPr>
          <p:nvPr/>
        </p:nvSpPr>
        <p:spPr bwMode="auto">
          <a:xfrm>
            <a:off x="9079706" y="2792413"/>
            <a:ext cx="1030288" cy="406400"/>
          </a:xfrm>
          <a:prstGeom prst="rect">
            <a:avLst/>
          </a:prstGeom>
          <a:gradFill rotWithShape="1">
            <a:gsLst>
              <a:gs pos="0">
                <a:srgbClr val="00FFFF"/>
              </a:gs>
              <a:gs pos="100000">
                <a:schemeClr val="bg1"/>
              </a:gs>
            </a:gsLst>
            <a:lin ang="5400000" scaled="1"/>
          </a:gradFill>
          <a:ln w="9525">
            <a:solidFill>
              <a:srgbClr val="0000FF"/>
            </a:solidFill>
            <a:miter lim="800000"/>
            <a:headEnd/>
            <a:tailEnd/>
          </a:ln>
          <a:effectLst>
            <a:outerShdw blurRad="50800" dist="38100" dir="2700000" algn="tl" rotWithShape="0">
              <a:prstClr val="black">
                <a:alpha val="40000"/>
              </a:prstClr>
            </a:outerShdw>
          </a:effectLst>
        </p:spPr>
        <p:txBody>
          <a:bodyPr anchor="ctr">
            <a:spAutoFit/>
          </a:bodyPr>
          <a:lstStyle/>
          <a:p>
            <a:pPr algn="ctr" eaLnBrk="0" hangingPunct="0">
              <a:spcBef>
                <a:spcPct val="50000"/>
              </a:spcBef>
            </a:pPr>
            <a:r>
              <a:rPr lang="en-US" altLang="zh-CN" sz="2000" b="1">
                <a:effectLst>
                  <a:outerShdw blurRad="38100" dist="38100" dir="2700000" algn="tl">
                    <a:srgbClr val="FFFFFF"/>
                  </a:outerShdw>
                </a:effectLst>
              </a:rPr>
              <a:t>expr1</a:t>
            </a:r>
          </a:p>
        </p:txBody>
      </p:sp>
      <p:sp>
        <p:nvSpPr>
          <p:cNvPr id="914471" name="Line 39"/>
          <p:cNvSpPr>
            <a:spLocks noChangeShapeType="1"/>
          </p:cNvSpPr>
          <p:nvPr/>
        </p:nvSpPr>
        <p:spPr bwMode="auto">
          <a:xfrm>
            <a:off x="9511506" y="4862513"/>
            <a:ext cx="0" cy="38100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914472" name="Text Box 40"/>
          <p:cNvSpPr txBox="1">
            <a:spLocks noChangeArrowheads="1"/>
          </p:cNvSpPr>
          <p:nvPr/>
        </p:nvSpPr>
        <p:spPr bwMode="auto">
          <a:xfrm>
            <a:off x="9003506" y="5230813"/>
            <a:ext cx="1030288" cy="406400"/>
          </a:xfrm>
          <a:prstGeom prst="rect">
            <a:avLst/>
          </a:prstGeom>
          <a:gradFill rotWithShape="1">
            <a:gsLst>
              <a:gs pos="0">
                <a:srgbClr val="00FFFF"/>
              </a:gs>
              <a:gs pos="100000">
                <a:schemeClr val="bg1"/>
              </a:gs>
            </a:gsLst>
            <a:lin ang="5400000" scaled="1"/>
          </a:gradFill>
          <a:ln w="9525">
            <a:solidFill>
              <a:srgbClr val="0000FF"/>
            </a:solidFill>
            <a:miter lim="800000"/>
            <a:headEnd/>
            <a:tailEnd/>
          </a:ln>
          <a:effectLst>
            <a:outerShdw blurRad="50800" dist="38100" dir="2700000" algn="tl" rotWithShape="0">
              <a:prstClr val="black">
                <a:alpha val="40000"/>
              </a:prstClr>
            </a:outerShdw>
          </a:effectLst>
        </p:spPr>
        <p:txBody>
          <a:bodyPr anchor="ctr">
            <a:spAutoFit/>
          </a:bodyPr>
          <a:lstStyle/>
          <a:p>
            <a:pPr algn="ctr" eaLnBrk="0" hangingPunct="0">
              <a:spcBef>
                <a:spcPct val="50000"/>
              </a:spcBef>
            </a:pPr>
            <a:r>
              <a:rPr lang="en-US" altLang="zh-CN" sz="2000" b="1">
                <a:effectLst>
                  <a:outerShdw blurRad="38100" dist="38100" dir="2700000" algn="tl">
                    <a:srgbClr val="FFFFFF"/>
                  </a:outerShdw>
                </a:effectLst>
              </a:rPr>
              <a:t>expr3</a:t>
            </a:r>
          </a:p>
        </p:txBody>
      </p:sp>
      <p:grpSp>
        <p:nvGrpSpPr>
          <p:cNvPr id="914486" name="Group 54"/>
          <p:cNvGrpSpPr>
            <a:grpSpLocks/>
          </p:cNvGrpSpPr>
          <p:nvPr/>
        </p:nvGrpSpPr>
        <p:grpSpPr bwMode="auto">
          <a:xfrm>
            <a:off x="8400256" y="3359152"/>
            <a:ext cx="1143000" cy="2670175"/>
            <a:chOff x="3904" y="2116"/>
            <a:chExt cx="720" cy="1682"/>
          </a:xfrm>
        </p:grpSpPr>
        <p:sp>
          <p:nvSpPr>
            <p:cNvPr id="914463" name="Line 31"/>
            <p:cNvSpPr>
              <a:spLocks noChangeShapeType="1"/>
            </p:cNvSpPr>
            <p:nvPr/>
          </p:nvSpPr>
          <p:spPr bwMode="auto">
            <a:xfrm>
              <a:off x="3904" y="2117"/>
              <a:ext cx="710"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914473" name="Line 41"/>
            <p:cNvSpPr>
              <a:spLocks noChangeShapeType="1"/>
            </p:cNvSpPr>
            <p:nvPr/>
          </p:nvSpPr>
          <p:spPr bwMode="auto">
            <a:xfrm>
              <a:off x="4620" y="3551"/>
              <a:ext cx="0" cy="240"/>
            </a:xfrm>
            <a:prstGeom prst="line">
              <a:avLst/>
            </a:prstGeom>
            <a:noFill/>
            <a:ln w="28575">
              <a:solidFill>
                <a:srgbClr val="FF0000"/>
              </a:solidFill>
              <a:round/>
              <a:headEnd/>
              <a:tailEnd/>
            </a:ln>
            <a:effectLst>
              <a:outerShdw dist="35921" dir="2700000" algn="ctr" rotWithShape="0">
                <a:schemeClr val="bg2"/>
              </a:outerShdw>
            </a:effectLst>
          </p:spPr>
          <p:txBody>
            <a:bodyPr wrap="none" anchor="ctr"/>
            <a:lstStyle/>
            <a:p>
              <a:endParaRPr lang="zh-CN" altLang="en-US"/>
            </a:p>
          </p:txBody>
        </p:sp>
        <p:sp>
          <p:nvSpPr>
            <p:cNvPr id="914474" name="Line 42"/>
            <p:cNvSpPr>
              <a:spLocks noChangeShapeType="1"/>
            </p:cNvSpPr>
            <p:nvPr/>
          </p:nvSpPr>
          <p:spPr bwMode="auto">
            <a:xfrm flipH="1">
              <a:off x="3912" y="3796"/>
              <a:ext cx="712" cy="0"/>
            </a:xfrm>
            <a:prstGeom prst="line">
              <a:avLst/>
            </a:prstGeom>
            <a:noFill/>
            <a:ln w="28575">
              <a:solidFill>
                <a:srgbClr val="FF0000"/>
              </a:solidFill>
              <a:round/>
              <a:headEnd/>
              <a:tailEnd/>
            </a:ln>
            <a:effectLst>
              <a:outerShdw dist="35921" dir="2700000" algn="ctr" rotWithShape="0">
                <a:schemeClr val="bg2"/>
              </a:outerShdw>
            </a:effectLst>
          </p:spPr>
          <p:txBody>
            <a:bodyPr wrap="none" anchor="ctr"/>
            <a:lstStyle/>
            <a:p>
              <a:endParaRPr lang="zh-CN" altLang="en-US"/>
            </a:p>
          </p:txBody>
        </p:sp>
        <p:sp>
          <p:nvSpPr>
            <p:cNvPr id="914475" name="Line 43"/>
            <p:cNvSpPr>
              <a:spLocks noChangeShapeType="1"/>
            </p:cNvSpPr>
            <p:nvPr/>
          </p:nvSpPr>
          <p:spPr bwMode="auto">
            <a:xfrm>
              <a:off x="3912" y="2116"/>
              <a:ext cx="0" cy="1682"/>
            </a:xfrm>
            <a:prstGeom prst="line">
              <a:avLst/>
            </a:prstGeom>
            <a:noFill/>
            <a:ln w="28575">
              <a:solidFill>
                <a:srgbClr val="FF0000"/>
              </a:solidFill>
              <a:round/>
              <a:headEnd/>
              <a:tailEnd/>
            </a:ln>
            <a:effectLst>
              <a:outerShdw dist="35921" dir="2700000" algn="ctr" rotWithShape="0">
                <a:schemeClr val="bg2"/>
              </a:outerShdw>
            </a:effectLst>
          </p:spPr>
          <p:txBody>
            <a:bodyPr wrap="none" anchor="ctr"/>
            <a:lstStyle/>
            <a:p>
              <a:endParaRPr lang="zh-CN" altLang="en-US"/>
            </a:p>
          </p:txBody>
        </p:sp>
      </p:grpSp>
      <p:grpSp>
        <p:nvGrpSpPr>
          <p:cNvPr id="914488" name="Group 56"/>
          <p:cNvGrpSpPr>
            <a:grpSpLocks/>
          </p:cNvGrpSpPr>
          <p:nvPr/>
        </p:nvGrpSpPr>
        <p:grpSpPr bwMode="auto">
          <a:xfrm>
            <a:off x="9513094" y="3421064"/>
            <a:ext cx="1219200" cy="3244850"/>
            <a:chOff x="4605" y="2155"/>
            <a:chExt cx="768" cy="2044"/>
          </a:xfrm>
        </p:grpSpPr>
        <p:sp>
          <p:nvSpPr>
            <p:cNvPr id="914466" name="Text Box 34"/>
            <p:cNvSpPr txBox="1">
              <a:spLocks noChangeArrowheads="1"/>
            </p:cNvSpPr>
            <p:nvPr/>
          </p:nvSpPr>
          <p:spPr bwMode="auto">
            <a:xfrm>
              <a:off x="5103" y="2155"/>
              <a:ext cx="214" cy="250"/>
            </a:xfrm>
            <a:prstGeom prst="rect">
              <a:avLst/>
            </a:prstGeom>
            <a:noFill/>
            <a:ln w="9525">
              <a:noFill/>
              <a:miter lim="800000"/>
              <a:headEnd/>
              <a:tailEnd/>
            </a:ln>
            <a:effectLst/>
          </p:spPr>
          <p:txBody>
            <a:bodyPr wrap="none" anchor="ctr">
              <a:spAutoFit/>
            </a:bodyPr>
            <a:lstStyle/>
            <a:p>
              <a:pPr algn="ctr" eaLnBrk="0" hangingPunct="0"/>
              <a:r>
                <a:rPr lang="en-US" altLang="zh-CN" sz="2000" b="1"/>
                <a:t>F</a:t>
              </a:r>
            </a:p>
          </p:txBody>
        </p:sp>
        <p:sp>
          <p:nvSpPr>
            <p:cNvPr id="914464" name="Line 32"/>
            <p:cNvSpPr>
              <a:spLocks noChangeShapeType="1"/>
            </p:cNvSpPr>
            <p:nvPr/>
          </p:nvSpPr>
          <p:spPr bwMode="auto">
            <a:xfrm>
              <a:off x="5090" y="2392"/>
              <a:ext cx="276" cy="0"/>
            </a:xfrm>
            <a:prstGeom prst="line">
              <a:avLst/>
            </a:prstGeom>
            <a:noFill/>
            <a:ln w="28575">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914465" name="Line 33"/>
            <p:cNvSpPr>
              <a:spLocks noChangeShapeType="1"/>
            </p:cNvSpPr>
            <p:nvPr/>
          </p:nvSpPr>
          <p:spPr bwMode="auto">
            <a:xfrm>
              <a:off x="4605" y="3910"/>
              <a:ext cx="0" cy="289"/>
            </a:xfrm>
            <a:prstGeom prst="line">
              <a:avLst/>
            </a:prstGeom>
            <a:noFill/>
            <a:ln w="28575">
              <a:solidFill>
                <a:srgbClr val="0000FF"/>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914476" name="Line 44"/>
            <p:cNvSpPr>
              <a:spLocks noChangeShapeType="1"/>
            </p:cNvSpPr>
            <p:nvPr/>
          </p:nvSpPr>
          <p:spPr bwMode="auto">
            <a:xfrm>
              <a:off x="5364" y="2383"/>
              <a:ext cx="0" cy="1536"/>
            </a:xfrm>
            <a:prstGeom prst="line">
              <a:avLst/>
            </a:prstGeom>
            <a:noFill/>
            <a:ln w="28575">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914477" name="Line 45"/>
            <p:cNvSpPr>
              <a:spLocks noChangeShapeType="1"/>
            </p:cNvSpPr>
            <p:nvPr/>
          </p:nvSpPr>
          <p:spPr bwMode="auto">
            <a:xfrm flipH="1">
              <a:off x="4605" y="3919"/>
              <a:ext cx="768" cy="0"/>
            </a:xfrm>
            <a:prstGeom prst="line">
              <a:avLst/>
            </a:prstGeom>
            <a:noFill/>
            <a:ln w="28575">
              <a:solidFill>
                <a:srgbClr val="0000FF"/>
              </a:solidFill>
              <a:round/>
              <a:headEnd/>
              <a:tailEnd/>
            </a:ln>
            <a:effectLst>
              <a:outerShdw dist="35921" dir="2700000" algn="ctr" rotWithShape="0">
                <a:schemeClr val="bg2"/>
              </a:outerShdw>
            </a:effectLst>
          </p:spPr>
          <p:txBody>
            <a:bodyPr wrap="none" anchor="ctr"/>
            <a:lstStyle/>
            <a:p>
              <a:endParaRPr lang="zh-CN" altLang="en-US"/>
            </a:p>
          </p:txBody>
        </p:sp>
      </p:grpSp>
      <p:sp>
        <p:nvSpPr>
          <p:cNvPr id="914478" name="Line 46"/>
          <p:cNvSpPr>
            <a:spLocks noChangeShapeType="1"/>
          </p:cNvSpPr>
          <p:nvPr/>
        </p:nvSpPr>
        <p:spPr bwMode="auto">
          <a:xfrm>
            <a:off x="9524206" y="3186113"/>
            <a:ext cx="0" cy="38100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914481" name="Rectangle 49"/>
          <p:cNvSpPr>
            <a:spLocks noChangeArrowheads="1"/>
          </p:cNvSpPr>
          <p:nvPr/>
        </p:nvSpPr>
        <p:spPr bwMode="auto">
          <a:xfrm>
            <a:off x="1487488" y="3331874"/>
            <a:ext cx="9320577" cy="1590675"/>
          </a:xfrm>
          <a:prstGeom prst="rect">
            <a:avLst/>
          </a:prstGeom>
          <a:gradFill flip="none" rotWithShape="1">
            <a:gsLst>
              <a:gs pos="0">
                <a:schemeClr val="accent1">
                  <a:lumMod val="60000"/>
                  <a:lumOff val="40000"/>
                  <a:shade val="30000"/>
                  <a:satMod val="115000"/>
                </a:schemeClr>
              </a:gs>
              <a:gs pos="50000">
                <a:schemeClr val="accent1">
                  <a:lumMod val="60000"/>
                  <a:lumOff val="40000"/>
                  <a:shade val="67500"/>
                  <a:satMod val="115000"/>
                </a:schemeClr>
              </a:gs>
              <a:gs pos="100000">
                <a:schemeClr val="accent1">
                  <a:lumMod val="60000"/>
                  <a:lumOff val="40000"/>
                  <a:shade val="100000"/>
                  <a:satMod val="115000"/>
                </a:schemeClr>
              </a:gs>
            </a:gsLst>
            <a:lin ang="13500000" scaled="1"/>
            <a:tileRect/>
          </a:gradFill>
          <a:ln w="38100">
            <a:solidFill>
              <a:srgbClr val="FF33CC"/>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wrap="square" anchor="ctr">
            <a:spAutoFit/>
          </a:bodyPr>
          <a:lstStyle/>
          <a:p>
            <a:pPr>
              <a:tabLst>
                <a:tab pos="457200" algn="l"/>
              </a:tabLst>
            </a:pPr>
            <a:r>
              <a:rPr lang="en-US" altLang="zh-CN" b="1" dirty="0">
                <a:solidFill>
                  <a:srgbClr val="FF33CC"/>
                </a:solidFill>
                <a:effectLst>
                  <a:outerShdw blurRad="38100" dist="38100" dir="2700000" algn="tl">
                    <a:srgbClr val="000000"/>
                  </a:outerShdw>
                </a:effectLst>
                <a:latin typeface="+mn-lt"/>
                <a:ea typeface="隶书" pitchFamily="49" charset="-122"/>
              </a:rPr>
              <a:t>for</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语句很好地体现了正确表达循环结构应注意的三个问题：</a:t>
            </a:r>
          </a:p>
          <a:p>
            <a:pPr lvl="1">
              <a:buClr>
                <a:srgbClr val="CC00FF"/>
              </a:buClr>
              <a:buFont typeface="Wingdings" pitchFamily="2" charset="2"/>
              <a:buChar char="Ø"/>
              <a:tabLst>
                <a:tab pos="457200" algn="l"/>
              </a:tabLst>
            </a:pPr>
            <a:r>
              <a:rPr lang="zh-CN" altLang="en-US" b="1" dirty="0">
                <a:solidFill>
                  <a:srgbClr val="CC3300"/>
                </a:solidFill>
                <a:effectLst>
                  <a:outerShdw blurRad="38100" dist="38100" dir="2700000" algn="tl">
                    <a:srgbClr val="000000"/>
                  </a:outerShdw>
                </a:effectLst>
                <a:latin typeface="隶书" pitchFamily="49" charset="-122"/>
                <a:ea typeface="隶书" pitchFamily="49" charset="-122"/>
              </a:rPr>
              <a:t> 控制变量的初始化。</a:t>
            </a:r>
          </a:p>
          <a:p>
            <a:pPr lvl="1">
              <a:buClr>
                <a:srgbClr val="CC00FF"/>
              </a:buClr>
              <a:buFont typeface="Wingdings" pitchFamily="2" charset="2"/>
              <a:buChar char="Ø"/>
              <a:tabLst>
                <a:tab pos="457200" algn="l"/>
              </a:tabLst>
            </a:pPr>
            <a:r>
              <a:rPr lang="zh-CN" altLang="en-US" b="1" dirty="0">
                <a:solidFill>
                  <a:srgbClr val="CC3300"/>
                </a:solidFill>
                <a:effectLst>
                  <a:outerShdw blurRad="38100" dist="38100" dir="2700000" algn="tl">
                    <a:srgbClr val="000000"/>
                  </a:outerShdw>
                </a:effectLst>
                <a:latin typeface="隶书" pitchFamily="49" charset="-122"/>
                <a:ea typeface="隶书" pitchFamily="49" charset="-122"/>
              </a:rPr>
              <a:t> 循环的条件。</a:t>
            </a:r>
          </a:p>
          <a:p>
            <a:pPr lvl="1">
              <a:buClr>
                <a:srgbClr val="CC00FF"/>
              </a:buClr>
              <a:buFont typeface="Wingdings" pitchFamily="2" charset="2"/>
              <a:buChar char="Ø"/>
              <a:tabLst>
                <a:tab pos="457200" algn="l"/>
              </a:tabLst>
            </a:pPr>
            <a:r>
              <a:rPr lang="zh-CN" altLang="en-US" b="1" dirty="0">
                <a:solidFill>
                  <a:srgbClr val="CC3300"/>
                </a:solidFill>
                <a:effectLst>
                  <a:outerShdw blurRad="38100" dist="38100" dir="2700000" algn="tl">
                    <a:srgbClr val="000000"/>
                  </a:outerShdw>
                </a:effectLst>
                <a:latin typeface="隶书" pitchFamily="49" charset="-122"/>
                <a:ea typeface="隶书" pitchFamily="49" charset="-122"/>
              </a:rPr>
              <a:t> 循环控制变量的更新。</a:t>
            </a:r>
          </a:p>
        </p:txBody>
      </p:sp>
      <p:grpSp>
        <p:nvGrpSpPr>
          <p:cNvPr id="914482" name="Group 50"/>
          <p:cNvGrpSpPr>
            <a:grpSpLocks/>
          </p:cNvGrpSpPr>
          <p:nvPr/>
        </p:nvGrpSpPr>
        <p:grpSpPr bwMode="auto">
          <a:xfrm>
            <a:off x="-12047" y="0"/>
            <a:ext cx="446088" cy="6858000"/>
            <a:chOff x="0" y="0"/>
            <a:chExt cx="281" cy="4320"/>
          </a:xfrm>
        </p:grpSpPr>
        <p:sp>
          <p:nvSpPr>
            <p:cNvPr id="914483" name="Text Box 5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14484" name="Text Box 5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14434"/>
                                        </p:tgtEl>
                                        <p:attrNameLst>
                                          <p:attrName>style.visibility</p:attrName>
                                        </p:attrNameLst>
                                      </p:cBhvr>
                                      <p:to>
                                        <p:strVal val="visible"/>
                                      </p:to>
                                    </p:set>
                                    <p:animEffect transition="in" filter="box(out)">
                                      <p:cBhvr>
                                        <p:cTn id="7" dur="500"/>
                                        <p:tgtEl>
                                          <p:spTgt spid="91443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914438"/>
                                        </p:tgtEl>
                                        <p:attrNameLst>
                                          <p:attrName>style.visibility</p:attrName>
                                        </p:attrNameLst>
                                      </p:cBhvr>
                                      <p:to>
                                        <p:strVal val="visible"/>
                                      </p:to>
                                    </p:set>
                                    <p:anim calcmode="lin" valueType="num">
                                      <p:cBhvr additive="base">
                                        <p:cTn id="12" dur="500" fill="hold"/>
                                        <p:tgtEl>
                                          <p:spTgt spid="914438"/>
                                        </p:tgtEl>
                                        <p:attrNameLst>
                                          <p:attrName>ppt_x</p:attrName>
                                        </p:attrNameLst>
                                      </p:cBhvr>
                                      <p:tavLst>
                                        <p:tav tm="0">
                                          <p:val>
                                            <p:strVal val="0-#ppt_w/2"/>
                                          </p:val>
                                        </p:tav>
                                        <p:tav tm="100000">
                                          <p:val>
                                            <p:strVal val="#ppt_x"/>
                                          </p:val>
                                        </p:tav>
                                      </p:tavLst>
                                    </p:anim>
                                    <p:anim calcmode="lin" valueType="num">
                                      <p:cBhvr additive="base">
                                        <p:cTn id="13" dur="500" fill="hold"/>
                                        <p:tgtEl>
                                          <p:spTgt spid="91443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4" name="whoosh.wav"/>
                                        </p:tgtEl>
                                      </p:cMediaNode>
                                    </p:audio>
                                  </p:subTnLst>
                                </p:cTn>
                              </p:par>
                            </p:childTnLst>
                          </p:cTn>
                        </p:par>
                        <p:par>
                          <p:cTn id="14" fill="hold">
                            <p:stCondLst>
                              <p:cond delay="500"/>
                            </p:stCondLst>
                            <p:childTnLst>
                              <p:par>
                                <p:cTn id="15" presetID="4" presetClass="entr" presetSubtype="32" fill="hold" grpId="0" nodeType="afterEffect">
                                  <p:stCondLst>
                                    <p:cond delay="0"/>
                                  </p:stCondLst>
                                  <p:childTnLst>
                                    <p:set>
                                      <p:cBhvr>
                                        <p:cTn id="16" dur="1" fill="hold">
                                          <p:stCondLst>
                                            <p:cond delay="0"/>
                                          </p:stCondLst>
                                        </p:cTn>
                                        <p:tgtEl>
                                          <p:spTgt spid="914439"/>
                                        </p:tgtEl>
                                        <p:attrNameLst>
                                          <p:attrName>style.visibility</p:attrName>
                                        </p:attrNameLst>
                                      </p:cBhvr>
                                      <p:to>
                                        <p:strVal val="visible"/>
                                      </p:to>
                                    </p:set>
                                    <p:animEffect transition="in" filter="box(out)">
                                      <p:cBhvr>
                                        <p:cTn id="17" dur="500"/>
                                        <p:tgtEl>
                                          <p:spTgt spid="914439"/>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914440"/>
                                        </p:tgtEl>
                                        <p:attrNameLst>
                                          <p:attrName>style.visibility</p:attrName>
                                        </p:attrNameLst>
                                      </p:cBhvr>
                                      <p:to>
                                        <p:strVal val="visible"/>
                                      </p:to>
                                    </p:set>
                                    <p:anim calcmode="lin" valueType="num">
                                      <p:cBhvr additive="base">
                                        <p:cTn id="22" dur="500" fill="hold"/>
                                        <p:tgtEl>
                                          <p:spTgt spid="914440"/>
                                        </p:tgtEl>
                                        <p:attrNameLst>
                                          <p:attrName>ppt_x</p:attrName>
                                        </p:attrNameLst>
                                      </p:cBhvr>
                                      <p:tavLst>
                                        <p:tav tm="0">
                                          <p:val>
                                            <p:strVal val="0-#ppt_w/2"/>
                                          </p:val>
                                        </p:tav>
                                        <p:tav tm="100000">
                                          <p:val>
                                            <p:strVal val="#ppt_x"/>
                                          </p:val>
                                        </p:tav>
                                      </p:tavLst>
                                    </p:anim>
                                    <p:anim calcmode="lin" valueType="num">
                                      <p:cBhvr additive="base">
                                        <p:cTn id="23" dur="500" fill="hold"/>
                                        <p:tgtEl>
                                          <p:spTgt spid="91444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4" name="whoosh.wav"/>
                                        </p:tgtEl>
                                      </p:cMediaNode>
                                    </p:audio>
                                  </p:subTnLst>
                                </p:cTn>
                              </p:par>
                            </p:childTnLst>
                          </p:cTn>
                        </p:par>
                        <p:par>
                          <p:cTn id="24" fill="hold">
                            <p:stCondLst>
                              <p:cond delay="500"/>
                            </p:stCondLst>
                            <p:childTnLst>
                              <p:par>
                                <p:cTn id="25" presetID="4" presetClass="entr" presetSubtype="16" fill="hold" grpId="0" nodeType="afterEffect">
                                  <p:stCondLst>
                                    <p:cond delay="0"/>
                                  </p:stCondLst>
                                  <p:childTnLst>
                                    <p:set>
                                      <p:cBhvr>
                                        <p:cTn id="26" dur="1" fill="hold">
                                          <p:stCondLst>
                                            <p:cond delay="0"/>
                                          </p:stCondLst>
                                        </p:cTn>
                                        <p:tgtEl>
                                          <p:spTgt spid="914468"/>
                                        </p:tgtEl>
                                        <p:attrNameLst>
                                          <p:attrName>style.visibility</p:attrName>
                                        </p:attrNameLst>
                                      </p:cBhvr>
                                      <p:to>
                                        <p:strVal val="visible"/>
                                      </p:to>
                                    </p:set>
                                    <p:animEffect transition="in" filter="box(in)">
                                      <p:cBhvr>
                                        <p:cTn id="27" dur="500"/>
                                        <p:tgtEl>
                                          <p:spTgt spid="914468"/>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par>
                          <p:cTn id="28" fill="hold">
                            <p:stCondLst>
                              <p:cond delay="1000"/>
                            </p:stCondLst>
                            <p:childTnLst>
                              <p:par>
                                <p:cTn id="29" presetID="18" presetClass="entr" presetSubtype="12" fill="hold" grpId="0" nodeType="afterEffect">
                                  <p:stCondLst>
                                    <p:cond delay="0"/>
                                  </p:stCondLst>
                                  <p:childTnLst>
                                    <p:set>
                                      <p:cBhvr>
                                        <p:cTn id="30" dur="1" fill="hold">
                                          <p:stCondLst>
                                            <p:cond delay="0"/>
                                          </p:stCondLst>
                                        </p:cTn>
                                        <p:tgtEl>
                                          <p:spTgt spid="914469"/>
                                        </p:tgtEl>
                                        <p:attrNameLst>
                                          <p:attrName>style.visibility</p:attrName>
                                        </p:attrNameLst>
                                      </p:cBhvr>
                                      <p:to>
                                        <p:strVal val="visible"/>
                                      </p:to>
                                    </p:set>
                                    <p:animEffect transition="in" filter="strips(downLeft)">
                                      <p:cBhvr>
                                        <p:cTn id="31" dur="500"/>
                                        <p:tgtEl>
                                          <p:spTgt spid="914469"/>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par>
                          <p:cTn id="32" fill="hold">
                            <p:stCondLst>
                              <p:cond delay="1500"/>
                            </p:stCondLst>
                            <p:childTnLst>
                              <p:par>
                                <p:cTn id="33" presetID="4" presetClass="entr" presetSubtype="16" fill="hold" grpId="0" nodeType="afterEffect">
                                  <p:stCondLst>
                                    <p:cond delay="0"/>
                                  </p:stCondLst>
                                  <p:childTnLst>
                                    <p:set>
                                      <p:cBhvr>
                                        <p:cTn id="34" dur="1" fill="hold">
                                          <p:stCondLst>
                                            <p:cond delay="0"/>
                                          </p:stCondLst>
                                        </p:cTn>
                                        <p:tgtEl>
                                          <p:spTgt spid="914470"/>
                                        </p:tgtEl>
                                        <p:attrNameLst>
                                          <p:attrName>style.visibility</p:attrName>
                                        </p:attrNameLst>
                                      </p:cBhvr>
                                      <p:to>
                                        <p:strVal val="visible"/>
                                      </p:to>
                                    </p:set>
                                    <p:animEffect transition="in" filter="box(in)">
                                      <p:cBhvr>
                                        <p:cTn id="35" dur="500"/>
                                        <p:tgtEl>
                                          <p:spTgt spid="914470"/>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par>
                          <p:cTn id="36" fill="hold">
                            <p:stCondLst>
                              <p:cond delay="2000"/>
                            </p:stCondLst>
                            <p:childTnLst>
                              <p:par>
                                <p:cTn id="37" presetID="18" presetClass="entr" presetSubtype="12" fill="hold" grpId="0" nodeType="afterEffect">
                                  <p:stCondLst>
                                    <p:cond delay="0"/>
                                  </p:stCondLst>
                                  <p:childTnLst>
                                    <p:set>
                                      <p:cBhvr>
                                        <p:cTn id="38" dur="1" fill="hold">
                                          <p:stCondLst>
                                            <p:cond delay="0"/>
                                          </p:stCondLst>
                                        </p:cTn>
                                        <p:tgtEl>
                                          <p:spTgt spid="914478"/>
                                        </p:tgtEl>
                                        <p:attrNameLst>
                                          <p:attrName>style.visibility</p:attrName>
                                        </p:attrNameLst>
                                      </p:cBhvr>
                                      <p:to>
                                        <p:strVal val="visible"/>
                                      </p:to>
                                    </p:set>
                                    <p:animEffect transition="in" filter="strips(downLeft)">
                                      <p:cBhvr>
                                        <p:cTn id="39" dur="500"/>
                                        <p:tgtEl>
                                          <p:spTgt spid="914478"/>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par>
                          <p:cTn id="40" fill="hold">
                            <p:stCondLst>
                              <p:cond delay="2500"/>
                            </p:stCondLst>
                            <p:childTnLst>
                              <p:par>
                                <p:cTn id="41" presetID="8" presetClass="entr" presetSubtype="32" fill="hold" grpId="0" nodeType="afterEffect">
                                  <p:stCondLst>
                                    <p:cond delay="0"/>
                                  </p:stCondLst>
                                  <p:childTnLst>
                                    <p:set>
                                      <p:cBhvr>
                                        <p:cTn id="42" dur="1" fill="hold">
                                          <p:stCondLst>
                                            <p:cond delay="0"/>
                                          </p:stCondLst>
                                        </p:cTn>
                                        <p:tgtEl>
                                          <p:spTgt spid="914460"/>
                                        </p:tgtEl>
                                        <p:attrNameLst>
                                          <p:attrName>style.visibility</p:attrName>
                                        </p:attrNameLst>
                                      </p:cBhvr>
                                      <p:to>
                                        <p:strVal val="visible"/>
                                      </p:to>
                                    </p:set>
                                    <p:animEffect transition="in" filter="diamond(out)">
                                      <p:cBhvr>
                                        <p:cTn id="43" dur="500"/>
                                        <p:tgtEl>
                                          <p:spTgt spid="914460"/>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par>
                          <p:cTn id="44" fill="hold">
                            <p:stCondLst>
                              <p:cond delay="3000"/>
                            </p:stCondLst>
                            <p:childTnLst>
                              <p:par>
                                <p:cTn id="45" presetID="18" presetClass="entr" presetSubtype="6" fill="hold" nodeType="afterEffect">
                                  <p:stCondLst>
                                    <p:cond delay="0"/>
                                  </p:stCondLst>
                                  <p:childTnLst>
                                    <p:set>
                                      <p:cBhvr>
                                        <p:cTn id="46" dur="1" fill="hold">
                                          <p:stCondLst>
                                            <p:cond delay="0"/>
                                          </p:stCondLst>
                                        </p:cTn>
                                        <p:tgtEl>
                                          <p:spTgt spid="914485"/>
                                        </p:tgtEl>
                                        <p:attrNameLst>
                                          <p:attrName>style.visibility</p:attrName>
                                        </p:attrNameLst>
                                      </p:cBhvr>
                                      <p:to>
                                        <p:strVal val="visible"/>
                                      </p:to>
                                    </p:set>
                                    <p:animEffect transition="in" filter="strips(downRight)">
                                      <p:cBhvr>
                                        <p:cTn id="47" dur="500"/>
                                        <p:tgtEl>
                                          <p:spTgt spid="914485"/>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par>
                          <p:cTn id="48" fill="hold">
                            <p:stCondLst>
                              <p:cond delay="3500"/>
                            </p:stCondLst>
                            <p:childTnLst>
                              <p:par>
                                <p:cTn id="49" presetID="4" presetClass="entr" presetSubtype="16" fill="hold" grpId="0" nodeType="afterEffect">
                                  <p:stCondLst>
                                    <p:cond delay="0"/>
                                  </p:stCondLst>
                                  <p:childTnLst>
                                    <p:set>
                                      <p:cBhvr>
                                        <p:cTn id="50" dur="1" fill="hold">
                                          <p:stCondLst>
                                            <p:cond delay="0"/>
                                          </p:stCondLst>
                                        </p:cTn>
                                        <p:tgtEl>
                                          <p:spTgt spid="914462"/>
                                        </p:tgtEl>
                                        <p:attrNameLst>
                                          <p:attrName>style.visibility</p:attrName>
                                        </p:attrNameLst>
                                      </p:cBhvr>
                                      <p:to>
                                        <p:strVal val="visible"/>
                                      </p:to>
                                    </p:set>
                                    <p:animEffect transition="in" filter="box(in)">
                                      <p:cBhvr>
                                        <p:cTn id="51" dur="500"/>
                                        <p:tgtEl>
                                          <p:spTgt spid="914462"/>
                                        </p:tgtEl>
                                      </p:cBhvr>
                                    </p:animEffect>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par>
                          <p:cTn id="52" fill="hold">
                            <p:stCondLst>
                              <p:cond delay="4000"/>
                            </p:stCondLst>
                            <p:childTnLst>
                              <p:par>
                                <p:cTn id="53" presetID="18" presetClass="entr" presetSubtype="12" fill="hold" grpId="0" nodeType="afterEffect">
                                  <p:stCondLst>
                                    <p:cond delay="0"/>
                                  </p:stCondLst>
                                  <p:childTnLst>
                                    <p:set>
                                      <p:cBhvr>
                                        <p:cTn id="54" dur="1" fill="hold">
                                          <p:stCondLst>
                                            <p:cond delay="0"/>
                                          </p:stCondLst>
                                        </p:cTn>
                                        <p:tgtEl>
                                          <p:spTgt spid="914471"/>
                                        </p:tgtEl>
                                        <p:attrNameLst>
                                          <p:attrName>style.visibility</p:attrName>
                                        </p:attrNameLst>
                                      </p:cBhvr>
                                      <p:to>
                                        <p:strVal val="visible"/>
                                      </p:to>
                                    </p:set>
                                    <p:animEffect transition="in" filter="strips(downLeft)">
                                      <p:cBhvr>
                                        <p:cTn id="55" dur="500"/>
                                        <p:tgtEl>
                                          <p:spTgt spid="914471"/>
                                        </p:tgtEl>
                                      </p:cBhvr>
                                    </p:animEffect>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par>
                          <p:cTn id="56" fill="hold">
                            <p:stCondLst>
                              <p:cond delay="4500"/>
                            </p:stCondLst>
                            <p:childTnLst>
                              <p:par>
                                <p:cTn id="57" presetID="4" presetClass="entr" presetSubtype="16" fill="hold" grpId="0" nodeType="afterEffect">
                                  <p:stCondLst>
                                    <p:cond delay="0"/>
                                  </p:stCondLst>
                                  <p:childTnLst>
                                    <p:set>
                                      <p:cBhvr>
                                        <p:cTn id="58" dur="1" fill="hold">
                                          <p:stCondLst>
                                            <p:cond delay="0"/>
                                          </p:stCondLst>
                                        </p:cTn>
                                        <p:tgtEl>
                                          <p:spTgt spid="914472"/>
                                        </p:tgtEl>
                                        <p:attrNameLst>
                                          <p:attrName>style.visibility</p:attrName>
                                        </p:attrNameLst>
                                      </p:cBhvr>
                                      <p:to>
                                        <p:strVal val="visible"/>
                                      </p:to>
                                    </p:set>
                                    <p:animEffect transition="in" filter="box(in)">
                                      <p:cBhvr>
                                        <p:cTn id="59" dur="500"/>
                                        <p:tgtEl>
                                          <p:spTgt spid="914472"/>
                                        </p:tgtEl>
                                      </p:cBhvr>
                                    </p:animEffect>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childTnLst>
                          </p:cTn>
                        </p:par>
                        <p:par>
                          <p:cTn id="60" fill="hold">
                            <p:stCondLst>
                              <p:cond delay="5000"/>
                            </p:stCondLst>
                            <p:childTnLst>
                              <p:par>
                                <p:cTn id="61" presetID="18" presetClass="entr" presetSubtype="3" fill="hold" nodeType="afterEffect">
                                  <p:stCondLst>
                                    <p:cond delay="0"/>
                                  </p:stCondLst>
                                  <p:childTnLst>
                                    <p:set>
                                      <p:cBhvr>
                                        <p:cTn id="62" dur="1" fill="hold">
                                          <p:stCondLst>
                                            <p:cond delay="0"/>
                                          </p:stCondLst>
                                        </p:cTn>
                                        <p:tgtEl>
                                          <p:spTgt spid="914486"/>
                                        </p:tgtEl>
                                        <p:attrNameLst>
                                          <p:attrName>style.visibility</p:attrName>
                                        </p:attrNameLst>
                                      </p:cBhvr>
                                      <p:to>
                                        <p:strVal val="visible"/>
                                      </p:to>
                                    </p:set>
                                    <p:animEffect transition="in" filter="strips(upRight)">
                                      <p:cBhvr>
                                        <p:cTn id="63" dur="500"/>
                                        <p:tgtEl>
                                          <p:spTgt spid="914486"/>
                                        </p:tgtEl>
                                      </p:cBhvr>
                                    </p:animEffect>
                                  </p:childTnLst>
                                  <p:subTnLs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childTnLst>
                          </p:cTn>
                        </p:par>
                        <p:par>
                          <p:cTn id="64" fill="hold">
                            <p:stCondLst>
                              <p:cond delay="5500"/>
                            </p:stCondLst>
                            <p:childTnLst>
                              <p:par>
                                <p:cTn id="65" presetID="18" presetClass="entr" presetSubtype="6" fill="hold" nodeType="afterEffect">
                                  <p:stCondLst>
                                    <p:cond delay="0"/>
                                  </p:stCondLst>
                                  <p:childTnLst>
                                    <p:set>
                                      <p:cBhvr>
                                        <p:cTn id="66" dur="1" fill="hold">
                                          <p:stCondLst>
                                            <p:cond delay="0"/>
                                          </p:stCondLst>
                                        </p:cTn>
                                        <p:tgtEl>
                                          <p:spTgt spid="914488"/>
                                        </p:tgtEl>
                                        <p:attrNameLst>
                                          <p:attrName>style.visibility</p:attrName>
                                        </p:attrNameLst>
                                      </p:cBhvr>
                                      <p:to>
                                        <p:strVal val="visible"/>
                                      </p:to>
                                    </p:set>
                                    <p:animEffect transition="in" filter="strips(downRight)">
                                      <p:cBhvr>
                                        <p:cTn id="67" dur="500"/>
                                        <p:tgtEl>
                                          <p:spTgt spid="914488"/>
                                        </p:tgtEl>
                                      </p:cBhvr>
                                    </p:animEffect>
                                  </p:childTnLst>
                                  <p:subTnLst>
                                    <p:audio>
                                      <p:cMediaNode>
                                        <p:cTn display="0" masterRel="sameClick">
                                          <p:stCondLst>
                                            <p:cond evt="begin" delay="0">
                                              <p:tn val="65"/>
                                            </p:cond>
                                          </p:stCondLst>
                                          <p:endCondLst>
                                            <p:cond evt="onStopAudio" delay="0">
                                              <p:tgtEl>
                                                <p:sldTgt/>
                                              </p:tgtEl>
                                            </p:cond>
                                          </p:endCondLst>
                                        </p:cTn>
                                        <p:tgtEl>
                                          <p:sndTgt r:embed="rId3" name="camera.wav"/>
                                        </p:tgtEl>
                                      </p:cMediaNode>
                                    </p:audio>
                                  </p:subTnLst>
                                </p:cTn>
                              </p:par>
                            </p:childTnLst>
                          </p:cTn>
                        </p:par>
                      </p:childTnLst>
                    </p:cTn>
                  </p:par>
                  <p:par>
                    <p:cTn id="68" fill="hold">
                      <p:stCondLst>
                        <p:cond delay="indefinite"/>
                      </p:stCondLst>
                      <p:childTnLst>
                        <p:par>
                          <p:cTn id="69" fill="hold">
                            <p:stCondLst>
                              <p:cond delay="0"/>
                            </p:stCondLst>
                            <p:childTnLst>
                              <p:par>
                                <p:cTn id="70" presetID="2" presetClass="entr" presetSubtype="8" fill="hold" grpId="0" nodeType="clickEffect">
                                  <p:stCondLst>
                                    <p:cond delay="0"/>
                                  </p:stCondLst>
                                  <p:childTnLst>
                                    <p:set>
                                      <p:cBhvr>
                                        <p:cTn id="71" dur="1" fill="hold">
                                          <p:stCondLst>
                                            <p:cond delay="0"/>
                                          </p:stCondLst>
                                        </p:cTn>
                                        <p:tgtEl>
                                          <p:spTgt spid="914441"/>
                                        </p:tgtEl>
                                        <p:attrNameLst>
                                          <p:attrName>style.visibility</p:attrName>
                                        </p:attrNameLst>
                                      </p:cBhvr>
                                      <p:to>
                                        <p:strVal val="visible"/>
                                      </p:to>
                                    </p:set>
                                    <p:anim calcmode="lin" valueType="num">
                                      <p:cBhvr additive="base">
                                        <p:cTn id="72" dur="500" fill="hold"/>
                                        <p:tgtEl>
                                          <p:spTgt spid="914441"/>
                                        </p:tgtEl>
                                        <p:attrNameLst>
                                          <p:attrName>ppt_x</p:attrName>
                                        </p:attrNameLst>
                                      </p:cBhvr>
                                      <p:tavLst>
                                        <p:tav tm="0">
                                          <p:val>
                                            <p:strVal val="0-#ppt_w/2"/>
                                          </p:val>
                                        </p:tav>
                                        <p:tav tm="100000">
                                          <p:val>
                                            <p:strVal val="#ppt_x"/>
                                          </p:val>
                                        </p:tav>
                                      </p:tavLst>
                                    </p:anim>
                                    <p:anim calcmode="lin" valueType="num">
                                      <p:cBhvr additive="base">
                                        <p:cTn id="73" dur="500" fill="hold"/>
                                        <p:tgtEl>
                                          <p:spTgt spid="91444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0"/>
                                            </p:cond>
                                          </p:stCondLst>
                                          <p:endCondLst>
                                            <p:cond evt="onStopAudio" delay="0">
                                              <p:tgtEl>
                                                <p:sldTgt/>
                                              </p:tgtEl>
                                            </p:cond>
                                          </p:endCondLst>
                                        </p:cTn>
                                        <p:tgtEl>
                                          <p:sndTgt r:embed="rId4" name="whoosh.wav"/>
                                        </p:tgtEl>
                                      </p:cMediaNode>
                                    </p:audio>
                                  </p:subTnLst>
                                </p:cTn>
                              </p:par>
                            </p:childTnLst>
                          </p:cTn>
                        </p:par>
                      </p:childTnLst>
                    </p:cTn>
                  </p:par>
                  <p:par>
                    <p:cTn id="74" fill="hold">
                      <p:stCondLst>
                        <p:cond delay="indefinite"/>
                      </p:stCondLst>
                      <p:childTnLst>
                        <p:par>
                          <p:cTn id="75" fill="hold">
                            <p:stCondLst>
                              <p:cond delay="0"/>
                            </p:stCondLst>
                            <p:childTnLst>
                              <p:par>
                                <p:cTn id="76" presetID="4" presetClass="entr" presetSubtype="32" fill="hold" grpId="0" nodeType="clickEffect">
                                  <p:stCondLst>
                                    <p:cond delay="0"/>
                                  </p:stCondLst>
                                  <p:childTnLst>
                                    <p:set>
                                      <p:cBhvr>
                                        <p:cTn id="77" dur="1" fill="hold">
                                          <p:stCondLst>
                                            <p:cond delay="0"/>
                                          </p:stCondLst>
                                        </p:cTn>
                                        <p:tgtEl>
                                          <p:spTgt spid="914481"/>
                                        </p:tgtEl>
                                        <p:attrNameLst>
                                          <p:attrName>style.visibility</p:attrName>
                                        </p:attrNameLst>
                                      </p:cBhvr>
                                      <p:to>
                                        <p:strVal val="visible"/>
                                      </p:to>
                                    </p:set>
                                    <p:animEffect transition="in" filter="box(out)">
                                      <p:cBhvr>
                                        <p:cTn id="78" dur="500"/>
                                        <p:tgtEl>
                                          <p:spTgt spid="914481"/>
                                        </p:tgtEl>
                                      </p:cBhvr>
                                    </p:animEffect>
                                  </p:childTnLst>
                                  <p:subTnLst>
                                    <p:audio>
                                      <p:cMediaNode>
                                        <p:cTn display="0" masterRel="sameClick">
                                          <p:stCondLst>
                                            <p:cond evt="begin" delay="0">
                                              <p:tn val="76"/>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4434" grpId="0"/>
      <p:bldP spid="914438" grpId="0"/>
      <p:bldP spid="914439" grpId="0" animBg="1" autoUpdateAnimBg="0"/>
      <p:bldP spid="914440" grpId="0"/>
      <p:bldP spid="914441" grpId="0" animBg="1"/>
      <p:bldP spid="914460" grpId="0" animBg="1"/>
      <p:bldP spid="914462" grpId="0" animBg="1"/>
      <p:bldP spid="914468" grpId="0" animBg="1"/>
      <p:bldP spid="914469" grpId="0" animBg="1"/>
      <p:bldP spid="914470" grpId="0" animBg="1"/>
      <p:bldP spid="914471" grpId="0" animBg="1"/>
      <p:bldP spid="914472" grpId="0" animBg="1"/>
      <p:bldP spid="914478" grpId="0" animBg="1"/>
      <p:bldP spid="914481"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6485" name="Rectangle 5"/>
          <p:cNvSpPr>
            <a:spLocks noChangeArrowheads="1"/>
          </p:cNvSpPr>
          <p:nvPr/>
        </p:nvSpPr>
        <p:spPr bwMode="auto">
          <a:xfrm>
            <a:off x="599142" y="260351"/>
            <a:ext cx="6288087" cy="519113"/>
          </a:xfrm>
          <a:prstGeom prst="rect">
            <a:avLst/>
          </a:prstGeom>
          <a:noFill/>
          <a:ln w="9525">
            <a:noFill/>
            <a:miter lim="800000"/>
            <a:headEnd/>
            <a:tailEnd/>
          </a:ln>
          <a:effectLst/>
        </p:spPr>
        <p:txBody>
          <a:bodyPr wrap="none" anchor="ctr">
            <a:spAutoFit/>
          </a:bodyPr>
          <a:lstStyle/>
          <a:p>
            <a:r>
              <a:rPr lang="en-US" altLang="zh-CN" sz="2800" b="1" dirty="0">
                <a:solidFill>
                  <a:srgbClr val="D60093"/>
                </a:solidFill>
                <a:effectLst>
                  <a:outerShdw blurRad="38100" dist="38100" dir="2700000" algn="tl">
                    <a:srgbClr val="000000"/>
                  </a:outerShdw>
                </a:effectLst>
                <a:latin typeface="+mn-lt"/>
                <a:ea typeface="隶书" pitchFamily="49" charset="-122"/>
              </a:rPr>
              <a:t>【</a:t>
            </a:r>
            <a:r>
              <a:rPr lang="zh-CN" altLang="en-US" sz="2800" b="1" dirty="0">
                <a:solidFill>
                  <a:srgbClr val="D60093"/>
                </a:solidFill>
                <a:effectLst>
                  <a:outerShdw blurRad="38100" dist="38100" dir="2700000" algn="tl">
                    <a:srgbClr val="000000"/>
                  </a:outerShdw>
                </a:effectLst>
                <a:latin typeface="+mn-lt"/>
                <a:ea typeface="隶书" pitchFamily="49" charset="-122"/>
              </a:rPr>
              <a:t>例</a:t>
            </a:r>
            <a:r>
              <a:rPr lang="en-US" altLang="zh-CN" sz="2800" b="1" dirty="0">
                <a:solidFill>
                  <a:srgbClr val="D60093"/>
                </a:solidFill>
                <a:effectLst>
                  <a:outerShdw blurRad="38100" dist="38100" dir="2700000" algn="tl">
                    <a:srgbClr val="000000"/>
                  </a:outerShdw>
                </a:effectLst>
                <a:latin typeface="+mn-lt"/>
                <a:ea typeface="隶书" pitchFamily="49" charset="-122"/>
              </a:rPr>
              <a:t>】 </a:t>
            </a:r>
            <a:r>
              <a:rPr lang="zh-CN" altLang="en-US" sz="2800" b="1" dirty="0">
                <a:solidFill>
                  <a:srgbClr val="D60093"/>
                </a:solidFill>
                <a:effectLst>
                  <a:outerShdw blurRad="38100" dist="38100" dir="2700000" algn="tl">
                    <a:srgbClr val="000000"/>
                  </a:outerShdw>
                </a:effectLst>
                <a:latin typeface="+mn-lt"/>
                <a:ea typeface="隶书" pitchFamily="49" charset="-122"/>
              </a:rPr>
              <a:t>用</a:t>
            </a:r>
            <a:r>
              <a:rPr lang="en-US" altLang="zh-CN" sz="2800" b="1" dirty="0">
                <a:solidFill>
                  <a:srgbClr val="D60093"/>
                </a:solidFill>
                <a:effectLst>
                  <a:outerShdw blurRad="38100" dist="38100" dir="2700000" algn="tl">
                    <a:srgbClr val="000000"/>
                  </a:outerShdw>
                </a:effectLst>
                <a:latin typeface="+mn-lt"/>
                <a:ea typeface="隶书" pitchFamily="49" charset="-122"/>
              </a:rPr>
              <a:t>for</a:t>
            </a:r>
            <a:r>
              <a:rPr lang="zh-CN" altLang="en-US" sz="2800" b="1" dirty="0">
                <a:solidFill>
                  <a:srgbClr val="D60093"/>
                </a:solidFill>
                <a:effectLst>
                  <a:outerShdw blurRad="38100" dist="38100" dir="2700000" algn="tl">
                    <a:srgbClr val="000000"/>
                  </a:outerShdw>
                </a:effectLst>
                <a:latin typeface="+mn-lt"/>
                <a:ea typeface="隶书" pitchFamily="49" charset="-122"/>
              </a:rPr>
              <a:t>语句求</a:t>
            </a:r>
            <a:r>
              <a:rPr lang="en-US" altLang="zh-CN" sz="2800" b="1" dirty="0">
                <a:solidFill>
                  <a:srgbClr val="D60093"/>
                </a:solidFill>
                <a:effectLst>
                  <a:outerShdw blurRad="38100" dist="38100" dir="2700000" algn="tl">
                    <a:srgbClr val="000000"/>
                  </a:outerShdw>
                </a:effectLst>
                <a:latin typeface="+mn-lt"/>
                <a:ea typeface="隶书" pitchFamily="49" charset="-122"/>
              </a:rPr>
              <a:t>1</a:t>
            </a:r>
            <a:r>
              <a:rPr lang="en-US" altLang="en-US" b="1" dirty="0">
                <a:solidFill>
                  <a:srgbClr val="D60093"/>
                </a:solidFill>
                <a:effectLst>
                  <a:outerShdw blurRad="38100" dist="38100" dir="2700000" algn="tl">
                    <a:srgbClr val="000000"/>
                  </a:outerShdw>
                </a:effectLst>
                <a:latin typeface="+mn-lt"/>
              </a:rPr>
              <a:t>～</a:t>
            </a:r>
            <a:r>
              <a:rPr lang="en-US" altLang="zh-CN" sz="2800" b="1" dirty="0">
                <a:solidFill>
                  <a:srgbClr val="D60093"/>
                </a:solidFill>
                <a:effectLst>
                  <a:outerShdw blurRad="38100" dist="38100" dir="2700000" algn="tl">
                    <a:srgbClr val="000000"/>
                  </a:outerShdw>
                </a:effectLst>
                <a:latin typeface="+mn-lt"/>
                <a:ea typeface="隶书" pitchFamily="49" charset="-122"/>
              </a:rPr>
              <a:t>100</a:t>
            </a:r>
            <a:r>
              <a:rPr lang="zh-CN" altLang="en-US" sz="2800" b="1" dirty="0">
                <a:solidFill>
                  <a:srgbClr val="D60093"/>
                </a:solidFill>
                <a:effectLst>
                  <a:outerShdw blurRad="38100" dist="38100" dir="2700000" algn="tl">
                    <a:srgbClr val="000000"/>
                  </a:outerShdw>
                </a:effectLst>
                <a:latin typeface="+mn-lt"/>
                <a:ea typeface="隶书" pitchFamily="49" charset="-122"/>
              </a:rPr>
              <a:t>的累计和。</a:t>
            </a:r>
            <a:r>
              <a:rPr lang="zh-CN" altLang="en-US" dirty="0">
                <a:latin typeface="+mn-lt"/>
              </a:rPr>
              <a:t> </a:t>
            </a:r>
          </a:p>
        </p:txBody>
      </p:sp>
      <p:sp>
        <p:nvSpPr>
          <p:cNvPr id="916486" name="Rectangle 6" descr="信纸"/>
          <p:cNvSpPr>
            <a:spLocks noChangeArrowheads="1"/>
          </p:cNvSpPr>
          <p:nvPr/>
        </p:nvSpPr>
        <p:spPr bwMode="auto">
          <a:xfrm>
            <a:off x="988054" y="1214422"/>
            <a:ext cx="5899175" cy="4832092"/>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190500">
              <a:tabLst>
                <a:tab pos="800100" algn="l"/>
              </a:tabLst>
            </a:pPr>
            <a:r>
              <a:rPr lang="en-US" altLang="zh-CN" sz="2800" b="1" dirty="0">
                <a:effectLst>
                  <a:outerShdw blurRad="38100" dist="38100" dir="2700000" algn="tl">
                    <a:srgbClr val="FFFFFF"/>
                  </a:outerShdw>
                </a:effectLst>
              </a:rPr>
              <a:t>#include &lt;</a:t>
            </a:r>
            <a:r>
              <a:rPr lang="en-US" altLang="zh-CN" sz="2800" b="1" dirty="0" err="1">
                <a:effectLst>
                  <a:outerShdw blurRad="38100" dist="38100" dir="2700000" algn="tl">
                    <a:srgbClr val="FFFFFF"/>
                  </a:outerShdw>
                </a:effectLst>
              </a:rPr>
              <a:t>stdio.h</a:t>
            </a:r>
            <a:r>
              <a:rPr lang="en-US" altLang="zh-CN" sz="2800" b="1" dirty="0">
                <a:effectLst>
                  <a:outerShdw blurRad="38100" dist="38100" dir="2700000" algn="tl">
                    <a:srgbClr val="FFFFFF"/>
                  </a:outerShdw>
                </a:effectLst>
              </a:rPr>
              <a:t>&gt;</a:t>
            </a:r>
          </a:p>
          <a:p>
            <a:pPr indent="190500">
              <a:tabLst>
                <a:tab pos="800100" algn="l"/>
              </a:tabLst>
            </a:pPr>
            <a:endParaRPr lang="en-US" altLang="zh-CN" sz="2800" b="1" dirty="0">
              <a:effectLst>
                <a:outerShdw blurRad="38100" dist="38100" dir="2700000" algn="tl">
                  <a:srgbClr val="FFFFFF"/>
                </a:outerShdw>
              </a:effectLst>
            </a:endParaRPr>
          </a:p>
          <a:p>
            <a:pPr indent="190500">
              <a:tabLst>
                <a:tab pos="800100" algn="l"/>
              </a:tabLst>
            </a:pPr>
            <a:r>
              <a:rPr lang="en-US" altLang="zh-CN" sz="2800" b="1" dirty="0" err="1">
                <a:solidFill>
                  <a:srgbClr val="CC3300"/>
                </a:solidFill>
                <a:effectLst>
                  <a:outerShdw blurRad="38100" dist="38100" dir="2700000" algn="tl">
                    <a:srgbClr val="000000"/>
                  </a:outerShdw>
                </a:effectLst>
              </a:rPr>
              <a:t>int</a:t>
            </a:r>
            <a:r>
              <a:rPr lang="en-US" altLang="zh-CN" sz="2800" b="1" dirty="0">
                <a:solidFill>
                  <a:srgbClr val="CC3300"/>
                </a:solidFill>
                <a:effectLst>
                  <a:outerShdw blurRad="38100" dist="38100" dir="2700000" algn="tl">
                    <a:srgbClr val="000000"/>
                  </a:outerShdw>
                </a:effectLst>
              </a:rPr>
              <a:t> main ( )</a:t>
            </a:r>
          </a:p>
          <a:p>
            <a:pPr indent="190500">
              <a:tabLst>
                <a:tab pos="800100" algn="l"/>
              </a:tabLst>
            </a:pPr>
            <a:r>
              <a:rPr lang="en-US" altLang="zh-CN" sz="2800" b="1" dirty="0">
                <a:effectLst>
                  <a:outerShdw blurRad="38100" dist="38100" dir="2700000" algn="tl">
                    <a:srgbClr val="FFFFFF"/>
                  </a:outerShdw>
                </a:effectLst>
              </a:rPr>
              <a:t>{</a:t>
            </a:r>
          </a:p>
          <a:p>
            <a:pPr indent="190500">
              <a:tabLst>
                <a:tab pos="800100" algn="l"/>
              </a:tabLst>
            </a:pPr>
            <a:r>
              <a:rPr lang="en-US" altLang="zh-CN" sz="2800" b="1" dirty="0">
                <a:effectLst>
                  <a:outerShdw blurRad="38100" dist="38100" dir="2700000" algn="tl">
                    <a:srgbClr val="FFFFFF"/>
                  </a:outerShdw>
                </a:effectLst>
              </a:rPr>
              <a:t>  </a:t>
            </a:r>
            <a:r>
              <a:rPr lang="en-US" altLang="zh-CN" sz="2800" b="1" dirty="0" err="1">
                <a:effectLst>
                  <a:outerShdw blurRad="38100" dist="38100" dir="2700000" algn="tl">
                    <a:srgbClr val="FFFFFF"/>
                  </a:outerShdw>
                </a:effectLst>
              </a:rPr>
              <a:t>int</a:t>
            </a:r>
            <a:r>
              <a:rPr lang="en-US" altLang="zh-CN" sz="2800" b="1" dirty="0">
                <a:effectLst>
                  <a:outerShdw blurRad="38100" dist="38100" dir="2700000" algn="tl">
                    <a:srgbClr val="FFFFFF"/>
                  </a:outerShdw>
                </a:effectLst>
              </a:rPr>
              <a:t> </a:t>
            </a:r>
            <a:r>
              <a:rPr lang="en-US" altLang="zh-CN" sz="2800" b="1" dirty="0" err="1">
                <a:effectLst>
                  <a:outerShdw blurRad="38100" dist="38100" dir="2700000" algn="tl">
                    <a:srgbClr val="FFFFFF"/>
                  </a:outerShdw>
                </a:effectLst>
              </a:rPr>
              <a:t>i</a:t>
            </a:r>
            <a:r>
              <a:rPr lang="en-US" altLang="zh-CN" sz="2800" b="1" dirty="0">
                <a:effectLst>
                  <a:outerShdw blurRad="38100" dist="38100" dir="2700000" algn="tl">
                    <a:srgbClr val="FFFFFF"/>
                  </a:outerShdw>
                </a:effectLst>
              </a:rPr>
              <a:t> , sum = 0; </a:t>
            </a:r>
          </a:p>
          <a:p>
            <a:pPr indent="190500">
              <a:tabLst>
                <a:tab pos="800100" algn="l"/>
              </a:tabLst>
            </a:pPr>
            <a:r>
              <a:rPr lang="en-US" altLang="zh-CN" sz="2800" b="1" dirty="0">
                <a:effectLst>
                  <a:outerShdw blurRad="38100" dist="38100" dir="2700000" algn="tl">
                    <a:srgbClr val="FFFFFF"/>
                  </a:outerShdw>
                </a:effectLst>
              </a:rPr>
              <a:t>	</a:t>
            </a:r>
          </a:p>
          <a:p>
            <a:pPr indent="190500">
              <a:tabLst>
                <a:tab pos="800100" algn="l"/>
              </a:tabLst>
            </a:pPr>
            <a:r>
              <a:rPr lang="en-US" altLang="zh-CN" sz="2800" b="1" dirty="0">
                <a:effectLst>
                  <a:outerShdw blurRad="38100" dist="38100" dir="2700000" algn="tl">
                    <a:srgbClr val="FFFFFF"/>
                  </a:outerShdw>
                </a:effectLst>
              </a:rPr>
              <a:t>  for (</a:t>
            </a:r>
            <a:r>
              <a:rPr lang="en-US" altLang="zh-CN" sz="2800" b="1" dirty="0" err="1">
                <a:effectLst>
                  <a:outerShdw blurRad="38100" dist="38100" dir="2700000" algn="tl">
                    <a:srgbClr val="FFFFFF"/>
                  </a:outerShdw>
                </a:effectLst>
              </a:rPr>
              <a:t>i</a:t>
            </a:r>
            <a:r>
              <a:rPr lang="en-US" altLang="zh-CN" sz="2800" b="1" dirty="0">
                <a:effectLst>
                  <a:outerShdw blurRad="38100" dist="38100" dir="2700000" algn="tl">
                    <a:srgbClr val="FFFFFF"/>
                  </a:outerShdw>
                </a:effectLst>
              </a:rPr>
              <a:t> = 1; </a:t>
            </a:r>
            <a:r>
              <a:rPr lang="en-US" altLang="zh-CN" sz="2800" b="1" dirty="0" err="1">
                <a:effectLst>
                  <a:outerShdw blurRad="38100" dist="38100" dir="2700000" algn="tl">
                    <a:srgbClr val="FFFFFF"/>
                  </a:outerShdw>
                </a:effectLst>
              </a:rPr>
              <a:t>i</a:t>
            </a:r>
            <a:r>
              <a:rPr lang="en-US" altLang="zh-CN" sz="2800" b="1" dirty="0">
                <a:effectLst>
                  <a:outerShdw blurRad="38100" dist="38100" dir="2700000" algn="tl">
                    <a:srgbClr val="FFFFFF"/>
                  </a:outerShdw>
                </a:effectLst>
              </a:rPr>
              <a:t> &lt;= 100; </a:t>
            </a:r>
            <a:r>
              <a:rPr lang="en-US" altLang="zh-CN" sz="2800" b="1" dirty="0" err="1">
                <a:effectLst>
                  <a:outerShdw blurRad="38100" dist="38100" dir="2700000" algn="tl">
                    <a:srgbClr val="FFFFFF"/>
                  </a:outerShdw>
                </a:effectLst>
              </a:rPr>
              <a:t>i</a:t>
            </a:r>
            <a:r>
              <a:rPr lang="en-US" altLang="zh-CN" sz="2800" b="1" dirty="0">
                <a:effectLst>
                  <a:outerShdw blurRad="38100" dist="38100" dir="2700000" algn="tl">
                    <a:srgbClr val="FFFFFF"/>
                  </a:outerShdw>
                </a:effectLst>
              </a:rPr>
              <a:t>++)     </a:t>
            </a:r>
          </a:p>
          <a:p>
            <a:pPr indent="190500">
              <a:tabLst>
                <a:tab pos="800100" algn="l"/>
              </a:tabLst>
            </a:pPr>
            <a:r>
              <a:rPr lang="en-US" altLang="zh-CN" sz="2800" b="1" dirty="0">
                <a:effectLst>
                  <a:outerShdw blurRad="38100" dist="38100" dir="2700000" algn="tl">
                    <a:srgbClr val="FFFFFF"/>
                  </a:outerShdw>
                </a:effectLst>
              </a:rPr>
              <a:t>      sum += </a:t>
            </a:r>
            <a:r>
              <a:rPr lang="en-US" altLang="zh-CN" sz="2800" b="1" dirty="0" err="1">
                <a:effectLst>
                  <a:outerShdw blurRad="38100" dist="38100" dir="2700000" algn="tl">
                    <a:srgbClr val="FFFFFF"/>
                  </a:outerShdw>
                </a:effectLst>
              </a:rPr>
              <a:t>i</a:t>
            </a:r>
            <a:r>
              <a:rPr lang="en-US" altLang="zh-CN" sz="2800" b="1" dirty="0">
                <a:effectLst>
                  <a:outerShdw blurRad="38100" dist="38100" dir="2700000" algn="tl">
                    <a:srgbClr val="FFFFFF"/>
                  </a:outerShdw>
                </a:effectLst>
              </a:rPr>
              <a:t>;	   </a:t>
            </a:r>
          </a:p>
          <a:p>
            <a:pPr indent="190500">
              <a:tabLst>
                <a:tab pos="800100" algn="l"/>
              </a:tabLst>
            </a:pPr>
            <a:r>
              <a:rPr lang="en-US" altLang="zh-CN" sz="2800" b="1" dirty="0">
                <a:effectLst>
                  <a:outerShdw blurRad="38100" dist="38100" dir="2700000" algn="tl">
                    <a:srgbClr val="FFFFFF"/>
                  </a:outerShdw>
                </a:effectLst>
              </a:rPr>
              <a:t>  </a:t>
            </a:r>
            <a:r>
              <a:rPr lang="en-US" altLang="zh-CN" sz="2800" b="1" dirty="0" err="1">
                <a:effectLst>
                  <a:outerShdw blurRad="38100" dist="38100" dir="2700000" algn="tl">
                    <a:srgbClr val="FFFFFF"/>
                  </a:outerShdw>
                </a:effectLst>
              </a:rPr>
              <a:t>printf</a:t>
            </a:r>
            <a:r>
              <a:rPr lang="en-US" altLang="zh-CN" sz="2800" b="1" dirty="0">
                <a:effectLst>
                  <a:outerShdw blurRad="38100" dist="38100" dir="2700000" algn="tl">
                    <a:srgbClr val="FFFFFF"/>
                  </a:outerShdw>
                </a:effectLst>
              </a:rPr>
              <a:t> ("sum = %d\n", sum);</a:t>
            </a:r>
          </a:p>
          <a:p>
            <a:pPr indent="190500">
              <a:tabLst>
                <a:tab pos="800100" algn="l"/>
              </a:tabLst>
            </a:pPr>
            <a:r>
              <a:rPr lang="en-US" altLang="zh-CN" sz="2800" b="1" dirty="0">
                <a:effectLst>
                  <a:outerShdw blurRad="38100" dist="38100" dir="2700000" algn="tl">
                    <a:srgbClr val="FFFFFF"/>
                  </a:outerShdw>
                </a:effectLst>
              </a:rPr>
              <a:t>  return 0;</a:t>
            </a:r>
          </a:p>
          <a:p>
            <a:pPr indent="190500">
              <a:tabLst>
                <a:tab pos="800100" algn="l"/>
              </a:tabLst>
            </a:pPr>
            <a:r>
              <a:rPr lang="en-US" altLang="zh-CN" sz="2800" b="1" dirty="0">
                <a:effectLst>
                  <a:outerShdw blurRad="38100" dist="38100" dir="2700000" algn="tl">
                    <a:srgbClr val="FFFFFF"/>
                  </a:outerShdw>
                </a:effectLst>
              </a:rPr>
              <a:t>}</a:t>
            </a:r>
          </a:p>
        </p:txBody>
      </p:sp>
      <p:sp>
        <p:nvSpPr>
          <p:cNvPr id="916487" name="Text Box 7"/>
          <p:cNvSpPr txBox="1">
            <a:spLocks noChangeArrowheads="1"/>
          </p:cNvSpPr>
          <p:nvPr/>
        </p:nvSpPr>
        <p:spPr bwMode="auto">
          <a:xfrm>
            <a:off x="7391152" y="5182914"/>
            <a:ext cx="2881312" cy="863600"/>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r>
              <a:rPr lang="zh-CN" altLang="en-US" b="1">
                <a:solidFill>
                  <a:srgbClr val="FF3300"/>
                </a:solidFill>
                <a:effectLst>
                  <a:outerShdw blurRad="38100" dist="38100" dir="2700000" algn="tl">
                    <a:srgbClr val="C0C0C0"/>
                  </a:outerShdw>
                </a:effectLst>
                <a:ea typeface="隶书" pitchFamily="49" charset="-122"/>
              </a:rPr>
              <a:t>运行结果：</a:t>
            </a:r>
          </a:p>
          <a:p>
            <a:pPr algn="just"/>
            <a:r>
              <a:rPr lang="en-US" altLang="zh-CN" b="1">
                <a:solidFill>
                  <a:srgbClr val="0033CC"/>
                </a:solidFill>
                <a:effectLst>
                  <a:outerShdw blurRad="38100" dist="38100" dir="2700000" algn="tl">
                    <a:srgbClr val="C0C0C0"/>
                  </a:outerShdw>
                </a:effectLst>
              </a:rPr>
              <a:t>sum = 5050</a:t>
            </a:r>
          </a:p>
        </p:txBody>
      </p:sp>
      <p:sp>
        <p:nvSpPr>
          <p:cNvPr id="916488" name="Rectangle 8"/>
          <p:cNvSpPr>
            <a:spLocks noChangeArrowheads="1"/>
          </p:cNvSpPr>
          <p:nvPr/>
        </p:nvSpPr>
        <p:spPr bwMode="auto">
          <a:xfrm>
            <a:off x="1430209" y="3778250"/>
            <a:ext cx="3743325" cy="935037"/>
          </a:xfrm>
          <a:prstGeom prst="rect">
            <a:avLst/>
          </a:prstGeom>
          <a:noFill/>
          <a:ln w="38100">
            <a:solidFill>
              <a:srgbClr val="FF000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grpSp>
        <p:nvGrpSpPr>
          <p:cNvPr id="916489" name="Group 9"/>
          <p:cNvGrpSpPr>
            <a:grpSpLocks/>
          </p:cNvGrpSpPr>
          <p:nvPr/>
        </p:nvGrpSpPr>
        <p:grpSpPr bwMode="auto">
          <a:xfrm>
            <a:off x="-12047" y="0"/>
            <a:ext cx="446088" cy="6858000"/>
            <a:chOff x="0" y="0"/>
            <a:chExt cx="281" cy="4320"/>
          </a:xfrm>
        </p:grpSpPr>
        <p:sp>
          <p:nvSpPr>
            <p:cNvPr id="916490" name="Text Box 1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16491" name="Text Box 1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16486"/>
                                        </p:tgtEl>
                                        <p:attrNameLst>
                                          <p:attrName>style.visibility</p:attrName>
                                        </p:attrNameLst>
                                      </p:cBhvr>
                                      <p:to>
                                        <p:strVal val="visible"/>
                                      </p:to>
                                    </p:set>
                                    <p:animEffect transition="in" filter="box(out)">
                                      <p:cBhvr>
                                        <p:cTn id="7" dur="500"/>
                                        <p:tgtEl>
                                          <p:spTgt spid="916486"/>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par>
                          <p:cTn id="8" fill="hold">
                            <p:stCondLst>
                              <p:cond delay="500"/>
                            </p:stCondLst>
                            <p:childTnLst>
                              <p:par>
                                <p:cTn id="9" presetID="18" presetClass="entr" presetSubtype="12" fill="hold" grpId="0" nodeType="afterEffect">
                                  <p:stCondLst>
                                    <p:cond delay="0"/>
                                  </p:stCondLst>
                                  <p:childTnLst>
                                    <p:set>
                                      <p:cBhvr>
                                        <p:cTn id="10" dur="1" fill="hold">
                                          <p:stCondLst>
                                            <p:cond delay="0"/>
                                          </p:stCondLst>
                                        </p:cTn>
                                        <p:tgtEl>
                                          <p:spTgt spid="916488"/>
                                        </p:tgtEl>
                                        <p:attrNameLst>
                                          <p:attrName>style.visibility</p:attrName>
                                        </p:attrNameLst>
                                      </p:cBhvr>
                                      <p:to>
                                        <p:strVal val="visible"/>
                                      </p:to>
                                    </p:set>
                                    <p:animEffect transition="in" filter="strips(downLeft)">
                                      <p:cBhvr>
                                        <p:cTn id="11" dur="500"/>
                                        <p:tgtEl>
                                          <p:spTgt spid="916488"/>
                                        </p:tgtEl>
                                      </p:cBhvr>
                                    </p:animEffect>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childTnLst>
                          </p:cTn>
                        </p:par>
                      </p:childTnLst>
                    </p:cTn>
                  </p:par>
                  <p:par>
                    <p:cTn id="12" fill="hold">
                      <p:stCondLst>
                        <p:cond delay="indefinite"/>
                      </p:stCondLst>
                      <p:childTnLst>
                        <p:par>
                          <p:cTn id="13" fill="hold">
                            <p:stCondLst>
                              <p:cond delay="0"/>
                            </p:stCondLst>
                            <p:childTnLst>
                              <p:par>
                                <p:cTn id="14" presetID="4" presetClass="entr" presetSubtype="32" fill="hold" grpId="0" nodeType="clickEffect">
                                  <p:stCondLst>
                                    <p:cond delay="0"/>
                                  </p:stCondLst>
                                  <p:childTnLst>
                                    <p:set>
                                      <p:cBhvr>
                                        <p:cTn id="15" dur="1" fill="hold">
                                          <p:stCondLst>
                                            <p:cond delay="0"/>
                                          </p:stCondLst>
                                        </p:cTn>
                                        <p:tgtEl>
                                          <p:spTgt spid="916487"/>
                                        </p:tgtEl>
                                        <p:attrNameLst>
                                          <p:attrName>style.visibility</p:attrName>
                                        </p:attrNameLst>
                                      </p:cBhvr>
                                      <p:to>
                                        <p:strVal val="visible"/>
                                      </p:to>
                                    </p:set>
                                    <p:animEffect transition="in" filter="box(out)">
                                      <p:cBhvr>
                                        <p:cTn id="16" dur="500"/>
                                        <p:tgtEl>
                                          <p:spTgt spid="916487"/>
                                        </p:tgtEl>
                                      </p:cBhvr>
                                    </p:animEffect>
                                  </p:childTnLst>
                                  <p:subTnLst>
                                    <p:audio>
                                      <p:cMediaNode>
                                        <p:cTn display="0" masterRel="sameClick">
                                          <p:stCondLst>
                                            <p:cond evt="begin" delay="0">
                                              <p:tn val="14"/>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6486" grpId="0" animBg="1"/>
      <p:bldP spid="916487" grpId="0" animBg="1"/>
      <p:bldP spid="91648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8533" name="Rectangle 5"/>
          <p:cNvSpPr>
            <a:spLocks noChangeArrowheads="1"/>
          </p:cNvSpPr>
          <p:nvPr/>
        </p:nvSpPr>
        <p:spPr bwMode="auto">
          <a:xfrm>
            <a:off x="815042" y="260350"/>
            <a:ext cx="4537075" cy="457200"/>
          </a:xfrm>
          <a:prstGeom prst="rect">
            <a:avLst/>
          </a:prstGeom>
          <a:noFill/>
          <a:ln w="9525">
            <a:noFill/>
            <a:miter lim="800000"/>
            <a:headEnd/>
            <a:tailEnd/>
          </a:ln>
          <a:effectLst/>
        </p:spPr>
        <p:txBody>
          <a:bodyPr anchor="ctr">
            <a:spAutoFit/>
          </a:bodyPr>
          <a:lstStyle/>
          <a:p>
            <a:pPr>
              <a:buFont typeface="Wingdings" pitchFamily="2" charset="2"/>
              <a:buChar char="Ø"/>
            </a:pPr>
            <a:r>
              <a:rPr lang="en-US" altLang="zh-CN" b="1" dirty="0">
                <a:solidFill>
                  <a:schemeClr val="accent1">
                    <a:lumMod val="50000"/>
                  </a:schemeClr>
                </a:solidFill>
                <a:effectLst>
                  <a:outerShdw blurRad="38100" dist="38100" dir="2700000" algn="tl">
                    <a:srgbClr val="000000"/>
                  </a:outerShdw>
                </a:effectLst>
                <a:latin typeface="+mn-lt"/>
                <a:ea typeface="隶书" pitchFamily="49" charset="-122"/>
              </a:rPr>
              <a:t>  </a:t>
            </a:r>
            <a:r>
              <a:rPr lang="en-US" altLang="zh-CN" b="1" dirty="0">
                <a:solidFill>
                  <a:srgbClr val="339933"/>
                </a:solidFill>
                <a:effectLst>
                  <a:outerShdw blurRad="38100" dist="38100" dir="2700000" algn="tl">
                    <a:srgbClr val="000000"/>
                  </a:outerShdw>
                </a:effectLst>
                <a:latin typeface="+mn-lt"/>
                <a:ea typeface="楷体" pitchFamily="49" charset="-122"/>
              </a:rPr>
              <a:t>for</a:t>
            </a:r>
            <a:r>
              <a:rPr lang="zh-CN" altLang="en-US" b="1" dirty="0">
                <a:solidFill>
                  <a:srgbClr val="339933"/>
                </a:solidFill>
                <a:effectLst>
                  <a:outerShdw blurRad="38100" dist="38100" dir="2700000" algn="tl">
                    <a:srgbClr val="000000"/>
                  </a:outerShdw>
                </a:effectLst>
                <a:latin typeface="+mn-lt"/>
                <a:ea typeface="楷体" pitchFamily="49" charset="-122"/>
              </a:rPr>
              <a:t>语句注意事项：</a:t>
            </a:r>
          </a:p>
        </p:txBody>
      </p:sp>
      <p:sp>
        <p:nvSpPr>
          <p:cNvPr id="918534" name="Rectangle 6" descr="信纸"/>
          <p:cNvSpPr>
            <a:spLocks noChangeArrowheads="1"/>
          </p:cNvSpPr>
          <p:nvPr/>
        </p:nvSpPr>
        <p:spPr bwMode="auto">
          <a:xfrm>
            <a:off x="1487488" y="1772816"/>
            <a:ext cx="9528216" cy="232092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400050"/>
            <a:r>
              <a:rPr lang="zh-CN" altLang="en-US" b="1">
                <a:solidFill>
                  <a:srgbClr val="D60093"/>
                </a:solidFill>
                <a:effectLst>
                  <a:outerShdw blurRad="38100" dist="38100" dir="2700000" algn="tl">
                    <a:srgbClr val="000000"/>
                  </a:outerShdw>
                </a:effectLst>
                <a:ea typeface="隶书" pitchFamily="49" charset="-122"/>
              </a:rPr>
              <a:t>例：计算</a:t>
            </a:r>
            <a:r>
              <a:rPr lang="en-US" altLang="zh-CN" b="1">
                <a:solidFill>
                  <a:srgbClr val="D60093"/>
                </a:solidFill>
                <a:effectLst>
                  <a:outerShdw blurRad="38100" dist="38100" dir="2700000" algn="tl">
                    <a:srgbClr val="000000"/>
                  </a:outerShdw>
                </a:effectLst>
              </a:rPr>
              <a:t>1*2+3*4+5*6+…+99*100</a:t>
            </a:r>
            <a:r>
              <a:rPr lang="zh-CN" altLang="en-US" b="1">
                <a:solidFill>
                  <a:srgbClr val="D60093"/>
                </a:solidFill>
                <a:effectLst>
                  <a:outerShdw blurRad="38100" dist="38100" dir="2700000" algn="tl">
                    <a:srgbClr val="000000"/>
                  </a:outerShdw>
                </a:effectLst>
              </a:rPr>
              <a:t>。</a:t>
            </a:r>
            <a:r>
              <a:rPr lang="zh-CN" altLang="en-US"/>
              <a:t> </a:t>
            </a:r>
            <a:endParaRPr lang="zh-CN" altLang="en-US" b="1">
              <a:effectLst>
                <a:outerShdw blurRad="38100" dist="38100" dir="2700000" algn="tl">
                  <a:srgbClr val="FFFFFF"/>
                </a:outerShdw>
              </a:effectLst>
            </a:endParaRPr>
          </a:p>
          <a:p>
            <a:pPr indent="400050"/>
            <a:r>
              <a:rPr lang="en-US" altLang="zh-CN" b="1">
                <a:effectLst>
                  <a:outerShdw blurRad="38100" dist="38100" dir="2700000" algn="tl">
                    <a:srgbClr val="FFFFFF"/>
                  </a:outerShdw>
                </a:effectLst>
              </a:rPr>
              <a:t>int i, j;</a:t>
            </a:r>
          </a:p>
          <a:p>
            <a:pPr indent="400050"/>
            <a:r>
              <a:rPr lang="en-US" altLang="zh-CN" b="1">
                <a:effectLst>
                  <a:outerShdw blurRad="38100" dist="38100" dir="2700000" algn="tl">
                    <a:srgbClr val="FFFFFF"/>
                  </a:outerShdw>
                </a:effectLst>
              </a:rPr>
              <a:t>long sum = 0;</a:t>
            </a:r>
          </a:p>
          <a:p>
            <a:pPr indent="400050"/>
            <a:r>
              <a:rPr lang="en-US" altLang="zh-CN" b="1">
                <a:effectLst>
                  <a:outerShdw blurRad="38100" dist="38100" dir="2700000" algn="tl">
                    <a:srgbClr val="FFFFFF"/>
                  </a:outerShdw>
                </a:effectLst>
              </a:rPr>
              <a:t>for ( i =1, j = 2; i &lt;= 99; i = i + 2, j = j + 2 )</a:t>
            </a:r>
          </a:p>
          <a:p>
            <a:pPr indent="400050"/>
            <a:r>
              <a:rPr lang="en-US" altLang="zh-CN" b="1">
                <a:effectLst>
                  <a:outerShdw blurRad="38100" dist="38100" dir="2700000" algn="tl">
                    <a:srgbClr val="FFFFFF"/>
                  </a:outerShdw>
                </a:effectLst>
              </a:rPr>
              <a:t>     sum += i *j;</a:t>
            </a:r>
          </a:p>
          <a:p>
            <a:pPr indent="400050"/>
            <a:r>
              <a:rPr lang="en-US" altLang="zh-CN" b="1">
                <a:effectLst>
                  <a:outerShdw blurRad="38100" dist="38100" dir="2700000" algn="tl">
                    <a:srgbClr val="FFFFFF"/>
                  </a:outerShdw>
                </a:effectLst>
              </a:rPr>
              <a:t>printf ("sum = %ld\n", sum);</a:t>
            </a:r>
          </a:p>
        </p:txBody>
      </p:sp>
      <p:sp>
        <p:nvSpPr>
          <p:cNvPr id="918535" name="Rectangle 7"/>
          <p:cNvSpPr>
            <a:spLocks noChangeArrowheads="1"/>
          </p:cNvSpPr>
          <p:nvPr/>
        </p:nvSpPr>
        <p:spPr bwMode="auto">
          <a:xfrm>
            <a:off x="559995" y="714357"/>
            <a:ext cx="11080621" cy="830997"/>
          </a:xfrm>
          <a:prstGeom prst="rect">
            <a:avLst/>
          </a:prstGeom>
          <a:noFill/>
          <a:ln w="9525">
            <a:noFill/>
            <a:miter lim="800000"/>
            <a:headEnd/>
            <a:tailEnd/>
          </a:ln>
          <a:effectLst/>
        </p:spPr>
        <p:txBody>
          <a:bodyPr wrap="square">
            <a:spAutoFit/>
          </a:bodyPr>
          <a:lstStyle/>
          <a:p>
            <a:r>
              <a:rPr lang="en-US" altLang="zh-CN" b="1" dirty="0">
                <a:effectLst>
                  <a:outerShdw blurRad="38100" dist="38100" dir="2700000" algn="tl">
                    <a:srgbClr val="FFFFFF"/>
                  </a:outerShdw>
                </a:effectLst>
                <a:latin typeface="+mn-lt"/>
                <a:ea typeface="楷体" pitchFamily="49" charset="-122"/>
              </a:rPr>
              <a:t>         (1) </a:t>
            </a:r>
            <a:r>
              <a:rPr lang="zh-CN" altLang="en-US" b="1" dirty="0">
                <a:effectLst>
                  <a:outerShdw blurRad="38100" dist="38100" dir="2700000" algn="tl">
                    <a:srgbClr val="FFFFFF"/>
                  </a:outerShdw>
                </a:effectLst>
                <a:latin typeface="+mn-lt"/>
                <a:ea typeface="楷体" pitchFamily="49" charset="-122"/>
              </a:rPr>
              <a:t>表达式</a:t>
            </a:r>
            <a:r>
              <a:rPr lang="en-US" altLang="zh-CN" b="1" dirty="0">
                <a:effectLst>
                  <a:outerShdw blurRad="38100" dist="38100" dir="2700000" algn="tl">
                    <a:srgbClr val="FFFFFF"/>
                  </a:outerShdw>
                </a:effectLst>
                <a:latin typeface="+mn-lt"/>
                <a:ea typeface="楷体" pitchFamily="49" charset="-122"/>
              </a:rPr>
              <a:t>1</a:t>
            </a:r>
            <a:r>
              <a:rPr lang="zh-CN" altLang="en-US" b="1" dirty="0">
                <a:effectLst>
                  <a:outerShdw blurRad="38100" dist="38100" dir="2700000" algn="tl">
                    <a:srgbClr val="FFFFFF"/>
                  </a:outerShdw>
                </a:effectLst>
                <a:latin typeface="+mn-lt"/>
                <a:ea typeface="楷体" pitchFamily="49" charset="-122"/>
              </a:rPr>
              <a:t>、表达式</a:t>
            </a:r>
            <a:r>
              <a:rPr lang="en-US" altLang="zh-CN" b="1" dirty="0">
                <a:effectLst>
                  <a:outerShdw blurRad="38100" dist="38100" dir="2700000" algn="tl">
                    <a:srgbClr val="FFFFFF"/>
                  </a:outerShdw>
                </a:effectLst>
                <a:latin typeface="+mn-lt"/>
                <a:ea typeface="楷体" pitchFamily="49" charset="-122"/>
              </a:rPr>
              <a:t>2</a:t>
            </a:r>
            <a:r>
              <a:rPr lang="zh-CN" altLang="en-US" b="1" dirty="0">
                <a:effectLst>
                  <a:outerShdw blurRad="38100" dist="38100" dir="2700000" algn="tl">
                    <a:srgbClr val="FFFFFF"/>
                  </a:outerShdw>
                </a:effectLst>
                <a:latin typeface="+mn-lt"/>
                <a:ea typeface="楷体" pitchFamily="49" charset="-122"/>
              </a:rPr>
              <a:t>、和表达式</a:t>
            </a:r>
            <a:r>
              <a:rPr lang="en-US" altLang="zh-CN" b="1" dirty="0">
                <a:effectLst>
                  <a:outerShdw blurRad="38100" dist="38100" dir="2700000" algn="tl">
                    <a:srgbClr val="FFFFFF"/>
                  </a:outerShdw>
                </a:effectLst>
                <a:latin typeface="+mn-lt"/>
                <a:ea typeface="楷体" pitchFamily="49" charset="-122"/>
              </a:rPr>
              <a:t>3</a:t>
            </a:r>
            <a:r>
              <a:rPr lang="zh-CN" altLang="en-US" b="1" dirty="0">
                <a:effectLst>
                  <a:outerShdw blurRad="38100" dist="38100" dir="2700000" algn="tl">
                    <a:srgbClr val="FFFFFF"/>
                  </a:outerShdw>
                </a:effectLst>
                <a:latin typeface="+mn-lt"/>
                <a:ea typeface="楷体" pitchFamily="49" charset="-122"/>
              </a:rPr>
              <a:t>可以是任何类型的表达式。比方说，这三个表达式都可以是逗号表达式，即每个表达式都可由多个表达式组成。</a:t>
            </a:r>
            <a:r>
              <a:rPr lang="zh-CN" altLang="en-US" dirty="0">
                <a:latin typeface="+mn-lt"/>
                <a:ea typeface="楷体" pitchFamily="49" charset="-122"/>
              </a:rPr>
              <a:t> </a:t>
            </a:r>
          </a:p>
        </p:txBody>
      </p:sp>
      <p:sp>
        <p:nvSpPr>
          <p:cNvPr id="918536" name="Oval 8"/>
          <p:cNvSpPr>
            <a:spLocks noChangeArrowheads="1"/>
          </p:cNvSpPr>
          <p:nvPr/>
        </p:nvSpPr>
        <p:spPr bwMode="auto">
          <a:xfrm>
            <a:off x="2574927" y="2925340"/>
            <a:ext cx="1347787" cy="406400"/>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18537" name="Oval 9"/>
          <p:cNvSpPr>
            <a:spLocks noChangeArrowheads="1"/>
          </p:cNvSpPr>
          <p:nvPr/>
        </p:nvSpPr>
        <p:spPr bwMode="auto">
          <a:xfrm>
            <a:off x="4989513" y="2925340"/>
            <a:ext cx="2376488" cy="431800"/>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18538" name="AutoShape 10"/>
          <p:cNvSpPr>
            <a:spLocks/>
          </p:cNvSpPr>
          <p:nvPr/>
        </p:nvSpPr>
        <p:spPr bwMode="auto">
          <a:xfrm>
            <a:off x="3646488" y="4941466"/>
            <a:ext cx="1944688" cy="474663"/>
          </a:xfrm>
          <a:prstGeom prst="borderCallout2">
            <a:avLst>
              <a:gd name="adj1" fmla="val 24079"/>
              <a:gd name="adj2" fmla="val -3917"/>
              <a:gd name="adj3" fmla="val 24079"/>
              <a:gd name="adj4" fmla="val -23102"/>
              <a:gd name="adj5" fmla="val -339130"/>
              <a:gd name="adj6" fmla="val -43102"/>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3500000" scaled="1"/>
            <a:tileRect/>
          </a:gradFill>
          <a:ln w="15875">
            <a:solidFill>
              <a:srgbClr val="FF000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effectLst>
                  <a:outerShdw blurRad="38100" dist="38100" dir="2700000" algn="tl">
                    <a:srgbClr val="FFFFFF"/>
                  </a:outerShdw>
                </a:effectLst>
                <a:latin typeface="楷体" pitchFamily="49" charset="-122"/>
                <a:ea typeface="楷体" pitchFamily="49" charset="-122"/>
              </a:rPr>
              <a:t>逗号表达式</a:t>
            </a:r>
          </a:p>
        </p:txBody>
      </p:sp>
      <p:sp>
        <p:nvSpPr>
          <p:cNvPr id="918540" name="AutoShape 12"/>
          <p:cNvSpPr>
            <a:spLocks/>
          </p:cNvSpPr>
          <p:nvPr/>
        </p:nvSpPr>
        <p:spPr bwMode="auto">
          <a:xfrm>
            <a:off x="6670677" y="4941466"/>
            <a:ext cx="1944687" cy="474663"/>
          </a:xfrm>
          <a:prstGeom prst="borderCallout2">
            <a:avLst>
              <a:gd name="adj1" fmla="val 24079"/>
              <a:gd name="adj2" fmla="val -3917"/>
              <a:gd name="adj3" fmla="val 24079"/>
              <a:gd name="adj4" fmla="val -32329"/>
              <a:gd name="adj5" fmla="val -336120"/>
              <a:gd name="adj6" fmla="val -61880"/>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3500000" scaled="1"/>
            <a:tileRect/>
          </a:gradFill>
          <a:ln w="15875">
            <a:solidFill>
              <a:srgbClr val="FF000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effectLst>
                  <a:outerShdw blurRad="38100" dist="38100" dir="2700000" algn="tl">
                    <a:srgbClr val="FFFFFF"/>
                  </a:outerShdw>
                </a:effectLst>
                <a:latin typeface="楷体" pitchFamily="49" charset="-122"/>
                <a:ea typeface="楷体" pitchFamily="49" charset="-122"/>
              </a:rPr>
              <a:t>逗号表达式</a:t>
            </a:r>
          </a:p>
        </p:txBody>
      </p:sp>
      <p:grpSp>
        <p:nvGrpSpPr>
          <p:cNvPr id="918541" name="Group 13"/>
          <p:cNvGrpSpPr>
            <a:grpSpLocks/>
          </p:cNvGrpSpPr>
          <p:nvPr/>
        </p:nvGrpSpPr>
        <p:grpSpPr bwMode="auto">
          <a:xfrm>
            <a:off x="-12047" y="0"/>
            <a:ext cx="446088" cy="6858000"/>
            <a:chOff x="0" y="0"/>
            <a:chExt cx="281" cy="4320"/>
          </a:xfrm>
        </p:grpSpPr>
        <p:sp>
          <p:nvSpPr>
            <p:cNvPr id="918542" name="Text Box 1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18543" name="Text Box 1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18533"/>
                                        </p:tgtEl>
                                        <p:attrNameLst>
                                          <p:attrName>style.visibility</p:attrName>
                                        </p:attrNameLst>
                                      </p:cBhvr>
                                      <p:to>
                                        <p:strVal val="visible"/>
                                      </p:to>
                                    </p:set>
                                    <p:anim calcmode="lin" valueType="num">
                                      <p:cBhvr additive="base">
                                        <p:cTn id="7" dur="500" fill="hold"/>
                                        <p:tgtEl>
                                          <p:spTgt spid="918533"/>
                                        </p:tgtEl>
                                        <p:attrNameLst>
                                          <p:attrName>ppt_x</p:attrName>
                                        </p:attrNameLst>
                                      </p:cBhvr>
                                      <p:tavLst>
                                        <p:tav tm="0">
                                          <p:val>
                                            <p:strVal val="0-#ppt_w/2"/>
                                          </p:val>
                                        </p:tav>
                                        <p:tav tm="100000">
                                          <p:val>
                                            <p:strVal val="#ppt_x"/>
                                          </p:val>
                                        </p:tav>
                                      </p:tavLst>
                                    </p:anim>
                                    <p:anim calcmode="lin" valueType="num">
                                      <p:cBhvr additive="base">
                                        <p:cTn id="8" dur="500" fill="hold"/>
                                        <p:tgtEl>
                                          <p:spTgt spid="91853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18535">
                                            <p:txEl>
                                              <p:pRg st="0" end="0"/>
                                            </p:txEl>
                                          </p:spTgt>
                                        </p:tgtEl>
                                        <p:attrNameLst>
                                          <p:attrName>style.visibility</p:attrName>
                                        </p:attrNameLst>
                                      </p:cBhvr>
                                      <p:to>
                                        <p:strVal val="visible"/>
                                      </p:to>
                                    </p:set>
                                    <p:anim calcmode="lin" valueType="num">
                                      <p:cBhvr additive="base">
                                        <p:cTn id="13" dur="500" fill="hold"/>
                                        <p:tgtEl>
                                          <p:spTgt spid="91853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18535">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918534"/>
                                        </p:tgtEl>
                                        <p:attrNameLst>
                                          <p:attrName>style.visibility</p:attrName>
                                        </p:attrNameLst>
                                      </p:cBhvr>
                                      <p:to>
                                        <p:strVal val="visible"/>
                                      </p:to>
                                    </p:set>
                                    <p:animEffect transition="in" filter="box(out)">
                                      <p:cBhvr>
                                        <p:cTn id="19" dur="500"/>
                                        <p:tgtEl>
                                          <p:spTgt spid="918534"/>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18" presetClass="entr" presetSubtype="12" fill="hold" grpId="0" nodeType="clickEffect">
                                  <p:stCondLst>
                                    <p:cond delay="0"/>
                                  </p:stCondLst>
                                  <p:childTnLst>
                                    <p:set>
                                      <p:cBhvr>
                                        <p:cTn id="23" dur="1" fill="hold">
                                          <p:stCondLst>
                                            <p:cond delay="0"/>
                                          </p:stCondLst>
                                        </p:cTn>
                                        <p:tgtEl>
                                          <p:spTgt spid="918536"/>
                                        </p:tgtEl>
                                        <p:attrNameLst>
                                          <p:attrName>style.visibility</p:attrName>
                                        </p:attrNameLst>
                                      </p:cBhvr>
                                      <p:to>
                                        <p:strVal val="visible"/>
                                      </p:to>
                                    </p:set>
                                    <p:animEffect transition="in" filter="strips(downLeft)">
                                      <p:cBhvr>
                                        <p:cTn id="24" dur="500"/>
                                        <p:tgtEl>
                                          <p:spTgt spid="918536"/>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par>
                          <p:cTn id="25" fill="hold">
                            <p:stCondLst>
                              <p:cond delay="500"/>
                            </p:stCondLst>
                            <p:childTnLst>
                              <p:par>
                                <p:cTn id="26" presetID="18" presetClass="entr" presetSubtype="6" fill="hold" grpId="0" nodeType="afterEffect">
                                  <p:stCondLst>
                                    <p:cond delay="0"/>
                                  </p:stCondLst>
                                  <p:childTnLst>
                                    <p:set>
                                      <p:cBhvr>
                                        <p:cTn id="27" dur="1" fill="hold">
                                          <p:stCondLst>
                                            <p:cond delay="0"/>
                                          </p:stCondLst>
                                        </p:cTn>
                                        <p:tgtEl>
                                          <p:spTgt spid="918538"/>
                                        </p:tgtEl>
                                        <p:attrNameLst>
                                          <p:attrName>style.visibility</p:attrName>
                                        </p:attrNameLst>
                                      </p:cBhvr>
                                      <p:to>
                                        <p:strVal val="visible"/>
                                      </p:to>
                                    </p:set>
                                    <p:animEffect transition="in" filter="strips(downRight)">
                                      <p:cBhvr>
                                        <p:cTn id="28" dur="500"/>
                                        <p:tgtEl>
                                          <p:spTgt spid="918538"/>
                                        </p:tgtEl>
                                      </p:cBhvr>
                                    </p:animEffect>
                                  </p:childTnLst>
                                  <p:subTnLst>
                                    <p:audio>
                                      <p:cMediaNode>
                                        <p:cTn display="0" masterRel="sameClick">
                                          <p:stCondLst>
                                            <p:cond evt="begin" delay="0">
                                              <p:tn val="26"/>
                                            </p:cond>
                                          </p:stCondLst>
                                          <p:endCondLst>
                                            <p:cond evt="onStopAudio" delay="0">
                                              <p:tgtEl>
                                                <p:sldTgt/>
                                              </p:tgtEl>
                                            </p:cond>
                                          </p:endCondLst>
                                        </p:cTn>
                                        <p:tgtEl>
                                          <p:sndTgt r:embed="rId3" name="laser.wav"/>
                                        </p:tgtEl>
                                      </p:cMediaNode>
                                    </p:audio>
                                  </p:subTnLst>
                                </p:cTn>
                              </p:par>
                            </p:childTnLst>
                          </p:cTn>
                        </p:par>
                        <p:par>
                          <p:cTn id="29" fill="hold">
                            <p:stCondLst>
                              <p:cond delay="1000"/>
                            </p:stCondLst>
                            <p:childTnLst>
                              <p:par>
                                <p:cTn id="30" presetID="18" presetClass="entr" presetSubtype="12" fill="hold" grpId="0" nodeType="afterEffect">
                                  <p:stCondLst>
                                    <p:cond delay="0"/>
                                  </p:stCondLst>
                                  <p:childTnLst>
                                    <p:set>
                                      <p:cBhvr>
                                        <p:cTn id="31" dur="1" fill="hold">
                                          <p:stCondLst>
                                            <p:cond delay="0"/>
                                          </p:stCondLst>
                                        </p:cTn>
                                        <p:tgtEl>
                                          <p:spTgt spid="918537"/>
                                        </p:tgtEl>
                                        <p:attrNameLst>
                                          <p:attrName>style.visibility</p:attrName>
                                        </p:attrNameLst>
                                      </p:cBhvr>
                                      <p:to>
                                        <p:strVal val="visible"/>
                                      </p:to>
                                    </p:set>
                                    <p:animEffect transition="in" filter="strips(downLeft)">
                                      <p:cBhvr>
                                        <p:cTn id="32" dur="500"/>
                                        <p:tgtEl>
                                          <p:spTgt spid="918537"/>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par>
                          <p:cTn id="33" fill="hold">
                            <p:stCondLst>
                              <p:cond delay="1500"/>
                            </p:stCondLst>
                            <p:childTnLst>
                              <p:par>
                                <p:cTn id="34" presetID="18" presetClass="entr" presetSubtype="6" fill="hold" grpId="0" nodeType="afterEffect">
                                  <p:stCondLst>
                                    <p:cond delay="0"/>
                                  </p:stCondLst>
                                  <p:childTnLst>
                                    <p:set>
                                      <p:cBhvr>
                                        <p:cTn id="35" dur="1" fill="hold">
                                          <p:stCondLst>
                                            <p:cond delay="0"/>
                                          </p:stCondLst>
                                        </p:cTn>
                                        <p:tgtEl>
                                          <p:spTgt spid="918540"/>
                                        </p:tgtEl>
                                        <p:attrNameLst>
                                          <p:attrName>style.visibility</p:attrName>
                                        </p:attrNameLst>
                                      </p:cBhvr>
                                      <p:to>
                                        <p:strVal val="visible"/>
                                      </p:to>
                                    </p:set>
                                    <p:animEffect transition="in" filter="strips(downRight)">
                                      <p:cBhvr>
                                        <p:cTn id="36" dur="500"/>
                                        <p:tgtEl>
                                          <p:spTgt spid="918540"/>
                                        </p:tgtEl>
                                      </p:cBhvr>
                                    </p:animEffect>
                                  </p:childTnLst>
                                  <p:subTnLst>
                                    <p:audio>
                                      <p:cMediaNode>
                                        <p:cTn display="0" masterRel="sameClick">
                                          <p:stCondLst>
                                            <p:cond evt="begin" delay="0">
                                              <p:tn val="34"/>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8533" grpId="0"/>
      <p:bldP spid="918534" grpId="0" animBg="1"/>
      <p:bldP spid="918536" grpId="0" animBg="1"/>
      <p:bldP spid="918537" grpId="0" animBg="1"/>
      <p:bldP spid="918538" grpId="0" animBg="1"/>
      <p:bldP spid="91854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9579" name="Rectangle 27" descr="信纸"/>
          <p:cNvSpPr>
            <a:spLocks noChangeArrowheads="1"/>
          </p:cNvSpPr>
          <p:nvPr/>
        </p:nvSpPr>
        <p:spPr bwMode="auto">
          <a:xfrm>
            <a:off x="1415480" y="1910026"/>
            <a:ext cx="4524491" cy="3785652"/>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a:t>
            </a:r>
          </a:p>
          <a:p>
            <a:r>
              <a:rPr lang="en-US" altLang="zh-CN" b="1" dirty="0" err="1">
                <a:solidFill>
                  <a:srgbClr val="CC3300"/>
                </a:solidFill>
                <a:effectLst>
                  <a:outerShdw blurRad="38100" dist="38100" dir="2700000" algn="tl">
                    <a:srgbClr val="000000"/>
                  </a:outerShdw>
                </a:effectLst>
              </a:rPr>
              <a:t>int</a:t>
            </a:r>
            <a:r>
              <a:rPr lang="en-US" altLang="zh-CN" b="1" dirty="0">
                <a:solidFill>
                  <a:srgbClr val="CC3300"/>
                </a:solidFill>
                <a:effectLst>
                  <a:outerShdw blurRad="38100" dist="38100" dir="2700000" algn="tl">
                    <a:srgbClr val="000000"/>
                  </a:outerShdw>
                </a:effectLst>
              </a:rPr>
              <a:t> main ( )</a:t>
            </a:r>
          </a:p>
          <a:p>
            <a:r>
              <a:rPr lang="en-US" altLang="zh-CN" b="1" dirty="0">
                <a:effectLst>
                  <a:outerShdw blurRad="38100" dist="38100" dir="2700000" algn="tl">
                    <a:srgbClr val="FFFFFF"/>
                  </a:outerShdw>
                </a:effectLst>
              </a:rPr>
              <a:t>{</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sum = 0;</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 1;</a:t>
            </a:r>
          </a:p>
          <a:p>
            <a:r>
              <a:rPr lang="en-US" altLang="zh-CN" b="1" dirty="0">
                <a:effectLst>
                  <a:outerShdw blurRad="38100" dist="38100" dir="2700000" algn="tl">
                    <a:srgbClr val="FFFFFF"/>
                  </a:outerShdw>
                </a:effectLst>
              </a:rPr>
              <a:t>   for ( ;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&lt;= 100;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a:t>
            </a:r>
          </a:p>
          <a:p>
            <a:r>
              <a:rPr lang="en-US" altLang="zh-CN" b="1" dirty="0">
                <a:effectLst>
                  <a:outerShdw blurRad="38100" dist="38100" dir="2700000" algn="tl">
                    <a:srgbClr val="FFFFFF"/>
                  </a:outerShdw>
                </a:effectLst>
              </a:rPr>
              <a:t>         sum +=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("sum = %d\n", sum);</a:t>
            </a:r>
          </a:p>
          <a:p>
            <a:r>
              <a:rPr lang="en-US" altLang="zh-CN" b="1" dirty="0">
                <a:effectLst>
                  <a:outerShdw blurRad="38100" dist="38100" dir="2700000" algn="tl">
                    <a:srgbClr val="FFFFFF"/>
                  </a:outerShdw>
                </a:effectLst>
              </a:rPr>
              <a:t>  return 0;</a:t>
            </a:r>
          </a:p>
          <a:p>
            <a:r>
              <a:rPr lang="en-US" altLang="zh-CN" b="1" dirty="0">
                <a:effectLst>
                  <a:outerShdw blurRad="38100" dist="38100" dir="2700000" algn="tl">
                    <a:srgbClr val="FFFFFF"/>
                  </a:outerShdw>
                </a:effectLst>
              </a:rPr>
              <a:t>}</a:t>
            </a:r>
          </a:p>
        </p:txBody>
      </p:sp>
      <p:sp>
        <p:nvSpPr>
          <p:cNvPr id="919580" name="Rectangle 28" descr="信纸"/>
          <p:cNvSpPr>
            <a:spLocks noChangeArrowheads="1"/>
          </p:cNvSpPr>
          <p:nvPr/>
        </p:nvSpPr>
        <p:spPr bwMode="auto">
          <a:xfrm>
            <a:off x="6995342" y="1916832"/>
            <a:ext cx="4525200" cy="3785652"/>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a:t>
            </a:r>
          </a:p>
          <a:p>
            <a:r>
              <a:rPr lang="en-US" altLang="zh-CN" b="1" dirty="0" err="1">
                <a:solidFill>
                  <a:srgbClr val="CC3300"/>
                </a:solidFill>
                <a:effectLst>
                  <a:outerShdw blurRad="38100" dist="38100" dir="2700000" algn="tl">
                    <a:srgbClr val="000000"/>
                  </a:outerShdw>
                </a:effectLst>
              </a:rPr>
              <a:t>int</a:t>
            </a:r>
            <a:r>
              <a:rPr lang="en-US" altLang="zh-CN" b="1" dirty="0">
                <a:solidFill>
                  <a:srgbClr val="CC3300"/>
                </a:solidFill>
                <a:effectLst>
                  <a:outerShdw blurRad="38100" dist="38100" dir="2700000" algn="tl">
                    <a:srgbClr val="000000"/>
                  </a:outerShdw>
                </a:effectLst>
              </a:rPr>
              <a:t> main ( )</a:t>
            </a:r>
          </a:p>
          <a:p>
            <a:r>
              <a:rPr lang="en-US" altLang="zh-CN" b="1" dirty="0">
                <a:effectLst>
                  <a:outerShdw blurRad="38100" dist="38100" dir="2700000" algn="tl">
                    <a:srgbClr val="FFFFFF"/>
                  </a:outerShdw>
                </a:effectLst>
              </a:rPr>
              <a:t>{</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sum = 0;</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 1;</a:t>
            </a:r>
          </a:p>
          <a:p>
            <a:r>
              <a:rPr lang="en-US" altLang="zh-CN" b="1" dirty="0">
                <a:effectLst>
                  <a:outerShdw blurRad="38100" dist="38100" dir="2700000" algn="tl">
                    <a:srgbClr val="FFFFFF"/>
                  </a:outerShdw>
                </a:effectLst>
              </a:rPr>
              <a:t>    for ( ;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&lt;= 100; )</a:t>
            </a:r>
          </a:p>
          <a:p>
            <a:r>
              <a:rPr lang="en-US" altLang="zh-CN" b="1" dirty="0">
                <a:effectLst>
                  <a:outerShdw blurRad="38100" dist="38100" dir="2700000" algn="tl">
                    <a:srgbClr val="FFFFFF"/>
                  </a:outerShdw>
                </a:effectLst>
              </a:rPr>
              <a:t>        sum +=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("sum = %d\n", sum);</a:t>
            </a:r>
          </a:p>
          <a:p>
            <a:r>
              <a:rPr lang="en-US" altLang="zh-CN" b="1" dirty="0">
                <a:effectLst>
                  <a:outerShdw blurRad="38100" dist="38100" dir="2700000" algn="tl">
                    <a:srgbClr val="FFFFFF"/>
                  </a:outerShdw>
                </a:effectLst>
              </a:rPr>
              <a:t>    return 0;</a:t>
            </a:r>
          </a:p>
          <a:p>
            <a:r>
              <a:rPr lang="en-US" altLang="zh-CN" b="1" dirty="0">
                <a:effectLst>
                  <a:outerShdw blurRad="38100" dist="38100" dir="2700000" algn="tl">
                    <a:srgbClr val="FFFFFF"/>
                  </a:outerShdw>
                </a:effectLst>
              </a:rPr>
              <a:t>}</a:t>
            </a:r>
          </a:p>
        </p:txBody>
      </p:sp>
      <p:sp>
        <p:nvSpPr>
          <p:cNvPr id="919568" name="AutoShape 16"/>
          <p:cNvSpPr>
            <a:spLocks/>
          </p:cNvSpPr>
          <p:nvPr/>
        </p:nvSpPr>
        <p:spPr bwMode="auto">
          <a:xfrm>
            <a:off x="9151168" y="2662957"/>
            <a:ext cx="1944687" cy="474662"/>
          </a:xfrm>
          <a:prstGeom prst="borderCallout2">
            <a:avLst>
              <a:gd name="adj1" fmla="val 24079"/>
              <a:gd name="adj2" fmla="val -3917"/>
              <a:gd name="adj3" fmla="val 24079"/>
              <a:gd name="adj4" fmla="val -26204"/>
              <a:gd name="adj5" fmla="val 252176"/>
              <a:gd name="adj6" fmla="val -49306"/>
            </a:avLst>
          </a:prstGeom>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10800000" scaled="1"/>
            <a:tileRect/>
          </a:gradFill>
          <a:ln w="15875">
            <a:solidFill>
              <a:srgbClr val="FF000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solidFill>
                  <a:srgbClr val="FF33CC"/>
                </a:solidFill>
                <a:effectLst>
                  <a:outerShdw blurRad="38100" dist="38100" dir="2700000" algn="tl">
                    <a:srgbClr val="FFFFFF"/>
                  </a:outerShdw>
                </a:effectLst>
                <a:latin typeface="+mn-lt"/>
                <a:ea typeface="楷体" pitchFamily="49" charset="-122"/>
              </a:rPr>
              <a:t>省掉表达式</a:t>
            </a:r>
            <a:r>
              <a:rPr lang="en-US" altLang="zh-CN" sz="2000" b="1">
                <a:solidFill>
                  <a:srgbClr val="FF33CC"/>
                </a:solidFill>
                <a:effectLst>
                  <a:outerShdw blurRad="38100" dist="38100" dir="2700000" algn="tl">
                    <a:srgbClr val="FFFFFF"/>
                  </a:outerShdw>
                </a:effectLst>
                <a:latin typeface="+mn-lt"/>
                <a:ea typeface="楷体" pitchFamily="49" charset="-122"/>
              </a:rPr>
              <a:t>1,3</a:t>
            </a:r>
          </a:p>
        </p:txBody>
      </p:sp>
      <p:sp>
        <p:nvSpPr>
          <p:cNvPr id="919577" name="Oval 25"/>
          <p:cNvSpPr>
            <a:spLocks noChangeArrowheads="1"/>
          </p:cNvSpPr>
          <p:nvPr/>
        </p:nvSpPr>
        <p:spPr bwMode="auto">
          <a:xfrm>
            <a:off x="7277918" y="3789134"/>
            <a:ext cx="2376487" cy="431800"/>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19567" name="AutoShape 15"/>
          <p:cNvSpPr>
            <a:spLocks/>
          </p:cNvSpPr>
          <p:nvPr/>
        </p:nvSpPr>
        <p:spPr bwMode="auto">
          <a:xfrm>
            <a:off x="3574480" y="2592652"/>
            <a:ext cx="1944687" cy="474663"/>
          </a:xfrm>
          <a:prstGeom prst="borderCallout2">
            <a:avLst>
              <a:gd name="adj1" fmla="val 24079"/>
              <a:gd name="adj2" fmla="val -3917"/>
              <a:gd name="adj3" fmla="val 24079"/>
              <a:gd name="adj4" fmla="val -29713"/>
              <a:gd name="adj5" fmla="val 277593"/>
              <a:gd name="adj6" fmla="val -56491"/>
            </a:avLst>
          </a:prstGeom>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10800000" scaled="1"/>
            <a:tileRect/>
          </a:gradFill>
          <a:ln w="15875">
            <a:solidFill>
              <a:srgbClr val="FF000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solidFill>
                  <a:srgbClr val="FF33CC"/>
                </a:solidFill>
                <a:effectLst>
                  <a:outerShdw blurRad="38100" dist="38100" dir="2700000" algn="tl">
                    <a:srgbClr val="FFFFFF"/>
                  </a:outerShdw>
                </a:effectLst>
                <a:latin typeface="+mn-lt"/>
                <a:ea typeface="楷体" pitchFamily="49" charset="-122"/>
              </a:rPr>
              <a:t>省掉表达式</a:t>
            </a:r>
            <a:r>
              <a:rPr lang="en-US" altLang="zh-CN" sz="2000" b="1">
                <a:solidFill>
                  <a:srgbClr val="FF33CC"/>
                </a:solidFill>
                <a:effectLst>
                  <a:outerShdw blurRad="38100" dist="38100" dir="2700000" algn="tl">
                    <a:srgbClr val="FFFFFF"/>
                  </a:outerShdw>
                </a:effectLst>
                <a:latin typeface="+mn-lt"/>
                <a:ea typeface="楷体" pitchFamily="49" charset="-122"/>
              </a:rPr>
              <a:t>1</a:t>
            </a:r>
          </a:p>
        </p:txBody>
      </p:sp>
      <p:sp>
        <p:nvSpPr>
          <p:cNvPr id="919574" name="Oval 22"/>
          <p:cNvSpPr>
            <a:spLocks noChangeArrowheads="1"/>
          </p:cNvSpPr>
          <p:nvPr/>
        </p:nvSpPr>
        <p:spPr bwMode="auto">
          <a:xfrm>
            <a:off x="1631380" y="3771856"/>
            <a:ext cx="2879725" cy="441325"/>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19581" name="Rectangle 29"/>
          <p:cNvSpPr>
            <a:spLocks noChangeArrowheads="1"/>
          </p:cNvSpPr>
          <p:nvPr/>
        </p:nvSpPr>
        <p:spPr bwMode="auto">
          <a:xfrm>
            <a:off x="672166" y="765176"/>
            <a:ext cx="10968450" cy="830997"/>
          </a:xfrm>
          <a:prstGeom prst="rect">
            <a:avLst/>
          </a:prstGeom>
          <a:noFill/>
          <a:ln w="9525">
            <a:noFill/>
            <a:miter lim="800000"/>
            <a:headEnd/>
            <a:tailEnd/>
          </a:ln>
          <a:effectLst/>
        </p:spPr>
        <p:txBody>
          <a:bodyPr wrap="square">
            <a:spAutoFit/>
          </a:bodyPr>
          <a:lstStyle/>
          <a:p>
            <a:r>
              <a:rPr lang="en-US" altLang="zh-CN" b="1" dirty="0">
                <a:effectLst>
                  <a:outerShdw blurRad="38100" dist="38100" dir="2700000" algn="tl">
                    <a:srgbClr val="FFFFFF"/>
                  </a:outerShdw>
                </a:effectLst>
                <a:latin typeface="+mn-lt"/>
                <a:ea typeface="楷体" pitchFamily="49" charset="-122"/>
              </a:rPr>
              <a:t>        (2) </a:t>
            </a:r>
            <a:r>
              <a:rPr lang="zh-CN" altLang="en-US" b="1" dirty="0">
                <a:effectLst>
                  <a:outerShdw blurRad="38100" dist="38100" dir="2700000" algn="tl">
                    <a:srgbClr val="FFFFFF"/>
                  </a:outerShdw>
                </a:effectLst>
                <a:latin typeface="+mn-lt"/>
                <a:ea typeface="楷体" pitchFamily="49" charset="-122"/>
              </a:rPr>
              <a:t>表达式</a:t>
            </a:r>
            <a:r>
              <a:rPr lang="en-US" altLang="zh-CN" b="1" dirty="0">
                <a:effectLst>
                  <a:outerShdw blurRad="38100" dist="38100" dir="2700000" algn="tl">
                    <a:srgbClr val="FFFFFF"/>
                  </a:outerShdw>
                </a:effectLst>
                <a:latin typeface="+mn-lt"/>
                <a:ea typeface="楷体" pitchFamily="49" charset="-122"/>
              </a:rPr>
              <a:t>1</a:t>
            </a:r>
            <a:r>
              <a:rPr lang="zh-CN" altLang="en-US" b="1" dirty="0">
                <a:effectLst>
                  <a:outerShdw blurRad="38100" dist="38100" dir="2700000" algn="tl">
                    <a:srgbClr val="FFFFFF"/>
                  </a:outerShdw>
                </a:effectLst>
                <a:latin typeface="+mn-lt"/>
                <a:ea typeface="楷体" pitchFamily="49" charset="-122"/>
              </a:rPr>
              <a:t>、表达式</a:t>
            </a:r>
            <a:r>
              <a:rPr lang="en-US" altLang="zh-CN" b="1" dirty="0">
                <a:effectLst>
                  <a:outerShdw blurRad="38100" dist="38100" dir="2700000" algn="tl">
                    <a:srgbClr val="FFFFFF"/>
                  </a:outerShdw>
                </a:effectLst>
                <a:latin typeface="+mn-lt"/>
                <a:ea typeface="楷体" pitchFamily="49" charset="-122"/>
              </a:rPr>
              <a:t>2</a:t>
            </a:r>
            <a:r>
              <a:rPr lang="zh-CN" altLang="en-US" b="1" dirty="0">
                <a:effectLst>
                  <a:outerShdw blurRad="38100" dist="38100" dir="2700000" algn="tl">
                    <a:srgbClr val="FFFFFF"/>
                  </a:outerShdw>
                </a:effectLst>
                <a:latin typeface="+mn-lt"/>
                <a:ea typeface="楷体" pitchFamily="49" charset="-122"/>
              </a:rPr>
              <a:t>、和表达式</a:t>
            </a:r>
            <a:r>
              <a:rPr lang="en-US" altLang="zh-CN" b="1" dirty="0">
                <a:effectLst>
                  <a:outerShdw blurRad="38100" dist="38100" dir="2700000" algn="tl">
                    <a:srgbClr val="FFFFFF"/>
                  </a:outerShdw>
                </a:effectLst>
                <a:latin typeface="+mn-lt"/>
                <a:ea typeface="楷体" pitchFamily="49" charset="-122"/>
              </a:rPr>
              <a:t>3</a:t>
            </a:r>
            <a:r>
              <a:rPr lang="zh-CN" altLang="en-US" b="1" dirty="0">
                <a:effectLst>
                  <a:outerShdw blurRad="38100" dist="38100" dir="2700000" algn="tl">
                    <a:srgbClr val="FFFFFF"/>
                  </a:outerShdw>
                </a:effectLst>
                <a:latin typeface="+mn-lt"/>
                <a:ea typeface="楷体" pitchFamily="49" charset="-122"/>
              </a:rPr>
              <a:t>都是任选项，可以省掉其中的一个、两个或全部，但其用于间隔的分号是一个也不能省的。</a:t>
            </a:r>
          </a:p>
        </p:txBody>
      </p:sp>
      <p:sp>
        <p:nvSpPr>
          <p:cNvPr id="919582" name="Rectangle 30" descr="信纸"/>
          <p:cNvSpPr>
            <a:spLocks noChangeArrowheads="1"/>
          </p:cNvSpPr>
          <p:nvPr/>
        </p:nvSpPr>
        <p:spPr bwMode="auto">
          <a:xfrm>
            <a:off x="3863752" y="1675953"/>
            <a:ext cx="4968552" cy="4893647"/>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a:t>
            </a:r>
          </a:p>
          <a:p>
            <a:r>
              <a:rPr lang="en-US" altLang="zh-CN" b="1" dirty="0" err="1">
                <a:solidFill>
                  <a:srgbClr val="CC3300"/>
                </a:solidFill>
                <a:effectLst>
                  <a:outerShdw blurRad="38100" dist="38100" dir="2700000" algn="tl">
                    <a:srgbClr val="000000"/>
                  </a:outerShdw>
                </a:effectLst>
              </a:rPr>
              <a:t>int</a:t>
            </a:r>
            <a:r>
              <a:rPr lang="en-US" altLang="zh-CN" b="1" dirty="0">
                <a:solidFill>
                  <a:srgbClr val="CC3300"/>
                </a:solidFill>
                <a:effectLst>
                  <a:outerShdw blurRad="38100" dist="38100" dir="2700000" algn="tl">
                    <a:srgbClr val="000000"/>
                  </a:outerShdw>
                </a:effectLst>
              </a:rPr>
              <a:t> main ( )</a:t>
            </a:r>
          </a:p>
          <a:p>
            <a:r>
              <a:rPr lang="en-US" altLang="zh-CN" b="1" dirty="0">
                <a:effectLst>
                  <a:outerShdw blurRad="38100" dist="38100" dir="2700000" algn="tl">
                    <a:srgbClr val="FFFFFF"/>
                  </a:outerShdw>
                </a:effectLst>
              </a:rPr>
              <a:t>{</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sum = 0;</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 1;</a:t>
            </a:r>
          </a:p>
          <a:p>
            <a:r>
              <a:rPr lang="en-US" altLang="zh-CN" b="1" dirty="0">
                <a:effectLst>
                  <a:outerShdw blurRad="38100" dist="38100" dir="2700000" algn="tl">
                    <a:srgbClr val="FFFFFF"/>
                  </a:outerShdw>
                </a:effectLst>
              </a:rPr>
              <a:t>    for ( ;  ; )</a:t>
            </a:r>
          </a:p>
          <a:p>
            <a:r>
              <a:rPr lang="en-US" altLang="zh-CN" b="1" dirty="0">
                <a:effectLst>
                  <a:outerShdw blurRad="38100" dist="38100" dir="2700000" algn="tl">
                    <a:srgbClr val="FFFFFF"/>
                  </a:outerShdw>
                </a:effectLst>
              </a:rPr>
              <a:t>    {</a:t>
            </a:r>
          </a:p>
          <a:p>
            <a:r>
              <a:rPr lang="en-US" altLang="zh-CN" b="1" dirty="0">
                <a:effectLst>
                  <a:outerShdw blurRad="38100" dist="38100" dir="2700000" algn="tl">
                    <a:srgbClr val="FFFFFF"/>
                  </a:outerShdw>
                </a:effectLst>
              </a:rPr>
              <a:t>      if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&gt; 100)  break;</a:t>
            </a:r>
          </a:p>
          <a:p>
            <a:r>
              <a:rPr lang="en-US" altLang="zh-CN" b="1" dirty="0">
                <a:effectLst>
                  <a:outerShdw blurRad="38100" dist="38100" dir="2700000" algn="tl">
                    <a:srgbClr val="FFFFFF"/>
                  </a:outerShdw>
                </a:effectLst>
              </a:rPr>
              <a:t>      sum +=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a:t>
            </a:r>
          </a:p>
          <a:p>
            <a:r>
              <a:rPr lang="en-US" altLang="zh-CN" b="1" dirty="0">
                <a:effectLst>
                  <a:outerShdw blurRad="38100" dist="38100" dir="2700000" algn="tl">
                    <a:srgbClr val="FFFFFF"/>
                  </a:outerShdw>
                </a:effectLst>
              </a:rPr>
              <a:t>    }</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("sum = %d\n", sum);</a:t>
            </a:r>
          </a:p>
          <a:p>
            <a:r>
              <a:rPr lang="en-US" altLang="zh-CN" b="1" dirty="0">
                <a:effectLst>
                  <a:outerShdw blurRad="38100" dist="38100" dir="2700000" algn="tl">
                    <a:srgbClr val="FFFFFF"/>
                  </a:outerShdw>
                </a:effectLst>
              </a:rPr>
              <a:t>    return 0;</a:t>
            </a:r>
          </a:p>
          <a:p>
            <a:r>
              <a:rPr lang="en-US" altLang="zh-CN" b="1" dirty="0">
                <a:effectLst>
                  <a:outerShdw blurRad="38100" dist="38100" dir="2700000" algn="tl">
                    <a:srgbClr val="FFFFFF"/>
                  </a:outerShdw>
                </a:effectLst>
              </a:rPr>
              <a:t>}</a:t>
            </a:r>
          </a:p>
        </p:txBody>
      </p:sp>
      <p:sp>
        <p:nvSpPr>
          <p:cNvPr id="919571" name="AutoShape 19"/>
          <p:cNvSpPr>
            <a:spLocks/>
          </p:cNvSpPr>
          <p:nvPr/>
        </p:nvSpPr>
        <p:spPr bwMode="auto">
          <a:xfrm>
            <a:off x="6438677" y="2561778"/>
            <a:ext cx="2087562" cy="474663"/>
          </a:xfrm>
          <a:prstGeom prst="borderCallout2">
            <a:avLst>
              <a:gd name="adj1" fmla="val 24079"/>
              <a:gd name="adj2" fmla="val -3648"/>
              <a:gd name="adj3" fmla="val 24079"/>
              <a:gd name="adj4" fmla="val -32319"/>
              <a:gd name="adj5" fmla="val 241472"/>
              <a:gd name="adj6" fmla="val -62130"/>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0800000" scaled="1"/>
            <a:tileRect/>
          </a:gradFill>
          <a:ln w="15875">
            <a:solidFill>
              <a:srgbClr val="FF000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solidFill>
                  <a:srgbClr val="FF33CC"/>
                </a:solidFill>
                <a:effectLst>
                  <a:outerShdw blurRad="38100" dist="38100" dir="2700000" algn="tl">
                    <a:srgbClr val="FFFFFF"/>
                  </a:outerShdw>
                </a:effectLst>
                <a:latin typeface="+mn-lt"/>
                <a:ea typeface="楷体" pitchFamily="49" charset="-122"/>
              </a:rPr>
              <a:t>省掉表达式</a:t>
            </a:r>
            <a:r>
              <a:rPr lang="en-US" altLang="zh-CN" sz="2000" b="1">
                <a:solidFill>
                  <a:srgbClr val="FF33CC"/>
                </a:solidFill>
                <a:effectLst>
                  <a:outerShdw blurRad="38100" dist="38100" dir="2700000" algn="tl">
                    <a:srgbClr val="FFFFFF"/>
                  </a:outerShdw>
                </a:effectLst>
                <a:latin typeface="+mn-lt"/>
                <a:ea typeface="楷体" pitchFamily="49" charset="-122"/>
              </a:rPr>
              <a:t>1,2,3</a:t>
            </a:r>
          </a:p>
        </p:txBody>
      </p:sp>
      <p:sp>
        <p:nvSpPr>
          <p:cNvPr id="919572" name="Oval 20"/>
          <p:cNvSpPr>
            <a:spLocks noChangeArrowheads="1"/>
          </p:cNvSpPr>
          <p:nvPr/>
        </p:nvSpPr>
        <p:spPr bwMode="auto">
          <a:xfrm>
            <a:off x="4062190" y="3569840"/>
            <a:ext cx="1800225" cy="431800"/>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grpSp>
        <p:nvGrpSpPr>
          <p:cNvPr id="919583" name="Group 31"/>
          <p:cNvGrpSpPr>
            <a:grpSpLocks/>
          </p:cNvGrpSpPr>
          <p:nvPr/>
        </p:nvGrpSpPr>
        <p:grpSpPr bwMode="auto">
          <a:xfrm>
            <a:off x="-12047" y="0"/>
            <a:ext cx="446088" cy="6858000"/>
            <a:chOff x="0" y="0"/>
            <a:chExt cx="281" cy="4320"/>
          </a:xfrm>
        </p:grpSpPr>
        <p:sp>
          <p:nvSpPr>
            <p:cNvPr id="919584" name="Text Box 3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19585" name="Text Box 3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16" name="Rectangle 5">
            <a:extLst>
              <a:ext uri="{FF2B5EF4-FFF2-40B4-BE49-F238E27FC236}">
                <a16:creationId xmlns:a16="http://schemas.microsoft.com/office/drawing/2014/main" id="{611D2E2F-DB0A-46F7-80DC-CDA3BB094C71}"/>
              </a:ext>
            </a:extLst>
          </p:cNvPr>
          <p:cNvSpPr>
            <a:spLocks noChangeArrowheads="1"/>
          </p:cNvSpPr>
          <p:nvPr/>
        </p:nvSpPr>
        <p:spPr bwMode="auto">
          <a:xfrm>
            <a:off x="815042" y="260350"/>
            <a:ext cx="4537075" cy="457200"/>
          </a:xfrm>
          <a:prstGeom prst="rect">
            <a:avLst/>
          </a:prstGeom>
          <a:noFill/>
          <a:ln w="9525">
            <a:noFill/>
            <a:miter lim="800000"/>
            <a:headEnd/>
            <a:tailEnd/>
          </a:ln>
          <a:effectLst/>
        </p:spPr>
        <p:txBody>
          <a:bodyPr anchor="ctr">
            <a:spAutoFit/>
          </a:bodyPr>
          <a:lstStyle/>
          <a:p>
            <a:pPr>
              <a:buFont typeface="Wingdings" pitchFamily="2" charset="2"/>
              <a:buChar char="Ø"/>
            </a:pPr>
            <a:r>
              <a:rPr lang="en-US" altLang="zh-CN" b="1" dirty="0">
                <a:solidFill>
                  <a:schemeClr val="accent1">
                    <a:lumMod val="50000"/>
                  </a:schemeClr>
                </a:solidFill>
                <a:effectLst>
                  <a:outerShdw blurRad="38100" dist="38100" dir="2700000" algn="tl">
                    <a:srgbClr val="000000"/>
                  </a:outerShdw>
                </a:effectLst>
                <a:latin typeface="+mn-lt"/>
                <a:ea typeface="隶书" pitchFamily="49" charset="-122"/>
              </a:rPr>
              <a:t>  </a:t>
            </a:r>
            <a:r>
              <a:rPr lang="en-US" altLang="zh-CN" b="1" dirty="0">
                <a:solidFill>
                  <a:srgbClr val="339933"/>
                </a:solidFill>
                <a:effectLst>
                  <a:outerShdw blurRad="38100" dist="38100" dir="2700000" algn="tl">
                    <a:srgbClr val="000000"/>
                  </a:outerShdw>
                </a:effectLst>
                <a:latin typeface="+mn-lt"/>
                <a:ea typeface="楷体" pitchFamily="49" charset="-122"/>
              </a:rPr>
              <a:t>for</a:t>
            </a:r>
            <a:r>
              <a:rPr lang="zh-CN" altLang="en-US" b="1" dirty="0">
                <a:solidFill>
                  <a:srgbClr val="339933"/>
                </a:solidFill>
                <a:effectLst>
                  <a:outerShdw blurRad="38100" dist="38100" dir="2700000" algn="tl">
                    <a:srgbClr val="000000"/>
                  </a:outerShdw>
                </a:effectLst>
                <a:latin typeface="+mn-lt"/>
                <a:ea typeface="楷体" pitchFamily="49" charset="-122"/>
              </a:rPr>
              <a:t>语句注意事项：</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19581"/>
                                        </p:tgtEl>
                                        <p:attrNameLst>
                                          <p:attrName>style.visibility</p:attrName>
                                        </p:attrNameLst>
                                      </p:cBhvr>
                                      <p:to>
                                        <p:strVal val="visible"/>
                                      </p:to>
                                    </p:set>
                                    <p:anim calcmode="lin" valueType="num">
                                      <p:cBhvr additive="base">
                                        <p:cTn id="7" dur="500" fill="hold"/>
                                        <p:tgtEl>
                                          <p:spTgt spid="919581"/>
                                        </p:tgtEl>
                                        <p:attrNameLst>
                                          <p:attrName>ppt_x</p:attrName>
                                        </p:attrNameLst>
                                      </p:cBhvr>
                                      <p:tavLst>
                                        <p:tav tm="0">
                                          <p:val>
                                            <p:strVal val="#ppt_x"/>
                                          </p:val>
                                        </p:tav>
                                        <p:tav tm="100000">
                                          <p:val>
                                            <p:strVal val="#ppt_x"/>
                                          </p:val>
                                        </p:tav>
                                      </p:tavLst>
                                    </p:anim>
                                    <p:anim calcmode="lin" valueType="num">
                                      <p:cBhvr additive="base">
                                        <p:cTn id="8" dur="500" fill="hold"/>
                                        <p:tgtEl>
                                          <p:spTgt spid="919581"/>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919579"/>
                                        </p:tgtEl>
                                        <p:attrNameLst>
                                          <p:attrName>style.visibility</p:attrName>
                                        </p:attrNameLst>
                                      </p:cBhvr>
                                      <p:to>
                                        <p:strVal val="visible"/>
                                      </p:to>
                                    </p:set>
                                    <p:animEffect transition="in" filter="box(out)">
                                      <p:cBhvr>
                                        <p:cTn id="13" dur="500"/>
                                        <p:tgtEl>
                                          <p:spTgt spid="919579"/>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18" presetClass="entr" presetSubtype="12" fill="hold" grpId="0" nodeType="clickEffect">
                                  <p:stCondLst>
                                    <p:cond delay="0"/>
                                  </p:stCondLst>
                                  <p:childTnLst>
                                    <p:set>
                                      <p:cBhvr>
                                        <p:cTn id="17" dur="1" fill="hold">
                                          <p:stCondLst>
                                            <p:cond delay="0"/>
                                          </p:stCondLst>
                                        </p:cTn>
                                        <p:tgtEl>
                                          <p:spTgt spid="919574"/>
                                        </p:tgtEl>
                                        <p:attrNameLst>
                                          <p:attrName>style.visibility</p:attrName>
                                        </p:attrNameLst>
                                      </p:cBhvr>
                                      <p:to>
                                        <p:strVal val="visible"/>
                                      </p:to>
                                    </p:set>
                                    <p:animEffect transition="in" filter="strips(downLeft)">
                                      <p:cBhvr>
                                        <p:cTn id="18" dur="500"/>
                                        <p:tgtEl>
                                          <p:spTgt spid="919574"/>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par>
                          <p:cTn id="19" fill="hold">
                            <p:stCondLst>
                              <p:cond delay="500"/>
                            </p:stCondLst>
                            <p:childTnLst>
                              <p:par>
                                <p:cTn id="20" presetID="18" presetClass="entr" presetSubtype="6" fill="hold" grpId="0" nodeType="afterEffect">
                                  <p:stCondLst>
                                    <p:cond delay="0"/>
                                  </p:stCondLst>
                                  <p:childTnLst>
                                    <p:set>
                                      <p:cBhvr>
                                        <p:cTn id="21" dur="1" fill="hold">
                                          <p:stCondLst>
                                            <p:cond delay="0"/>
                                          </p:stCondLst>
                                        </p:cTn>
                                        <p:tgtEl>
                                          <p:spTgt spid="919567"/>
                                        </p:tgtEl>
                                        <p:attrNameLst>
                                          <p:attrName>style.visibility</p:attrName>
                                        </p:attrNameLst>
                                      </p:cBhvr>
                                      <p:to>
                                        <p:strVal val="visible"/>
                                      </p:to>
                                    </p:set>
                                    <p:animEffect transition="in" filter="strips(downRight)">
                                      <p:cBhvr>
                                        <p:cTn id="22" dur="500"/>
                                        <p:tgtEl>
                                          <p:spTgt spid="919567"/>
                                        </p:tgtEl>
                                      </p:cBhvr>
                                    </p:animEffect>
                                  </p:childTnLst>
                                  <p:subTnLst>
                                    <p:audio>
                                      <p:cMediaNode>
                                        <p:cTn display="0" masterRel="sameClick">
                                          <p:stCondLst>
                                            <p:cond evt="begin" delay="0">
                                              <p:tn val="20"/>
                                            </p:cond>
                                          </p:stCondLst>
                                          <p:endCondLst>
                                            <p:cond evt="onStopAudio" delay="0">
                                              <p:tgtEl>
                                                <p:sldTgt/>
                                              </p:tgtEl>
                                            </p:cond>
                                          </p:endCondLst>
                                        </p:cTn>
                                        <p:tgtEl>
                                          <p:sndTgt r:embed="rId3" name="laser.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919580"/>
                                        </p:tgtEl>
                                        <p:attrNameLst>
                                          <p:attrName>style.visibility</p:attrName>
                                        </p:attrNameLst>
                                      </p:cBhvr>
                                      <p:to>
                                        <p:strVal val="visible"/>
                                      </p:to>
                                    </p:set>
                                    <p:animEffect transition="in" filter="box(out)">
                                      <p:cBhvr>
                                        <p:cTn id="27" dur="500"/>
                                        <p:tgtEl>
                                          <p:spTgt spid="919580"/>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18" presetClass="entr" presetSubtype="12" fill="hold" grpId="0" nodeType="clickEffect">
                                  <p:stCondLst>
                                    <p:cond delay="0"/>
                                  </p:stCondLst>
                                  <p:childTnLst>
                                    <p:set>
                                      <p:cBhvr>
                                        <p:cTn id="31" dur="1" fill="hold">
                                          <p:stCondLst>
                                            <p:cond delay="0"/>
                                          </p:stCondLst>
                                        </p:cTn>
                                        <p:tgtEl>
                                          <p:spTgt spid="919577"/>
                                        </p:tgtEl>
                                        <p:attrNameLst>
                                          <p:attrName>style.visibility</p:attrName>
                                        </p:attrNameLst>
                                      </p:cBhvr>
                                      <p:to>
                                        <p:strVal val="visible"/>
                                      </p:to>
                                    </p:set>
                                    <p:animEffect transition="in" filter="strips(downLeft)">
                                      <p:cBhvr>
                                        <p:cTn id="32" dur="500"/>
                                        <p:tgtEl>
                                          <p:spTgt spid="919577"/>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par>
                          <p:cTn id="33" fill="hold">
                            <p:stCondLst>
                              <p:cond delay="500"/>
                            </p:stCondLst>
                            <p:childTnLst>
                              <p:par>
                                <p:cTn id="34" presetID="18" presetClass="entr" presetSubtype="6" fill="hold" grpId="0" nodeType="afterEffect">
                                  <p:stCondLst>
                                    <p:cond delay="0"/>
                                  </p:stCondLst>
                                  <p:childTnLst>
                                    <p:set>
                                      <p:cBhvr>
                                        <p:cTn id="35" dur="1" fill="hold">
                                          <p:stCondLst>
                                            <p:cond delay="0"/>
                                          </p:stCondLst>
                                        </p:cTn>
                                        <p:tgtEl>
                                          <p:spTgt spid="919568"/>
                                        </p:tgtEl>
                                        <p:attrNameLst>
                                          <p:attrName>style.visibility</p:attrName>
                                        </p:attrNameLst>
                                      </p:cBhvr>
                                      <p:to>
                                        <p:strVal val="visible"/>
                                      </p:to>
                                    </p:set>
                                    <p:animEffect transition="in" filter="strips(downRight)">
                                      <p:cBhvr>
                                        <p:cTn id="36" dur="500"/>
                                        <p:tgtEl>
                                          <p:spTgt spid="919568"/>
                                        </p:tgtEl>
                                      </p:cBhvr>
                                    </p:animEffect>
                                  </p:childTnLst>
                                  <p:subTnLst>
                                    <p:audio>
                                      <p:cMediaNode>
                                        <p:cTn display="0" masterRel="sameClick">
                                          <p:stCondLst>
                                            <p:cond evt="begin" delay="0">
                                              <p:tn val="34"/>
                                            </p:cond>
                                          </p:stCondLst>
                                          <p:endCondLst>
                                            <p:cond evt="onStopAudio" delay="0">
                                              <p:tgtEl>
                                                <p:sldTgt/>
                                              </p:tgtEl>
                                            </p:cond>
                                          </p:endCondLst>
                                        </p:cTn>
                                        <p:tgtEl>
                                          <p:sndTgt r:embed="rId3" name="laser.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919582"/>
                                        </p:tgtEl>
                                        <p:attrNameLst>
                                          <p:attrName>style.visibility</p:attrName>
                                        </p:attrNameLst>
                                      </p:cBhvr>
                                      <p:to>
                                        <p:strVal val="visible"/>
                                      </p:to>
                                    </p:set>
                                    <p:animEffect transition="in" filter="box(out)">
                                      <p:cBhvr>
                                        <p:cTn id="41" dur="500"/>
                                        <p:tgtEl>
                                          <p:spTgt spid="919582"/>
                                        </p:tgtEl>
                                      </p:cBhvr>
                                    </p:animEffect>
                                  </p:childTnLst>
                                  <p:subTnLst>
                                    <p:audio>
                                      <p:cMediaNode>
                                        <p:cTn display="0" masterRel="sameClick">
                                          <p:stCondLst>
                                            <p:cond evt="begin" delay="0">
                                              <p:tn val="39"/>
                                            </p:cond>
                                          </p:stCondLst>
                                          <p:endCondLst>
                                            <p:cond evt="onStopAudio" delay="0">
                                              <p:tgtEl>
                                                <p:sldTgt/>
                                              </p:tgtEl>
                                            </p:cond>
                                          </p:endCondLst>
                                        </p:cTn>
                                        <p:tgtEl>
                                          <p:sndTgt r:embed="rId2" name="camera.wav"/>
                                        </p:tgtEl>
                                      </p:cMediaNode>
                                    </p:audio>
                                  </p:subTnLst>
                                </p:cTn>
                              </p:par>
                            </p:childTnLst>
                          </p:cTn>
                        </p:par>
                      </p:childTnLst>
                    </p:cTn>
                  </p:par>
                  <p:par>
                    <p:cTn id="42" fill="hold">
                      <p:stCondLst>
                        <p:cond delay="indefinite"/>
                      </p:stCondLst>
                      <p:childTnLst>
                        <p:par>
                          <p:cTn id="43" fill="hold">
                            <p:stCondLst>
                              <p:cond delay="0"/>
                            </p:stCondLst>
                            <p:childTnLst>
                              <p:par>
                                <p:cTn id="44" presetID="18" presetClass="entr" presetSubtype="12" fill="hold" grpId="0" nodeType="clickEffect">
                                  <p:stCondLst>
                                    <p:cond delay="0"/>
                                  </p:stCondLst>
                                  <p:childTnLst>
                                    <p:set>
                                      <p:cBhvr>
                                        <p:cTn id="45" dur="1" fill="hold">
                                          <p:stCondLst>
                                            <p:cond delay="0"/>
                                          </p:stCondLst>
                                        </p:cTn>
                                        <p:tgtEl>
                                          <p:spTgt spid="919572"/>
                                        </p:tgtEl>
                                        <p:attrNameLst>
                                          <p:attrName>style.visibility</p:attrName>
                                        </p:attrNameLst>
                                      </p:cBhvr>
                                      <p:to>
                                        <p:strVal val="visible"/>
                                      </p:to>
                                    </p:set>
                                    <p:animEffect transition="in" filter="strips(downLeft)">
                                      <p:cBhvr>
                                        <p:cTn id="46" dur="500"/>
                                        <p:tgtEl>
                                          <p:spTgt spid="919572"/>
                                        </p:tgtEl>
                                      </p:cBhvr>
                                    </p:animEffect>
                                  </p:childTnLst>
                                  <p:subTnLst>
                                    <p:audio>
                                      <p:cMediaNode>
                                        <p:cTn display="0" masterRel="sameClick">
                                          <p:stCondLst>
                                            <p:cond evt="begin" delay="0">
                                              <p:tn val="44"/>
                                            </p:cond>
                                          </p:stCondLst>
                                          <p:endCondLst>
                                            <p:cond evt="onStopAudio" delay="0">
                                              <p:tgtEl>
                                                <p:sldTgt/>
                                              </p:tgtEl>
                                            </p:cond>
                                          </p:endCondLst>
                                        </p:cTn>
                                        <p:tgtEl>
                                          <p:sndTgt r:embed="rId2" name="camera.wav"/>
                                        </p:tgtEl>
                                      </p:cMediaNode>
                                    </p:audio>
                                  </p:subTnLst>
                                </p:cTn>
                              </p:par>
                            </p:childTnLst>
                          </p:cTn>
                        </p:par>
                        <p:par>
                          <p:cTn id="47" fill="hold">
                            <p:stCondLst>
                              <p:cond delay="500"/>
                            </p:stCondLst>
                            <p:childTnLst>
                              <p:par>
                                <p:cTn id="48" presetID="18" presetClass="entr" presetSubtype="6" fill="hold" grpId="0" nodeType="afterEffect">
                                  <p:stCondLst>
                                    <p:cond delay="0"/>
                                  </p:stCondLst>
                                  <p:childTnLst>
                                    <p:set>
                                      <p:cBhvr>
                                        <p:cTn id="49" dur="1" fill="hold">
                                          <p:stCondLst>
                                            <p:cond delay="0"/>
                                          </p:stCondLst>
                                        </p:cTn>
                                        <p:tgtEl>
                                          <p:spTgt spid="919571"/>
                                        </p:tgtEl>
                                        <p:attrNameLst>
                                          <p:attrName>style.visibility</p:attrName>
                                        </p:attrNameLst>
                                      </p:cBhvr>
                                      <p:to>
                                        <p:strVal val="visible"/>
                                      </p:to>
                                    </p:set>
                                    <p:animEffect transition="in" filter="strips(downRight)">
                                      <p:cBhvr>
                                        <p:cTn id="50" dur="500"/>
                                        <p:tgtEl>
                                          <p:spTgt spid="919571"/>
                                        </p:tgtEl>
                                      </p:cBhvr>
                                    </p:animEffect>
                                  </p:childTnLst>
                                  <p:subTnLst>
                                    <p:audio>
                                      <p:cMediaNode>
                                        <p:cTn display="0" masterRel="sameClick">
                                          <p:stCondLst>
                                            <p:cond evt="begin" delay="0">
                                              <p:tn val="48"/>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9579" grpId="0" animBg="1"/>
      <p:bldP spid="919580" grpId="0" animBg="1"/>
      <p:bldP spid="919568" grpId="0" animBg="1"/>
      <p:bldP spid="919577" grpId="0" animBg="1"/>
      <p:bldP spid="919567" grpId="0" animBg="1"/>
      <p:bldP spid="919574" grpId="0" animBg="1"/>
      <p:bldP spid="919581" grpId="0"/>
      <p:bldP spid="919582" grpId="0" animBg="1"/>
      <p:bldP spid="919571" grpId="0" animBg="1"/>
      <p:bldP spid="91957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0582" name="Rectangle 6" descr="信纸"/>
          <p:cNvSpPr>
            <a:spLocks noChangeArrowheads="1"/>
          </p:cNvSpPr>
          <p:nvPr/>
        </p:nvSpPr>
        <p:spPr bwMode="auto">
          <a:xfrm>
            <a:off x="1538697" y="1412876"/>
            <a:ext cx="9021799" cy="86042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400050"/>
            <a:r>
              <a:rPr lang="en-US" altLang="zh-CN" b="1">
                <a:effectLst>
                  <a:outerShdw blurRad="38100" dist="38100" dir="2700000" algn="tl">
                    <a:srgbClr val="FFFFFF"/>
                  </a:outerShdw>
                </a:effectLst>
              </a:rPr>
              <a:t>for (a = 1; ; a++)</a:t>
            </a:r>
          </a:p>
          <a:p>
            <a:pPr indent="400050"/>
            <a:r>
              <a:rPr lang="en-US" altLang="zh-CN" b="1">
                <a:effectLst>
                  <a:outerShdw blurRad="38100" dist="38100" dir="2700000" algn="tl">
                    <a:srgbClr val="FFFFFF"/>
                  </a:outerShdw>
                </a:effectLst>
              </a:rPr>
              <a:t>    printf ("&amp;d\n", a);</a:t>
            </a:r>
          </a:p>
        </p:txBody>
      </p:sp>
      <p:sp>
        <p:nvSpPr>
          <p:cNvPr id="920583" name="Rectangle 7"/>
          <p:cNvSpPr>
            <a:spLocks noChangeArrowheads="1"/>
          </p:cNvSpPr>
          <p:nvPr/>
        </p:nvSpPr>
        <p:spPr bwMode="auto">
          <a:xfrm>
            <a:off x="910803" y="836613"/>
            <a:ext cx="8137525" cy="457200"/>
          </a:xfrm>
          <a:prstGeom prst="rect">
            <a:avLst/>
          </a:prstGeom>
          <a:noFill/>
          <a:ln w="9525">
            <a:noFill/>
            <a:miter lim="800000"/>
            <a:headEnd/>
            <a:tailEnd/>
          </a:ln>
          <a:effectLst/>
        </p:spPr>
        <p:txBody>
          <a:bodyPr>
            <a:spAutoFit/>
          </a:bodyPr>
          <a:lstStyle/>
          <a:p>
            <a:pPr marL="457200" indent="-457200"/>
            <a:r>
              <a:rPr lang="en-US" altLang="zh-CN" b="1" dirty="0">
                <a:effectLst>
                  <a:outerShdw blurRad="38100" dist="38100" dir="2700000" algn="tl">
                    <a:srgbClr val="FFFFFF"/>
                  </a:outerShdw>
                </a:effectLst>
                <a:latin typeface="+mn-lt"/>
                <a:ea typeface="楷体" pitchFamily="49" charset="-122"/>
              </a:rPr>
              <a:t>    (3) </a:t>
            </a:r>
            <a:r>
              <a:rPr lang="zh-CN" altLang="en-US" b="1" dirty="0">
                <a:effectLst>
                  <a:outerShdw blurRad="38100" dist="38100" dir="2700000" algn="tl">
                    <a:srgbClr val="FFFFFF"/>
                  </a:outerShdw>
                </a:effectLst>
                <a:latin typeface="+mn-lt"/>
                <a:ea typeface="楷体" pitchFamily="49" charset="-122"/>
              </a:rPr>
              <a:t>表达式</a:t>
            </a:r>
            <a:r>
              <a:rPr lang="en-US" altLang="zh-CN" b="1" dirty="0">
                <a:effectLst>
                  <a:outerShdw blurRad="38100" dist="38100" dir="2700000" algn="tl">
                    <a:srgbClr val="FFFFFF"/>
                  </a:outerShdw>
                </a:effectLst>
                <a:latin typeface="+mn-lt"/>
                <a:ea typeface="楷体" pitchFamily="49" charset="-122"/>
              </a:rPr>
              <a:t>2</a:t>
            </a:r>
            <a:r>
              <a:rPr lang="zh-CN" altLang="en-US" b="1" dirty="0">
                <a:effectLst>
                  <a:outerShdw blurRad="38100" dist="38100" dir="2700000" algn="tl">
                    <a:srgbClr val="FFFFFF"/>
                  </a:outerShdw>
                </a:effectLst>
                <a:latin typeface="+mn-lt"/>
                <a:ea typeface="楷体" pitchFamily="49" charset="-122"/>
              </a:rPr>
              <a:t>如果为空，则相当于表达式</a:t>
            </a:r>
            <a:r>
              <a:rPr lang="en-US" altLang="zh-CN" b="1" dirty="0">
                <a:effectLst>
                  <a:outerShdw blurRad="38100" dist="38100" dir="2700000" algn="tl">
                    <a:srgbClr val="FFFFFF"/>
                  </a:outerShdw>
                </a:effectLst>
                <a:latin typeface="+mn-lt"/>
                <a:ea typeface="楷体" pitchFamily="49" charset="-122"/>
              </a:rPr>
              <a:t>2</a:t>
            </a:r>
            <a:r>
              <a:rPr lang="zh-CN" altLang="en-US" b="1" dirty="0">
                <a:effectLst>
                  <a:outerShdw blurRad="38100" dist="38100" dir="2700000" algn="tl">
                    <a:srgbClr val="FFFFFF"/>
                  </a:outerShdw>
                </a:effectLst>
                <a:latin typeface="+mn-lt"/>
                <a:ea typeface="楷体" pitchFamily="49" charset="-122"/>
              </a:rPr>
              <a:t>的值是真</a:t>
            </a:r>
            <a:r>
              <a:rPr lang="zh-CN" altLang="en-US" dirty="0">
                <a:latin typeface="+mn-lt"/>
                <a:ea typeface="楷体" pitchFamily="49" charset="-122"/>
              </a:rPr>
              <a:t> 。</a:t>
            </a:r>
          </a:p>
        </p:txBody>
      </p:sp>
      <p:sp>
        <p:nvSpPr>
          <p:cNvPr id="920588" name="AutoShape 12"/>
          <p:cNvSpPr>
            <a:spLocks noChangeArrowheads="1"/>
          </p:cNvSpPr>
          <p:nvPr/>
        </p:nvSpPr>
        <p:spPr bwMode="auto">
          <a:xfrm>
            <a:off x="6887865" y="1336676"/>
            <a:ext cx="2376487" cy="1008063"/>
          </a:xfrm>
          <a:prstGeom prst="irregularSeal1">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6200000" scaled="1"/>
            <a:tileRect/>
          </a:gra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a:r>
              <a:rPr lang="zh-CN" altLang="en-US" b="1" dirty="0">
                <a:solidFill>
                  <a:srgbClr val="FF3300"/>
                </a:solidFill>
                <a:effectLst>
                  <a:outerShdw blurRad="38100" dist="38100" dir="2700000" algn="tl">
                    <a:srgbClr val="000000"/>
                  </a:outerShdw>
                </a:effectLst>
                <a:ea typeface="隶书" pitchFamily="49" charset="-122"/>
              </a:rPr>
              <a:t>死循环！</a:t>
            </a:r>
          </a:p>
        </p:txBody>
      </p:sp>
      <p:sp>
        <p:nvSpPr>
          <p:cNvPr id="920589" name="Rectangle 13"/>
          <p:cNvSpPr>
            <a:spLocks noChangeArrowheads="1"/>
          </p:cNvSpPr>
          <p:nvPr/>
        </p:nvSpPr>
        <p:spPr bwMode="auto">
          <a:xfrm>
            <a:off x="605361" y="2413000"/>
            <a:ext cx="10963248" cy="1569660"/>
          </a:xfrm>
          <a:prstGeom prst="rect">
            <a:avLst/>
          </a:prstGeom>
          <a:noFill/>
          <a:ln w="9525">
            <a:noFill/>
            <a:miter lim="800000"/>
            <a:headEnd/>
            <a:tailEnd/>
          </a:ln>
          <a:effectLst/>
        </p:spPr>
        <p:txBody>
          <a:bodyPr wrap="square" anchor="ctr">
            <a:spAutoFit/>
          </a:bodyPr>
          <a:lstStyle/>
          <a:p>
            <a:pPr>
              <a:tabLst>
                <a:tab pos="457200" algn="l"/>
              </a:tabLst>
            </a:pPr>
            <a:r>
              <a:rPr lang="en-US" altLang="zh-CN" b="1" dirty="0">
                <a:effectLst>
                  <a:outerShdw blurRad="38100" dist="38100" dir="2700000" algn="tl">
                    <a:srgbClr val="FFFFFF"/>
                  </a:outerShdw>
                </a:effectLst>
                <a:latin typeface="+mn-lt"/>
                <a:ea typeface="楷体" pitchFamily="49" charset="-122"/>
              </a:rPr>
              <a:t>        (4) </a:t>
            </a:r>
            <a:r>
              <a:rPr lang="zh-CN" altLang="en-US" b="1" dirty="0">
                <a:effectLst>
                  <a:outerShdw blurRad="38100" dist="38100" dir="2700000" algn="tl">
                    <a:srgbClr val="FFFFFF"/>
                  </a:outerShdw>
                </a:effectLst>
                <a:latin typeface="+mn-lt"/>
                <a:ea typeface="楷体" pitchFamily="49" charset="-122"/>
              </a:rPr>
              <a:t>循环体中的语句可为任意类型的</a:t>
            </a: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语句。</a:t>
            </a:r>
          </a:p>
          <a:p>
            <a:pPr>
              <a:tabLst>
                <a:tab pos="457200" algn="l"/>
              </a:tabLst>
            </a:pPr>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(5) for</a:t>
            </a:r>
            <a:r>
              <a:rPr lang="zh-CN" altLang="en-US" b="1" dirty="0">
                <a:effectLst>
                  <a:outerShdw blurRad="38100" dist="38100" dir="2700000" algn="tl">
                    <a:srgbClr val="FFFFFF"/>
                  </a:outerShdw>
                </a:effectLst>
                <a:latin typeface="+mn-lt"/>
                <a:ea typeface="楷体" pitchFamily="49" charset="-122"/>
              </a:rPr>
              <a:t>语句也可以组成多重循环，而且也可以和</a:t>
            </a:r>
            <a:r>
              <a:rPr lang="en-US" altLang="zh-CN" b="1" dirty="0">
                <a:effectLst>
                  <a:outerShdw blurRad="38100" dist="38100" dir="2700000" algn="tl">
                    <a:srgbClr val="FFFFFF"/>
                  </a:outerShdw>
                </a:effectLst>
                <a:latin typeface="+mn-lt"/>
                <a:ea typeface="楷体" pitchFamily="49" charset="-122"/>
              </a:rPr>
              <a:t>while</a:t>
            </a:r>
            <a:r>
              <a:rPr lang="zh-CN" altLang="en-US" b="1" dirty="0">
                <a:effectLst>
                  <a:outerShdw blurRad="38100" dist="38100" dir="2700000" algn="tl">
                    <a:srgbClr val="FFFFFF"/>
                  </a:outerShdw>
                </a:effectLst>
                <a:latin typeface="+mn-lt"/>
                <a:ea typeface="楷体" pitchFamily="49" charset="-122"/>
              </a:rPr>
              <a:t>语句和</a:t>
            </a:r>
            <a:r>
              <a:rPr lang="en-US" altLang="zh-CN" b="1" dirty="0">
                <a:effectLst>
                  <a:outerShdw blurRad="38100" dist="38100" dir="2700000" algn="tl">
                    <a:srgbClr val="FFFFFF"/>
                  </a:outerShdw>
                </a:effectLst>
                <a:latin typeface="+mn-lt"/>
                <a:ea typeface="楷体" pitchFamily="49" charset="-122"/>
              </a:rPr>
              <a:t>do-while</a:t>
            </a:r>
            <a:r>
              <a:rPr lang="zh-CN" altLang="en-US" b="1" dirty="0">
                <a:effectLst>
                  <a:outerShdw blurRad="38100" dist="38100" dir="2700000" algn="tl">
                    <a:srgbClr val="FFFFFF"/>
                  </a:outerShdw>
                </a:effectLst>
                <a:latin typeface="+mn-lt"/>
                <a:ea typeface="楷体" pitchFamily="49" charset="-122"/>
              </a:rPr>
              <a:t>语句相互嵌套。</a:t>
            </a:r>
          </a:p>
          <a:p>
            <a:pPr>
              <a:tabLst>
                <a:tab pos="457200" algn="l"/>
              </a:tabLst>
            </a:pPr>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(6) </a:t>
            </a:r>
            <a:r>
              <a:rPr lang="zh-CN" altLang="en-US" b="1" dirty="0">
                <a:effectLst>
                  <a:outerShdw blurRad="38100" dist="38100" dir="2700000" algn="tl">
                    <a:srgbClr val="FFFFFF"/>
                  </a:outerShdw>
                </a:effectLst>
                <a:latin typeface="+mn-lt"/>
                <a:ea typeface="楷体" pitchFamily="49" charset="-122"/>
              </a:rPr>
              <a:t>循环体可以是空语句。</a:t>
            </a:r>
          </a:p>
        </p:txBody>
      </p:sp>
      <p:sp>
        <p:nvSpPr>
          <p:cNvPr id="920590" name="Rectangle 14" descr="信纸"/>
          <p:cNvSpPr>
            <a:spLocks noChangeArrowheads="1"/>
          </p:cNvSpPr>
          <p:nvPr/>
        </p:nvSpPr>
        <p:spPr bwMode="auto">
          <a:xfrm>
            <a:off x="1510066" y="2669104"/>
            <a:ext cx="9050430" cy="3785652"/>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180000"/>
            <a:r>
              <a:rPr lang="zh-CN" altLang="en-US" b="1" dirty="0">
                <a:solidFill>
                  <a:srgbClr val="FF33CC"/>
                </a:solidFill>
                <a:effectLst>
                  <a:outerShdw blurRad="38100" dist="38100" dir="2700000" algn="tl">
                    <a:srgbClr val="000000"/>
                  </a:outerShdw>
                </a:effectLst>
                <a:ea typeface="隶书" pitchFamily="49" charset="-122"/>
              </a:rPr>
              <a:t>例：计算用户输入的字符数（当输入是回车符时统计结束</a:t>
            </a:r>
            <a:r>
              <a:rPr lang="en-US" altLang="zh-CN" b="1" dirty="0">
                <a:solidFill>
                  <a:srgbClr val="FF33CC"/>
                </a:solidFill>
                <a:effectLst>
                  <a:outerShdw blurRad="38100" dist="38100" dir="2700000" algn="tl">
                    <a:srgbClr val="000000"/>
                  </a:outerShdw>
                </a:effectLst>
                <a:ea typeface="隶书" pitchFamily="49" charset="-122"/>
              </a:rPr>
              <a:t>)</a:t>
            </a:r>
            <a:r>
              <a:rPr lang="zh-CN" altLang="en-US" b="1" dirty="0">
                <a:solidFill>
                  <a:srgbClr val="FF33CC"/>
                </a:solidFill>
                <a:effectLst>
                  <a:outerShdw blurRad="38100" dist="38100" dir="2700000" algn="tl">
                    <a:srgbClr val="000000"/>
                  </a:outerShdw>
                </a:effectLst>
                <a:ea typeface="隶书" pitchFamily="49" charset="-122"/>
              </a:rPr>
              <a:t>。</a:t>
            </a:r>
            <a:r>
              <a:rPr lang="zh-CN" altLang="en-US" dirty="0"/>
              <a:t> </a:t>
            </a:r>
            <a:endParaRPr lang="zh-CN" altLang="en-US" b="1" dirty="0">
              <a:effectLst>
                <a:outerShdw blurRad="38100" dist="38100" dir="2700000" algn="tl">
                  <a:srgbClr val="FFFFFF"/>
                </a:outerShdw>
              </a:effectLst>
            </a:endParaRPr>
          </a:p>
          <a:p>
            <a:pPr indent="180000"/>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a:t>
            </a:r>
          </a:p>
          <a:p>
            <a:pPr indent="180000"/>
            <a:r>
              <a:rPr lang="en-US" altLang="zh-CN" b="1" dirty="0" err="1">
                <a:solidFill>
                  <a:srgbClr val="CC3300"/>
                </a:solidFill>
                <a:effectLst>
                  <a:outerShdw blurRad="38100" dist="38100" dir="2700000" algn="tl">
                    <a:srgbClr val="000000"/>
                  </a:outerShdw>
                </a:effectLst>
              </a:rPr>
              <a:t>int</a:t>
            </a:r>
            <a:r>
              <a:rPr lang="en-US" altLang="zh-CN" b="1" dirty="0">
                <a:solidFill>
                  <a:srgbClr val="CC3300"/>
                </a:solidFill>
                <a:effectLst>
                  <a:outerShdw blurRad="38100" dist="38100" dir="2700000" algn="tl">
                    <a:srgbClr val="000000"/>
                  </a:outerShdw>
                </a:effectLst>
              </a:rPr>
              <a:t> main ( )</a:t>
            </a:r>
          </a:p>
          <a:p>
            <a:pPr indent="180000"/>
            <a:r>
              <a:rPr lang="en-US" altLang="zh-CN" b="1" dirty="0">
                <a:effectLst>
                  <a:outerShdw blurRad="38100" dist="38100" dir="2700000" algn="tl">
                    <a:srgbClr val="FFFFFF"/>
                  </a:outerShdw>
                </a:effectLst>
              </a:rPr>
              <a:t>{</a:t>
            </a:r>
          </a:p>
          <a:p>
            <a:pPr indent="180000"/>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n = 0;</a:t>
            </a:r>
          </a:p>
          <a:p>
            <a:pPr indent="180000"/>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("input a string:\n");</a:t>
            </a:r>
          </a:p>
          <a:p>
            <a:pPr indent="180000"/>
            <a:r>
              <a:rPr lang="en-US" altLang="zh-CN" b="1" dirty="0">
                <a:effectLst>
                  <a:outerShdw blurRad="38100" dist="38100" dir="2700000" algn="tl">
                    <a:srgbClr val="FFFFFF"/>
                  </a:outerShdw>
                </a:effectLst>
              </a:rPr>
              <a:t>   for ( ; </a:t>
            </a:r>
            <a:r>
              <a:rPr lang="en-US" altLang="zh-CN" b="1" dirty="0" err="1">
                <a:effectLst>
                  <a:outerShdw blurRad="38100" dist="38100" dir="2700000" algn="tl">
                    <a:srgbClr val="FFFFFF"/>
                  </a:outerShdw>
                </a:effectLst>
              </a:rPr>
              <a:t>getchar</a:t>
            </a:r>
            <a:r>
              <a:rPr lang="en-US" altLang="zh-CN" b="1" dirty="0">
                <a:effectLst>
                  <a:outerShdw blurRad="38100" dist="38100" dir="2700000" algn="tl">
                    <a:srgbClr val="FFFFFF"/>
                  </a:outerShdw>
                </a:effectLst>
              </a:rPr>
              <a:t>( ) != '\n'; n++) </a:t>
            </a:r>
            <a:r>
              <a:rPr lang="en-US" altLang="zh-CN" b="1" dirty="0">
                <a:solidFill>
                  <a:srgbClr val="FF3300"/>
                </a:solidFill>
                <a:effectLst>
                  <a:outerShdw blurRad="38100" dist="38100" dir="2700000" algn="tl">
                    <a:srgbClr val="000000"/>
                  </a:outerShdw>
                </a:effectLst>
              </a:rPr>
              <a:t>;</a:t>
            </a:r>
            <a:r>
              <a:rPr lang="en-US" altLang="zh-CN" b="1" dirty="0">
                <a:effectLst>
                  <a:outerShdw blurRad="38100" dist="38100" dir="2700000" algn="tl">
                    <a:srgbClr val="FFFFFF"/>
                  </a:outerShdw>
                </a:effectLst>
              </a:rPr>
              <a:t>   </a:t>
            </a:r>
          </a:p>
          <a:p>
            <a:pPr indent="180000"/>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d",n</a:t>
            </a:r>
            <a:r>
              <a:rPr lang="en-US" altLang="zh-CN" b="1" dirty="0">
                <a:effectLst>
                  <a:outerShdw blurRad="38100" dist="38100" dir="2700000" algn="tl">
                    <a:srgbClr val="FFFFFF"/>
                  </a:outerShdw>
                </a:effectLst>
              </a:rPr>
              <a:t>);</a:t>
            </a:r>
          </a:p>
          <a:p>
            <a:pPr indent="180000"/>
            <a:r>
              <a:rPr lang="en-US" altLang="zh-CN" b="1" dirty="0">
                <a:effectLst>
                  <a:outerShdw blurRad="38100" dist="38100" dir="2700000" algn="tl">
                    <a:srgbClr val="FFFFFF"/>
                  </a:outerShdw>
                </a:effectLst>
              </a:rPr>
              <a:t>   return 0;</a:t>
            </a:r>
          </a:p>
          <a:p>
            <a:pPr indent="180000"/>
            <a:r>
              <a:rPr lang="en-US" altLang="zh-CN" b="1" dirty="0">
                <a:effectLst>
                  <a:outerShdw blurRad="38100" dist="38100" dir="2700000" algn="tl">
                    <a:srgbClr val="FFFFFF"/>
                  </a:outerShdw>
                </a:effectLst>
              </a:rPr>
              <a:t>}</a:t>
            </a:r>
          </a:p>
        </p:txBody>
      </p:sp>
      <p:sp>
        <p:nvSpPr>
          <p:cNvPr id="920591" name="AutoShape 15"/>
          <p:cNvSpPr>
            <a:spLocks noChangeArrowheads="1"/>
          </p:cNvSpPr>
          <p:nvPr/>
        </p:nvSpPr>
        <p:spPr bwMode="auto">
          <a:xfrm>
            <a:off x="6838658" y="3264943"/>
            <a:ext cx="3024188" cy="1296987"/>
          </a:xfrm>
          <a:prstGeom prst="wedgeRoundRectCallout">
            <a:avLst>
              <a:gd name="adj1" fmla="val -80080"/>
              <a:gd name="adj2" fmla="val 95504"/>
              <a:gd name="adj3" fmla="val 16667"/>
            </a:avLst>
          </a:prstGeom>
          <a:gradFill flip="none" rotWithShape="1">
            <a:gsLst>
              <a:gs pos="0">
                <a:srgbClr val="00FFFF"/>
              </a:gs>
              <a:gs pos="100000">
                <a:srgbClr val="00FFFF">
                  <a:gamma/>
                  <a:shade val="63529"/>
                  <a:invGamma/>
                </a:srgbClr>
              </a:gs>
            </a:gsLst>
            <a:lin ang="27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b="1" dirty="0">
                <a:solidFill>
                  <a:srgbClr val="FF3300"/>
                </a:solidFill>
                <a:effectLst>
                  <a:outerShdw blurRad="38100" dist="38100" dir="2700000" algn="tl">
                    <a:srgbClr val="000000"/>
                  </a:outerShdw>
                </a:effectLst>
                <a:latin typeface="隶书" pitchFamily="49" charset="-122"/>
                <a:ea typeface="隶书" pitchFamily="49" charset="-122"/>
              </a:rPr>
              <a:t>表示循环体为空语句，并非表示</a:t>
            </a:r>
            <a:r>
              <a:rPr lang="en-US" altLang="zh-CN" b="1" dirty="0">
                <a:solidFill>
                  <a:srgbClr val="FF3300"/>
                </a:solidFill>
                <a:effectLst>
                  <a:outerShdw blurRad="38100" dist="38100" dir="2700000" algn="tl">
                    <a:srgbClr val="000000"/>
                  </a:outerShdw>
                </a:effectLst>
                <a:latin typeface="+mn-lt"/>
                <a:ea typeface="隶书" pitchFamily="49" charset="-122"/>
              </a:rPr>
              <a:t>for</a:t>
            </a:r>
            <a:r>
              <a:rPr lang="zh-CN" altLang="en-US" b="1" dirty="0">
                <a:solidFill>
                  <a:srgbClr val="FF3300"/>
                </a:solidFill>
                <a:effectLst>
                  <a:outerShdw blurRad="38100" dist="38100" dir="2700000" algn="tl">
                    <a:srgbClr val="000000"/>
                  </a:outerShdw>
                </a:effectLst>
                <a:latin typeface="隶书" pitchFamily="49" charset="-122"/>
                <a:ea typeface="隶书" pitchFamily="49" charset="-122"/>
              </a:rPr>
              <a:t>语句结束！ </a:t>
            </a:r>
          </a:p>
        </p:txBody>
      </p:sp>
      <p:grpSp>
        <p:nvGrpSpPr>
          <p:cNvPr id="920592" name="Group 16"/>
          <p:cNvGrpSpPr>
            <a:grpSpLocks/>
          </p:cNvGrpSpPr>
          <p:nvPr/>
        </p:nvGrpSpPr>
        <p:grpSpPr bwMode="auto">
          <a:xfrm>
            <a:off x="-9117" y="0"/>
            <a:ext cx="446088" cy="6858000"/>
            <a:chOff x="0" y="0"/>
            <a:chExt cx="281" cy="4320"/>
          </a:xfrm>
        </p:grpSpPr>
        <p:sp>
          <p:nvSpPr>
            <p:cNvPr id="920593" name="Text Box 17"/>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20594" name="Text Box 18"/>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12" name="Rectangle 5">
            <a:extLst>
              <a:ext uri="{FF2B5EF4-FFF2-40B4-BE49-F238E27FC236}">
                <a16:creationId xmlns:a16="http://schemas.microsoft.com/office/drawing/2014/main" id="{57809D3D-4A53-4EE8-AB80-3F14389D73A4}"/>
              </a:ext>
            </a:extLst>
          </p:cNvPr>
          <p:cNvSpPr>
            <a:spLocks noChangeArrowheads="1"/>
          </p:cNvSpPr>
          <p:nvPr/>
        </p:nvSpPr>
        <p:spPr bwMode="auto">
          <a:xfrm>
            <a:off x="815042" y="260350"/>
            <a:ext cx="4537075" cy="457200"/>
          </a:xfrm>
          <a:prstGeom prst="rect">
            <a:avLst/>
          </a:prstGeom>
          <a:noFill/>
          <a:ln w="9525">
            <a:noFill/>
            <a:miter lim="800000"/>
            <a:headEnd/>
            <a:tailEnd/>
          </a:ln>
          <a:effectLst/>
        </p:spPr>
        <p:txBody>
          <a:bodyPr anchor="ctr">
            <a:spAutoFit/>
          </a:bodyPr>
          <a:lstStyle/>
          <a:p>
            <a:pPr>
              <a:buFont typeface="Wingdings" pitchFamily="2" charset="2"/>
              <a:buChar char="Ø"/>
            </a:pPr>
            <a:r>
              <a:rPr lang="en-US" altLang="zh-CN" b="1" dirty="0">
                <a:solidFill>
                  <a:schemeClr val="accent1">
                    <a:lumMod val="50000"/>
                  </a:schemeClr>
                </a:solidFill>
                <a:effectLst>
                  <a:outerShdw blurRad="38100" dist="38100" dir="2700000" algn="tl">
                    <a:srgbClr val="000000"/>
                  </a:outerShdw>
                </a:effectLst>
                <a:latin typeface="+mn-lt"/>
                <a:ea typeface="隶书" pitchFamily="49" charset="-122"/>
              </a:rPr>
              <a:t>  </a:t>
            </a:r>
            <a:r>
              <a:rPr lang="en-US" altLang="zh-CN" b="1" dirty="0">
                <a:solidFill>
                  <a:srgbClr val="339933"/>
                </a:solidFill>
                <a:effectLst>
                  <a:outerShdw blurRad="38100" dist="38100" dir="2700000" algn="tl">
                    <a:srgbClr val="000000"/>
                  </a:outerShdw>
                </a:effectLst>
                <a:latin typeface="+mn-lt"/>
                <a:ea typeface="楷体" pitchFamily="49" charset="-122"/>
              </a:rPr>
              <a:t>for</a:t>
            </a:r>
            <a:r>
              <a:rPr lang="zh-CN" altLang="en-US" b="1" dirty="0">
                <a:solidFill>
                  <a:srgbClr val="339933"/>
                </a:solidFill>
                <a:effectLst>
                  <a:outerShdw blurRad="38100" dist="38100" dir="2700000" algn="tl">
                    <a:srgbClr val="000000"/>
                  </a:outerShdw>
                </a:effectLst>
                <a:latin typeface="+mn-lt"/>
                <a:ea typeface="楷体" pitchFamily="49" charset="-122"/>
              </a:rPr>
              <a:t>语句注意事项：</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0583">
                                            <p:txEl>
                                              <p:pRg st="0" end="0"/>
                                            </p:txEl>
                                          </p:spTgt>
                                        </p:tgtEl>
                                        <p:attrNameLst>
                                          <p:attrName>style.visibility</p:attrName>
                                        </p:attrNameLst>
                                      </p:cBhvr>
                                      <p:to>
                                        <p:strVal val="visible"/>
                                      </p:to>
                                    </p:set>
                                    <p:anim calcmode="lin" valueType="num">
                                      <p:cBhvr additive="base">
                                        <p:cTn id="7" dur="500" fill="hold"/>
                                        <p:tgtEl>
                                          <p:spTgt spid="9205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0583">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920582"/>
                                        </p:tgtEl>
                                        <p:attrNameLst>
                                          <p:attrName>style.visibility</p:attrName>
                                        </p:attrNameLst>
                                      </p:cBhvr>
                                      <p:to>
                                        <p:strVal val="visible"/>
                                      </p:to>
                                    </p:set>
                                    <p:animEffect transition="in" filter="box(out)">
                                      <p:cBhvr>
                                        <p:cTn id="13" dur="500"/>
                                        <p:tgtEl>
                                          <p:spTgt spid="920582"/>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920588"/>
                                        </p:tgtEl>
                                        <p:attrNameLst>
                                          <p:attrName>style.visibility</p:attrName>
                                        </p:attrNameLst>
                                      </p:cBhvr>
                                      <p:to>
                                        <p:strVal val="visible"/>
                                      </p:to>
                                    </p:set>
                                    <p:animEffect transition="in" filter="box(out)">
                                      <p:cBhvr>
                                        <p:cTn id="18" dur="500"/>
                                        <p:tgtEl>
                                          <p:spTgt spid="920588"/>
                                        </p:tgtEl>
                                      </p:cBhvr>
                                    </p:animEffect>
                                  </p:childTnLst>
                                  <p:subTnLst>
                                    <p:audio>
                                      <p:cMediaNode>
                                        <p:cTn display="0" masterRel="sameClick">
                                          <p:stCondLst>
                                            <p:cond evt="begin" delay="0">
                                              <p:tn val="16"/>
                                            </p:cond>
                                          </p:stCondLst>
                                          <p:endCondLst>
                                            <p:cond evt="onStopAudio" delay="0">
                                              <p:tgtEl>
                                                <p:sldTgt/>
                                              </p:tgtEl>
                                            </p:cond>
                                          </p:endCondLst>
                                        </p:cTn>
                                        <p:tgtEl>
                                          <p:sndTgt r:embed="rId3" name="explode.wav"/>
                                        </p:tgtEl>
                                      </p:cMediaNode>
                                    </p:audio>
                                  </p:sub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920589">
                                            <p:txEl>
                                              <p:pRg st="0" end="0"/>
                                            </p:txEl>
                                          </p:spTgt>
                                        </p:tgtEl>
                                        <p:attrNameLst>
                                          <p:attrName>style.visibility</p:attrName>
                                        </p:attrNameLst>
                                      </p:cBhvr>
                                      <p:to>
                                        <p:strVal val="visible"/>
                                      </p:to>
                                    </p:set>
                                    <p:anim calcmode="lin" valueType="num">
                                      <p:cBhvr additive="base">
                                        <p:cTn id="23" dur="500" fill="hold"/>
                                        <p:tgtEl>
                                          <p:spTgt spid="920589">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20589">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920589">
                                            <p:txEl>
                                              <p:pRg st="1" end="1"/>
                                            </p:txEl>
                                          </p:spTgt>
                                        </p:tgtEl>
                                        <p:attrNameLst>
                                          <p:attrName>style.visibility</p:attrName>
                                        </p:attrNameLst>
                                      </p:cBhvr>
                                      <p:to>
                                        <p:strVal val="visible"/>
                                      </p:to>
                                    </p:set>
                                    <p:anim calcmode="lin" valueType="num">
                                      <p:cBhvr additive="base">
                                        <p:cTn id="29" dur="500" fill="hold"/>
                                        <p:tgtEl>
                                          <p:spTgt spid="920589">
                                            <p:txEl>
                                              <p:pRg st="1" end="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920589">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920589">
                                            <p:txEl>
                                              <p:pRg st="2" end="2"/>
                                            </p:txEl>
                                          </p:spTgt>
                                        </p:tgtEl>
                                        <p:attrNameLst>
                                          <p:attrName>style.visibility</p:attrName>
                                        </p:attrNameLst>
                                      </p:cBhvr>
                                      <p:to>
                                        <p:strVal val="visible"/>
                                      </p:to>
                                    </p:set>
                                    <p:anim calcmode="lin" valueType="num">
                                      <p:cBhvr additive="base">
                                        <p:cTn id="35" dur="500" fill="hold"/>
                                        <p:tgtEl>
                                          <p:spTgt spid="920589">
                                            <p:txEl>
                                              <p:pRg st="2" end="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20589">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920590"/>
                                        </p:tgtEl>
                                        <p:attrNameLst>
                                          <p:attrName>style.visibility</p:attrName>
                                        </p:attrNameLst>
                                      </p:cBhvr>
                                      <p:to>
                                        <p:strVal val="visible"/>
                                      </p:to>
                                    </p:set>
                                    <p:animEffect transition="in" filter="box(out)">
                                      <p:cBhvr>
                                        <p:cTn id="41" dur="500"/>
                                        <p:tgtEl>
                                          <p:spTgt spid="920590"/>
                                        </p:tgtEl>
                                      </p:cBhvr>
                                    </p:animEffect>
                                  </p:childTnLst>
                                  <p:subTnLst>
                                    <p:audio>
                                      <p:cMediaNode>
                                        <p:cTn display="0" masterRel="sameClick">
                                          <p:stCondLst>
                                            <p:cond evt="begin" delay="0">
                                              <p:tn val="39"/>
                                            </p:cond>
                                          </p:stCondLst>
                                          <p:endCondLst>
                                            <p:cond evt="onStopAudio" delay="0">
                                              <p:tgtEl>
                                                <p:sldTgt/>
                                              </p:tgtEl>
                                            </p:cond>
                                          </p:endCondLst>
                                        </p:cTn>
                                        <p:tgtEl>
                                          <p:sndTgt r:embed="rId2" name="camera.wav"/>
                                        </p:tgtEl>
                                      </p:cMediaNode>
                                    </p:audio>
                                  </p:subTnLst>
                                </p:cTn>
                              </p:par>
                            </p:childTnLst>
                          </p:cTn>
                        </p:par>
                      </p:childTnLst>
                    </p:cTn>
                  </p:par>
                  <p:par>
                    <p:cTn id="42" fill="hold">
                      <p:stCondLst>
                        <p:cond delay="indefinite"/>
                      </p:stCondLst>
                      <p:childTnLst>
                        <p:par>
                          <p:cTn id="43" fill="hold">
                            <p:stCondLst>
                              <p:cond delay="0"/>
                            </p:stCondLst>
                            <p:childTnLst>
                              <p:par>
                                <p:cTn id="44" presetID="18" presetClass="entr" presetSubtype="6" fill="hold" grpId="0" nodeType="clickEffect">
                                  <p:stCondLst>
                                    <p:cond delay="0"/>
                                  </p:stCondLst>
                                  <p:childTnLst>
                                    <p:set>
                                      <p:cBhvr>
                                        <p:cTn id="45" dur="1" fill="hold">
                                          <p:stCondLst>
                                            <p:cond delay="0"/>
                                          </p:stCondLst>
                                        </p:cTn>
                                        <p:tgtEl>
                                          <p:spTgt spid="920591"/>
                                        </p:tgtEl>
                                        <p:attrNameLst>
                                          <p:attrName>style.visibility</p:attrName>
                                        </p:attrNameLst>
                                      </p:cBhvr>
                                      <p:to>
                                        <p:strVal val="visible"/>
                                      </p:to>
                                    </p:set>
                                    <p:animEffect transition="in" filter="strips(downRight)">
                                      <p:cBhvr>
                                        <p:cTn id="46" dur="500"/>
                                        <p:tgtEl>
                                          <p:spTgt spid="920591"/>
                                        </p:tgtEl>
                                      </p:cBhvr>
                                    </p:animEffect>
                                  </p:childTnLst>
                                  <p:subTnLst>
                                    <p:audio>
                                      <p:cMediaNode>
                                        <p:cTn display="0" masterRel="sameClick">
                                          <p:stCondLst>
                                            <p:cond evt="begin" delay="0">
                                              <p:tn val="44"/>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0582" grpId="0" animBg="1"/>
      <p:bldP spid="920588" grpId="0" animBg="1"/>
      <p:bldP spid="920590" grpId="0" animBg="1"/>
      <p:bldP spid="92059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650" name="Rectangle 2"/>
          <p:cNvSpPr>
            <a:spLocks noChangeArrowheads="1"/>
          </p:cNvSpPr>
          <p:nvPr/>
        </p:nvSpPr>
        <p:spPr bwMode="auto">
          <a:xfrm>
            <a:off x="991498" y="620714"/>
            <a:ext cx="7273925" cy="1593841"/>
          </a:xfrm>
          <a:prstGeom prst="rect">
            <a:avLst/>
          </a:prstGeom>
          <a:noFill/>
          <a:ln w="9525">
            <a:noFill/>
            <a:miter lim="800000"/>
            <a:headEnd/>
            <a:tailEnd/>
          </a:ln>
        </p:spPr>
        <p:txBody>
          <a:bodyPr/>
          <a:lstStyle/>
          <a:p>
            <a:pPr eaLnBrk="0" hangingPunct="0">
              <a:buClr>
                <a:schemeClr val="tx1"/>
              </a:buClr>
              <a:buFont typeface="Wingdings" pitchFamily="2" charset="2"/>
              <a:buChar char="Ø"/>
            </a:pPr>
            <a:r>
              <a:rPr lang="en-US" altLang="zh-CN" b="1" dirty="0">
                <a:effectLst>
                  <a:outerShdw blurRad="38100" dist="38100" dir="2700000" algn="tl">
                    <a:srgbClr val="FFFFFF"/>
                  </a:outerShdw>
                </a:effectLst>
                <a:latin typeface="楷体" pitchFamily="49" charset="-122"/>
                <a:ea typeface="楷体" pitchFamily="49" charset="-122"/>
              </a:rPr>
              <a:t> </a:t>
            </a:r>
            <a:r>
              <a:rPr lang="zh-CN" altLang="en-US" b="1" dirty="0">
                <a:effectLst>
                  <a:outerShdw blurRad="38100" dist="38100" dir="2700000" algn="tl">
                    <a:srgbClr val="FFFFFF"/>
                  </a:outerShdw>
                </a:effectLst>
                <a:latin typeface="楷体" pitchFamily="49" charset="-122"/>
                <a:ea typeface="楷体" pitchFamily="49" charset="-122"/>
              </a:rPr>
              <a:t>三种循环可互相嵌套</a:t>
            </a:r>
            <a:r>
              <a:rPr lang="en-US" altLang="zh-CN" b="1" dirty="0">
                <a:effectLst>
                  <a:outerShdw blurRad="38100" dist="38100" dir="2700000" algn="tl">
                    <a:srgbClr val="FFFFFF"/>
                  </a:outerShdw>
                </a:effectLst>
                <a:latin typeface="楷体" pitchFamily="49" charset="-122"/>
                <a:ea typeface="楷体" pitchFamily="49" charset="-122"/>
              </a:rPr>
              <a:t>,</a:t>
            </a:r>
            <a:r>
              <a:rPr lang="zh-CN" altLang="en-US" b="1" dirty="0">
                <a:effectLst>
                  <a:outerShdw blurRad="38100" dist="38100" dir="2700000" algn="tl">
                    <a:srgbClr val="FFFFFF"/>
                  </a:outerShdw>
                </a:effectLst>
                <a:latin typeface="楷体" pitchFamily="49" charset="-122"/>
                <a:ea typeface="楷体" pitchFamily="49" charset="-122"/>
              </a:rPr>
              <a:t>层数不限</a:t>
            </a:r>
          </a:p>
          <a:p>
            <a:pPr eaLnBrk="0" hangingPunct="0">
              <a:buClr>
                <a:schemeClr val="tx1"/>
              </a:buClr>
              <a:buFont typeface="Wingdings" pitchFamily="2" charset="2"/>
              <a:buChar char="Ø"/>
            </a:pPr>
            <a:r>
              <a:rPr lang="zh-CN" altLang="en-US" b="1" dirty="0">
                <a:effectLst>
                  <a:outerShdw blurRad="38100" dist="38100" dir="2700000" algn="tl">
                    <a:srgbClr val="FFFFFF"/>
                  </a:outerShdw>
                </a:effectLst>
                <a:latin typeface="楷体" pitchFamily="49" charset="-122"/>
                <a:ea typeface="楷体" pitchFamily="49" charset="-122"/>
              </a:rPr>
              <a:t> 外层循环可包含两个以上内循环</a:t>
            </a:r>
            <a:r>
              <a:rPr lang="en-US" altLang="zh-CN" b="1" dirty="0">
                <a:effectLst>
                  <a:outerShdw blurRad="38100" dist="38100" dir="2700000" algn="tl">
                    <a:srgbClr val="FFFFFF"/>
                  </a:outerShdw>
                </a:effectLst>
                <a:latin typeface="楷体" pitchFamily="49" charset="-122"/>
                <a:ea typeface="楷体" pitchFamily="49" charset="-122"/>
              </a:rPr>
              <a:t>,</a:t>
            </a:r>
            <a:r>
              <a:rPr lang="zh-CN" altLang="en-US" b="1" dirty="0">
                <a:effectLst>
                  <a:outerShdw blurRad="38100" dist="38100" dir="2700000" algn="tl">
                    <a:srgbClr val="FFFFFF"/>
                  </a:outerShdw>
                </a:effectLst>
                <a:latin typeface="楷体" pitchFamily="49" charset="-122"/>
                <a:ea typeface="楷体" pitchFamily="49" charset="-122"/>
              </a:rPr>
              <a:t>但不能相互交叉</a:t>
            </a:r>
          </a:p>
          <a:p>
            <a:pPr eaLnBrk="0" hangingPunct="0">
              <a:buClr>
                <a:schemeClr val="tx1"/>
              </a:buClr>
              <a:buFont typeface="Wingdings" pitchFamily="2" charset="2"/>
              <a:buChar char="Ø"/>
            </a:pPr>
            <a:r>
              <a:rPr lang="zh-CN" altLang="en-US" b="1" dirty="0">
                <a:effectLst>
                  <a:outerShdw blurRad="38100" dist="38100" dir="2700000" algn="tl">
                    <a:srgbClr val="FFFFFF"/>
                  </a:outerShdw>
                </a:effectLst>
                <a:latin typeface="楷体" pitchFamily="49" charset="-122"/>
                <a:ea typeface="楷体" pitchFamily="49" charset="-122"/>
              </a:rPr>
              <a:t> 嵌套循环的执行流程</a:t>
            </a:r>
          </a:p>
        </p:txBody>
      </p:sp>
      <p:sp>
        <p:nvSpPr>
          <p:cNvPr id="923651" name="Text Box 3"/>
          <p:cNvSpPr txBox="1">
            <a:spLocks noChangeArrowheads="1"/>
          </p:cNvSpPr>
          <p:nvPr/>
        </p:nvSpPr>
        <p:spPr bwMode="auto">
          <a:xfrm>
            <a:off x="1127446" y="3848101"/>
            <a:ext cx="2160000" cy="2556727"/>
          </a:xfrm>
          <a:prstGeom prst="rect">
            <a:avLst/>
          </a:prstGeom>
          <a:solidFill>
            <a:srgbClr val="FFFFFF"/>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eaLnBrk="0" hangingPunct="0"/>
            <a:r>
              <a:rPr lang="en-US" altLang="zh-CN" sz="2000" b="1" dirty="0">
                <a:effectLst>
                  <a:outerShdw blurRad="38100" dist="38100" dir="2700000" algn="tl">
                    <a:srgbClr val="C0C0C0"/>
                  </a:outerShdw>
                </a:effectLst>
                <a:ea typeface="隶书" pitchFamily="49" charset="-122"/>
              </a:rPr>
              <a:t> (1)  while()</a:t>
            </a:r>
          </a:p>
          <a:p>
            <a:pPr eaLnBrk="0" hangingPunct="0"/>
            <a:r>
              <a:rPr lang="en-US" altLang="zh-CN" sz="2000" b="1" dirty="0">
                <a:effectLst>
                  <a:outerShdw blurRad="38100" dist="38100" dir="2700000" algn="tl">
                    <a:srgbClr val="C0C0C0"/>
                  </a:outerShdw>
                </a:effectLst>
                <a:ea typeface="隶书" pitchFamily="49" charset="-122"/>
              </a:rPr>
              <a:t>       {    ……</a:t>
            </a:r>
          </a:p>
          <a:p>
            <a:pPr eaLnBrk="0" hangingPunct="0"/>
            <a:r>
              <a:rPr lang="en-US" altLang="zh-CN" sz="2000" b="1" dirty="0">
                <a:effectLst>
                  <a:outerShdw blurRad="38100" dist="38100" dir="2700000" algn="tl">
                    <a:srgbClr val="C0C0C0"/>
                  </a:outerShdw>
                </a:effectLst>
                <a:ea typeface="隶书" pitchFamily="49" charset="-122"/>
              </a:rPr>
              <a:t>              while( )</a:t>
            </a:r>
          </a:p>
          <a:p>
            <a:pPr eaLnBrk="0" hangingPunct="0"/>
            <a:r>
              <a:rPr lang="en-US" altLang="zh-CN" sz="2000" b="1" dirty="0">
                <a:effectLst>
                  <a:outerShdw blurRad="38100" dist="38100" dir="2700000" algn="tl">
                    <a:srgbClr val="C0C0C0"/>
                  </a:outerShdw>
                </a:effectLst>
                <a:ea typeface="隶书" pitchFamily="49" charset="-122"/>
              </a:rPr>
              <a:t>              {   </a:t>
            </a:r>
          </a:p>
          <a:p>
            <a:pPr eaLnBrk="0" hangingPunct="0"/>
            <a:r>
              <a:rPr lang="en-US" altLang="zh-CN" sz="2000" b="1" dirty="0">
                <a:effectLst>
                  <a:outerShdw blurRad="38100" dist="38100" dir="2700000" algn="tl">
                    <a:srgbClr val="C0C0C0"/>
                  </a:outerShdw>
                </a:effectLst>
                <a:ea typeface="隶书" pitchFamily="49" charset="-122"/>
              </a:rPr>
              <a:t>                ……</a:t>
            </a:r>
          </a:p>
          <a:p>
            <a:pPr eaLnBrk="0" hangingPunct="0"/>
            <a:r>
              <a:rPr lang="en-US" altLang="zh-CN" sz="2000" b="1" dirty="0">
                <a:effectLst>
                  <a:outerShdw blurRad="38100" dist="38100" dir="2700000" algn="tl">
                    <a:srgbClr val="C0C0C0"/>
                  </a:outerShdw>
                </a:effectLst>
                <a:ea typeface="隶书" pitchFamily="49" charset="-122"/>
              </a:rPr>
              <a:t>              }</a:t>
            </a:r>
          </a:p>
          <a:p>
            <a:pPr eaLnBrk="0" hangingPunct="0"/>
            <a:r>
              <a:rPr lang="en-US" altLang="zh-CN" sz="2000" b="1" dirty="0">
                <a:effectLst>
                  <a:outerShdw blurRad="38100" dist="38100" dir="2700000" algn="tl">
                    <a:srgbClr val="C0C0C0"/>
                  </a:outerShdw>
                </a:effectLst>
                <a:ea typeface="隶书" pitchFamily="49" charset="-122"/>
              </a:rPr>
              <a:t>          …...</a:t>
            </a:r>
          </a:p>
          <a:p>
            <a:pPr eaLnBrk="0" hangingPunct="0"/>
            <a:r>
              <a:rPr lang="en-US" altLang="zh-CN" sz="2000" b="1" dirty="0">
                <a:effectLst>
                  <a:outerShdw blurRad="38100" dist="38100" dir="2700000" algn="tl">
                    <a:srgbClr val="C0C0C0"/>
                  </a:outerShdw>
                </a:effectLst>
                <a:ea typeface="隶书" pitchFamily="49" charset="-122"/>
              </a:rPr>
              <a:t>       }</a:t>
            </a:r>
          </a:p>
        </p:txBody>
      </p:sp>
      <p:sp>
        <p:nvSpPr>
          <p:cNvPr id="923652" name="Text Box 4"/>
          <p:cNvSpPr txBox="1">
            <a:spLocks noChangeArrowheads="1"/>
          </p:cNvSpPr>
          <p:nvPr/>
        </p:nvSpPr>
        <p:spPr bwMode="auto">
          <a:xfrm>
            <a:off x="3816794" y="3865564"/>
            <a:ext cx="2160000" cy="2556727"/>
          </a:xfrm>
          <a:prstGeom prst="rect">
            <a:avLst/>
          </a:prstGeom>
          <a:solidFill>
            <a:srgbClr val="FFFFFF"/>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eaLnBrk="0" hangingPunct="0"/>
            <a:r>
              <a:rPr lang="en-US" altLang="zh-CN" sz="2000" b="1" dirty="0">
                <a:effectLst>
                  <a:outerShdw blurRad="38100" dist="38100" dir="2700000" algn="tl">
                    <a:srgbClr val="C0C0C0"/>
                  </a:outerShdw>
                </a:effectLst>
                <a:ea typeface="隶书" pitchFamily="49" charset="-122"/>
              </a:rPr>
              <a:t> (2)  do</a:t>
            </a:r>
          </a:p>
          <a:p>
            <a:pPr eaLnBrk="0" hangingPunct="0"/>
            <a:r>
              <a:rPr lang="en-US" altLang="zh-CN" sz="2000" b="1" dirty="0">
                <a:effectLst>
                  <a:outerShdw blurRad="38100" dist="38100" dir="2700000" algn="tl">
                    <a:srgbClr val="C0C0C0"/>
                  </a:outerShdw>
                </a:effectLst>
                <a:ea typeface="隶书" pitchFamily="49" charset="-122"/>
              </a:rPr>
              <a:t>       {    ……</a:t>
            </a:r>
          </a:p>
          <a:p>
            <a:pPr eaLnBrk="0" hangingPunct="0"/>
            <a:r>
              <a:rPr lang="en-US" altLang="zh-CN" sz="2000" b="1" dirty="0">
                <a:effectLst>
                  <a:outerShdw blurRad="38100" dist="38100" dir="2700000" algn="tl">
                    <a:srgbClr val="C0C0C0"/>
                  </a:outerShdw>
                </a:effectLst>
                <a:ea typeface="隶书" pitchFamily="49" charset="-122"/>
              </a:rPr>
              <a:t>              do</a:t>
            </a:r>
          </a:p>
          <a:p>
            <a:pPr eaLnBrk="0" hangingPunct="0"/>
            <a:r>
              <a:rPr lang="en-US" altLang="zh-CN" sz="2000" b="1" dirty="0">
                <a:effectLst>
                  <a:outerShdw blurRad="38100" dist="38100" dir="2700000" algn="tl">
                    <a:srgbClr val="C0C0C0"/>
                  </a:outerShdw>
                </a:effectLst>
                <a:ea typeface="隶书" pitchFamily="49" charset="-122"/>
              </a:rPr>
              <a:t>              {  </a:t>
            </a:r>
          </a:p>
          <a:p>
            <a:pPr eaLnBrk="0" hangingPunct="0"/>
            <a:r>
              <a:rPr lang="en-US" altLang="zh-CN" sz="2000" b="1" dirty="0">
                <a:effectLst>
                  <a:outerShdw blurRad="38100" dist="38100" dir="2700000" algn="tl">
                    <a:srgbClr val="C0C0C0"/>
                  </a:outerShdw>
                </a:effectLst>
                <a:ea typeface="隶书" pitchFamily="49" charset="-122"/>
              </a:rPr>
              <a:t>                ……</a:t>
            </a:r>
          </a:p>
          <a:p>
            <a:pPr eaLnBrk="0" hangingPunct="0"/>
            <a:r>
              <a:rPr lang="en-US" altLang="zh-CN" sz="2000" b="1" dirty="0">
                <a:effectLst>
                  <a:outerShdw blurRad="38100" dist="38100" dir="2700000" algn="tl">
                    <a:srgbClr val="C0C0C0"/>
                  </a:outerShdw>
                </a:effectLst>
                <a:ea typeface="隶书" pitchFamily="49" charset="-122"/>
              </a:rPr>
              <a:t>              }while( );</a:t>
            </a:r>
          </a:p>
          <a:p>
            <a:pPr eaLnBrk="0" hangingPunct="0"/>
            <a:r>
              <a:rPr lang="en-US" altLang="zh-CN" sz="2000" b="1" dirty="0">
                <a:effectLst>
                  <a:outerShdw blurRad="38100" dist="38100" dir="2700000" algn="tl">
                    <a:srgbClr val="C0C0C0"/>
                  </a:outerShdw>
                </a:effectLst>
                <a:ea typeface="隶书" pitchFamily="49" charset="-122"/>
              </a:rPr>
              <a:t>         …...</a:t>
            </a:r>
          </a:p>
          <a:p>
            <a:pPr eaLnBrk="0" hangingPunct="0"/>
            <a:r>
              <a:rPr lang="en-US" altLang="zh-CN" sz="2000" b="1" dirty="0">
                <a:effectLst>
                  <a:outerShdw blurRad="38100" dist="38100" dir="2700000" algn="tl">
                    <a:srgbClr val="C0C0C0"/>
                  </a:outerShdw>
                </a:effectLst>
                <a:ea typeface="隶书" pitchFamily="49" charset="-122"/>
              </a:rPr>
              <a:t>       }while( );</a:t>
            </a:r>
          </a:p>
        </p:txBody>
      </p:sp>
      <p:sp>
        <p:nvSpPr>
          <p:cNvPr id="923653" name="Text Box 5"/>
          <p:cNvSpPr txBox="1">
            <a:spLocks noChangeArrowheads="1"/>
          </p:cNvSpPr>
          <p:nvPr/>
        </p:nvSpPr>
        <p:spPr bwMode="auto">
          <a:xfrm>
            <a:off x="6528048" y="3896609"/>
            <a:ext cx="2160000" cy="2556727"/>
          </a:xfrm>
          <a:prstGeom prst="rect">
            <a:avLst/>
          </a:prstGeom>
          <a:solidFill>
            <a:srgbClr val="FFFFFF"/>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0" tIns="46800" rIns="90000" bIns="46800">
            <a:spAutoFit/>
          </a:bodyPr>
          <a:lstStyle/>
          <a:p>
            <a:pPr eaLnBrk="0" hangingPunct="0"/>
            <a:r>
              <a:rPr lang="en-US" altLang="zh-CN" sz="2000" b="1" dirty="0">
                <a:effectLst>
                  <a:outerShdw blurRad="38100" dist="38100" dir="2700000" algn="tl">
                    <a:srgbClr val="C0C0C0"/>
                  </a:outerShdw>
                </a:effectLst>
                <a:ea typeface="隶书" pitchFamily="49" charset="-122"/>
              </a:rPr>
              <a:t> (3)  while( )</a:t>
            </a:r>
          </a:p>
          <a:p>
            <a:pPr eaLnBrk="0" hangingPunct="0"/>
            <a:r>
              <a:rPr lang="en-US" altLang="zh-CN" sz="2000" b="1" dirty="0">
                <a:effectLst>
                  <a:outerShdw blurRad="38100" dist="38100" dir="2700000" algn="tl">
                    <a:srgbClr val="C0C0C0"/>
                  </a:outerShdw>
                </a:effectLst>
                <a:ea typeface="隶书" pitchFamily="49" charset="-122"/>
              </a:rPr>
              <a:t>       {    ……</a:t>
            </a:r>
          </a:p>
          <a:p>
            <a:pPr eaLnBrk="0" hangingPunct="0"/>
            <a:r>
              <a:rPr lang="en-US" altLang="zh-CN" sz="2000" b="1" dirty="0">
                <a:effectLst>
                  <a:outerShdw blurRad="38100" dist="38100" dir="2700000" algn="tl">
                    <a:srgbClr val="C0C0C0"/>
                  </a:outerShdw>
                </a:effectLst>
                <a:ea typeface="隶书" pitchFamily="49" charset="-122"/>
              </a:rPr>
              <a:t>              do</a:t>
            </a:r>
          </a:p>
          <a:p>
            <a:pPr eaLnBrk="0" hangingPunct="0"/>
            <a:r>
              <a:rPr lang="en-US" altLang="zh-CN" sz="2000" b="1" dirty="0">
                <a:effectLst>
                  <a:outerShdw blurRad="38100" dist="38100" dir="2700000" algn="tl">
                    <a:srgbClr val="C0C0C0"/>
                  </a:outerShdw>
                </a:effectLst>
                <a:ea typeface="隶书" pitchFamily="49" charset="-122"/>
              </a:rPr>
              <a:t>              {   </a:t>
            </a:r>
          </a:p>
          <a:p>
            <a:pPr eaLnBrk="0" hangingPunct="0"/>
            <a:r>
              <a:rPr lang="en-US" altLang="zh-CN" sz="2000" b="1" dirty="0">
                <a:effectLst>
                  <a:outerShdw blurRad="38100" dist="38100" dir="2700000" algn="tl">
                    <a:srgbClr val="C0C0C0"/>
                  </a:outerShdw>
                </a:effectLst>
                <a:ea typeface="隶书" pitchFamily="49" charset="-122"/>
              </a:rPr>
              <a:t>                ……</a:t>
            </a:r>
          </a:p>
          <a:p>
            <a:pPr eaLnBrk="0" hangingPunct="0"/>
            <a:r>
              <a:rPr lang="en-US" altLang="zh-CN" sz="2000" b="1" dirty="0">
                <a:effectLst>
                  <a:outerShdw blurRad="38100" dist="38100" dir="2700000" algn="tl">
                    <a:srgbClr val="C0C0C0"/>
                  </a:outerShdw>
                </a:effectLst>
                <a:ea typeface="隶书" pitchFamily="49" charset="-122"/>
              </a:rPr>
              <a:t>              }while( );</a:t>
            </a:r>
          </a:p>
          <a:p>
            <a:pPr eaLnBrk="0" hangingPunct="0"/>
            <a:r>
              <a:rPr lang="en-US" altLang="zh-CN" sz="2000" b="1" dirty="0">
                <a:effectLst>
                  <a:outerShdw blurRad="38100" dist="38100" dir="2700000" algn="tl">
                    <a:srgbClr val="C0C0C0"/>
                  </a:outerShdw>
                </a:effectLst>
                <a:ea typeface="隶书" pitchFamily="49" charset="-122"/>
              </a:rPr>
              <a:t>       …….</a:t>
            </a:r>
          </a:p>
          <a:p>
            <a:pPr eaLnBrk="0" hangingPunct="0"/>
            <a:r>
              <a:rPr lang="en-US" altLang="zh-CN" sz="2000" b="1" dirty="0">
                <a:effectLst>
                  <a:outerShdw blurRad="38100" dist="38100" dir="2700000" algn="tl">
                    <a:srgbClr val="C0C0C0"/>
                  </a:outerShdw>
                </a:effectLst>
                <a:ea typeface="隶书" pitchFamily="49" charset="-122"/>
              </a:rPr>
              <a:t>       }</a:t>
            </a:r>
          </a:p>
        </p:txBody>
      </p:sp>
      <p:sp>
        <p:nvSpPr>
          <p:cNvPr id="923665" name="Rectangle 17"/>
          <p:cNvSpPr>
            <a:spLocks noChangeArrowheads="1"/>
          </p:cNvSpPr>
          <p:nvPr/>
        </p:nvSpPr>
        <p:spPr bwMode="auto">
          <a:xfrm>
            <a:off x="978798" y="1772816"/>
            <a:ext cx="5862637" cy="1906588"/>
          </a:xfrm>
          <a:prstGeom prst="rect">
            <a:avLst/>
          </a:prstGeom>
          <a:noFill/>
          <a:ln w="9525">
            <a:noFill/>
            <a:miter lim="800000"/>
            <a:headEnd/>
            <a:tailEnd/>
          </a:ln>
        </p:spPr>
        <p:txBody>
          <a:bodyPr/>
          <a:lstStyle/>
          <a:p>
            <a:pPr eaLnBrk="0" hangingPunct="0">
              <a:buClr>
                <a:schemeClr val="tx1"/>
              </a:buClr>
              <a:buFont typeface="Wingdings" pitchFamily="2" charset="2"/>
              <a:buChar char="Ø"/>
            </a:pPr>
            <a:r>
              <a:rPr lang="en-US" altLang="zh-CN" b="1" dirty="0">
                <a:effectLst>
                  <a:outerShdw blurRad="38100" dist="38100" dir="2700000" algn="tl">
                    <a:srgbClr val="FFFFFF"/>
                  </a:outerShdw>
                </a:effectLst>
                <a:latin typeface="楷体_GB2312" pitchFamily="49" charset="-122"/>
                <a:ea typeface="楷体_GB2312" pitchFamily="49" charset="-122"/>
              </a:rPr>
              <a:t> </a:t>
            </a:r>
            <a:r>
              <a:rPr lang="zh-CN" altLang="en-US" b="1" dirty="0">
                <a:effectLst>
                  <a:outerShdw blurRad="38100" dist="38100" dir="2700000" algn="tl">
                    <a:srgbClr val="FFFFFF"/>
                  </a:outerShdw>
                </a:effectLst>
                <a:latin typeface="楷体" pitchFamily="49" charset="-122"/>
                <a:ea typeface="楷体" pitchFamily="49" charset="-122"/>
              </a:rPr>
              <a:t>嵌套循环的跳转</a:t>
            </a:r>
          </a:p>
          <a:p>
            <a:pPr eaLnBrk="0" hangingPunct="0">
              <a:buClr>
                <a:schemeClr val="tx1"/>
              </a:buClr>
              <a:buFont typeface="Wingdings" pitchFamily="2" charset="2"/>
              <a:buNone/>
            </a:pP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禁止：</a:t>
            </a:r>
          </a:p>
          <a:p>
            <a:pPr lvl="1" eaLnBrk="0" hangingPunct="0">
              <a:buClr>
                <a:srgbClr val="0033CC"/>
              </a:buClr>
              <a:buFont typeface="Wingdings" pitchFamily="2" charset="2"/>
              <a:buChar char="l"/>
            </a:pP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 从外层跳入内层</a:t>
            </a:r>
          </a:p>
          <a:p>
            <a:pPr lvl="1" eaLnBrk="0" hangingPunct="0">
              <a:buClr>
                <a:srgbClr val="0033CC"/>
              </a:buClr>
              <a:buFont typeface="Wingdings" pitchFamily="2" charset="2"/>
              <a:buChar char="l"/>
            </a:pP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 跳入同层的另一循环</a:t>
            </a:r>
          </a:p>
          <a:p>
            <a:pPr lvl="1" eaLnBrk="0" hangingPunct="0">
              <a:buClr>
                <a:srgbClr val="0033CC"/>
              </a:buClr>
              <a:buFont typeface="Wingdings" pitchFamily="2" charset="2"/>
              <a:buChar char="l"/>
            </a:pP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 向上跳转</a:t>
            </a:r>
          </a:p>
        </p:txBody>
      </p:sp>
      <p:sp>
        <p:nvSpPr>
          <p:cNvPr id="923669" name="Rectangle 21"/>
          <p:cNvSpPr>
            <a:spLocks noChangeArrowheads="1"/>
          </p:cNvSpPr>
          <p:nvPr/>
        </p:nvSpPr>
        <p:spPr bwMode="auto">
          <a:xfrm>
            <a:off x="597797" y="155903"/>
            <a:ext cx="3384550" cy="523220"/>
          </a:xfrm>
          <a:prstGeom prst="rect">
            <a:avLst/>
          </a:prstGeom>
          <a:noFill/>
          <a:ln w="9525">
            <a:noFill/>
            <a:miter lim="800000"/>
            <a:headEnd/>
            <a:tailEnd/>
          </a:ln>
          <a:effectLst/>
        </p:spPr>
        <p:txBody>
          <a:bodyPr anchor="ctr">
            <a:spAutoFit/>
          </a:bodyPr>
          <a:lstStyle/>
          <a:p>
            <a:r>
              <a:rPr lang="en-US" altLang="zh-CN" sz="2800" b="1" dirty="0">
                <a:solidFill>
                  <a:srgbClr val="CC3300"/>
                </a:solidFill>
                <a:effectLst>
                  <a:outerShdw blurRad="38100" dist="38100" dir="2700000" algn="tl">
                    <a:srgbClr val="000000"/>
                  </a:outerShdw>
                </a:effectLst>
                <a:latin typeface="+mn-lt"/>
                <a:ea typeface="隶书" pitchFamily="49" charset="-122"/>
              </a:rPr>
              <a:t>4. </a:t>
            </a:r>
            <a:r>
              <a:rPr lang="zh-CN" altLang="en-US" sz="2800" b="1" dirty="0">
                <a:solidFill>
                  <a:srgbClr val="CC3300"/>
                </a:solidFill>
                <a:effectLst>
                  <a:outerShdw blurRad="38100" dist="38100" dir="2700000" algn="tl">
                    <a:srgbClr val="000000"/>
                  </a:outerShdw>
                </a:effectLst>
                <a:latin typeface="+mn-lt"/>
                <a:ea typeface="隶书" pitchFamily="49" charset="-122"/>
              </a:rPr>
              <a:t>循环嵌套 </a:t>
            </a:r>
          </a:p>
        </p:txBody>
      </p:sp>
      <p:grpSp>
        <p:nvGrpSpPr>
          <p:cNvPr id="923674" name="Group 26"/>
          <p:cNvGrpSpPr>
            <a:grpSpLocks/>
          </p:cNvGrpSpPr>
          <p:nvPr/>
        </p:nvGrpSpPr>
        <p:grpSpPr bwMode="auto">
          <a:xfrm>
            <a:off x="6816083" y="1505099"/>
            <a:ext cx="4939483" cy="4948237"/>
            <a:chOff x="3288" y="1071"/>
            <a:chExt cx="2019" cy="3117"/>
          </a:xfrm>
        </p:grpSpPr>
        <p:sp>
          <p:nvSpPr>
            <p:cNvPr id="923654" name="Text Box 6"/>
            <p:cNvSpPr txBox="1">
              <a:spLocks noChangeArrowheads="1"/>
            </p:cNvSpPr>
            <p:nvPr/>
          </p:nvSpPr>
          <p:spPr bwMode="auto">
            <a:xfrm>
              <a:off x="4254" y="1608"/>
              <a:ext cx="1053" cy="2580"/>
            </a:xfrm>
            <a:prstGeom prst="rect">
              <a:avLst/>
            </a:prstGeom>
            <a:solidFill>
              <a:srgbClr val="FFFFFF"/>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eaLnBrk="0" hangingPunct="0"/>
              <a:r>
                <a:rPr lang="en-US" altLang="zh-CN" sz="2000" b="1" dirty="0">
                  <a:effectLst>
                    <a:outerShdw blurRad="38100" dist="38100" dir="2700000" algn="tl">
                      <a:srgbClr val="C0C0C0"/>
                    </a:outerShdw>
                  </a:effectLst>
                  <a:ea typeface="隶书" pitchFamily="49" charset="-122"/>
                </a:rPr>
                <a:t> (4)  for( ; ;)</a:t>
              </a:r>
            </a:p>
            <a:p>
              <a:pPr eaLnBrk="0" hangingPunct="0"/>
              <a:r>
                <a:rPr lang="en-US" altLang="zh-CN" sz="2000" b="1" dirty="0">
                  <a:effectLst>
                    <a:outerShdw blurRad="38100" dist="38100" dir="2700000" algn="tl">
                      <a:srgbClr val="C0C0C0"/>
                    </a:outerShdw>
                  </a:effectLst>
                  <a:ea typeface="隶书" pitchFamily="49" charset="-122"/>
                </a:rPr>
                <a:t>       {    ……</a:t>
              </a:r>
            </a:p>
            <a:p>
              <a:pPr eaLnBrk="0" hangingPunct="0"/>
              <a:r>
                <a:rPr lang="en-US" altLang="zh-CN" sz="2000" b="1" dirty="0">
                  <a:effectLst>
                    <a:outerShdw blurRad="38100" dist="38100" dir="2700000" algn="tl">
                      <a:srgbClr val="C0C0C0"/>
                    </a:outerShdw>
                  </a:effectLst>
                  <a:ea typeface="隶书" pitchFamily="49" charset="-122"/>
                </a:rPr>
                <a:t>              do</a:t>
              </a:r>
            </a:p>
            <a:p>
              <a:pPr eaLnBrk="0" hangingPunct="0"/>
              <a:r>
                <a:rPr lang="en-US" altLang="zh-CN" sz="2000" b="1" dirty="0">
                  <a:effectLst>
                    <a:outerShdw blurRad="38100" dist="38100" dir="2700000" algn="tl">
                      <a:srgbClr val="C0C0C0"/>
                    </a:outerShdw>
                  </a:effectLst>
                  <a:ea typeface="隶书" pitchFamily="49" charset="-122"/>
                </a:rPr>
                <a:t>              {   </a:t>
              </a:r>
            </a:p>
            <a:p>
              <a:pPr eaLnBrk="0" hangingPunct="0"/>
              <a:r>
                <a:rPr lang="en-US" altLang="zh-CN" sz="2000" b="1" dirty="0">
                  <a:effectLst>
                    <a:outerShdw blurRad="38100" dist="38100" dir="2700000" algn="tl">
                      <a:srgbClr val="C0C0C0"/>
                    </a:outerShdw>
                  </a:effectLst>
                  <a:ea typeface="隶书" pitchFamily="49" charset="-122"/>
                </a:rPr>
                <a:t>                 ……</a:t>
              </a:r>
            </a:p>
            <a:p>
              <a:pPr eaLnBrk="0" hangingPunct="0"/>
              <a:r>
                <a:rPr lang="en-US" altLang="zh-CN" sz="2000" b="1" dirty="0">
                  <a:effectLst>
                    <a:outerShdw blurRad="38100" dist="38100" dir="2700000" algn="tl">
                      <a:srgbClr val="C0C0C0"/>
                    </a:outerShdw>
                  </a:effectLst>
                  <a:ea typeface="隶书" pitchFamily="49" charset="-122"/>
                </a:rPr>
                <a:t>              }while( );</a:t>
              </a:r>
            </a:p>
            <a:p>
              <a:pPr eaLnBrk="0" hangingPunct="0"/>
              <a:r>
                <a:rPr lang="en-US" altLang="zh-CN" sz="2000" b="1" dirty="0">
                  <a:effectLst>
                    <a:outerShdw blurRad="38100" dist="38100" dir="2700000" algn="tl">
                      <a:srgbClr val="C0C0C0"/>
                    </a:outerShdw>
                  </a:effectLst>
                  <a:ea typeface="隶书" pitchFamily="49" charset="-122"/>
                </a:rPr>
                <a:t>            ……</a:t>
              </a:r>
            </a:p>
            <a:p>
              <a:pPr eaLnBrk="0" hangingPunct="0"/>
              <a:r>
                <a:rPr lang="en-US" altLang="zh-CN" sz="2000" b="1" dirty="0">
                  <a:effectLst>
                    <a:outerShdw blurRad="38100" dist="38100" dir="2700000" algn="tl">
                      <a:srgbClr val="C0C0C0"/>
                    </a:outerShdw>
                  </a:effectLst>
                  <a:ea typeface="隶书" pitchFamily="49" charset="-122"/>
                </a:rPr>
                <a:t>            while( )</a:t>
              </a:r>
            </a:p>
            <a:p>
              <a:pPr eaLnBrk="0" hangingPunct="0"/>
              <a:r>
                <a:rPr lang="en-US" altLang="zh-CN" sz="2000" b="1" dirty="0">
                  <a:effectLst>
                    <a:outerShdw blurRad="38100" dist="38100" dir="2700000" algn="tl">
                      <a:srgbClr val="C0C0C0"/>
                    </a:outerShdw>
                  </a:effectLst>
                  <a:ea typeface="隶书" pitchFamily="49" charset="-122"/>
                </a:rPr>
                <a:t>              {   </a:t>
              </a:r>
            </a:p>
            <a:p>
              <a:pPr eaLnBrk="0" hangingPunct="0"/>
              <a:r>
                <a:rPr lang="en-US" altLang="zh-CN" sz="2000" b="1" dirty="0">
                  <a:effectLst>
                    <a:outerShdw blurRad="38100" dist="38100" dir="2700000" algn="tl">
                      <a:srgbClr val="C0C0C0"/>
                    </a:outerShdw>
                  </a:effectLst>
                  <a:ea typeface="隶书" pitchFamily="49" charset="-122"/>
                </a:rPr>
                <a:t>                ……</a:t>
              </a:r>
            </a:p>
            <a:p>
              <a:pPr eaLnBrk="0" hangingPunct="0"/>
              <a:r>
                <a:rPr lang="en-US" altLang="zh-CN" sz="2000" b="1" dirty="0">
                  <a:effectLst>
                    <a:outerShdw blurRad="38100" dist="38100" dir="2700000" algn="tl">
                      <a:srgbClr val="C0C0C0"/>
                    </a:outerShdw>
                  </a:effectLst>
                  <a:ea typeface="隶书" pitchFamily="49" charset="-122"/>
                </a:rPr>
                <a:t>              }</a:t>
              </a:r>
            </a:p>
            <a:p>
              <a:pPr eaLnBrk="0" hangingPunct="0"/>
              <a:r>
                <a:rPr lang="en-US" altLang="zh-CN" sz="2000" b="1" dirty="0">
                  <a:effectLst>
                    <a:outerShdw blurRad="38100" dist="38100" dir="2700000" algn="tl">
                      <a:srgbClr val="C0C0C0"/>
                    </a:outerShdw>
                  </a:effectLst>
                  <a:ea typeface="隶书" pitchFamily="49" charset="-122"/>
                </a:rPr>
                <a:t>          …...</a:t>
              </a:r>
            </a:p>
            <a:p>
              <a:pPr eaLnBrk="0" hangingPunct="0"/>
              <a:r>
                <a:rPr lang="en-US" altLang="zh-CN" sz="2000" b="1" dirty="0">
                  <a:effectLst>
                    <a:outerShdw blurRad="38100" dist="38100" dir="2700000" algn="tl">
                      <a:srgbClr val="C0C0C0"/>
                    </a:outerShdw>
                  </a:effectLst>
                  <a:ea typeface="隶书" pitchFamily="49" charset="-122"/>
                </a:rPr>
                <a:t>       }</a:t>
              </a:r>
            </a:p>
          </p:txBody>
        </p:sp>
        <p:sp>
          <p:nvSpPr>
            <p:cNvPr id="923657" name="Freeform 9"/>
            <p:cNvSpPr>
              <a:spLocks/>
            </p:cNvSpPr>
            <p:nvPr/>
          </p:nvSpPr>
          <p:spPr bwMode="auto">
            <a:xfrm>
              <a:off x="4557" y="2013"/>
              <a:ext cx="589" cy="907"/>
            </a:xfrm>
            <a:custGeom>
              <a:avLst/>
              <a:gdLst/>
              <a:ahLst/>
              <a:cxnLst>
                <a:cxn ang="0">
                  <a:pos x="8" y="0"/>
                </a:cxn>
                <a:cxn ang="0">
                  <a:pos x="428" y="36"/>
                </a:cxn>
                <a:cxn ang="0">
                  <a:pos x="716" y="84"/>
                </a:cxn>
                <a:cxn ang="0">
                  <a:pos x="812" y="168"/>
                </a:cxn>
                <a:cxn ang="0">
                  <a:pos x="836" y="240"/>
                </a:cxn>
                <a:cxn ang="0">
                  <a:pos x="824" y="348"/>
                </a:cxn>
                <a:cxn ang="0">
                  <a:pos x="800" y="420"/>
                </a:cxn>
                <a:cxn ang="0">
                  <a:pos x="788" y="456"/>
                </a:cxn>
                <a:cxn ang="0">
                  <a:pos x="776" y="720"/>
                </a:cxn>
                <a:cxn ang="0">
                  <a:pos x="692" y="744"/>
                </a:cxn>
                <a:cxn ang="0">
                  <a:pos x="68" y="696"/>
                </a:cxn>
                <a:cxn ang="0">
                  <a:pos x="44" y="624"/>
                </a:cxn>
                <a:cxn ang="0">
                  <a:pos x="32" y="588"/>
                </a:cxn>
                <a:cxn ang="0">
                  <a:pos x="8" y="0"/>
                </a:cxn>
              </a:cxnLst>
              <a:rect l="0" t="0" r="r" b="b"/>
              <a:pathLst>
                <a:path w="848" h="744">
                  <a:moveTo>
                    <a:pt x="8" y="0"/>
                  </a:moveTo>
                  <a:cubicBezTo>
                    <a:pt x="156" y="37"/>
                    <a:pt x="251" y="29"/>
                    <a:pt x="428" y="36"/>
                  </a:cubicBezTo>
                  <a:cubicBezTo>
                    <a:pt x="521" y="59"/>
                    <a:pt x="620" y="72"/>
                    <a:pt x="716" y="84"/>
                  </a:cubicBezTo>
                  <a:cubicBezTo>
                    <a:pt x="762" y="115"/>
                    <a:pt x="791" y="121"/>
                    <a:pt x="812" y="168"/>
                  </a:cubicBezTo>
                  <a:cubicBezTo>
                    <a:pt x="822" y="191"/>
                    <a:pt x="836" y="240"/>
                    <a:pt x="836" y="240"/>
                  </a:cubicBezTo>
                  <a:cubicBezTo>
                    <a:pt x="832" y="276"/>
                    <a:pt x="831" y="312"/>
                    <a:pt x="824" y="348"/>
                  </a:cubicBezTo>
                  <a:cubicBezTo>
                    <a:pt x="819" y="373"/>
                    <a:pt x="808" y="396"/>
                    <a:pt x="800" y="420"/>
                  </a:cubicBezTo>
                  <a:cubicBezTo>
                    <a:pt x="796" y="432"/>
                    <a:pt x="788" y="456"/>
                    <a:pt x="788" y="456"/>
                  </a:cubicBezTo>
                  <a:cubicBezTo>
                    <a:pt x="798" y="529"/>
                    <a:pt x="848" y="662"/>
                    <a:pt x="776" y="720"/>
                  </a:cubicBezTo>
                  <a:cubicBezTo>
                    <a:pt x="768" y="726"/>
                    <a:pt x="695" y="743"/>
                    <a:pt x="692" y="744"/>
                  </a:cubicBezTo>
                  <a:cubicBezTo>
                    <a:pt x="480" y="735"/>
                    <a:pt x="279" y="708"/>
                    <a:pt x="68" y="696"/>
                  </a:cubicBezTo>
                  <a:cubicBezTo>
                    <a:pt x="60" y="672"/>
                    <a:pt x="52" y="648"/>
                    <a:pt x="44" y="624"/>
                  </a:cubicBezTo>
                  <a:cubicBezTo>
                    <a:pt x="40" y="612"/>
                    <a:pt x="32" y="588"/>
                    <a:pt x="32" y="588"/>
                  </a:cubicBezTo>
                  <a:cubicBezTo>
                    <a:pt x="0" y="329"/>
                    <a:pt x="21" y="524"/>
                    <a:pt x="8" y="0"/>
                  </a:cubicBezTo>
                  <a:close/>
                </a:path>
              </a:pathLst>
            </a:custGeom>
            <a:noFill/>
            <a:ln w="38100" cap="flat" cmpd="sng">
              <a:solidFill>
                <a:srgbClr val="FF0000"/>
              </a:solidFill>
              <a:prstDash val="solid"/>
              <a:round/>
              <a:headEnd type="none" w="med" len="med"/>
              <a:tailEnd type="none" w="med" len="med"/>
            </a:ln>
            <a:effectLst/>
          </p:spPr>
          <p:txBody>
            <a:bodyPr wrap="square" lIns="0" tIns="46800" rIns="90000" bIns="46800" anchor="ctr">
              <a:spAutoFit/>
            </a:bodyPr>
            <a:lstStyle/>
            <a:p>
              <a:endParaRPr lang="zh-CN" altLang="en-US"/>
            </a:p>
          </p:txBody>
        </p:sp>
        <p:sp>
          <p:nvSpPr>
            <p:cNvPr id="923663" name="Freeform 15"/>
            <p:cNvSpPr>
              <a:spLocks/>
            </p:cNvSpPr>
            <p:nvPr/>
          </p:nvSpPr>
          <p:spPr bwMode="auto">
            <a:xfrm>
              <a:off x="4536" y="2997"/>
              <a:ext cx="589" cy="817"/>
            </a:xfrm>
            <a:custGeom>
              <a:avLst/>
              <a:gdLst/>
              <a:ahLst/>
              <a:cxnLst>
                <a:cxn ang="0">
                  <a:pos x="8" y="0"/>
                </a:cxn>
                <a:cxn ang="0">
                  <a:pos x="428" y="36"/>
                </a:cxn>
                <a:cxn ang="0">
                  <a:pos x="716" y="84"/>
                </a:cxn>
                <a:cxn ang="0">
                  <a:pos x="812" y="168"/>
                </a:cxn>
                <a:cxn ang="0">
                  <a:pos x="836" y="240"/>
                </a:cxn>
                <a:cxn ang="0">
                  <a:pos x="824" y="348"/>
                </a:cxn>
                <a:cxn ang="0">
                  <a:pos x="800" y="420"/>
                </a:cxn>
                <a:cxn ang="0">
                  <a:pos x="788" y="456"/>
                </a:cxn>
                <a:cxn ang="0">
                  <a:pos x="776" y="720"/>
                </a:cxn>
                <a:cxn ang="0">
                  <a:pos x="692" y="744"/>
                </a:cxn>
                <a:cxn ang="0">
                  <a:pos x="68" y="696"/>
                </a:cxn>
                <a:cxn ang="0">
                  <a:pos x="44" y="624"/>
                </a:cxn>
                <a:cxn ang="0">
                  <a:pos x="32" y="588"/>
                </a:cxn>
                <a:cxn ang="0">
                  <a:pos x="8" y="0"/>
                </a:cxn>
              </a:cxnLst>
              <a:rect l="0" t="0" r="r" b="b"/>
              <a:pathLst>
                <a:path w="848" h="744">
                  <a:moveTo>
                    <a:pt x="8" y="0"/>
                  </a:moveTo>
                  <a:cubicBezTo>
                    <a:pt x="156" y="37"/>
                    <a:pt x="251" y="29"/>
                    <a:pt x="428" y="36"/>
                  </a:cubicBezTo>
                  <a:cubicBezTo>
                    <a:pt x="521" y="59"/>
                    <a:pt x="620" y="72"/>
                    <a:pt x="716" y="84"/>
                  </a:cubicBezTo>
                  <a:cubicBezTo>
                    <a:pt x="762" y="115"/>
                    <a:pt x="791" y="121"/>
                    <a:pt x="812" y="168"/>
                  </a:cubicBezTo>
                  <a:cubicBezTo>
                    <a:pt x="822" y="191"/>
                    <a:pt x="836" y="240"/>
                    <a:pt x="836" y="240"/>
                  </a:cubicBezTo>
                  <a:cubicBezTo>
                    <a:pt x="832" y="276"/>
                    <a:pt x="831" y="312"/>
                    <a:pt x="824" y="348"/>
                  </a:cubicBezTo>
                  <a:cubicBezTo>
                    <a:pt x="819" y="373"/>
                    <a:pt x="808" y="396"/>
                    <a:pt x="800" y="420"/>
                  </a:cubicBezTo>
                  <a:cubicBezTo>
                    <a:pt x="796" y="432"/>
                    <a:pt x="788" y="456"/>
                    <a:pt x="788" y="456"/>
                  </a:cubicBezTo>
                  <a:cubicBezTo>
                    <a:pt x="798" y="529"/>
                    <a:pt x="848" y="662"/>
                    <a:pt x="776" y="720"/>
                  </a:cubicBezTo>
                  <a:cubicBezTo>
                    <a:pt x="768" y="726"/>
                    <a:pt x="695" y="743"/>
                    <a:pt x="692" y="744"/>
                  </a:cubicBezTo>
                  <a:cubicBezTo>
                    <a:pt x="480" y="735"/>
                    <a:pt x="279" y="708"/>
                    <a:pt x="68" y="696"/>
                  </a:cubicBezTo>
                  <a:cubicBezTo>
                    <a:pt x="60" y="672"/>
                    <a:pt x="52" y="648"/>
                    <a:pt x="44" y="624"/>
                  </a:cubicBezTo>
                  <a:cubicBezTo>
                    <a:pt x="40" y="612"/>
                    <a:pt x="32" y="588"/>
                    <a:pt x="32" y="588"/>
                  </a:cubicBezTo>
                  <a:cubicBezTo>
                    <a:pt x="0" y="329"/>
                    <a:pt x="21" y="524"/>
                    <a:pt x="8" y="0"/>
                  </a:cubicBezTo>
                  <a:close/>
                </a:path>
              </a:pathLst>
            </a:custGeom>
            <a:noFill/>
            <a:ln w="38100" cap="flat" cmpd="sng">
              <a:solidFill>
                <a:srgbClr val="FF0000"/>
              </a:solidFill>
              <a:prstDash val="solid"/>
              <a:round/>
              <a:headEnd type="none" w="med" len="med"/>
              <a:tailEnd type="none" w="med" len="med"/>
            </a:ln>
            <a:effectLst/>
          </p:spPr>
          <p:txBody>
            <a:bodyPr wrap="square" lIns="0" tIns="46800" rIns="90000" bIns="46800" anchor="ctr">
              <a:spAutoFit/>
            </a:bodyPr>
            <a:lstStyle/>
            <a:p>
              <a:endParaRPr lang="zh-CN" altLang="en-US"/>
            </a:p>
          </p:txBody>
        </p:sp>
        <p:sp>
          <p:nvSpPr>
            <p:cNvPr id="923671" name="AutoShape 23"/>
            <p:cNvSpPr>
              <a:spLocks/>
            </p:cNvSpPr>
            <p:nvPr/>
          </p:nvSpPr>
          <p:spPr bwMode="auto">
            <a:xfrm>
              <a:off x="3290" y="1071"/>
              <a:ext cx="905" cy="299"/>
            </a:xfrm>
            <a:prstGeom prst="borderCallout2">
              <a:avLst>
                <a:gd name="adj1" fmla="val 24079"/>
                <a:gd name="adj2" fmla="val 105306"/>
                <a:gd name="adj3" fmla="val 24079"/>
                <a:gd name="adj4" fmla="val 123866"/>
                <a:gd name="adj5" fmla="val 209810"/>
                <a:gd name="adj6" fmla="val 151690"/>
              </a:avLst>
            </a:prstGeom>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10800000" scaled="1"/>
              <a:tileRect/>
            </a:gradFill>
            <a:ln w="15875">
              <a:solidFill>
                <a:srgbClr val="FF000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solidFill>
                    <a:srgbClr val="0000FF"/>
                  </a:solidFill>
                  <a:effectLst>
                    <a:outerShdw blurRad="38100" dist="38100" dir="2700000" algn="tl">
                      <a:srgbClr val="FFFFFF"/>
                    </a:outerShdw>
                  </a:effectLst>
                  <a:latin typeface="楷体" pitchFamily="49" charset="-122"/>
                  <a:ea typeface="楷体" pitchFamily="49" charset="-122"/>
                </a:rPr>
                <a:t>外循环</a:t>
              </a:r>
            </a:p>
          </p:txBody>
        </p:sp>
        <p:sp>
          <p:nvSpPr>
            <p:cNvPr id="923672" name="AutoShape 24"/>
            <p:cNvSpPr>
              <a:spLocks/>
            </p:cNvSpPr>
            <p:nvPr/>
          </p:nvSpPr>
          <p:spPr bwMode="auto">
            <a:xfrm>
              <a:off x="3289" y="1541"/>
              <a:ext cx="905" cy="299"/>
            </a:xfrm>
            <a:prstGeom prst="borderCallout2">
              <a:avLst>
                <a:gd name="adj1" fmla="val 24079"/>
                <a:gd name="adj2" fmla="val 105306"/>
                <a:gd name="adj3" fmla="val 24079"/>
                <a:gd name="adj4" fmla="val 134477"/>
                <a:gd name="adj5" fmla="val 246153"/>
                <a:gd name="adj6" fmla="val 164750"/>
              </a:avLst>
            </a:prstGeom>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10800000" scaled="1"/>
              <a:tileRect/>
            </a:gradFill>
            <a:ln w="15875">
              <a:solidFill>
                <a:srgbClr val="FF000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solidFill>
                    <a:srgbClr val="0000FF"/>
                  </a:solidFill>
                  <a:effectLst>
                    <a:outerShdw blurRad="38100" dist="38100" dir="2700000" algn="tl">
                      <a:srgbClr val="FFFFFF"/>
                    </a:outerShdw>
                  </a:effectLst>
                  <a:latin typeface="楷体" pitchFamily="49" charset="-122"/>
                  <a:ea typeface="楷体" pitchFamily="49" charset="-122"/>
                </a:rPr>
                <a:t>内循环</a:t>
              </a:r>
            </a:p>
          </p:txBody>
        </p:sp>
        <p:sp>
          <p:nvSpPr>
            <p:cNvPr id="923673" name="AutoShape 25"/>
            <p:cNvSpPr>
              <a:spLocks/>
            </p:cNvSpPr>
            <p:nvPr/>
          </p:nvSpPr>
          <p:spPr bwMode="auto">
            <a:xfrm>
              <a:off x="3288" y="2035"/>
              <a:ext cx="905" cy="299"/>
            </a:xfrm>
            <a:prstGeom prst="borderCallout2">
              <a:avLst>
                <a:gd name="adj1" fmla="val 24079"/>
                <a:gd name="adj2" fmla="val 105306"/>
                <a:gd name="adj3" fmla="val 24079"/>
                <a:gd name="adj4" fmla="val 138231"/>
                <a:gd name="adj5" fmla="val 370569"/>
                <a:gd name="adj6" fmla="val 172264"/>
              </a:avLst>
            </a:prstGeom>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10800000" scaled="1"/>
              <a:tileRect/>
            </a:gradFill>
            <a:ln w="15875">
              <a:solidFill>
                <a:srgbClr val="FF000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solidFill>
                    <a:srgbClr val="0000FF"/>
                  </a:solidFill>
                  <a:effectLst>
                    <a:outerShdw blurRad="38100" dist="38100" dir="2700000" algn="tl">
                      <a:srgbClr val="FFFFFF"/>
                    </a:outerShdw>
                  </a:effectLst>
                  <a:latin typeface="楷体" pitchFamily="49" charset="-122"/>
                  <a:ea typeface="楷体" pitchFamily="49" charset="-122"/>
                </a:rPr>
                <a:t>内循环</a:t>
              </a:r>
            </a:p>
          </p:txBody>
        </p:sp>
      </p:grpSp>
      <p:grpSp>
        <p:nvGrpSpPr>
          <p:cNvPr id="923675" name="Group 27"/>
          <p:cNvGrpSpPr>
            <a:grpSpLocks/>
          </p:cNvGrpSpPr>
          <p:nvPr/>
        </p:nvGrpSpPr>
        <p:grpSpPr bwMode="auto">
          <a:xfrm>
            <a:off x="-13391" y="0"/>
            <a:ext cx="446088" cy="6858000"/>
            <a:chOff x="0" y="0"/>
            <a:chExt cx="281" cy="4320"/>
          </a:xfrm>
        </p:grpSpPr>
        <p:sp>
          <p:nvSpPr>
            <p:cNvPr id="923676" name="Text Box 28"/>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23677" name="Text Box 29"/>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23650">
                                            <p:txEl>
                                              <p:pRg st="0" end="0"/>
                                            </p:txEl>
                                          </p:spTgt>
                                        </p:tgtEl>
                                        <p:attrNameLst>
                                          <p:attrName>style.visibility</p:attrName>
                                        </p:attrNameLst>
                                      </p:cBhvr>
                                      <p:to>
                                        <p:strVal val="visible"/>
                                      </p:to>
                                    </p:set>
                                    <p:anim calcmode="lin" valueType="num">
                                      <p:cBhvr additive="base">
                                        <p:cTn id="7" dur="500" fill="hold"/>
                                        <p:tgtEl>
                                          <p:spTgt spid="92365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2365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23650">
                                            <p:txEl>
                                              <p:pRg st="1" end="1"/>
                                            </p:txEl>
                                          </p:spTgt>
                                        </p:tgtEl>
                                        <p:attrNameLst>
                                          <p:attrName>style.visibility</p:attrName>
                                        </p:attrNameLst>
                                      </p:cBhvr>
                                      <p:to>
                                        <p:strVal val="visible"/>
                                      </p:to>
                                    </p:set>
                                    <p:anim calcmode="lin" valueType="num">
                                      <p:cBhvr additive="base">
                                        <p:cTn id="13" dur="500" fill="hold"/>
                                        <p:tgtEl>
                                          <p:spTgt spid="92365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23650">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23650">
                                            <p:txEl>
                                              <p:pRg st="2" end="2"/>
                                            </p:txEl>
                                          </p:spTgt>
                                        </p:tgtEl>
                                        <p:attrNameLst>
                                          <p:attrName>style.visibility</p:attrName>
                                        </p:attrNameLst>
                                      </p:cBhvr>
                                      <p:to>
                                        <p:strVal val="visible"/>
                                      </p:to>
                                    </p:set>
                                    <p:anim calcmode="lin" valueType="num">
                                      <p:cBhvr additive="base">
                                        <p:cTn id="19" dur="500" fill="hold"/>
                                        <p:tgtEl>
                                          <p:spTgt spid="923650">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23650">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4" name="WHOOSH.WAV"/>
                                        </p:tgtEl>
                                      </p:cMediaNode>
                                    </p:audio>
                                  </p:subTnLst>
                                </p:cTn>
                              </p:par>
                            </p:childTnLst>
                          </p:cTn>
                        </p:par>
                        <p:par>
                          <p:cTn id="21" fill="hold">
                            <p:stCondLst>
                              <p:cond delay="500"/>
                            </p:stCondLst>
                            <p:childTnLst>
                              <p:par>
                                <p:cTn id="22" presetID="4" presetClass="entr" presetSubtype="32" fill="hold" grpId="0" nodeType="afterEffect">
                                  <p:stCondLst>
                                    <p:cond delay="0"/>
                                  </p:stCondLst>
                                  <p:childTnLst>
                                    <p:set>
                                      <p:cBhvr>
                                        <p:cTn id="23" dur="1" fill="hold">
                                          <p:stCondLst>
                                            <p:cond delay="0"/>
                                          </p:stCondLst>
                                        </p:cTn>
                                        <p:tgtEl>
                                          <p:spTgt spid="923651"/>
                                        </p:tgtEl>
                                        <p:attrNameLst>
                                          <p:attrName>style.visibility</p:attrName>
                                        </p:attrNameLst>
                                      </p:cBhvr>
                                      <p:to>
                                        <p:strVal val="visible"/>
                                      </p:to>
                                    </p:set>
                                    <p:animEffect transition="in" filter="box(out)">
                                      <p:cBhvr>
                                        <p:cTn id="24" dur="500"/>
                                        <p:tgtEl>
                                          <p:spTgt spid="923651"/>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par>
                          <p:cTn id="25" fill="hold">
                            <p:stCondLst>
                              <p:cond delay="1000"/>
                            </p:stCondLst>
                            <p:childTnLst>
                              <p:par>
                                <p:cTn id="26" presetID="4" presetClass="entr" presetSubtype="32" fill="hold" grpId="0" nodeType="afterEffect">
                                  <p:stCondLst>
                                    <p:cond delay="0"/>
                                  </p:stCondLst>
                                  <p:childTnLst>
                                    <p:set>
                                      <p:cBhvr>
                                        <p:cTn id="27" dur="1" fill="hold">
                                          <p:stCondLst>
                                            <p:cond delay="0"/>
                                          </p:stCondLst>
                                        </p:cTn>
                                        <p:tgtEl>
                                          <p:spTgt spid="923652"/>
                                        </p:tgtEl>
                                        <p:attrNameLst>
                                          <p:attrName>style.visibility</p:attrName>
                                        </p:attrNameLst>
                                      </p:cBhvr>
                                      <p:to>
                                        <p:strVal val="visible"/>
                                      </p:to>
                                    </p:set>
                                    <p:animEffect transition="in" filter="box(out)">
                                      <p:cBhvr>
                                        <p:cTn id="28" dur="500"/>
                                        <p:tgtEl>
                                          <p:spTgt spid="923652"/>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par>
                          <p:cTn id="29" fill="hold">
                            <p:stCondLst>
                              <p:cond delay="1500"/>
                            </p:stCondLst>
                            <p:childTnLst>
                              <p:par>
                                <p:cTn id="30" presetID="4" presetClass="entr" presetSubtype="32" fill="hold" grpId="0" nodeType="afterEffect">
                                  <p:stCondLst>
                                    <p:cond delay="0"/>
                                  </p:stCondLst>
                                  <p:childTnLst>
                                    <p:set>
                                      <p:cBhvr>
                                        <p:cTn id="31" dur="1" fill="hold">
                                          <p:stCondLst>
                                            <p:cond delay="0"/>
                                          </p:stCondLst>
                                        </p:cTn>
                                        <p:tgtEl>
                                          <p:spTgt spid="923653"/>
                                        </p:tgtEl>
                                        <p:attrNameLst>
                                          <p:attrName>style.visibility</p:attrName>
                                        </p:attrNameLst>
                                      </p:cBhvr>
                                      <p:to>
                                        <p:strVal val="visible"/>
                                      </p:to>
                                    </p:set>
                                    <p:animEffect transition="in" filter="box(out)">
                                      <p:cBhvr>
                                        <p:cTn id="32" dur="500"/>
                                        <p:tgtEl>
                                          <p:spTgt spid="923653"/>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3" fill="hold">
                            <p:stCondLst>
                              <p:cond delay="2000"/>
                            </p:stCondLst>
                            <p:childTnLst>
                              <p:par>
                                <p:cTn id="34" presetID="4" presetClass="entr" presetSubtype="32" fill="hold" nodeType="afterEffect">
                                  <p:stCondLst>
                                    <p:cond delay="0"/>
                                  </p:stCondLst>
                                  <p:childTnLst>
                                    <p:set>
                                      <p:cBhvr>
                                        <p:cTn id="35" dur="1" fill="hold">
                                          <p:stCondLst>
                                            <p:cond delay="0"/>
                                          </p:stCondLst>
                                        </p:cTn>
                                        <p:tgtEl>
                                          <p:spTgt spid="923674"/>
                                        </p:tgtEl>
                                        <p:attrNameLst>
                                          <p:attrName>style.visibility</p:attrName>
                                        </p:attrNameLst>
                                      </p:cBhvr>
                                      <p:to>
                                        <p:strVal val="visible"/>
                                      </p:to>
                                    </p:set>
                                    <p:animEffect transition="in" filter="box(out)">
                                      <p:cBhvr>
                                        <p:cTn id="36" dur="500"/>
                                        <p:tgtEl>
                                          <p:spTgt spid="923674"/>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923665">
                                            <p:txEl>
                                              <p:pRg st="0" end="0"/>
                                            </p:txEl>
                                          </p:spTgt>
                                        </p:tgtEl>
                                        <p:attrNameLst>
                                          <p:attrName>style.visibility</p:attrName>
                                        </p:attrNameLst>
                                      </p:cBhvr>
                                      <p:to>
                                        <p:strVal val="visible"/>
                                      </p:to>
                                    </p:set>
                                    <p:animEffect transition="in" filter="box(out)">
                                      <p:cBhvr>
                                        <p:cTn id="41" dur="500"/>
                                        <p:tgtEl>
                                          <p:spTgt spid="923665">
                                            <p:txEl>
                                              <p:pRg st="0" end="0"/>
                                            </p:txEl>
                                          </p:spTgt>
                                        </p:tgtEl>
                                      </p:cBhvr>
                                    </p:animEffect>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2" fill="hold">
                      <p:stCondLst>
                        <p:cond delay="indefinite"/>
                      </p:stCondLst>
                      <p:childTnLst>
                        <p:par>
                          <p:cTn id="43" fill="hold">
                            <p:stCondLst>
                              <p:cond delay="0"/>
                            </p:stCondLst>
                            <p:childTnLst>
                              <p:par>
                                <p:cTn id="44" presetID="4" presetClass="entr" presetSubtype="32" fill="hold" grpId="0" nodeType="clickEffect">
                                  <p:stCondLst>
                                    <p:cond delay="0"/>
                                  </p:stCondLst>
                                  <p:childTnLst>
                                    <p:set>
                                      <p:cBhvr>
                                        <p:cTn id="45" dur="1" fill="hold">
                                          <p:stCondLst>
                                            <p:cond delay="0"/>
                                          </p:stCondLst>
                                        </p:cTn>
                                        <p:tgtEl>
                                          <p:spTgt spid="923665">
                                            <p:txEl>
                                              <p:pRg st="1" end="1"/>
                                            </p:txEl>
                                          </p:spTgt>
                                        </p:tgtEl>
                                        <p:attrNameLst>
                                          <p:attrName>style.visibility</p:attrName>
                                        </p:attrNameLst>
                                      </p:cBhvr>
                                      <p:to>
                                        <p:strVal val="visible"/>
                                      </p:to>
                                    </p:set>
                                    <p:animEffect transition="in" filter="box(out)">
                                      <p:cBhvr>
                                        <p:cTn id="46" dur="500"/>
                                        <p:tgtEl>
                                          <p:spTgt spid="923665">
                                            <p:txEl>
                                              <p:pRg st="1" end="1"/>
                                            </p:txEl>
                                          </p:spTgt>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childTnLst>
                    </p:cTn>
                  </p:par>
                  <p:par>
                    <p:cTn id="47" fill="hold">
                      <p:stCondLst>
                        <p:cond delay="indefinite"/>
                      </p:stCondLst>
                      <p:childTnLst>
                        <p:par>
                          <p:cTn id="48" fill="hold">
                            <p:stCondLst>
                              <p:cond delay="0"/>
                            </p:stCondLst>
                            <p:childTnLst>
                              <p:par>
                                <p:cTn id="49" presetID="4" presetClass="entr" presetSubtype="32" fill="hold" grpId="0" nodeType="clickEffect">
                                  <p:stCondLst>
                                    <p:cond delay="0"/>
                                  </p:stCondLst>
                                  <p:childTnLst>
                                    <p:set>
                                      <p:cBhvr>
                                        <p:cTn id="50" dur="1" fill="hold">
                                          <p:stCondLst>
                                            <p:cond delay="0"/>
                                          </p:stCondLst>
                                        </p:cTn>
                                        <p:tgtEl>
                                          <p:spTgt spid="923665">
                                            <p:txEl>
                                              <p:pRg st="2" end="2"/>
                                            </p:txEl>
                                          </p:spTgt>
                                        </p:tgtEl>
                                        <p:attrNameLst>
                                          <p:attrName>style.visibility</p:attrName>
                                        </p:attrNameLst>
                                      </p:cBhvr>
                                      <p:to>
                                        <p:strVal val="visible"/>
                                      </p:to>
                                    </p:set>
                                    <p:animEffect transition="in" filter="box(out)">
                                      <p:cBhvr>
                                        <p:cTn id="51" dur="500"/>
                                        <p:tgtEl>
                                          <p:spTgt spid="923665">
                                            <p:txEl>
                                              <p:pRg st="2" end="2"/>
                                            </p:txEl>
                                          </p:spTgt>
                                        </p:tgtEl>
                                      </p:cBhvr>
                                    </p:animEffect>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childTnLst>
                    </p:cTn>
                  </p:par>
                  <p:par>
                    <p:cTn id="52" fill="hold">
                      <p:stCondLst>
                        <p:cond delay="indefinite"/>
                      </p:stCondLst>
                      <p:childTnLst>
                        <p:par>
                          <p:cTn id="53" fill="hold">
                            <p:stCondLst>
                              <p:cond delay="0"/>
                            </p:stCondLst>
                            <p:childTnLst>
                              <p:par>
                                <p:cTn id="54" presetID="4" presetClass="entr" presetSubtype="32" fill="hold" grpId="0" nodeType="clickEffect">
                                  <p:stCondLst>
                                    <p:cond delay="0"/>
                                  </p:stCondLst>
                                  <p:childTnLst>
                                    <p:set>
                                      <p:cBhvr>
                                        <p:cTn id="55" dur="1" fill="hold">
                                          <p:stCondLst>
                                            <p:cond delay="0"/>
                                          </p:stCondLst>
                                        </p:cTn>
                                        <p:tgtEl>
                                          <p:spTgt spid="923665">
                                            <p:txEl>
                                              <p:pRg st="3" end="3"/>
                                            </p:txEl>
                                          </p:spTgt>
                                        </p:tgtEl>
                                        <p:attrNameLst>
                                          <p:attrName>style.visibility</p:attrName>
                                        </p:attrNameLst>
                                      </p:cBhvr>
                                      <p:to>
                                        <p:strVal val="visible"/>
                                      </p:to>
                                    </p:set>
                                    <p:animEffect transition="in" filter="box(out)">
                                      <p:cBhvr>
                                        <p:cTn id="56" dur="500"/>
                                        <p:tgtEl>
                                          <p:spTgt spid="923665">
                                            <p:txEl>
                                              <p:pRg st="3" end="3"/>
                                            </p:txEl>
                                          </p:spTgt>
                                        </p:tgtEl>
                                      </p:cBhvr>
                                    </p:animEffect>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childTnLst>
                    </p:cTn>
                  </p:par>
                  <p:par>
                    <p:cTn id="57" fill="hold">
                      <p:stCondLst>
                        <p:cond delay="indefinite"/>
                      </p:stCondLst>
                      <p:childTnLst>
                        <p:par>
                          <p:cTn id="58" fill="hold">
                            <p:stCondLst>
                              <p:cond delay="0"/>
                            </p:stCondLst>
                            <p:childTnLst>
                              <p:par>
                                <p:cTn id="59" presetID="4" presetClass="entr" presetSubtype="32" fill="hold" grpId="0" nodeType="clickEffect">
                                  <p:stCondLst>
                                    <p:cond delay="0"/>
                                  </p:stCondLst>
                                  <p:childTnLst>
                                    <p:set>
                                      <p:cBhvr>
                                        <p:cTn id="60" dur="1" fill="hold">
                                          <p:stCondLst>
                                            <p:cond delay="0"/>
                                          </p:stCondLst>
                                        </p:cTn>
                                        <p:tgtEl>
                                          <p:spTgt spid="923665">
                                            <p:txEl>
                                              <p:pRg st="4" end="4"/>
                                            </p:txEl>
                                          </p:spTgt>
                                        </p:tgtEl>
                                        <p:attrNameLst>
                                          <p:attrName>style.visibility</p:attrName>
                                        </p:attrNameLst>
                                      </p:cBhvr>
                                      <p:to>
                                        <p:strVal val="visible"/>
                                      </p:to>
                                    </p:set>
                                    <p:animEffect transition="in" filter="box(out)">
                                      <p:cBhvr>
                                        <p:cTn id="61" dur="500"/>
                                        <p:tgtEl>
                                          <p:spTgt spid="923665">
                                            <p:txEl>
                                              <p:pRg st="4" end="4"/>
                                            </p:txEl>
                                          </p:spTgt>
                                        </p:tgtEl>
                                      </p:cBhvr>
                                    </p:animEffect>
                                  </p:childTnLst>
                                  <p:subTnLst>
                                    <p:audio>
                                      <p:cMediaNode>
                                        <p:cTn display="0" masterRel="sameClick">
                                          <p:stCondLst>
                                            <p:cond evt="begin" delay="0">
                                              <p:tn val="59"/>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3650" grpId="0" build="p" bldLvl="3" autoUpdateAnimBg="0"/>
      <p:bldP spid="923651" grpId="0" animBg="1" autoUpdateAnimBg="0"/>
      <p:bldP spid="923652" grpId="0" animBg="1" autoUpdateAnimBg="0"/>
      <p:bldP spid="923653" grpId="0" animBg="1" autoUpdateAnimBg="0"/>
      <p:bldP spid="923665" grpId="0" build="p" bldLvl="3"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676" name="Text Box 4"/>
          <p:cNvSpPr txBox="1">
            <a:spLocks noChangeArrowheads="1"/>
          </p:cNvSpPr>
          <p:nvPr/>
        </p:nvSpPr>
        <p:spPr bwMode="auto">
          <a:xfrm>
            <a:off x="529110" y="195244"/>
            <a:ext cx="4827588" cy="519113"/>
          </a:xfrm>
          <a:prstGeom prst="rect">
            <a:avLst/>
          </a:prstGeom>
          <a:noFill/>
          <a:ln w="9525">
            <a:noFill/>
            <a:miter lim="800000"/>
            <a:headEnd/>
            <a:tailEnd/>
          </a:ln>
          <a:effectLst/>
        </p:spPr>
        <p:txBody>
          <a:bodyPr wrap="none">
            <a:spAutoFit/>
          </a:bodyPr>
          <a:lstStyle/>
          <a:p>
            <a:r>
              <a:rPr lang="en-US" altLang="zh-CN" sz="2800" b="1" dirty="0">
                <a:solidFill>
                  <a:srgbClr val="CC3300"/>
                </a:solidFill>
                <a:effectLst>
                  <a:outerShdw blurRad="38100" dist="38100" dir="2700000" algn="tl">
                    <a:srgbClr val="000000"/>
                  </a:outerShdw>
                </a:effectLst>
                <a:ea typeface="隶书" pitchFamily="49" charset="-122"/>
              </a:rPr>
              <a:t>【</a:t>
            </a:r>
            <a:r>
              <a:rPr lang="zh-CN" altLang="en-US" sz="2800" b="1" dirty="0">
                <a:solidFill>
                  <a:srgbClr val="CC3300"/>
                </a:solidFill>
                <a:effectLst>
                  <a:outerShdw blurRad="38100" dist="38100" dir="2700000" algn="tl">
                    <a:srgbClr val="000000"/>
                  </a:outerShdw>
                </a:effectLst>
                <a:ea typeface="隶书" pitchFamily="49" charset="-122"/>
              </a:rPr>
              <a:t>例</a:t>
            </a:r>
            <a:r>
              <a:rPr lang="en-US" altLang="zh-CN" sz="2800" b="1" dirty="0">
                <a:solidFill>
                  <a:srgbClr val="CC3300"/>
                </a:solidFill>
                <a:effectLst>
                  <a:outerShdw blurRad="38100" dist="38100" dir="2700000" algn="tl">
                    <a:srgbClr val="000000"/>
                  </a:outerShdw>
                </a:effectLst>
                <a:ea typeface="隶书" pitchFamily="49" charset="-122"/>
              </a:rPr>
              <a:t>】</a:t>
            </a:r>
            <a:r>
              <a:rPr lang="zh-CN" altLang="en-US" sz="2800" b="1" dirty="0">
                <a:solidFill>
                  <a:srgbClr val="CC3300"/>
                </a:solidFill>
                <a:effectLst>
                  <a:outerShdw blurRad="38100" dist="38100" dir="2700000" algn="tl">
                    <a:srgbClr val="000000"/>
                  </a:outerShdw>
                </a:effectLst>
                <a:latin typeface="隶书" pitchFamily="49" charset="-122"/>
                <a:ea typeface="隶书" pitchFamily="49" charset="-122"/>
              </a:rPr>
              <a:t>循环嵌套，输出九九表</a:t>
            </a:r>
          </a:p>
        </p:txBody>
      </p:sp>
      <p:grpSp>
        <p:nvGrpSpPr>
          <p:cNvPr id="924677" name="Group 5"/>
          <p:cNvGrpSpPr>
            <a:grpSpLocks/>
          </p:cNvGrpSpPr>
          <p:nvPr/>
        </p:nvGrpSpPr>
        <p:grpSpPr bwMode="auto">
          <a:xfrm>
            <a:off x="1703512" y="980728"/>
            <a:ext cx="8748713" cy="4768851"/>
            <a:chOff x="225" y="350"/>
            <a:chExt cx="5511" cy="3004"/>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3500000" scaled="1"/>
            <a:tileRect/>
          </a:gradFill>
        </p:grpSpPr>
        <p:sp>
          <p:nvSpPr>
            <p:cNvPr id="924678" name="Rectangle 6"/>
            <p:cNvSpPr>
              <a:spLocks noChangeArrowheads="1"/>
            </p:cNvSpPr>
            <p:nvPr/>
          </p:nvSpPr>
          <p:spPr bwMode="auto">
            <a:xfrm>
              <a:off x="225" y="350"/>
              <a:ext cx="5511" cy="3004"/>
            </a:xfrm>
            <a:prstGeom prst="rect">
              <a:avLst/>
            </a:prstGeom>
            <a:grpFill/>
            <a:ln w="38100">
              <a:solidFill>
                <a:srgbClr val="FF33CC"/>
              </a:solidFill>
              <a:miter lim="800000"/>
              <a:headEnd/>
              <a:tailEnd/>
            </a:ln>
            <a:effectLst>
              <a:outerShdw blurRad="50800" dist="3810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nchor="ctr">
              <a:spAutoFit/>
            </a:bodyPr>
            <a:lstStyle/>
            <a:p>
              <a:pPr algn="ctr"/>
              <a:endParaRPr lang="zh-CN" altLang="zh-CN"/>
            </a:p>
          </p:txBody>
        </p:sp>
        <p:grpSp>
          <p:nvGrpSpPr>
            <p:cNvPr id="924679" name="Group 7"/>
            <p:cNvGrpSpPr>
              <a:grpSpLocks/>
            </p:cNvGrpSpPr>
            <p:nvPr/>
          </p:nvGrpSpPr>
          <p:grpSpPr bwMode="auto">
            <a:xfrm>
              <a:off x="684" y="825"/>
              <a:ext cx="4488" cy="1921"/>
              <a:chOff x="684" y="825"/>
              <a:chExt cx="4488" cy="1921"/>
            </a:xfrm>
            <a:grpFill/>
          </p:grpSpPr>
          <p:grpSp>
            <p:nvGrpSpPr>
              <p:cNvPr id="924680" name="Group 8"/>
              <p:cNvGrpSpPr>
                <a:grpSpLocks/>
              </p:cNvGrpSpPr>
              <p:nvPr/>
            </p:nvGrpSpPr>
            <p:grpSpPr bwMode="auto">
              <a:xfrm>
                <a:off x="1051" y="825"/>
                <a:ext cx="3858" cy="253"/>
                <a:chOff x="1123" y="825"/>
                <a:chExt cx="3858" cy="253"/>
              </a:xfrm>
              <a:grpFill/>
            </p:grpSpPr>
            <p:sp>
              <p:nvSpPr>
                <p:cNvPr id="924681" name="Text Box 9"/>
                <p:cNvSpPr txBox="1">
                  <a:spLocks noChangeArrowheads="1"/>
                </p:cNvSpPr>
                <p:nvPr/>
              </p:nvSpPr>
              <p:spPr bwMode="auto">
                <a:xfrm>
                  <a:off x="1123" y="825"/>
                  <a:ext cx="138" cy="253"/>
                </a:xfrm>
                <a:prstGeom prst="rect">
                  <a:avLst/>
                </a:prstGeom>
                <a:noFill/>
                <a:ln w="38100">
                  <a:noFill/>
                  <a:miter lim="800000"/>
                  <a:headEnd/>
                  <a:tailEnd/>
                </a:ln>
                <a:effectLst/>
              </p:spPr>
              <p:txBody>
                <a:bodyPr wrap="none" lIns="0" tIns="46800" rIns="90000" bIns="46800">
                  <a:spAutoFit/>
                </a:bodyPr>
                <a:lstStyle/>
                <a:p>
                  <a:r>
                    <a:rPr lang="en-US" altLang="zh-CN" sz="2000" dirty="0"/>
                    <a:t>1</a:t>
                  </a:r>
                </a:p>
              </p:txBody>
            </p:sp>
            <p:sp>
              <p:nvSpPr>
                <p:cNvPr id="924682" name="Text Box 10"/>
                <p:cNvSpPr txBox="1">
                  <a:spLocks noChangeArrowheads="1"/>
                </p:cNvSpPr>
                <p:nvPr/>
              </p:nvSpPr>
              <p:spPr bwMode="auto">
                <a:xfrm>
                  <a:off x="1588" y="825"/>
                  <a:ext cx="138" cy="253"/>
                </a:xfrm>
                <a:prstGeom prst="rect">
                  <a:avLst/>
                </a:prstGeom>
                <a:noFill/>
                <a:ln w="38100">
                  <a:noFill/>
                  <a:miter lim="800000"/>
                  <a:headEnd/>
                  <a:tailEnd/>
                </a:ln>
                <a:effectLst/>
              </p:spPr>
              <p:txBody>
                <a:bodyPr wrap="none" lIns="0" tIns="46800" rIns="90000" bIns="46800">
                  <a:spAutoFit/>
                </a:bodyPr>
                <a:lstStyle/>
                <a:p>
                  <a:r>
                    <a:rPr lang="en-US" altLang="zh-CN" sz="2000" dirty="0"/>
                    <a:t>2</a:t>
                  </a:r>
                </a:p>
              </p:txBody>
            </p:sp>
            <p:sp>
              <p:nvSpPr>
                <p:cNvPr id="924683" name="Text Box 11"/>
                <p:cNvSpPr txBox="1">
                  <a:spLocks noChangeArrowheads="1"/>
                </p:cNvSpPr>
                <p:nvPr/>
              </p:nvSpPr>
              <p:spPr bwMode="auto">
                <a:xfrm>
                  <a:off x="2053" y="825"/>
                  <a:ext cx="138" cy="253"/>
                </a:xfrm>
                <a:prstGeom prst="rect">
                  <a:avLst/>
                </a:prstGeom>
                <a:noFill/>
                <a:ln w="38100">
                  <a:noFill/>
                  <a:miter lim="800000"/>
                  <a:headEnd/>
                  <a:tailEnd/>
                </a:ln>
                <a:effectLst/>
              </p:spPr>
              <p:txBody>
                <a:bodyPr wrap="none" lIns="0" tIns="46800" rIns="90000" bIns="46800">
                  <a:spAutoFit/>
                </a:bodyPr>
                <a:lstStyle/>
                <a:p>
                  <a:r>
                    <a:rPr lang="en-US" altLang="zh-CN" sz="2000" dirty="0"/>
                    <a:t>3</a:t>
                  </a:r>
                </a:p>
              </p:txBody>
            </p:sp>
            <p:sp>
              <p:nvSpPr>
                <p:cNvPr id="924684" name="Text Box 12"/>
                <p:cNvSpPr txBox="1">
                  <a:spLocks noChangeArrowheads="1"/>
                </p:cNvSpPr>
                <p:nvPr/>
              </p:nvSpPr>
              <p:spPr bwMode="auto">
                <a:xfrm>
                  <a:off x="2518" y="825"/>
                  <a:ext cx="138" cy="253"/>
                </a:xfrm>
                <a:prstGeom prst="rect">
                  <a:avLst/>
                </a:prstGeom>
                <a:noFill/>
                <a:ln w="38100">
                  <a:noFill/>
                  <a:miter lim="800000"/>
                  <a:headEnd/>
                  <a:tailEnd/>
                </a:ln>
                <a:effectLst/>
              </p:spPr>
              <p:txBody>
                <a:bodyPr wrap="none" lIns="0" tIns="46800" rIns="90000" bIns="46800">
                  <a:spAutoFit/>
                </a:bodyPr>
                <a:lstStyle/>
                <a:p>
                  <a:r>
                    <a:rPr lang="en-US" altLang="zh-CN" sz="2000"/>
                    <a:t>4</a:t>
                  </a:r>
                </a:p>
              </p:txBody>
            </p:sp>
            <p:sp>
              <p:nvSpPr>
                <p:cNvPr id="924685" name="Text Box 13"/>
                <p:cNvSpPr txBox="1">
                  <a:spLocks noChangeArrowheads="1"/>
                </p:cNvSpPr>
                <p:nvPr/>
              </p:nvSpPr>
              <p:spPr bwMode="auto">
                <a:xfrm>
                  <a:off x="2983" y="825"/>
                  <a:ext cx="138" cy="253"/>
                </a:xfrm>
                <a:prstGeom prst="rect">
                  <a:avLst/>
                </a:prstGeom>
                <a:noFill/>
                <a:ln w="38100">
                  <a:noFill/>
                  <a:miter lim="800000"/>
                  <a:headEnd/>
                  <a:tailEnd/>
                </a:ln>
                <a:effectLst/>
              </p:spPr>
              <p:txBody>
                <a:bodyPr wrap="none" lIns="0" tIns="46800" rIns="90000" bIns="46800">
                  <a:spAutoFit/>
                </a:bodyPr>
                <a:lstStyle/>
                <a:p>
                  <a:r>
                    <a:rPr lang="en-US" altLang="zh-CN" sz="2000"/>
                    <a:t>5</a:t>
                  </a:r>
                </a:p>
              </p:txBody>
            </p:sp>
            <p:sp>
              <p:nvSpPr>
                <p:cNvPr id="924686" name="Text Box 14"/>
                <p:cNvSpPr txBox="1">
                  <a:spLocks noChangeArrowheads="1"/>
                </p:cNvSpPr>
                <p:nvPr/>
              </p:nvSpPr>
              <p:spPr bwMode="auto">
                <a:xfrm>
                  <a:off x="3448" y="825"/>
                  <a:ext cx="138" cy="253"/>
                </a:xfrm>
                <a:prstGeom prst="rect">
                  <a:avLst/>
                </a:prstGeom>
                <a:noFill/>
                <a:ln w="38100">
                  <a:noFill/>
                  <a:miter lim="800000"/>
                  <a:headEnd/>
                  <a:tailEnd/>
                </a:ln>
                <a:effectLst/>
              </p:spPr>
              <p:txBody>
                <a:bodyPr wrap="none" lIns="0" tIns="46800" rIns="90000" bIns="46800">
                  <a:spAutoFit/>
                </a:bodyPr>
                <a:lstStyle/>
                <a:p>
                  <a:r>
                    <a:rPr lang="en-US" altLang="zh-CN" sz="2000"/>
                    <a:t>6</a:t>
                  </a:r>
                </a:p>
              </p:txBody>
            </p:sp>
            <p:sp>
              <p:nvSpPr>
                <p:cNvPr id="924687" name="Text Box 15"/>
                <p:cNvSpPr txBox="1">
                  <a:spLocks noChangeArrowheads="1"/>
                </p:cNvSpPr>
                <p:nvPr/>
              </p:nvSpPr>
              <p:spPr bwMode="auto">
                <a:xfrm>
                  <a:off x="3913" y="825"/>
                  <a:ext cx="138" cy="253"/>
                </a:xfrm>
                <a:prstGeom prst="rect">
                  <a:avLst/>
                </a:prstGeom>
                <a:noFill/>
                <a:ln w="38100">
                  <a:noFill/>
                  <a:miter lim="800000"/>
                  <a:headEnd/>
                  <a:tailEnd/>
                </a:ln>
                <a:effectLst/>
              </p:spPr>
              <p:txBody>
                <a:bodyPr wrap="none" lIns="0" tIns="46800" rIns="90000" bIns="46800">
                  <a:spAutoFit/>
                </a:bodyPr>
                <a:lstStyle/>
                <a:p>
                  <a:r>
                    <a:rPr lang="en-US" altLang="zh-CN" sz="2000"/>
                    <a:t>7</a:t>
                  </a:r>
                </a:p>
              </p:txBody>
            </p:sp>
            <p:sp>
              <p:nvSpPr>
                <p:cNvPr id="924688" name="Text Box 16"/>
                <p:cNvSpPr txBox="1">
                  <a:spLocks noChangeArrowheads="1"/>
                </p:cNvSpPr>
                <p:nvPr/>
              </p:nvSpPr>
              <p:spPr bwMode="auto">
                <a:xfrm>
                  <a:off x="4378" y="825"/>
                  <a:ext cx="138" cy="253"/>
                </a:xfrm>
                <a:prstGeom prst="rect">
                  <a:avLst/>
                </a:prstGeom>
                <a:noFill/>
                <a:ln w="38100">
                  <a:noFill/>
                  <a:miter lim="800000"/>
                  <a:headEnd/>
                  <a:tailEnd/>
                </a:ln>
                <a:effectLst/>
              </p:spPr>
              <p:txBody>
                <a:bodyPr wrap="none" lIns="0" tIns="46800" rIns="90000" bIns="46800">
                  <a:spAutoFit/>
                </a:bodyPr>
                <a:lstStyle/>
                <a:p>
                  <a:r>
                    <a:rPr lang="en-US" altLang="zh-CN" sz="2000"/>
                    <a:t>8</a:t>
                  </a:r>
                </a:p>
              </p:txBody>
            </p:sp>
            <p:sp>
              <p:nvSpPr>
                <p:cNvPr id="924689" name="Text Box 17"/>
                <p:cNvSpPr txBox="1">
                  <a:spLocks noChangeArrowheads="1"/>
                </p:cNvSpPr>
                <p:nvPr/>
              </p:nvSpPr>
              <p:spPr bwMode="auto">
                <a:xfrm>
                  <a:off x="4843" y="825"/>
                  <a:ext cx="138" cy="253"/>
                </a:xfrm>
                <a:prstGeom prst="rect">
                  <a:avLst/>
                </a:prstGeom>
                <a:noFill/>
                <a:ln w="38100">
                  <a:noFill/>
                  <a:miter lim="800000"/>
                  <a:headEnd/>
                  <a:tailEnd/>
                </a:ln>
                <a:effectLst/>
              </p:spPr>
              <p:txBody>
                <a:bodyPr wrap="none" lIns="0" tIns="46800" rIns="90000" bIns="46800">
                  <a:spAutoFit/>
                </a:bodyPr>
                <a:lstStyle/>
                <a:p>
                  <a:r>
                    <a:rPr lang="en-US" altLang="zh-CN" sz="2000"/>
                    <a:t>9</a:t>
                  </a:r>
                </a:p>
              </p:txBody>
            </p:sp>
          </p:grpSp>
          <p:sp>
            <p:nvSpPr>
              <p:cNvPr id="924690" name="Line 18"/>
              <p:cNvSpPr>
                <a:spLocks noChangeShapeType="1"/>
              </p:cNvSpPr>
              <p:nvPr/>
            </p:nvSpPr>
            <p:spPr bwMode="auto">
              <a:xfrm>
                <a:off x="684" y="1139"/>
                <a:ext cx="4488" cy="0"/>
              </a:xfrm>
              <a:prstGeom prst="line">
                <a:avLst/>
              </a:prstGeom>
              <a:grpFill/>
              <a:ln w="38100">
                <a:solidFill>
                  <a:srgbClr val="0000FF"/>
                </a:solidFill>
                <a:prstDash val="sysDot"/>
                <a:round/>
                <a:headEnd/>
                <a:tailEnd/>
              </a:ln>
              <a:effectLst/>
            </p:spPr>
            <p:txBody>
              <a:bodyPr lIns="0" tIns="46800" rIns="90000" bIns="46800" anchor="ctr">
                <a:spAutoFit/>
              </a:bodyPr>
              <a:lstStyle/>
              <a:p>
                <a:endParaRPr lang="zh-CN" altLang="en-US"/>
              </a:p>
            </p:txBody>
          </p:sp>
          <p:grpSp>
            <p:nvGrpSpPr>
              <p:cNvPr id="924691" name="Group 19"/>
              <p:cNvGrpSpPr>
                <a:grpSpLocks/>
              </p:cNvGrpSpPr>
              <p:nvPr/>
            </p:nvGrpSpPr>
            <p:grpSpPr bwMode="auto">
              <a:xfrm>
                <a:off x="1051" y="1161"/>
                <a:ext cx="3858" cy="253"/>
                <a:chOff x="1123" y="825"/>
                <a:chExt cx="3858" cy="253"/>
              </a:xfrm>
              <a:grpFill/>
            </p:grpSpPr>
            <p:sp>
              <p:nvSpPr>
                <p:cNvPr id="924692" name="Text Box 20"/>
                <p:cNvSpPr txBox="1">
                  <a:spLocks noChangeArrowheads="1"/>
                </p:cNvSpPr>
                <p:nvPr/>
              </p:nvSpPr>
              <p:spPr bwMode="auto">
                <a:xfrm>
                  <a:off x="1123"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1</a:t>
                  </a:r>
                </a:p>
              </p:txBody>
            </p:sp>
            <p:sp>
              <p:nvSpPr>
                <p:cNvPr id="924693" name="Text Box 21"/>
                <p:cNvSpPr txBox="1">
                  <a:spLocks noChangeArrowheads="1"/>
                </p:cNvSpPr>
                <p:nvPr/>
              </p:nvSpPr>
              <p:spPr bwMode="auto">
                <a:xfrm>
                  <a:off x="1588"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2</a:t>
                  </a:r>
                </a:p>
              </p:txBody>
            </p:sp>
            <p:sp>
              <p:nvSpPr>
                <p:cNvPr id="924694" name="Text Box 22"/>
                <p:cNvSpPr txBox="1">
                  <a:spLocks noChangeArrowheads="1"/>
                </p:cNvSpPr>
                <p:nvPr/>
              </p:nvSpPr>
              <p:spPr bwMode="auto">
                <a:xfrm>
                  <a:off x="2053"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3</a:t>
                  </a:r>
                </a:p>
              </p:txBody>
            </p:sp>
            <p:sp>
              <p:nvSpPr>
                <p:cNvPr id="924695" name="Text Box 23"/>
                <p:cNvSpPr txBox="1">
                  <a:spLocks noChangeArrowheads="1"/>
                </p:cNvSpPr>
                <p:nvPr/>
              </p:nvSpPr>
              <p:spPr bwMode="auto">
                <a:xfrm>
                  <a:off x="2518"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4</a:t>
                  </a:r>
                </a:p>
              </p:txBody>
            </p:sp>
            <p:sp>
              <p:nvSpPr>
                <p:cNvPr id="924696" name="Text Box 24"/>
                <p:cNvSpPr txBox="1">
                  <a:spLocks noChangeArrowheads="1"/>
                </p:cNvSpPr>
                <p:nvPr/>
              </p:nvSpPr>
              <p:spPr bwMode="auto">
                <a:xfrm>
                  <a:off x="2983"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5</a:t>
                  </a:r>
                </a:p>
              </p:txBody>
            </p:sp>
            <p:sp>
              <p:nvSpPr>
                <p:cNvPr id="924697" name="Text Box 25"/>
                <p:cNvSpPr txBox="1">
                  <a:spLocks noChangeArrowheads="1"/>
                </p:cNvSpPr>
                <p:nvPr/>
              </p:nvSpPr>
              <p:spPr bwMode="auto">
                <a:xfrm>
                  <a:off x="3448"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6</a:t>
                  </a:r>
                </a:p>
              </p:txBody>
            </p:sp>
            <p:sp>
              <p:nvSpPr>
                <p:cNvPr id="924698" name="Text Box 26"/>
                <p:cNvSpPr txBox="1">
                  <a:spLocks noChangeArrowheads="1"/>
                </p:cNvSpPr>
                <p:nvPr/>
              </p:nvSpPr>
              <p:spPr bwMode="auto">
                <a:xfrm>
                  <a:off x="3913"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7</a:t>
                  </a:r>
                </a:p>
              </p:txBody>
            </p:sp>
            <p:sp>
              <p:nvSpPr>
                <p:cNvPr id="924699" name="Text Box 27"/>
                <p:cNvSpPr txBox="1">
                  <a:spLocks noChangeArrowheads="1"/>
                </p:cNvSpPr>
                <p:nvPr/>
              </p:nvSpPr>
              <p:spPr bwMode="auto">
                <a:xfrm>
                  <a:off x="4378"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8</a:t>
                  </a:r>
                </a:p>
              </p:txBody>
            </p:sp>
            <p:sp>
              <p:nvSpPr>
                <p:cNvPr id="924700" name="Text Box 28"/>
                <p:cNvSpPr txBox="1">
                  <a:spLocks noChangeArrowheads="1"/>
                </p:cNvSpPr>
                <p:nvPr/>
              </p:nvSpPr>
              <p:spPr bwMode="auto">
                <a:xfrm>
                  <a:off x="4843"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9</a:t>
                  </a:r>
                </a:p>
              </p:txBody>
            </p:sp>
          </p:grpSp>
          <p:grpSp>
            <p:nvGrpSpPr>
              <p:cNvPr id="924701" name="Group 29"/>
              <p:cNvGrpSpPr>
                <a:grpSpLocks/>
              </p:cNvGrpSpPr>
              <p:nvPr/>
            </p:nvGrpSpPr>
            <p:grpSpPr bwMode="auto">
              <a:xfrm>
                <a:off x="1051" y="1449"/>
                <a:ext cx="3939" cy="253"/>
                <a:chOff x="1123" y="825"/>
                <a:chExt cx="3939" cy="253"/>
              </a:xfrm>
              <a:grpFill/>
            </p:grpSpPr>
            <p:sp>
              <p:nvSpPr>
                <p:cNvPr id="924702" name="Text Box 30"/>
                <p:cNvSpPr txBox="1">
                  <a:spLocks noChangeArrowheads="1"/>
                </p:cNvSpPr>
                <p:nvPr/>
              </p:nvSpPr>
              <p:spPr bwMode="auto">
                <a:xfrm>
                  <a:off x="1123"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2</a:t>
                  </a:r>
                </a:p>
              </p:txBody>
            </p:sp>
            <p:sp>
              <p:nvSpPr>
                <p:cNvPr id="924703" name="Text Box 31"/>
                <p:cNvSpPr txBox="1">
                  <a:spLocks noChangeArrowheads="1"/>
                </p:cNvSpPr>
                <p:nvPr/>
              </p:nvSpPr>
              <p:spPr bwMode="auto">
                <a:xfrm>
                  <a:off x="1588"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4</a:t>
                  </a:r>
                </a:p>
              </p:txBody>
            </p:sp>
            <p:sp>
              <p:nvSpPr>
                <p:cNvPr id="924704" name="Text Box 32"/>
                <p:cNvSpPr txBox="1">
                  <a:spLocks noChangeArrowheads="1"/>
                </p:cNvSpPr>
                <p:nvPr/>
              </p:nvSpPr>
              <p:spPr bwMode="auto">
                <a:xfrm>
                  <a:off x="2053"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6</a:t>
                  </a:r>
                </a:p>
              </p:txBody>
            </p:sp>
            <p:sp>
              <p:nvSpPr>
                <p:cNvPr id="924705" name="Text Box 33"/>
                <p:cNvSpPr txBox="1">
                  <a:spLocks noChangeArrowheads="1"/>
                </p:cNvSpPr>
                <p:nvPr/>
              </p:nvSpPr>
              <p:spPr bwMode="auto">
                <a:xfrm>
                  <a:off x="2518"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8</a:t>
                  </a:r>
                </a:p>
              </p:txBody>
            </p:sp>
            <p:sp>
              <p:nvSpPr>
                <p:cNvPr id="924706" name="Text Box 34"/>
                <p:cNvSpPr txBox="1">
                  <a:spLocks noChangeArrowheads="1"/>
                </p:cNvSpPr>
                <p:nvPr/>
              </p:nvSpPr>
              <p:spPr bwMode="auto">
                <a:xfrm>
                  <a:off x="2983"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10</a:t>
                  </a:r>
                </a:p>
              </p:txBody>
            </p:sp>
            <p:sp>
              <p:nvSpPr>
                <p:cNvPr id="924707" name="Text Box 35"/>
                <p:cNvSpPr txBox="1">
                  <a:spLocks noChangeArrowheads="1"/>
                </p:cNvSpPr>
                <p:nvPr/>
              </p:nvSpPr>
              <p:spPr bwMode="auto">
                <a:xfrm>
                  <a:off x="3448"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12</a:t>
                  </a:r>
                </a:p>
              </p:txBody>
            </p:sp>
            <p:sp>
              <p:nvSpPr>
                <p:cNvPr id="924708" name="Text Box 36"/>
                <p:cNvSpPr txBox="1">
                  <a:spLocks noChangeArrowheads="1"/>
                </p:cNvSpPr>
                <p:nvPr/>
              </p:nvSpPr>
              <p:spPr bwMode="auto">
                <a:xfrm>
                  <a:off x="3913"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14</a:t>
                  </a:r>
                </a:p>
              </p:txBody>
            </p:sp>
            <p:sp>
              <p:nvSpPr>
                <p:cNvPr id="924709" name="Text Box 37"/>
                <p:cNvSpPr txBox="1">
                  <a:spLocks noChangeArrowheads="1"/>
                </p:cNvSpPr>
                <p:nvPr/>
              </p:nvSpPr>
              <p:spPr bwMode="auto">
                <a:xfrm>
                  <a:off x="4378"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16</a:t>
                  </a:r>
                </a:p>
              </p:txBody>
            </p:sp>
            <p:sp>
              <p:nvSpPr>
                <p:cNvPr id="924710" name="Text Box 38"/>
                <p:cNvSpPr txBox="1">
                  <a:spLocks noChangeArrowheads="1"/>
                </p:cNvSpPr>
                <p:nvPr/>
              </p:nvSpPr>
              <p:spPr bwMode="auto">
                <a:xfrm>
                  <a:off x="4843"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18</a:t>
                  </a:r>
                </a:p>
              </p:txBody>
            </p:sp>
          </p:grpSp>
          <p:grpSp>
            <p:nvGrpSpPr>
              <p:cNvPr id="924711" name="Group 39"/>
              <p:cNvGrpSpPr>
                <a:grpSpLocks/>
              </p:cNvGrpSpPr>
              <p:nvPr/>
            </p:nvGrpSpPr>
            <p:grpSpPr bwMode="auto">
              <a:xfrm>
                <a:off x="1051" y="1737"/>
                <a:ext cx="3939" cy="253"/>
                <a:chOff x="1123" y="825"/>
                <a:chExt cx="3939" cy="253"/>
              </a:xfrm>
              <a:grpFill/>
            </p:grpSpPr>
            <p:sp>
              <p:nvSpPr>
                <p:cNvPr id="924712" name="Text Box 40"/>
                <p:cNvSpPr txBox="1">
                  <a:spLocks noChangeArrowheads="1"/>
                </p:cNvSpPr>
                <p:nvPr/>
              </p:nvSpPr>
              <p:spPr bwMode="auto">
                <a:xfrm>
                  <a:off x="1123"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3</a:t>
                  </a:r>
                </a:p>
              </p:txBody>
            </p:sp>
            <p:sp>
              <p:nvSpPr>
                <p:cNvPr id="924713" name="Text Box 41"/>
                <p:cNvSpPr txBox="1">
                  <a:spLocks noChangeArrowheads="1"/>
                </p:cNvSpPr>
                <p:nvPr/>
              </p:nvSpPr>
              <p:spPr bwMode="auto">
                <a:xfrm>
                  <a:off x="1588"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6</a:t>
                  </a:r>
                </a:p>
              </p:txBody>
            </p:sp>
            <p:sp>
              <p:nvSpPr>
                <p:cNvPr id="924714" name="Text Box 42"/>
                <p:cNvSpPr txBox="1">
                  <a:spLocks noChangeArrowheads="1"/>
                </p:cNvSpPr>
                <p:nvPr/>
              </p:nvSpPr>
              <p:spPr bwMode="auto">
                <a:xfrm>
                  <a:off x="2053"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9</a:t>
                  </a:r>
                </a:p>
              </p:txBody>
            </p:sp>
            <p:sp>
              <p:nvSpPr>
                <p:cNvPr id="924715" name="Text Box 43"/>
                <p:cNvSpPr txBox="1">
                  <a:spLocks noChangeArrowheads="1"/>
                </p:cNvSpPr>
                <p:nvPr/>
              </p:nvSpPr>
              <p:spPr bwMode="auto">
                <a:xfrm>
                  <a:off x="2518"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12</a:t>
                  </a:r>
                </a:p>
              </p:txBody>
            </p:sp>
            <p:sp>
              <p:nvSpPr>
                <p:cNvPr id="924716" name="Text Box 44"/>
                <p:cNvSpPr txBox="1">
                  <a:spLocks noChangeArrowheads="1"/>
                </p:cNvSpPr>
                <p:nvPr/>
              </p:nvSpPr>
              <p:spPr bwMode="auto">
                <a:xfrm>
                  <a:off x="2983"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15</a:t>
                  </a:r>
                </a:p>
              </p:txBody>
            </p:sp>
            <p:sp>
              <p:nvSpPr>
                <p:cNvPr id="924717" name="Text Box 45"/>
                <p:cNvSpPr txBox="1">
                  <a:spLocks noChangeArrowheads="1"/>
                </p:cNvSpPr>
                <p:nvPr/>
              </p:nvSpPr>
              <p:spPr bwMode="auto">
                <a:xfrm>
                  <a:off x="3448"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18</a:t>
                  </a:r>
                </a:p>
              </p:txBody>
            </p:sp>
            <p:sp>
              <p:nvSpPr>
                <p:cNvPr id="924718" name="Text Box 46"/>
                <p:cNvSpPr txBox="1">
                  <a:spLocks noChangeArrowheads="1"/>
                </p:cNvSpPr>
                <p:nvPr/>
              </p:nvSpPr>
              <p:spPr bwMode="auto">
                <a:xfrm>
                  <a:off x="3913"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21</a:t>
                  </a:r>
                </a:p>
              </p:txBody>
            </p:sp>
            <p:sp>
              <p:nvSpPr>
                <p:cNvPr id="924719" name="Text Box 47"/>
                <p:cNvSpPr txBox="1">
                  <a:spLocks noChangeArrowheads="1"/>
                </p:cNvSpPr>
                <p:nvPr/>
              </p:nvSpPr>
              <p:spPr bwMode="auto">
                <a:xfrm>
                  <a:off x="4378"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24</a:t>
                  </a:r>
                </a:p>
              </p:txBody>
            </p:sp>
            <p:sp>
              <p:nvSpPr>
                <p:cNvPr id="924720" name="Text Box 48"/>
                <p:cNvSpPr txBox="1">
                  <a:spLocks noChangeArrowheads="1"/>
                </p:cNvSpPr>
                <p:nvPr/>
              </p:nvSpPr>
              <p:spPr bwMode="auto">
                <a:xfrm>
                  <a:off x="4843"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27</a:t>
                  </a:r>
                </a:p>
              </p:txBody>
            </p:sp>
          </p:grpSp>
          <p:grpSp>
            <p:nvGrpSpPr>
              <p:cNvPr id="924721" name="Group 49"/>
              <p:cNvGrpSpPr>
                <a:grpSpLocks/>
              </p:cNvGrpSpPr>
              <p:nvPr/>
            </p:nvGrpSpPr>
            <p:grpSpPr bwMode="auto">
              <a:xfrm>
                <a:off x="1051" y="2493"/>
                <a:ext cx="3939" cy="253"/>
                <a:chOff x="1123" y="825"/>
                <a:chExt cx="3939" cy="253"/>
              </a:xfrm>
              <a:grpFill/>
            </p:grpSpPr>
            <p:sp>
              <p:nvSpPr>
                <p:cNvPr id="924722" name="Text Box 50"/>
                <p:cNvSpPr txBox="1">
                  <a:spLocks noChangeArrowheads="1"/>
                </p:cNvSpPr>
                <p:nvPr/>
              </p:nvSpPr>
              <p:spPr bwMode="auto">
                <a:xfrm>
                  <a:off x="1123"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9</a:t>
                  </a:r>
                </a:p>
              </p:txBody>
            </p:sp>
            <p:sp>
              <p:nvSpPr>
                <p:cNvPr id="924723" name="Text Box 51"/>
                <p:cNvSpPr txBox="1">
                  <a:spLocks noChangeArrowheads="1"/>
                </p:cNvSpPr>
                <p:nvPr/>
              </p:nvSpPr>
              <p:spPr bwMode="auto">
                <a:xfrm>
                  <a:off x="1588"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18</a:t>
                  </a:r>
                </a:p>
              </p:txBody>
            </p:sp>
            <p:sp>
              <p:nvSpPr>
                <p:cNvPr id="924724" name="Text Box 52"/>
                <p:cNvSpPr txBox="1">
                  <a:spLocks noChangeArrowheads="1"/>
                </p:cNvSpPr>
                <p:nvPr/>
              </p:nvSpPr>
              <p:spPr bwMode="auto">
                <a:xfrm>
                  <a:off x="2053"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27</a:t>
                  </a:r>
                </a:p>
              </p:txBody>
            </p:sp>
            <p:sp>
              <p:nvSpPr>
                <p:cNvPr id="924725" name="Text Box 53"/>
                <p:cNvSpPr txBox="1">
                  <a:spLocks noChangeArrowheads="1"/>
                </p:cNvSpPr>
                <p:nvPr/>
              </p:nvSpPr>
              <p:spPr bwMode="auto">
                <a:xfrm>
                  <a:off x="2518"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36</a:t>
                  </a:r>
                </a:p>
              </p:txBody>
            </p:sp>
            <p:sp>
              <p:nvSpPr>
                <p:cNvPr id="924726" name="Text Box 54"/>
                <p:cNvSpPr txBox="1">
                  <a:spLocks noChangeArrowheads="1"/>
                </p:cNvSpPr>
                <p:nvPr/>
              </p:nvSpPr>
              <p:spPr bwMode="auto">
                <a:xfrm>
                  <a:off x="2983"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45</a:t>
                  </a:r>
                </a:p>
              </p:txBody>
            </p:sp>
            <p:sp>
              <p:nvSpPr>
                <p:cNvPr id="924727" name="Text Box 55"/>
                <p:cNvSpPr txBox="1">
                  <a:spLocks noChangeArrowheads="1"/>
                </p:cNvSpPr>
                <p:nvPr/>
              </p:nvSpPr>
              <p:spPr bwMode="auto">
                <a:xfrm>
                  <a:off x="3448"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54</a:t>
                  </a:r>
                </a:p>
              </p:txBody>
            </p:sp>
            <p:sp>
              <p:nvSpPr>
                <p:cNvPr id="924728" name="Text Box 56"/>
                <p:cNvSpPr txBox="1">
                  <a:spLocks noChangeArrowheads="1"/>
                </p:cNvSpPr>
                <p:nvPr/>
              </p:nvSpPr>
              <p:spPr bwMode="auto">
                <a:xfrm>
                  <a:off x="3913"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63</a:t>
                  </a:r>
                </a:p>
              </p:txBody>
            </p:sp>
            <p:sp>
              <p:nvSpPr>
                <p:cNvPr id="924729" name="Text Box 57"/>
                <p:cNvSpPr txBox="1">
                  <a:spLocks noChangeArrowheads="1"/>
                </p:cNvSpPr>
                <p:nvPr/>
              </p:nvSpPr>
              <p:spPr bwMode="auto">
                <a:xfrm>
                  <a:off x="4378"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72</a:t>
                  </a:r>
                </a:p>
              </p:txBody>
            </p:sp>
            <p:sp>
              <p:nvSpPr>
                <p:cNvPr id="924730" name="Text Box 58"/>
                <p:cNvSpPr txBox="1">
                  <a:spLocks noChangeArrowheads="1"/>
                </p:cNvSpPr>
                <p:nvPr/>
              </p:nvSpPr>
              <p:spPr bwMode="auto">
                <a:xfrm>
                  <a:off x="4843"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33CC"/>
                      </a:solidFill>
                    </a:rPr>
                    <a:t>81</a:t>
                  </a:r>
                </a:p>
              </p:txBody>
            </p:sp>
          </p:grpSp>
          <p:sp>
            <p:nvSpPr>
              <p:cNvPr id="924731" name="Text Box 59"/>
              <p:cNvSpPr txBox="1">
                <a:spLocks noChangeArrowheads="1"/>
              </p:cNvSpPr>
              <p:nvPr/>
            </p:nvSpPr>
            <p:spPr bwMode="auto">
              <a:xfrm>
                <a:off x="1051" y="2013"/>
                <a:ext cx="4119" cy="253"/>
              </a:xfrm>
              <a:prstGeom prst="rect">
                <a:avLst/>
              </a:prstGeom>
              <a:noFill/>
              <a:ln w="38100">
                <a:noFill/>
                <a:miter lim="800000"/>
                <a:headEnd/>
                <a:tailEnd/>
              </a:ln>
              <a:effectLst/>
            </p:spPr>
            <p:txBody>
              <a:bodyPr wrap="square" lIns="0" tIns="46800" rIns="90000" bIns="46800">
                <a:spAutoFit/>
              </a:bodyPr>
              <a:lstStyle/>
              <a:p>
                <a:r>
                  <a:rPr lang="en-US" altLang="zh-CN" sz="2000" b="1" dirty="0">
                    <a:solidFill>
                      <a:srgbClr val="0033CC"/>
                    </a:solidFill>
                  </a:rPr>
                  <a:t>……………..</a:t>
                </a:r>
              </a:p>
            </p:txBody>
          </p:sp>
        </p:grpSp>
      </p:grpSp>
      <p:grpSp>
        <p:nvGrpSpPr>
          <p:cNvPr id="924732" name="Group 60"/>
          <p:cNvGrpSpPr>
            <a:grpSpLocks/>
          </p:cNvGrpSpPr>
          <p:nvPr/>
        </p:nvGrpSpPr>
        <p:grpSpPr bwMode="auto">
          <a:xfrm>
            <a:off x="2173416" y="2260146"/>
            <a:ext cx="687387" cy="401638"/>
            <a:chOff x="695" y="1653"/>
            <a:chExt cx="433" cy="253"/>
          </a:xfrm>
        </p:grpSpPr>
        <p:sp>
          <p:nvSpPr>
            <p:cNvPr id="924733" name="Line 61"/>
            <p:cNvSpPr>
              <a:spLocks noChangeShapeType="1"/>
            </p:cNvSpPr>
            <p:nvPr/>
          </p:nvSpPr>
          <p:spPr bwMode="auto">
            <a:xfrm>
              <a:off x="756" y="1788"/>
              <a:ext cx="372" cy="0"/>
            </a:xfrm>
            <a:prstGeom prst="line">
              <a:avLst/>
            </a:prstGeom>
            <a:noFill/>
            <a:ln w="38100">
              <a:solidFill>
                <a:srgbClr val="FF0000"/>
              </a:solidFill>
              <a:round/>
              <a:headEnd/>
              <a:tailEnd type="stealth" w="lg" len="lg"/>
            </a:ln>
            <a:effectLst/>
          </p:spPr>
          <p:txBody>
            <a:bodyPr wrap="none" lIns="0" tIns="46800" rIns="90000" bIns="46800" anchor="ctr">
              <a:spAutoFit/>
            </a:bodyPr>
            <a:lstStyle/>
            <a:p>
              <a:endParaRPr lang="zh-CN" altLang="en-US"/>
            </a:p>
          </p:txBody>
        </p:sp>
        <p:sp>
          <p:nvSpPr>
            <p:cNvPr id="924734" name="Text Box 62"/>
            <p:cNvSpPr txBox="1">
              <a:spLocks noChangeArrowheads="1"/>
            </p:cNvSpPr>
            <p:nvPr/>
          </p:nvSpPr>
          <p:spPr bwMode="auto">
            <a:xfrm>
              <a:off x="695" y="1653"/>
              <a:ext cx="102" cy="253"/>
            </a:xfrm>
            <a:prstGeom prst="rect">
              <a:avLst/>
            </a:prstGeom>
            <a:noFill/>
            <a:ln w="38100">
              <a:noFill/>
              <a:miter lim="800000"/>
              <a:headEnd/>
              <a:tailEnd/>
            </a:ln>
            <a:effectLst/>
          </p:spPr>
          <p:txBody>
            <a:bodyPr wrap="none" lIns="0" tIns="46800" rIns="90000" bIns="46800">
              <a:spAutoFit/>
            </a:bodyPr>
            <a:lstStyle/>
            <a:p>
              <a:r>
                <a:rPr lang="en-US" altLang="zh-CN" sz="2000" b="1" dirty="0" err="1">
                  <a:solidFill>
                    <a:srgbClr val="0000FF"/>
                  </a:solidFill>
                  <a:effectLst>
                    <a:outerShdw blurRad="38100" dist="38100" dir="2700000" algn="tl">
                      <a:srgbClr val="000000">
                        <a:alpha val="43137"/>
                      </a:srgbClr>
                    </a:outerShdw>
                  </a:effectLst>
                </a:rPr>
                <a:t>i</a:t>
              </a:r>
              <a:endParaRPr lang="en-US" altLang="zh-CN" sz="2000" b="1" dirty="0">
                <a:solidFill>
                  <a:srgbClr val="0000FF"/>
                </a:solidFill>
                <a:effectLst>
                  <a:outerShdw blurRad="38100" dist="38100" dir="2700000" algn="tl">
                    <a:srgbClr val="000000">
                      <a:alpha val="43137"/>
                    </a:srgbClr>
                  </a:outerShdw>
                </a:effectLst>
              </a:endParaRPr>
            </a:p>
          </p:txBody>
        </p:sp>
      </p:grpSp>
      <p:grpSp>
        <p:nvGrpSpPr>
          <p:cNvPr id="924735" name="Group 63"/>
          <p:cNvGrpSpPr>
            <a:grpSpLocks/>
          </p:cNvGrpSpPr>
          <p:nvPr/>
        </p:nvGrpSpPr>
        <p:grpSpPr bwMode="auto">
          <a:xfrm>
            <a:off x="3050304" y="967916"/>
            <a:ext cx="176213" cy="769936"/>
            <a:chOff x="1371" y="871"/>
            <a:chExt cx="111" cy="485"/>
          </a:xfrm>
        </p:grpSpPr>
        <p:sp>
          <p:nvSpPr>
            <p:cNvPr id="924736" name="Line 64"/>
            <p:cNvSpPr>
              <a:spLocks noChangeShapeType="1"/>
            </p:cNvSpPr>
            <p:nvPr/>
          </p:nvSpPr>
          <p:spPr bwMode="auto">
            <a:xfrm>
              <a:off x="1392" y="1116"/>
              <a:ext cx="0" cy="240"/>
            </a:xfrm>
            <a:prstGeom prst="line">
              <a:avLst/>
            </a:prstGeom>
            <a:noFill/>
            <a:ln w="38100">
              <a:solidFill>
                <a:srgbClr val="FF0000"/>
              </a:solidFill>
              <a:round/>
              <a:headEnd/>
              <a:tailEnd type="stealth" w="lg" len="lg"/>
            </a:ln>
            <a:effectLst/>
          </p:spPr>
          <p:txBody>
            <a:bodyPr lIns="0" tIns="46800" rIns="90000" bIns="46800" anchor="ctr">
              <a:spAutoFit/>
            </a:bodyPr>
            <a:lstStyle/>
            <a:p>
              <a:endParaRPr lang="zh-CN" altLang="en-US"/>
            </a:p>
          </p:txBody>
        </p:sp>
        <p:sp>
          <p:nvSpPr>
            <p:cNvPr id="924737" name="Text Box 65"/>
            <p:cNvSpPr txBox="1">
              <a:spLocks noChangeArrowheads="1"/>
            </p:cNvSpPr>
            <p:nvPr/>
          </p:nvSpPr>
          <p:spPr bwMode="auto">
            <a:xfrm>
              <a:off x="1371" y="871"/>
              <a:ext cx="111" cy="253"/>
            </a:xfrm>
            <a:prstGeom prst="rect">
              <a:avLst/>
            </a:prstGeom>
            <a:noFill/>
            <a:ln w="38100">
              <a:noFill/>
              <a:miter lim="800000"/>
              <a:headEnd/>
              <a:tailEnd/>
            </a:ln>
            <a:effectLst/>
          </p:spPr>
          <p:txBody>
            <a:bodyPr wrap="none" lIns="0" tIns="46800" rIns="90000" bIns="46800">
              <a:spAutoFit/>
            </a:bodyPr>
            <a:lstStyle/>
            <a:p>
              <a:r>
                <a:rPr lang="en-US" altLang="zh-CN" sz="2000" b="1" dirty="0">
                  <a:solidFill>
                    <a:srgbClr val="0000FF"/>
                  </a:solidFill>
                  <a:effectLst>
                    <a:outerShdw blurRad="38100" dist="38100" dir="2700000" algn="tl">
                      <a:srgbClr val="000000">
                        <a:alpha val="43137"/>
                      </a:srgbClr>
                    </a:outerShdw>
                  </a:effectLst>
                </a:rPr>
                <a:t>j</a:t>
              </a:r>
            </a:p>
          </p:txBody>
        </p:sp>
      </p:grpSp>
      <p:sp>
        <p:nvSpPr>
          <p:cNvPr id="924738" name="Text Box 66" descr="信纸"/>
          <p:cNvSpPr txBox="1">
            <a:spLocks noChangeArrowheads="1"/>
          </p:cNvSpPr>
          <p:nvPr/>
        </p:nvSpPr>
        <p:spPr bwMode="auto">
          <a:xfrm>
            <a:off x="1703512" y="908720"/>
            <a:ext cx="8928992" cy="4895828"/>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eaLnBrk="0" hangingPunct="0"/>
            <a:r>
              <a:rPr lang="en-US" altLang="zh-CN" b="1" dirty="0">
                <a:effectLst>
                  <a:outerShdw blurRad="38100" dist="38100" dir="2700000" algn="tl">
                    <a:srgbClr val="FFFFFF"/>
                  </a:outerShdw>
                </a:effectLst>
                <a:ea typeface="隶书" pitchFamily="49" charset="-122"/>
              </a:rPr>
              <a:t>  #include &lt;</a:t>
            </a:r>
            <a:r>
              <a:rPr lang="en-US" altLang="zh-CN" b="1" dirty="0" err="1">
                <a:effectLst>
                  <a:outerShdw blurRad="38100" dist="38100" dir="2700000" algn="tl">
                    <a:srgbClr val="FFFFFF"/>
                  </a:outerShdw>
                </a:effectLst>
                <a:ea typeface="隶书" pitchFamily="49" charset="-122"/>
              </a:rPr>
              <a:t>stdio.h</a:t>
            </a:r>
            <a:r>
              <a:rPr lang="en-US" altLang="zh-CN" b="1" dirty="0">
                <a:effectLst>
                  <a:outerShdw blurRad="38100" dist="38100" dir="2700000" algn="tl">
                    <a:srgbClr val="FFFFFF"/>
                  </a:outerShdw>
                </a:effectLst>
                <a:ea typeface="隶书" pitchFamily="49" charset="-122"/>
              </a:rPr>
              <a:t>&gt;</a:t>
            </a:r>
          </a:p>
          <a:p>
            <a:pPr eaLnBrk="0" hangingPunct="0"/>
            <a:endParaRPr lang="en-US" altLang="zh-CN" b="1" dirty="0">
              <a:effectLst>
                <a:outerShdw blurRad="38100" dist="38100" dir="2700000" algn="tl">
                  <a:srgbClr val="FFFFFF"/>
                </a:outerShdw>
              </a:effectLst>
              <a:ea typeface="隶书" pitchFamily="49" charset="-122"/>
            </a:endParaRPr>
          </a:p>
          <a:p>
            <a:pPr eaLnBrk="0" hangingPunct="0"/>
            <a:r>
              <a:rPr lang="en-US" altLang="zh-CN" b="1" dirty="0">
                <a:solidFill>
                  <a:srgbClr val="CC3300"/>
                </a:solidFill>
                <a:effectLst>
                  <a:outerShdw blurRad="38100" dist="38100" dir="2700000" algn="tl">
                    <a:srgbClr val="000000"/>
                  </a:outerShdw>
                </a:effectLst>
                <a:ea typeface="隶书" pitchFamily="49" charset="-122"/>
              </a:rPr>
              <a:t>  </a:t>
            </a:r>
            <a:r>
              <a:rPr lang="en-US" altLang="zh-CN" b="1" dirty="0" err="1">
                <a:solidFill>
                  <a:srgbClr val="CC3300"/>
                </a:solidFill>
                <a:effectLst>
                  <a:outerShdw blurRad="38100" dist="38100" dir="2700000" algn="tl">
                    <a:srgbClr val="000000"/>
                  </a:outerShdw>
                </a:effectLst>
                <a:ea typeface="隶书" pitchFamily="49" charset="-122"/>
              </a:rPr>
              <a:t>int</a:t>
            </a:r>
            <a:r>
              <a:rPr lang="en-US" altLang="zh-CN" b="1" dirty="0">
                <a:solidFill>
                  <a:srgbClr val="CC3300"/>
                </a:solidFill>
                <a:effectLst>
                  <a:outerShdw blurRad="38100" dist="38100" dir="2700000" algn="tl">
                    <a:srgbClr val="000000"/>
                  </a:outerShdw>
                </a:effectLst>
                <a:ea typeface="隶书" pitchFamily="49" charset="-122"/>
              </a:rPr>
              <a:t> main ( )</a:t>
            </a:r>
          </a:p>
          <a:p>
            <a:pPr eaLnBrk="0" hangingPunct="0"/>
            <a:r>
              <a:rPr lang="en-US" altLang="zh-CN" b="1" dirty="0">
                <a:effectLst>
                  <a:outerShdw blurRad="38100" dist="38100" dir="2700000" algn="tl">
                    <a:srgbClr val="FFFFFF"/>
                  </a:outerShdw>
                </a:effectLst>
                <a:ea typeface="隶书" pitchFamily="49" charset="-122"/>
              </a:rPr>
              <a:t>  {   </a:t>
            </a:r>
          </a:p>
          <a:p>
            <a:pPr eaLnBrk="0" hangingPunct="0"/>
            <a:r>
              <a:rPr lang="en-US" altLang="zh-CN" b="1" dirty="0">
                <a:effectLst>
                  <a:outerShdw blurRad="38100" dist="38100" dir="2700000" algn="tl">
                    <a:srgbClr val="FFFFFF"/>
                  </a:outerShdw>
                </a:effectLst>
                <a:ea typeface="隶书" pitchFamily="49" charset="-122"/>
              </a:rPr>
              <a:t>    </a:t>
            </a:r>
            <a:r>
              <a:rPr lang="en-US" altLang="zh-CN" b="1" dirty="0" err="1">
                <a:effectLst>
                  <a:outerShdw blurRad="38100" dist="38100" dir="2700000" algn="tl">
                    <a:srgbClr val="FFFFFF"/>
                  </a:outerShdw>
                </a:effectLst>
                <a:ea typeface="隶书" pitchFamily="49" charset="-122"/>
              </a:rPr>
              <a:t>int</a:t>
            </a:r>
            <a:r>
              <a:rPr lang="en-US" altLang="zh-CN" b="1" dirty="0">
                <a:effectLst>
                  <a:outerShdw blurRad="38100" dist="38100" dir="2700000" algn="tl">
                    <a:srgbClr val="FFFFFF"/>
                  </a:outerShdw>
                </a:effectLst>
                <a:ea typeface="隶书" pitchFamily="49" charset="-122"/>
              </a:rPr>
              <a:t> </a:t>
            </a:r>
            <a:r>
              <a:rPr lang="en-US" altLang="zh-CN" b="1" dirty="0" err="1">
                <a:effectLst>
                  <a:outerShdw blurRad="38100" dist="38100" dir="2700000" algn="tl">
                    <a:srgbClr val="FFFFFF"/>
                  </a:outerShdw>
                </a:effectLst>
                <a:ea typeface="隶书" pitchFamily="49" charset="-122"/>
              </a:rPr>
              <a:t>i</a:t>
            </a:r>
            <a:r>
              <a:rPr lang="en-US" altLang="zh-CN" b="1" dirty="0">
                <a:effectLst>
                  <a:outerShdw blurRad="38100" dist="38100" dir="2700000" algn="tl">
                    <a:srgbClr val="FFFFFF"/>
                  </a:outerShdw>
                </a:effectLst>
                <a:ea typeface="隶书" pitchFamily="49" charset="-122"/>
              </a:rPr>
              <a:t>, j;</a:t>
            </a:r>
          </a:p>
          <a:p>
            <a:pPr eaLnBrk="0" hangingPunct="0"/>
            <a:r>
              <a:rPr lang="en-US" altLang="zh-CN" b="1" dirty="0">
                <a:effectLst>
                  <a:outerShdw blurRad="38100" dist="38100" dir="2700000" algn="tl">
                    <a:srgbClr val="FFFFFF"/>
                  </a:outerShdw>
                </a:effectLst>
                <a:ea typeface="隶书" pitchFamily="49" charset="-122"/>
              </a:rPr>
              <a:t>    for (</a:t>
            </a:r>
            <a:r>
              <a:rPr lang="en-US" altLang="zh-CN" b="1" dirty="0" err="1">
                <a:effectLst>
                  <a:outerShdw blurRad="38100" dist="38100" dir="2700000" algn="tl">
                    <a:srgbClr val="FFFFFF"/>
                  </a:outerShdw>
                </a:effectLst>
                <a:ea typeface="隶书" pitchFamily="49" charset="-122"/>
              </a:rPr>
              <a:t>i</a:t>
            </a:r>
            <a:r>
              <a:rPr lang="en-US" altLang="zh-CN" b="1" dirty="0">
                <a:effectLst>
                  <a:outerShdw blurRad="38100" dist="38100" dir="2700000" algn="tl">
                    <a:srgbClr val="FFFFFF"/>
                  </a:outerShdw>
                </a:effectLst>
                <a:ea typeface="隶书" pitchFamily="49" charset="-122"/>
              </a:rPr>
              <a:t> = 1; </a:t>
            </a:r>
            <a:r>
              <a:rPr lang="en-US" altLang="zh-CN" b="1" dirty="0" err="1">
                <a:effectLst>
                  <a:outerShdw blurRad="38100" dist="38100" dir="2700000" algn="tl">
                    <a:srgbClr val="FFFFFF"/>
                  </a:outerShdw>
                </a:effectLst>
                <a:ea typeface="隶书" pitchFamily="49" charset="-122"/>
              </a:rPr>
              <a:t>i</a:t>
            </a:r>
            <a:r>
              <a:rPr lang="en-US" altLang="zh-CN" b="1" dirty="0">
                <a:effectLst>
                  <a:outerShdw blurRad="38100" dist="38100" dir="2700000" algn="tl">
                    <a:srgbClr val="FFFFFF"/>
                  </a:outerShdw>
                </a:effectLst>
                <a:ea typeface="隶书" pitchFamily="49" charset="-122"/>
              </a:rPr>
              <a:t> &lt; 10; </a:t>
            </a:r>
            <a:r>
              <a:rPr lang="en-US" altLang="zh-CN" b="1" dirty="0" err="1">
                <a:effectLst>
                  <a:outerShdw blurRad="38100" dist="38100" dir="2700000" algn="tl">
                    <a:srgbClr val="FFFFFF"/>
                  </a:outerShdw>
                </a:effectLst>
                <a:ea typeface="隶书" pitchFamily="49" charset="-122"/>
              </a:rPr>
              <a:t>i</a:t>
            </a:r>
            <a:r>
              <a:rPr lang="en-US" altLang="zh-CN" b="1" dirty="0">
                <a:effectLst>
                  <a:outerShdw blurRad="38100" dist="38100" dir="2700000" algn="tl">
                    <a:srgbClr val="FFFFFF"/>
                  </a:outerShdw>
                </a:effectLst>
                <a:ea typeface="隶书" pitchFamily="49" charset="-122"/>
              </a:rPr>
              <a:t>++)</a:t>
            </a:r>
          </a:p>
          <a:p>
            <a:pPr eaLnBrk="0" hangingPunct="0"/>
            <a:r>
              <a:rPr lang="en-US" altLang="zh-CN" b="1" dirty="0">
                <a:effectLst>
                  <a:outerShdw blurRad="38100" dist="38100" dir="2700000" algn="tl">
                    <a:srgbClr val="FFFFFF"/>
                  </a:outerShdw>
                </a:effectLst>
                <a:ea typeface="隶书" pitchFamily="49" charset="-122"/>
              </a:rPr>
              <a:t>         </a:t>
            </a:r>
            <a:r>
              <a:rPr lang="en-US" altLang="zh-CN" b="1" dirty="0" err="1">
                <a:effectLst>
                  <a:outerShdw blurRad="38100" dist="38100" dir="2700000" algn="tl">
                    <a:srgbClr val="FFFFFF"/>
                  </a:outerShdw>
                </a:effectLst>
                <a:ea typeface="隶书" pitchFamily="49" charset="-122"/>
              </a:rPr>
              <a:t>printf</a:t>
            </a:r>
            <a:r>
              <a:rPr lang="en-US" altLang="zh-CN" b="1" dirty="0">
                <a:effectLst>
                  <a:outerShdw blurRad="38100" dist="38100" dir="2700000" algn="tl">
                    <a:srgbClr val="FFFFFF"/>
                  </a:outerShdw>
                </a:effectLst>
                <a:ea typeface="隶书" pitchFamily="49" charset="-122"/>
              </a:rPr>
              <a:t> ("%4d", </a:t>
            </a:r>
            <a:r>
              <a:rPr lang="en-US" altLang="zh-CN" b="1" dirty="0" err="1">
                <a:effectLst>
                  <a:outerShdw blurRad="38100" dist="38100" dir="2700000" algn="tl">
                    <a:srgbClr val="FFFFFF"/>
                  </a:outerShdw>
                </a:effectLst>
                <a:ea typeface="隶书" pitchFamily="49" charset="-122"/>
              </a:rPr>
              <a:t>i</a:t>
            </a:r>
            <a:r>
              <a:rPr lang="en-US" altLang="zh-CN" b="1" dirty="0">
                <a:effectLst>
                  <a:outerShdw blurRad="38100" dist="38100" dir="2700000" algn="tl">
                    <a:srgbClr val="FFFFFF"/>
                  </a:outerShdw>
                </a:effectLst>
                <a:ea typeface="隶书" pitchFamily="49" charset="-122"/>
              </a:rPr>
              <a:t>);</a:t>
            </a:r>
          </a:p>
          <a:p>
            <a:pPr eaLnBrk="0" hangingPunct="0"/>
            <a:r>
              <a:rPr lang="en-US" altLang="zh-CN" b="1" dirty="0">
                <a:effectLst>
                  <a:outerShdw blurRad="38100" dist="38100" dir="2700000" algn="tl">
                    <a:srgbClr val="FFFFFF"/>
                  </a:outerShdw>
                </a:effectLst>
                <a:ea typeface="隶书" pitchFamily="49" charset="-122"/>
              </a:rPr>
              <a:t>    </a:t>
            </a:r>
            <a:r>
              <a:rPr lang="en-US" altLang="zh-CN" b="1" dirty="0" err="1">
                <a:effectLst>
                  <a:outerShdw blurRad="38100" dist="38100" dir="2700000" algn="tl">
                    <a:srgbClr val="FFFFFF"/>
                  </a:outerShdw>
                </a:effectLst>
                <a:ea typeface="隶书" pitchFamily="49" charset="-122"/>
              </a:rPr>
              <a:t>printf</a:t>
            </a:r>
            <a:r>
              <a:rPr lang="en-US" altLang="zh-CN" b="1" dirty="0">
                <a:effectLst>
                  <a:outerShdw blurRad="38100" dist="38100" dir="2700000" algn="tl">
                    <a:srgbClr val="FFFFFF"/>
                  </a:outerShdw>
                </a:effectLst>
                <a:ea typeface="隶书" pitchFamily="49" charset="-122"/>
              </a:rPr>
              <a:t> ("\n---------------------------------------\n");</a:t>
            </a:r>
          </a:p>
          <a:p>
            <a:pPr eaLnBrk="0" hangingPunct="0"/>
            <a:r>
              <a:rPr lang="en-US" altLang="zh-CN" b="1" dirty="0">
                <a:effectLst>
                  <a:outerShdw blurRad="38100" dist="38100" dir="2700000" algn="tl">
                    <a:srgbClr val="FFFFFF"/>
                  </a:outerShdw>
                </a:effectLst>
                <a:ea typeface="隶书" pitchFamily="49" charset="-122"/>
              </a:rPr>
              <a:t>    for (</a:t>
            </a:r>
            <a:r>
              <a:rPr lang="en-US" altLang="zh-CN" b="1" dirty="0" err="1">
                <a:effectLst>
                  <a:outerShdw blurRad="38100" dist="38100" dir="2700000" algn="tl">
                    <a:srgbClr val="FFFFFF"/>
                  </a:outerShdw>
                </a:effectLst>
                <a:ea typeface="隶书" pitchFamily="49" charset="-122"/>
              </a:rPr>
              <a:t>i</a:t>
            </a:r>
            <a:r>
              <a:rPr lang="en-US" altLang="zh-CN" b="1" dirty="0">
                <a:effectLst>
                  <a:outerShdw blurRad="38100" dist="38100" dir="2700000" algn="tl">
                    <a:srgbClr val="FFFFFF"/>
                  </a:outerShdw>
                </a:effectLst>
                <a:ea typeface="隶书" pitchFamily="49" charset="-122"/>
              </a:rPr>
              <a:t> = 1; </a:t>
            </a:r>
            <a:r>
              <a:rPr lang="en-US" altLang="zh-CN" b="1" dirty="0" err="1">
                <a:effectLst>
                  <a:outerShdw blurRad="38100" dist="38100" dir="2700000" algn="tl">
                    <a:srgbClr val="FFFFFF"/>
                  </a:outerShdw>
                </a:effectLst>
                <a:ea typeface="隶书" pitchFamily="49" charset="-122"/>
              </a:rPr>
              <a:t>i</a:t>
            </a:r>
            <a:r>
              <a:rPr lang="en-US" altLang="zh-CN" b="1" dirty="0">
                <a:effectLst>
                  <a:outerShdw blurRad="38100" dist="38100" dir="2700000" algn="tl">
                    <a:srgbClr val="FFFFFF"/>
                  </a:outerShdw>
                </a:effectLst>
                <a:ea typeface="隶书" pitchFamily="49" charset="-122"/>
              </a:rPr>
              <a:t> &lt; 10; </a:t>
            </a:r>
            <a:r>
              <a:rPr lang="en-US" altLang="zh-CN" b="1" dirty="0" err="1">
                <a:effectLst>
                  <a:outerShdw blurRad="38100" dist="38100" dir="2700000" algn="tl">
                    <a:srgbClr val="FFFFFF"/>
                  </a:outerShdw>
                </a:effectLst>
                <a:ea typeface="隶书" pitchFamily="49" charset="-122"/>
              </a:rPr>
              <a:t>i</a:t>
            </a:r>
            <a:r>
              <a:rPr lang="en-US" altLang="zh-CN" b="1" dirty="0">
                <a:effectLst>
                  <a:outerShdw blurRad="38100" dist="38100" dir="2700000" algn="tl">
                    <a:srgbClr val="FFFFFF"/>
                  </a:outerShdw>
                </a:effectLst>
                <a:ea typeface="隶书" pitchFamily="49" charset="-122"/>
              </a:rPr>
              <a:t>++)</a:t>
            </a:r>
          </a:p>
          <a:p>
            <a:pPr eaLnBrk="0" hangingPunct="0"/>
            <a:r>
              <a:rPr lang="en-US" altLang="zh-CN" b="1" dirty="0">
                <a:effectLst>
                  <a:outerShdw blurRad="38100" dist="38100" dir="2700000" algn="tl">
                    <a:srgbClr val="FFFFFF"/>
                  </a:outerShdw>
                </a:effectLst>
                <a:ea typeface="隶书" pitchFamily="49" charset="-122"/>
              </a:rPr>
              <a:t>        for (j = 1; j &lt; 10; j++)</a:t>
            </a:r>
          </a:p>
          <a:p>
            <a:pPr eaLnBrk="0" hangingPunct="0"/>
            <a:r>
              <a:rPr lang="en-US" altLang="zh-CN" b="1" dirty="0">
                <a:effectLst>
                  <a:outerShdw blurRad="38100" dist="38100" dir="2700000" algn="tl">
                    <a:srgbClr val="FFFFFF"/>
                  </a:outerShdw>
                </a:effectLst>
                <a:ea typeface="隶书" pitchFamily="49" charset="-122"/>
              </a:rPr>
              <a:t>             </a:t>
            </a:r>
            <a:r>
              <a:rPr lang="en-US" altLang="zh-CN" b="1" dirty="0" err="1">
                <a:effectLst>
                  <a:outerShdw blurRad="38100" dist="38100" dir="2700000" algn="tl">
                    <a:srgbClr val="FFFFFF"/>
                  </a:outerShdw>
                </a:effectLst>
                <a:ea typeface="隶书" pitchFamily="49" charset="-122"/>
              </a:rPr>
              <a:t>printf</a:t>
            </a:r>
            <a:r>
              <a:rPr lang="en-US" altLang="zh-CN" b="1" dirty="0">
                <a:effectLst>
                  <a:outerShdw blurRad="38100" dist="38100" dir="2700000" algn="tl">
                    <a:srgbClr val="FFFFFF"/>
                  </a:outerShdw>
                </a:effectLst>
                <a:ea typeface="隶书" pitchFamily="49" charset="-122"/>
              </a:rPr>
              <a:t>((j==9) ? "%4d\n</a:t>
            </a:r>
            <a:r>
              <a:rPr lang="en-US" altLang="zh-CN" b="1" dirty="0">
                <a:effectLst>
                  <a:outerShdw blurRad="38100" dist="38100" dir="2700000" algn="tl">
                    <a:srgbClr val="FFFFFF"/>
                  </a:outerShdw>
                </a:effectLst>
              </a:rPr>
              <a:t>"</a:t>
            </a:r>
            <a:r>
              <a:rPr lang="en-US" altLang="zh-CN" b="1" dirty="0">
                <a:effectLst>
                  <a:outerShdw blurRad="38100" dist="38100" dir="2700000" algn="tl">
                    <a:srgbClr val="FFFFFF"/>
                  </a:outerShdw>
                </a:effectLst>
                <a:ea typeface="隶书" pitchFamily="49" charset="-122"/>
              </a:rPr>
              <a:t> : "%4d", </a:t>
            </a:r>
            <a:r>
              <a:rPr lang="en-US" altLang="zh-CN" b="1" dirty="0" err="1">
                <a:effectLst>
                  <a:outerShdw blurRad="38100" dist="38100" dir="2700000" algn="tl">
                    <a:srgbClr val="FFFFFF"/>
                  </a:outerShdw>
                </a:effectLst>
                <a:ea typeface="隶书" pitchFamily="49" charset="-122"/>
              </a:rPr>
              <a:t>i</a:t>
            </a:r>
            <a:r>
              <a:rPr lang="en-US" altLang="zh-CN" b="1" dirty="0">
                <a:effectLst>
                  <a:outerShdw blurRad="38100" dist="38100" dir="2700000" algn="tl">
                    <a:srgbClr val="FFFFFF"/>
                  </a:outerShdw>
                </a:effectLst>
                <a:ea typeface="隶书" pitchFamily="49" charset="-122"/>
              </a:rPr>
              <a:t> * j);</a:t>
            </a:r>
          </a:p>
          <a:p>
            <a:pPr eaLnBrk="0" hangingPunct="0"/>
            <a:r>
              <a:rPr lang="en-US" altLang="zh-CN" b="1" dirty="0">
                <a:effectLst>
                  <a:outerShdw blurRad="38100" dist="38100" dir="2700000" algn="tl">
                    <a:srgbClr val="FFFFFF"/>
                  </a:outerShdw>
                </a:effectLst>
                <a:ea typeface="隶书" pitchFamily="49" charset="-122"/>
              </a:rPr>
              <a:t>    return 0;</a:t>
            </a:r>
          </a:p>
          <a:p>
            <a:pPr eaLnBrk="0" hangingPunct="0"/>
            <a:r>
              <a:rPr lang="en-US" altLang="zh-CN" b="1" dirty="0">
                <a:effectLst>
                  <a:outerShdw blurRad="38100" dist="38100" dir="2700000" algn="tl">
                    <a:srgbClr val="FFFFFF"/>
                  </a:outerShdw>
                </a:effectLst>
                <a:ea typeface="隶书" pitchFamily="49" charset="-122"/>
              </a:rPr>
              <a:t>  }</a:t>
            </a:r>
          </a:p>
        </p:txBody>
      </p:sp>
      <p:grpSp>
        <p:nvGrpSpPr>
          <p:cNvPr id="924742" name="Group 70"/>
          <p:cNvGrpSpPr>
            <a:grpSpLocks/>
          </p:cNvGrpSpPr>
          <p:nvPr/>
        </p:nvGrpSpPr>
        <p:grpSpPr bwMode="auto">
          <a:xfrm>
            <a:off x="-10640" y="0"/>
            <a:ext cx="446088" cy="6858000"/>
            <a:chOff x="0" y="0"/>
            <a:chExt cx="281" cy="4320"/>
          </a:xfrm>
        </p:grpSpPr>
        <p:sp>
          <p:nvSpPr>
            <p:cNvPr id="924743" name="Text Box 7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24744" name="Text Box 7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24676">
                                            <p:txEl>
                                              <p:pRg st="0" end="0"/>
                                            </p:txEl>
                                          </p:spTgt>
                                        </p:tgtEl>
                                        <p:attrNameLst>
                                          <p:attrName>style.visibility</p:attrName>
                                        </p:attrNameLst>
                                      </p:cBhvr>
                                      <p:to>
                                        <p:strVal val="visible"/>
                                      </p:to>
                                    </p:set>
                                    <p:anim calcmode="lin" valueType="num">
                                      <p:cBhvr additive="base">
                                        <p:cTn id="7" dur="500" fill="hold"/>
                                        <p:tgtEl>
                                          <p:spTgt spid="92467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2467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924677"/>
                                        </p:tgtEl>
                                        <p:attrNameLst>
                                          <p:attrName>style.visibility</p:attrName>
                                        </p:attrNameLst>
                                      </p:cBhvr>
                                      <p:to>
                                        <p:strVal val="visible"/>
                                      </p:to>
                                    </p:set>
                                    <p:animEffect transition="in" filter="box(out)">
                                      <p:cBhvr>
                                        <p:cTn id="13" dur="500"/>
                                        <p:tgtEl>
                                          <p:spTgt spid="924677"/>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924732"/>
                                        </p:tgtEl>
                                        <p:attrNameLst>
                                          <p:attrName>style.visibility</p:attrName>
                                        </p:attrNameLst>
                                      </p:cBhvr>
                                      <p:to>
                                        <p:strVal val="visible"/>
                                      </p:to>
                                    </p:set>
                                    <p:anim calcmode="lin" valueType="num">
                                      <p:cBhvr additive="base">
                                        <p:cTn id="18" dur="500" fill="hold"/>
                                        <p:tgtEl>
                                          <p:spTgt spid="924732"/>
                                        </p:tgtEl>
                                        <p:attrNameLst>
                                          <p:attrName>ppt_x</p:attrName>
                                        </p:attrNameLst>
                                      </p:cBhvr>
                                      <p:tavLst>
                                        <p:tav tm="0">
                                          <p:val>
                                            <p:strVal val="0-#ppt_w/2"/>
                                          </p:val>
                                        </p:tav>
                                        <p:tav tm="100000">
                                          <p:val>
                                            <p:strVal val="#ppt_x"/>
                                          </p:val>
                                        </p:tav>
                                      </p:tavLst>
                                    </p:anim>
                                    <p:anim calcmode="lin" valueType="num">
                                      <p:cBhvr additive="base">
                                        <p:cTn id="19" dur="500" fill="hold"/>
                                        <p:tgtEl>
                                          <p:spTgt spid="92473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4" name="laser.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1" fill="hold" nodeType="clickEffect">
                                  <p:stCondLst>
                                    <p:cond delay="0"/>
                                  </p:stCondLst>
                                  <p:childTnLst>
                                    <p:set>
                                      <p:cBhvr>
                                        <p:cTn id="23" dur="1" fill="hold">
                                          <p:stCondLst>
                                            <p:cond delay="0"/>
                                          </p:stCondLst>
                                        </p:cTn>
                                        <p:tgtEl>
                                          <p:spTgt spid="924735"/>
                                        </p:tgtEl>
                                        <p:attrNameLst>
                                          <p:attrName>style.visibility</p:attrName>
                                        </p:attrNameLst>
                                      </p:cBhvr>
                                      <p:to>
                                        <p:strVal val="visible"/>
                                      </p:to>
                                    </p:set>
                                    <p:anim calcmode="lin" valueType="num">
                                      <p:cBhvr additive="base">
                                        <p:cTn id="24" dur="500" fill="hold"/>
                                        <p:tgtEl>
                                          <p:spTgt spid="924735"/>
                                        </p:tgtEl>
                                        <p:attrNameLst>
                                          <p:attrName>ppt_x</p:attrName>
                                        </p:attrNameLst>
                                      </p:cBhvr>
                                      <p:tavLst>
                                        <p:tav tm="0">
                                          <p:val>
                                            <p:strVal val="#ppt_x"/>
                                          </p:val>
                                        </p:tav>
                                        <p:tav tm="100000">
                                          <p:val>
                                            <p:strVal val="#ppt_x"/>
                                          </p:val>
                                        </p:tav>
                                      </p:tavLst>
                                    </p:anim>
                                    <p:anim calcmode="lin" valueType="num">
                                      <p:cBhvr additive="base">
                                        <p:cTn id="25" dur="500" fill="hold"/>
                                        <p:tgtEl>
                                          <p:spTgt spid="924735"/>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4" name="laser.wav"/>
                                        </p:tgtEl>
                                      </p:cMediaNode>
                                    </p:audio>
                                  </p:subTnLst>
                                </p:cTn>
                              </p:par>
                            </p:childTnLst>
                          </p:cTn>
                        </p:par>
                      </p:childTnLst>
                    </p:cTn>
                  </p:par>
                  <p:par>
                    <p:cTn id="26" fill="hold">
                      <p:stCondLst>
                        <p:cond delay="indefinite"/>
                      </p:stCondLst>
                      <p:childTnLst>
                        <p:par>
                          <p:cTn id="27" fill="hold">
                            <p:stCondLst>
                              <p:cond delay="0"/>
                            </p:stCondLst>
                            <p:childTnLst>
                              <p:par>
                                <p:cTn id="28" presetID="4" presetClass="entr" presetSubtype="32" fill="hold" grpId="0" nodeType="clickEffect">
                                  <p:stCondLst>
                                    <p:cond delay="0"/>
                                  </p:stCondLst>
                                  <p:childTnLst>
                                    <p:set>
                                      <p:cBhvr>
                                        <p:cTn id="29" dur="1" fill="hold">
                                          <p:stCondLst>
                                            <p:cond delay="0"/>
                                          </p:stCondLst>
                                        </p:cTn>
                                        <p:tgtEl>
                                          <p:spTgt spid="924738"/>
                                        </p:tgtEl>
                                        <p:attrNameLst>
                                          <p:attrName>style.visibility</p:attrName>
                                        </p:attrNameLst>
                                      </p:cBhvr>
                                      <p:to>
                                        <p:strVal val="visible"/>
                                      </p:to>
                                    </p:set>
                                    <p:animEffect transition="in" filter="box(out)">
                                      <p:cBhvr>
                                        <p:cTn id="30" dur="500"/>
                                        <p:tgtEl>
                                          <p:spTgt spid="924738"/>
                                        </p:tgtEl>
                                      </p:cBhvr>
                                    </p:animEffect>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676" grpId="0" build="p" autoUpdateAnimBg="0"/>
      <p:bldP spid="924738"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5698" name="Group 2"/>
          <p:cNvGrpSpPr>
            <a:grpSpLocks/>
          </p:cNvGrpSpPr>
          <p:nvPr/>
        </p:nvGrpSpPr>
        <p:grpSpPr bwMode="auto">
          <a:xfrm>
            <a:off x="7425680" y="0"/>
            <a:ext cx="3998912" cy="6877050"/>
            <a:chOff x="3049" y="0"/>
            <a:chExt cx="2519" cy="4332"/>
          </a:xfrm>
        </p:grpSpPr>
        <p:sp>
          <p:nvSpPr>
            <p:cNvPr id="925699" name="AutoShape 3"/>
            <p:cNvSpPr>
              <a:spLocks noChangeArrowheads="1"/>
            </p:cNvSpPr>
            <p:nvPr/>
          </p:nvSpPr>
          <p:spPr bwMode="auto">
            <a:xfrm>
              <a:off x="3642" y="720"/>
              <a:ext cx="985" cy="301"/>
            </a:xfrm>
            <a:prstGeom prst="flowChartDecision">
              <a:avLst/>
            </a:prstGeom>
            <a:gradFill flip="none" rotWithShape="1">
              <a:gsLst>
                <a:gs pos="0">
                  <a:srgbClr val="FF33CC">
                    <a:tint val="66000"/>
                    <a:satMod val="160000"/>
                  </a:srgbClr>
                </a:gs>
                <a:gs pos="50000">
                  <a:srgbClr val="FF33CC">
                    <a:tint val="44500"/>
                    <a:satMod val="160000"/>
                  </a:srgbClr>
                </a:gs>
                <a:gs pos="100000">
                  <a:srgbClr val="FF33CC">
                    <a:tint val="23500"/>
                    <a:satMod val="160000"/>
                  </a:srgbClr>
                </a:gs>
              </a:gsLst>
              <a:lin ang="16200000" scaled="1"/>
              <a:tileRect/>
            </a:gradFill>
            <a:ln w="9525">
              <a:solidFill>
                <a:srgbClr val="0000FF"/>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&lt;10</a:t>
              </a:r>
            </a:p>
          </p:txBody>
        </p:sp>
        <p:sp>
          <p:nvSpPr>
            <p:cNvPr id="925700" name="Line 4"/>
            <p:cNvSpPr>
              <a:spLocks noChangeShapeType="1"/>
            </p:cNvSpPr>
            <p:nvPr/>
          </p:nvSpPr>
          <p:spPr bwMode="auto">
            <a:xfrm>
              <a:off x="4148" y="1021"/>
              <a:ext cx="0" cy="273"/>
            </a:xfrm>
            <a:prstGeom prst="line">
              <a:avLst/>
            </a:prstGeom>
            <a:noFill/>
            <a:ln w="28575">
              <a:solidFill>
                <a:srgbClr val="008000"/>
              </a:solidFill>
              <a:round/>
              <a:headEnd/>
              <a:tailEnd type="triangle" w="med" len="med"/>
            </a:ln>
            <a:effectLst/>
          </p:spPr>
          <p:txBody>
            <a:bodyPr wrap="none" anchor="ctr"/>
            <a:lstStyle/>
            <a:p>
              <a:endParaRPr lang="zh-CN" altLang="en-US"/>
            </a:p>
          </p:txBody>
        </p:sp>
        <p:sp>
          <p:nvSpPr>
            <p:cNvPr id="925701" name="Text Box 5"/>
            <p:cNvSpPr txBox="1">
              <a:spLocks noChangeArrowheads="1"/>
            </p:cNvSpPr>
            <p:nvPr/>
          </p:nvSpPr>
          <p:spPr bwMode="auto">
            <a:xfrm>
              <a:off x="3877" y="2327"/>
              <a:ext cx="649" cy="256"/>
            </a:xfrm>
            <a:prstGeom prst="rect">
              <a:avLst/>
            </a:prstGeom>
            <a:solidFill>
              <a:srgbClr val="CCFFFF"/>
            </a:solidFill>
            <a:ln w="9525">
              <a:solidFill>
                <a:srgbClr val="0000FF"/>
              </a:solidFill>
              <a:miter lim="800000"/>
              <a:headEnd/>
              <a:tailEnd/>
            </a:ln>
            <a:effectLst>
              <a:outerShdw blurRad="50800" dist="106680" dir="2700000" algn="tl" rotWithShape="0">
                <a:prstClr val="black">
                  <a:alpha val="43000"/>
                </a:prstClr>
              </a:outerShdw>
            </a:effectLst>
          </p:spPr>
          <p:txBody>
            <a:bodyPr anchor="ctr">
              <a:spAutoFit/>
            </a:bodyPr>
            <a:lstStyle/>
            <a:p>
              <a:pPr algn="ctr" eaLnBrk="0" hangingPunct="0">
                <a:spcBef>
                  <a:spcPct val="50000"/>
                </a:spcBef>
              </a:pPr>
              <a:r>
                <a:rPr lang="en-US" altLang="zh-CN" sz="2000" b="1">
                  <a:effectLst>
                    <a:outerShdw blurRad="38100" dist="38100" dir="2700000" algn="tl">
                      <a:srgbClr val="FFFFFF"/>
                    </a:outerShdw>
                  </a:effectLst>
                </a:rPr>
                <a:t>printf</a:t>
              </a:r>
            </a:p>
          </p:txBody>
        </p:sp>
        <p:sp>
          <p:nvSpPr>
            <p:cNvPr id="925702" name="Line 6"/>
            <p:cNvSpPr>
              <a:spLocks noChangeShapeType="1"/>
            </p:cNvSpPr>
            <p:nvPr/>
          </p:nvSpPr>
          <p:spPr bwMode="auto">
            <a:xfrm>
              <a:off x="3460" y="1623"/>
              <a:ext cx="710" cy="0"/>
            </a:xfrm>
            <a:prstGeom prst="line">
              <a:avLst/>
            </a:prstGeom>
            <a:noFill/>
            <a:ln w="28575">
              <a:solidFill>
                <a:srgbClr val="008000"/>
              </a:solidFill>
              <a:round/>
              <a:headEnd/>
              <a:tailEnd type="triangle" w="med" len="med"/>
            </a:ln>
            <a:effectLst/>
          </p:spPr>
          <p:txBody>
            <a:bodyPr wrap="none" anchor="ctr"/>
            <a:lstStyle/>
            <a:p>
              <a:endParaRPr lang="zh-CN" altLang="en-US"/>
            </a:p>
          </p:txBody>
        </p:sp>
        <p:sp>
          <p:nvSpPr>
            <p:cNvPr id="925703" name="Line 7"/>
            <p:cNvSpPr>
              <a:spLocks noChangeShapeType="1"/>
            </p:cNvSpPr>
            <p:nvPr/>
          </p:nvSpPr>
          <p:spPr bwMode="auto">
            <a:xfrm>
              <a:off x="4627" y="860"/>
              <a:ext cx="940" cy="0"/>
            </a:xfrm>
            <a:prstGeom prst="line">
              <a:avLst/>
            </a:prstGeom>
            <a:noFill/>
            <a:ln w="28575">
              <a:solidFill>
                <a:srgbClr val="008000"/>
              </a:solidFill>
              <a:round/>
              <a:headEnd/>
              <a:tailEnd/>
            </a:ln>
            <a:effectLst/>
          </p:spPr>
          <p:txBody>
            <a:bodyPr wrap="none" anchor="ctr"/>
            <a:lstStyle/>
            <a:p>
              <a:endParaRPr lang="zh-CN" altLang="en-US"/>
            </a:p>
          </p:txBody>
        </p:sp>
        <p:sp>
          <p:nvSpPr>
            <p:cNvPr id="925704" name="Line 8"/>
            <p:cNvSpPr>
              <a:spLocks noChangeShapeType="1"/>
            </p:cNvSpPr>
            <p:nvPr/>
          </p:nvSpPr>
          <p:spPr bwMode="auto">
            <a:xfrm>
              <a:off x="4171" y="2045"/>
              <a:ext cx="0" cy="289"/>
            </a:xfrm>
            <a:prstGeom prst="line">
              <a:avLst/>
            </a:prstGeom>
            <a:noFill/>
            <a:ln w="28575">
              <a:solidFill>
                <a:srgbClr val="008000"/>
              </a:solidFill>
              <a:round/>
              <a:headEnd/>
              <a:tailEnd type="triangle" w="med" len="med"/>
            </a:ln>
            <a:effectLst/>
          </p:spPr>
          <p:txBody>
            <a:bodyPr wrap="none" anchor="ctr"/>
            <a:lstStyle/>
            <a:p>
              <a:endParaRPr lang="zh-CN" altLang="en-US"/>
            </a:p>
          </p:txBody>
        </p:sp>
        <p:sp>
          <p:nvSpPr>
            <p:cNvPr id="925705" name="Text Box 9"/>
            <p:cNvSpPr txBox="1">
              <a:spLocks noChangeArrowheads="1"/>
            </p:cNvSpPr>
            <p:nvPr/>
          </p:nvSpPr>
          <p:spPr bwMode="auto">
            <a:xfrm>
              <a:off x="4459" y="610"/>
              <a:ext cx="467" cy="252"/>
            </a:xfrm>
            <a:prstGeom prst="rect">
              <a:avLst/>
            </a:prstGeom>
            <a:noFill/>
            <a:ln w="9525">
              <a:noFill/>
              <a:miter lim="800000"/>
              <a:headEnd/>
              <a:tailEnd/>
            </a:ln>
            <a:effectLst/>
          </p:spPr>
          <p:txBody>
            <a:bodyPr wrap="none" anchor="ctr">
              <a:spAutoFit/>
            </a:bodyPr>
            <a:lstStyle/>
            <a:p>
              <a:pPr algn="ctr" eaLnBrk="0" hangingPunct="0"/>
              <a:r>
                <a:rPr lang="zh-CN" altLang="en-US" sz="2000" b="1" dirty="0">
                  <a:effectLst>
                    <a:outerShdw blurRad="38100" dist="38100" dir="2700000" algn="tl">
                      <a:srgbClr val="FFFFFF"/>
                    </a:outerShdw>
                  </a:effectLst>
                  <a:latin typeface="+mn-lt"/>
                  <a:ea typeface="楷体" pitchFamily="49" charset="-122"/>
                </a:rPr>
                <a:t>假</a:t>
              </a:r>
              <a:r>
                <a:rPr lang="en-US" altLang="zh-CN" sz="2000" b="1" dirty="0">
                  <a:effectLst>
                    <a:outerShdw blurRad="38100" dist="38100" dir="2700000" algn="tl">
                      <a:srgbClr val="FFFFFF"/>
                    </a:outerShdw>
                  </a:effectLst>
                  <a:latin typeface="+mn-lt"/>
                  <a:ea typeface="楷体" pitchFamily="49" charset="-122"/>
                </a:rPr>
                <a:t>(0)</a:t>
              </a:r>
            </a:p>
          </p:txBody>
        </p:sp>
        <p:sp>
          <p:nvSpPr>
            <p:cNvPr id="925706" name="Text Box 10"/>
            <p:cNvSpPr txBox="1">
              <a:spLocks noChangeArrowheads="1"/>
            </p:cNvSpPr>
            <p:nvPr/>
          </p:nvSpPr>
          <p:spPr bwMode="auto">
            <a:xfrm>
              <a:off x="4062" y="992"/>
              <a:ext cx="730" cy="250"/>
            </a:xfrm>
            <a:prstGeom prst="rect">
              <a:avLst/>
            </a:prstGeom>
            <a:noFill/>
            <a:ln w="9525">
              <a:noFill/>
              <a:miter lim="800000"/>
              <a:headEnd/>
              <a:tailEnd/>
            </a:ln>
            <a:effectLst/>
          </p:spPr>
          <p:txBody>
            <a:bodyPr anchor="ctr">
              <a:spAutoFit/>
            </a:bodyPr>
            <a:lstStyle/>
            <a:p>
              <a:pPr algn="ctr" eaLnBrk="0" hangingPunct="0"/>
              <a:r>
                <a:rPr lang="zh-CN" altLang="en-US" sz="2000" b="1">
                  <a:effectLst>
                    <a:outerShdw blurRad="38100" dist="38100" dir="2700000" algn="tl">
                      <a:srgbClr val="FFFFFF"/>
                    </a:outerShdw>
                  </a:effectLst>
                  <a:latin typeface="+mn-lt"/>
                  <a:ea typeface="楷体" pitchFamily="49" charset="-122"/>
                </a:rPr>
                <a:t>真</a:t>
              </a:r>
              <a:r>
                <a:rPr lang="en-US" altLang="zh-CN" sz="2000" b="1">
                  <a:effectLst>
                    <a:outerShdw blurRad="38100" dist="38100" dir="2700000" algn="tl">
                      <a:srgbClr val="FFFFFF"/>
                    </a:outerShdw>
                  </a:effectLst>
                  <a:latin typeface="+mn-lt"/>
                  <a:ea typeface="楷体" pitchFamily="49" charset="-122"/>
                </a:rPr>
                <a:t>(</a:t>
              </a:r>
              <a:r>
                <a:rPr lang="zh-CN" altLang="en-US" sz="2000" b="1">
                  <a:effectLst>
                    <a:outerShdw blurRad="38100" dist="38100" dir="2700000" algn="tl">
                      <a:srgbClr val="FFFFFF"/>
                    </a:outerShdw>
                  </a:effectLst>
                  <a:latin typeface="+mn-lt"/>
                  <a:ea typeface="楷体" pitchFamily="49" charset="-122"/>
                </a:rPr>
                <a:t>非</a:t>
              </a:r>
              <a:r>
                <a:rPr lang="en-US" altLang="zh-CN" sz="2000" b="1">
                  <a:effectLst>
                    <a:outerShdw blurRad="38100" dist="38100" dir="2700000" algn="tl">
                      <a:srgbClr val="FFFFFF"/>
                    </a:outerShdw>
                  </a:effectLst>
                  <a:latin typeface="+mn-lt"/>
                  <a:ea typeface="楷体" pitchFamily="49" charset="-122"/>
                </a:rPr>
                <a:t>0)</a:t>
              </a:r>
            </a:p>
          </p:txBody>
        </p:sp>
        <p:sp>
          <p:nvSpPr>
            <p:cNvPr id="925707" name="Line 11"/>
            <p:cNvSpPr>
              <a:spLocks noChangeShapeType="1"/>
            </p:cNvSpPr>
            <p:nvPr/>
          </p:nvSpPr>
          <p:spPr bwMode="auto">
            <a:xfrm>
              <a:off x="4170" y="0"/>
              <a:ext cx="0" cy="240"/>
            </a:xfrm>
            <a:prstGeom prst="line">
              <a:avLst/>
            </a:prstGeom>
            <a:noFill/>
            <a:ln w="28575">
              <a:solidFill>
                <a:srgbClr val="008000"/>
              </a:solidFill>
              <a:round/>
              <a:headEnd/>
              <a:tailEnd type="triangle" w="med" len="med"/>
            </a:ln>
            <a:effectLst/>
          </p:spPr>
          <p:txBody>
            <a:bodyPr wrap="none" anchor="ctr"/>
            <a:lstStyle/>
            <a:p>
              <a:endParaRPr lang="zh-CN" altLang="en-US"/>
            </a:p>
          </p:txBody>
        </p:sp>
        <p:sp>
          <p:nvSpPr>
            <p:cNvPr id="925708" name="Text Box 12"/>
            <p:cNvSpPr txBox="1">
              <a:spLocks noChangeArrowheads="1"/>
            </p:cNvSpPr>
            <p:nvPr/>
          </p:nvSpPr>
          <p:spPr bwMode="auto">
            <a:xfrm>
              <a:off x="3882" y="240"/>
              <a:ext cx="649" cy="256"/>
            </a:xfrm>
            <a:prstGeom prst="rect">
              <a:avLst/>
            </a:prstGeom>
            <a:solidFill>
              <a:srgbClr val="CCFFFF"/>
            </a:solidFill>
            <a:ln w="9525">
              <a:solidFill>
                <a:srgbClr val="0000FF"/>
              </a:solidFill>
              <a:miter lim="800000"/>
              <a:headEnd/>
              <a:tailEnd/>
            </a:ln>
            <a:effectLst>
              <a:outerShdw blurRad="50800" dist="106680" dir="2700000" algn="tl" rotWithShape="0">
                <a:prstClr val="black">
                  <a:alpha val="43000"/>
                </a:prstClr>
              </a:outerShdw>
            </a:effectLst>
          </p:spPr>
          <p:txBody>
            <a:bodyPr anchor="ctr">
              <a:spAutoFit/>
            </a:bodyPr>
            <a:lstStyle/>
            <a:p>
              <a:pPr algn="ctr" eaLnBrk="0" hangingPunct="0">
                <a:spcBef>
                  <a:spcPct val="50000"/>
                </a:spcBef>
              </a:pPr>
              <a:r>
                <a:rPr lang="en-US" altLang="zh-CN" sz="2000" b="1">
                  <a:effectLst>
                    <a:outerShdw blurRad="38100" dist="38100" dir="2700000" algn="tl">
                      <a:srgbClr val="FFFFFF"/>
                    </a:outerShdw>
                  </a:effectLst>
                </a:rPr>
                <a:t>i=1</a:t>
              </a:r>
            </a:p>
          </p:txBody>
        </p:sp>
        <p:sp>
          <p:nvSpPr>
            <p:cNvPr id="925709" name="Line 13"/>
            <p:cNvSpPr>
              <a:spLocks noChangeShapeType="1"/>
            </p:cNvSpPr>
            <p:nvPr/>
          </p:nvSpPr>
          <p:spPr bwMode="auto">
            <a:xfrm>
              <a:off x="4171" y="1525"/>
              <a:ext cx="0" cy="240"/>
            </a:xfrm>
            <a:prstGeom prst="line">
              <a:avLst/>
            </a:prstGeom>
            <a:noFill/>
            <a:ln w="28575">
              <a:solidFill>
                <a:srgbClr val="008000"/>
              </a:solidFill>
              <a:round/>
              <a:headEnd/>
              <a:tailEnd type="triangle" w="med" len="med"/>
            </a:ln>
            <a:effectLst/>
          </p:spPr>
          <p:txBody>
            <a:bodyPr wrap="none" anchor="ctr"/>
            <a:lstStyle/>
            <a:p>
              <a:endParaRPr lang="zh-CN" altLang="en-US"/>
            </a:p>
          </p:txBody>
        </p:sp>
        <p:sp>
          <p:nvSpPr>
            <p:cNvPr id="925710" name="Text Box 14"/>
            <p:cNvSpPr txBox="1">
              <a:spLocks noChangeArrowheads="1"/>
            </p:cNvSpPr>
            <p:nvPr/>
          </p:nvSpPr>
          <p:spPr bwMode="auto">
            <a:xfrm>
              <a:off x="3856" y="2787"/>
              <a:ext cx="649" cy="256"/>
            </a:xfrm>
            <a:prstGeom prst="rect">
              <a:avLst/>
            </a:prstGeom>
            <a:solidFill>
              <a:srgbClr val="CCFFFF"/>
            </a:solidFill>
            <a:ln w="9525">
              <a:solidFill>
                <a:srgbClr val="0000FF"/>
              </a:solidFill>
              <a:miter lim="800000"/>
              <a:headEnd/>
              <a:tailEnd/>
            </a:ln>
            <a:effectLst>
              <a:outerShdw blurRad="50800" dist="106680" dir="2700000" algn="tl" rotWithShape="0">
                <a:prstClr val="black">
                  <a:alpha val="43000"/>
                </a:prstClr>
              </a:outerShdw>
            </a:effectLst>
          </p:spPr>
          <p:txBody>
            <a:bodyPr anchor="ctr">
              <a:spAutoFit/>
            </a:bodyPr>
            <a:lstStyle/>
            <a:p>
              <a:pPr algn="ctr" eaLnBrk="0" hangingPunct="0">
                <a:spcBef>
                  <a:spcPct val="50000"/>
                </a:spcBef>
              </a:pPr>
              <a:r>
                <a:rPr lang="en-US" altLang="zh-CN" sz="2000" b="1">
                  <a:effectLst>
                    <a:outerShdw blurRad="38100" dist="38100" dir="2700000" algn="tl">
                      <a:srgbClr val="FFFFFF"/>
                    </a:outerShdw>
                  </a:effectLst>
                </a:rPr>
                <a:t>j++</a:t>
              </a:r>
            </a:p>
          </p:txBody>
        </p:sp>
        <p:sp>
          <p:nvSpPr>
            <p:cNvPr id="925711" name="Line 15"/>
            <p:cNvSpPr>
              <a:spLocks noChangeShapeType="1"/>
            </p:cNvSpPr>
            <p:nvPr/>
          </p:nvSpPr>
          <p:spPr bwMode="auto">
            <a:xfrm>
              <a:off x="3465" y="1616"/>
              <a:ext cx="0" cy="1729"/>
            </a:xfrm>
            <a:prstGeom prst="line">
              <a:avLst/>
            </a:prstGeom>
            <a:noFill/>
            <a:ln w="28575">
              <a:solidFill>
                <a:srgbClr val="008000"/>
              </a:solidFill>
              <a:round/>
              <a:headEnd/>
              <a:tailEnd/>
            </a:ln>
            <a:effectLst/>
          </p:spPr>
          <p:txBody>
            <a:bodyPr wrap="none" anchor="ctr"/>
            <a:lstStyle/>
            <a:p>
              <a:endParaRPr lang="zh-CN" altLang="en-US"/>
            </a:p>
          </p:txBody>
        </p:sp>
        <p:sp>
          <p:nvSpPr>
            <p:cNvPr id="925712" name="Line 16"/>
            <p:cNvSpPr>
              <a:spLocks noChangeShapeType="1"/>
            </p:cNvSpPr>
            <p:nvPr/>
          </p:nvSpPr>
          <p:spPr bwMode="auto">
            <a:xfrm>
              <a:off x="5053" y="1883"/>
              <a:ext cx="0" cy="1544"/>
            </a:xfrm>
            <a:prstGeom prst="line">
              <a:avLst/>
            </a:prstGeom>
            <a:noFill/>
            <a:ln w="28575">
              <a:solidFill>
                <a:srgbClr val="008000"/>
              </a:solidFill>
              <a:round/>
              <a:headEnd/>
              <a:tailEnd/>
            </a:ln>
            <a:effectLst/>
          </p:spPr>
          <p:txBody>
            <a:bodyPr wrap="none" anchor="ctr"/>
            <a:lstStyle/>
            <a:p>
              <a:endParaRPr lang="zh-CN" altLang="en-US"/>
            </a:p>
          </p:txBody>
        </p:sp>
        <p:sp>
          <p:nvSpPr>
            <p:cNvPr id="925713" name="Line 17"/>
            <p:cNvSpPr>
              <a:spLocks noChangeShapeType="1"/>
            </p:cNvSpPr>
            <p:nvPr/>
          </p:nvSpPr>
          <p:spPr bwMode="auto">
            <a:xfrm>
              <a:off x="4155" y="487"/>
              <a:ext cx="0" cy="240"/>
            </a:xfrm>
            <a:prstGeom prst="line">
              <a:avLst/>
            </a:prstGeom>
            <a:noFill/>
            <a:ln w="28575">
              <a:solidFill>
                <a:srgbClr val="008000"/>
              </a:solidFill>
              <a:round/>
              <a:headEnd/>
              <a:tailEnd type="triangle" w="med" len="med"/>
            </a:ln>
            <a:effectLst/>
          </p:spPr>
          <p:txBody>
            <a:bodyPr wrap="none" anchor="ctr"/>
            <a:lstStyle/>
            <a:p>
              <a:endParaRPr lang="zh-CN" altLang="en-US"/>
            </a:p>
          </p:txBody>
        </p:sp>
        <p:sp>
          <p:nvSpPr>
            <p:cNvPr id="925714" name="Text Box 18"/>
            <p:cNvSpPr txBox="1">
              <a:spLocks noChangeArrowheads="1"/>
            </p:cNvSpPr>
            <p:nvPr/>
          </p:nvSpPr>
          <p:spPr bwMode="auto">
            <a:xfrm>
              <a:off x="3812" y="1281"/>
              <a:ext cx="649" cy="256"/>
            </a:xfrm>
            <a:prstGeom prst="rect">
              <a:avLst/>
            </a:prstGeom>
            <a:solidFill>
              <a:srgbClr val="CCFFFF"/>
            </a:solidFill>
            <a:ln w="9525">
              <a:solidFill>
                <a:srgbClr val="0000FF"/>
              </a:solidFill>
              <a:miter lim="800000"/>
              <a:headEnd/>
              <a:tailEnd/>
            </a:ln>
            <a:effectLst>
              <a:outerShdw blurRad="50800" dist="106680" dir="2700000" algn="tl" rotWithShape="0">
                <a:prstClr val="black">
                  <a:alpha val="43000"/>
                </a:prstClr>
              </a:outerShdw>
            </a:effectLst>
          </p:spPr>
          <p:txBody>
            <a:bodyPr anchor="ctr">
              <a:spAutoFit/>
            </a:bodyPr>
            <a:lstStyle/>
            <a:p>
              <a:pPr algn="ctr" eaLnBrk="0" hangingPunct="0">
                <a:spcBef>
                  <a:spcPct val="50000"/>
                </a:spcBef>
              </a:pPr>
              <a:r>
                <a:rPr lang="en-US" altLang="zh-CN" sz="2000" b="1">
                  <a:effectLst>
                    <a:outerShdw blurRad="38100" dist="38100" dir="2700000" algn="tl">
                      <a:srgbClr val="FFFFFF"/>
                    </a:outerShdw>
                  </a:effectLst>
                </a:rPr>
                <a:t>j=1</a:t>
              </a:r>
            </a:p>
          </p:txBody>
        </p:sp>
        <p:sp>
          <p:nvSpPr>
            <p:cNvPr id="925715" name="AutoShape 19"/>
            <p:cNvSpPr>
              <a:spLocks noChangeArrowheads="1"/>
            </p:cNvSpPr>
            <p:nvPr/>
          </p:nvSpPr>
          <p:spPr bwMode="auto">
            <a:xfrm>
              <a:off x="3682" y="1739"/>
              <a:ext cx="985" cy="301"/>
            </a:xfrm>
            <a:prstGeom prst="flowChartDecision">
              <a:avLst/>
            </a:prstGeom>
            <a:gradFill flip="none" rotWithShape="1">
              <a:gsLst>
                <a:gs pos="0">
                  <a:srgbClr val="FF33CC">
                    <a:tint val="66000"/>
                    <a:satMod val="160000"/>
                  </a:srgbClr>
                </a:gs>
                <a:gs pos="50000">
                  <a:srgbClr val="FF33CC">
                    <a:tint val="44500"/>
                    <a:satMod val="160000"/>
                  </a:srgbClr>
                </a:gs>
                <a:gs pos="100000">
                  <a:srgbClr val="FF33CC">
                    <a:tint val="23500"/>
                    <a:satMod val="160000"/>
                  </a:srgbClr>
                </a:gs>
              </a:gsLst>
              <a:lin ang="13500000" scaled="1"/>
              <a:tileRect/>
            </a:gradFill>
            <a:ln w="9525">
              <a:solidFill>
                <a:srgbClr val="0000FF"/>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r>
                <a:rPr lang="en-US" altLang="zh-CN" sz="2000" b="1">
                  <a:effectLst>
                    <a:outerShdw blurRad="38100" dist="38100" dir="2700000" algn="tl">
                      <a:srgbClr val="FFFFFF"/>
                    </a:outerShdw>
                  </a:effectLst>
                </a:rPr>
                <a:t>j&lt;10</a:t>
              </a:r>
            </a:p>
          </p:txBody>
        </p:sp>
        <p:sp>
          <p:nvSpPr>
            <p:cNvPr id="925716" name="Text Box 20"/>
            <p:cNvSpPr txBox="1">
              <a:spLocks noChangeArrowheads="1"/>
            </p:cNvSpPr>
            <p:nvPr/>
          </p:nvSpPr>
          <p:spPr bwMode="auto">
            <a:xfrm>
              <a:off x="4092" y="2043"/>
              <a:ext cx="730" cy="250"/>
            </a:xfrm>
            <a:prstGeom prst="rect">
              <a:avLst/>
            </a:prstGeom>
            <a:noFill/>
            <a:ln w="9525">
              <a:noFill/>
              <a:miter lim="800000"/>
              <a:headEnd/>
              <a:tailEnd/>
            </a:ln>
            <a:effectLst/>
          </p:spPr>
          <p:txBody>
            <a:bodyPr anchor="ctr">
              <a:spAutoFit/>
            </a:bodyPr>
            <a:lstStyle/>
            <a:p>
              <a:pPr algn="ctr" eaLnBrk="0" hangingPunct="0"/>
              <a:r>
                <a:rPr lang="zh-CN" altLang="en-US" sz="2000" b="1">
                  <a:effectLst>
                    <a:outerShdw blurRad="38100" dist="38100" dir="2700000" algn="tl">
                      <a:srgbClr val="FFFFFF"/>
                    </a:outerShdw>
                  </a:effectLst>
                  <a:latin typeface="+mn-lt"/>
                  <a:ea typeface="楷体" pitchFamily="49" charset="-122"/>
                </a:rPr>
                <a:t>真</a:t>
              </a:r>
              <a:r>
                <a:rPr lang="en-US" altLang="zh-CN" sz="2000" b="1">
                  <a:effectLst>
                    <a:outerShdw blurRad="38100" dist="38100" dir="2700000" algn="tl">
                      <a:srgbClr val="FFFFFF"/>
                    </a:outerShdw>
                  </a:effectLst>
                  <a:latin typeface="+mn-lt"/>
                  <a:ea typeface="楷体" pitchFamily="49" charset="-122"/>
                </a:rPr>
                <a:t>(</a:t>
              </a:r>
              <a:r>
                <a:rPr lang="zh-CN" altLang="en-US" sz="2000" b="1">
                  <a:effectLst>
                    <a:outerShdw blurRad="38100" dist="38100" dir="2700000" algn="tl">
                      <a:srgbClr val="FFFFFF"/>
                    </a:outerShdw>
                  </a:effectLst>
                  <a:latin typeface="+mn-lt"/>
                  <a:ea typeface="楷体" pitchFamily="49" charset="-122"/>
                </a:rPr>
                <a:t>非</a:t>
              </a:r>
              <a:r>
                <a:rPr lang="en-US" altLang="zh-CN" sz="2000" b="1">
                  <a:effectLst>
                    <a:outerShdw blurRad="38100" dist="38100" dir="2700000" algn="tl">
                      <a:srgbClr val="FFFFFF"/>
                    </a:outerShdw>
                  </a:effectLst>
                  <a:latin typeface="+mn-lt"/>
                  <a:ea typeface="楷体" pitchFamily="49" charset="-122"/>
                </a:rPr>
                <a:t>0)</a:t>
              </a:r>
            </a:p>
          </p:txBody>
        </p:sp>
        <p:sp>
          <p:nvSpPr>
            <p:cNvPr id="925717" name="Line 21"/>
            <p:cNvSpPr>
              <a:spLocks noChangeShapeType="1"/>
            </p:cNvSpPr>
            <p:nvPr/>
          </p:nvSpPr>
          <p:spPr bwMode="auto">
            <a:xfrm>
              <a:off x="4193" y="2579"/>
              <a:ext cx="0" cy="212"/>
            </a:xfrm>
            <a:prstGeom prst="line">
              <a:avLst/>
            </a:prstGeom>
            <a:noFill/>
            <a:ln w="28575">
              <a:solidFill>
                <a:srgbClr val="008000"/>
              </a:solidFill>
              <a:round/>
              <a:headEnd/>
              <a:tailEnd type="triangle" w="med" len="med"/>
            </a:ln>
            <a:effectLst/>
          </p:spPr>
          <p:txBody>
            <a:bodyPr wrap="none" anchor="ctr"/>
            <a:lstStyle/>
            <a:p>
              <a:endParaRPr lang="zh-CN" altLang="en-US"/>
            </a:p>
          </p:txBody>
        </p:sp>
        <p:sp>
          <p:nvSpPr>
            <p:cNvPr id="925718" name="Line 22"/>
            <p:cNvSpPr>
              <a:spLocks noChangeShapeType="1"/>
            </p:cNvSpPr>
            <p:nvPr/>
          </p:nvSpPr>
          <p:spPr bwMode="auto">
            <a:xfrm>
              <a:off x="4182" y="3045"/>
              <a:ext cx="0" cy="289"/>
            </a:xfrm>
            <a:prstGeom prst="line">
              <a:avLst/>
            </a:prstGeom>
            <a:noFill/>
            <a:ln w="28575">
              <a:solidFill>
                <a:srgbClr val="008000"/>
              </a:solidFill>
              <a:round/>
              <a:headEnd/>
              <a:tailEnd type="stealth" w="med" len="lg"/>
            </a:ln>
            <a:effectLst/>
          </p:spPr>
          <p:txBody>
            <a:bodyPr wrap="none" anchor="ctr"/>
            <a:lstStyle/>
            <a:p>
              <a:endParaRPr lang="zh-CN" altLang="en-US"/>
            </a:p>
          </p:txBody>
        </p:sp>
        <p:sp>
          <p:nvSpPr>
            <p:cNvPr id="925719" name="Line 23"/>
            <p:cNvSpPr>
              <a:spLocks noChangeShapeType="1"/>
            </p:cNvSpPr>
            <p:nvPr/>
          </p:nvSpPr>
          <p:spPr bwMode="auto">
            <a:xfrm flipH="1">
              <a:off x="3460" y="3334"/>
              <a:ext cx="722" cy="0"/>
            </a:xfrm>
            <a:prstGeom prst="line">
              <a:avLst/>
            </a:prstGeom>
            <a:noFill/>
            <a:ln w="28575">
              <a:solidFill>
                <a:srgbClr val="008000"/>
              </a:solidFill>
              <a:round/>
              <a:headEnd/>
              <a:tailEnd/>
            </a:ln>
            <a:effectLst/>
          </p:spPr>
          <p:txBody>
            <a:bodyPr wrap="none" anchor="ctr"/>
            <a:lstStyle/>
            <a:p>
              <a:endParaRPr lang="zh-CN" altLang="en-US"/>
            </a:p>
          </p:txBody>
        </p:sp>
        <p:sp>
          <p:nvSpPr>
            <p:cNvPr id="925720" name="Text Box 24"/>
            <p:cNvSpPr txBox="1">
              <a:spLocks noChangeArrowheads="1"/>
            </p:cNvSpPr>
            <p:nvPr/>
          </p:nvSpPr>
          <p:spPr bwMode="auto">
            <a:xfrm>
              <a:off x="4612" y="1665"/>
              <a:ext cx="467" cy="252"/>
            </a:xfrm>
            <a:prstGeom prst="rect">
              <a:avLst/>
            </a:prstGeom>
            <a:noFill/>
            <a:ln w="9525">
              <a:noFill/>
              <a:miter lim="800000"/>
              <a:headEnd/>
              <a:tailEnd/>
            </a:ln>
            <a:effectLst/>
          </p:spPr>
          <p:txBody>
            <a:bodyPr wrap="none" anchor="ctr">
              <a:spAutoFit/>
            </a:bodyPr>
            <a:lstStyle/>
            <a:p>
              <a:pPr algn="ctr" eaLnBrk="0" hangingPunct="0"/>
              <a:r>
                <a:rPr lang="zh-CN" altLang="en-US" sz="2000" b="1" dirty="0">
                  <a:effectLst>
                    <a:outerShdw blurRad="38100" dist="38100" dir="2700000" algn="tl">
                      <a:srgbClr val="FFFFFF"/>
                    </a:outerShdw>
                  </a:effectLst>
                  <a:latin typeface="+mn-lt"/>
                  <a:ea typeface="楷体" pitchFamily="49" charset="-122"/>
                </a:rPr>
                <a:t>假</a:t>
              </a:r>
              <a:r>
                <a:rPr lang="en-US" altLang="zh-CN" sz="2000" b="1" dirty="0">
                  <a:effectLst>
                    <a:outerShdw blurRad="38100" dist="38100" dir="2700000" algn="tl">
                      <a:srgbClr val="FFFFFF"/>
                    </a:outerShdw>
                  </a:effectLst>
                  <a:latin typeface="+mn-lt"/>
                  <a:ea typeface="楷体" pitchFamily="49" charset="-122"/>
                </a:rPr>
                <a:t>(0)</a:t>
              </a:r>
            </a:p>
          </p:txBody>
        </p:sp>
        <p:sp>
          <p:nvSpPr>
            <p:cNvPr id="925721" name="Line 25"/>
            <p:cNvSpPr>
              <a:spLocks noChangeShapeType="1"/>
            </p:cNvSpPr>
            <p:nvPr/>
          </p:nvSpPr>
          <p:spPr bwMode="auto">
            <a:xfrm>
              <a:off x="4649" y="1890"/>
              <a:ext cx="400" cy="0"/>
            </a:xfrm>
            <a:prstGeom prst="line">
              <a:avLst/>
            </a:prstGeom>
            <a:noFill/>
            <a:ln w="28575">
              <a:solidFill>
                <a:srgbClr val="008000"/>
              </a:solidFill>
              <a:round/>
              <a:headEnd/>
              <a:tailEnd/>
            </a:ln>
            <a:effectLst/>
          </p:spPr>
          <p:txBody>
            <a:bodyPr wrap="none" anchor="ctr"/>
            <a:lstStyle/>
            <a:p>
              <a:endParaRPr lang="zh-CN" altLang="en-US"/>
            </a:p>
          </p:txBody>
        </p:sp>
        <p:sp>
          <p:nvSpPr>
            <p:cNvPr id="925722" name="Text Box 26"/>
            <p:cNvSpPr txBox="1">
              <a:spLocks noChangeArrowheads="1"/>
            </p:cNvSpPr>
            <p:nvPr/>
          </p:nvSpPr>
          <p:spPr bwMode="auto">
            <a:xfrm>
              <a:off x="3920" y="3615"/>
              <a:ext cx="649" cy="256"/>
            </a:xfrm>
            <a:prstGeom prst="rect">
              <a:avLst/>
            </a:prstGeom>
            <a:solidFill>
              <a:srgbClr val="CCFFFF"/>
            </a:solidFill>
            <a:ln w="9525">
              <a:solidFill>
                <a:srgbClr val="0000FF"/>
              </a:solidFill>
              <a:miter lim="800000"/>
              <a:headEnd/>
              <a:tailEnd/>
            </a:ln>
            <a:effectLst>
              <a:outerShdw blurRad="50800" dist="106680" dir="2700000" algn="tl" rotWithShape="0">
                <a:prstClr val="black">
                  <a:alpha val="43000"/>
                </a:prstClr>
              </a:outerShdw>
            </a:effectLst>
          </p:spPr>
          <p:txBody>
            <a:bodyPr anchor="ctr">
              <a:spAutoFit/>
            </a:bodyPr>
            <a:lstStyle/>
            <a:p>
              <a:pPr algn="ctr" eaLnBrk="0" hangingPunct="0">
                <a:spcBef>
                  <a:spcPct val="50000"/>
                </a:spcBef>
              </a:pPr>
              <a:r>
                <a:rPr lang="en-US" altLang="zh-CN" sz="2000" b="1">
                  <a:effectLst>
                    <a:outerShdw blurRad="38100" dist="38100" dir="2700000" algn="tl">
                      <a:srgbClr val="FFFFFF"/>
                    </a:outerShdw>
                  </a:effectLst>
                </a:rPr>
                <a:t>i++</a:t>
              </a:r>
            </a:p>
          </p:txBody>
        </p:sp>
        <p:sp>
          <p:nvSpPr>
            <p:cNvPr id="925723" name="Line 27"/>
            <p:cNvSpPr>
              <a:spLocks noChangeShapeType="1"/>
            </p:cNvSpPr>
            <p:nvPr/>
          </p:nvSpPr>
          <p:spPr bwMode="auto">
            <a:xfrm flipH="1">
              <a:off x="4271" y="3434"/>
              <a:ext cx="789" cy="0"/>
            </a:xfrm>
            <a:prstGeom prst="line">
              <a:avLst/>
            </a:prstGeom>
            <a:noFill/>
            <a:ln w="28575">
              <a:solidFill>
                <a:srgbClr val="008000"/>
              </a:solidFill>
              <a:round/>
              <a:headEnd/>
              <a:tailEnd/>
            </a:ln>
            <a:effectLst/>
          </p:spPr>
          <p:txBody>
            <a:bodyPr wrap="none" anchor="ctr"/>
            <a:lstStyle/>
            <a:p>
              <a:endParaRPr lang="zh-CN" altLang="en-US"/>
            </a:p>
          </p:txBody>
        </p:sp>
        <p:sp>
          <p:nvSpPr>
            <p:cNvPr id="925724" name="Line 28"/>
            <p:cNvSpPr>
              <a:spLocks noChangeShapeType="1"/>
            </p:cNvSpPr>
            <p:nvPr/>
          </p:nvSpPr>
          <p:spPr bwMode="auto">
            <a:xfrm>
              <a:off x="4275" y="3434"/>
              <a:ext cx="0" cy="178"/>
            </a:xfrm>
            <a:prstGeom prst="line">
              <a:avLst/>
            </a:prstGeom>
            <a:noFill/>
            <a:ln w="28575">
              <a:solidFill>
                <a:srgbClr val="008000"/>
              </a:solidFill>
              <a:round/>
              <a:headEnd/>
              <a:tailEnd type="triangle" w="med" len="med"/>
            </a:ln>
            <a:effectLst/>
          </p:spPr>
          <p:txBody>
            <a:bodyPr wrap="none" anchor="ctr"/>
            <a:lstStyle/>
            <a:p>
              <a:endParaRPr lang="zh-CN" altLang="en-US"/>
            </a:p>
          </p:txBody>
        </p:sp>
        <p:sp>
          <p:nvSpPr>
            <p:cNvPr id="925725" name="Line 29"/>
            <p:cNvSpPr>
              <a:spLocks noChangeShapeType="1"/>
            </p:cNvSpPr>
            <p:nvPr/>
          </p:nvSpPr>
          <p:spPr bwMode="auto">
            <a:xfrm>
              <a:off x="4205" y="3868"/>
              <a:ext cx="0" cy="133"/>
            </a:xfrm>
            <a:prstGeom prst="line">
              <a:avLst/>
            </a:prstGeom>
            <a:noFill/>
            <a:ln w="28575">
              <a:solidFill>
                <a:srgbClr val="008000"/>
              </a:solidFill>
              <a:round/>
              <a:headEnd/>
              <a:tailEnd/>
            </a:ln>
            <a:effectLst/>
          </p:spPr>
          <p:txBody>
            <a:bodyPr wrap="none" anchor="ctr"/>
            <a:lstStyle/>
            <a:p>
              <a:endParaRPr lang="zh-CN" altLang="en-US"/>
            </a:p>
          </p:txBody>
        </p:sp>
        <p:sp>
          <p:nvSpPr>
            <p:cNvPr id="925726" name="Line 30"/>
            <p:cNvSpPr>
              <a:spLocks noChangeShapeType="1"/>
            </p:cNvSpPr>
            <p:nvPr/>
          </p:nvSpPr>
          <p:spPr bwMode="auto">
            <a:xfrm flipH="1">
              <a:off x="3060" y="3990"/>
              <a:ext cx="1145" cy="0"/>
            </a:xfrm>
            <a:prstGeom prst="line">
              <a:avLst/>
            </a:prstGeom>
            <a:noFill/>
            <a:ln w="28575">
              <a:solidFill>
                <a:srgbClr val="008000"/>
              </a:solidFill>
              <a:round/>
              <a:headEnd/>
              <a:tailEnd/>
            </a:ln>
            <a:effectLst/>
          </p:spPr>
          <p:txBody>
            <a:bodyPr wrap="none" anchor="ctr"/>
            <a:lstStyle/>
            <a:p>
              <a:endParaRPr lang="zh-CN" altLang="en-US"/>
            </a:p>
          </p:txBody>
        </p:sp>
        <p:sp>
          <p:nvSpPr>
            <p:cNvPr id="925727" name="Line 31"/>
            <p:cNvSpPr>
              <a:spLocks noChangeShapeType="1"/>
            </p:cNvSpPr>
            <p:nvPr/>
          </p:nvSpPr>
          <p:spPr bwMode="auto">
            <a:xfrm flipV="1">
              <a:off x="3049" y="646"/>
              <a:ext cx="0" cy="3344"/>
            </a:xfrm>
            <a:prstGeom prst="line">
              <a:avLst/>
            </a:prstGeom>
            <a:noFill/>
            <a:ln w="28575">
              <a:solidFill>
                <a:srgbClr val="008000"/>
              </a:solidFill>
              <a:round/>
              <a:headEnd/>
              <a:tailEnd/>
            </a:ln>
            <a:effectLst/>
          </p:spPr>
          <p:txBody>
            <a:bodyPr wrap="none" anchor="ctr"/>
            <a:lstStyle/>
            <a:p>
              <a:endParaRPr lang="zh-CN" altLang="en-US"/>
            </a:p>
          </p:txBody>
        </p:sp>
        <p:sp>
          <p:nvSpPr>
            <p:cNvPr id="925728" name="Line 32"/>
            <p:cNvSpPr>
              <a:spLocks noChangeShapeType="1"/>
            </p:cNvSpPr>
            <p:nvPr/>
          </p:nvSpPr>
          <p:spPr bwMode="auto">
            <a:xfrm>
              <a:off x="3049" y="646"/>
              <a:ext cx="1122" cy="0"/>
            </a:xfrm>
            <a:prstGeom prst="line">
              <a:avLst/>
            </a:prstGeom>
            <a:noFill/>
            <a:ln w="28575">
              <a:solidFill>
                <a:srgbClr val="008000"/>
              </a:solidFill>
              <a:round/>
              <a:headEnd/>
              <a:tailEnd type="triangle" w="med" len="med"/>
            </a:ln>
            <a:effectLst/>
          </p:spPr>
          <p:txBody>
            <a:bodyPr wrap="none" anchor="ctr"/>
            <a:lstStyle/>
            <a:p>
              <a:endParaRPr lang="zh-CN" altLang="en-US"/>
            </a:p>
          </p:txBody>
        </p:sp>
        <p:sp>
          <p:nvSpPr>
            <p:cNvPr id="925729" name="Line 33"/>
            <p:cNvSpPr>
              <a:spLocks noChangeShapeType="1"/>
            </p:cNvSpPr>
            <p:nvPr/>
          </p:nvSpPr>
          <p:spPr bwMode="auto">
            <a:xfrm flipH="1">
              <a:off x="5568" y="869"/>
              <a:ext cx="0" cy="3234"/>
            </a:xfrm>
            <a:prstGeom prst="line">
              <a:avLst/>
            </a:prstGeom>
            <a:noFill/>
            <a:ln w="28575">
              <a:solidFill>
                <a:srgbClr val="008000"/>
              </a:solidFill>
              <a:round/>
              <a:headEnd/>
              <a:tailEnd/>
            </a:ln>
            <a:effectLst/>
          </p:spPr>
          <p:txBody>
            <a:bodyPr wrap="none" anchor="ctr"/>
            <a:lstStyle/>
            <a:p>
              <a:endParaRPr lang="zh-CN" altLang="en-US"/>
            </a:p>
          </p:txBody>
        </p:sp>
        <p:sp>
          <p:nvSpPr>
            <p:cNvPr id="925730" name="Line 34"/>
            <p:cNvSpPr>
              <a:spLocks noChangeShapeType="1"/>
            </p:cNvSpPr>
            <p:nvPr/>
          </p:nvSpPr>
          <p:spPr bwMode="auto">
            <a:xfrm flipH="1">
              <a:off x="4182" y="4089"/>
              <a:ext cx="1374" cy="0"/>
            </a:xfrm>
            <a:prstGeom prst="line">
              <a:avLst/>
            </a:prstGeom>
            <a:noFill/>
            <a:ln w="28575">
              <a:solidFill>
                <a:srgbClr val="008000"/>
              </a:solidFill>
              <a:round/>
              <a:headEnd/>
              <a:tailEnd/>
            </a:ln>
            <a:effectLst/>
          </p:spPr>
          <p:txBody>
            <a:bodyPr wrap="none" anchor="ctr"/>
            <a:lstStyle/>
            <a:p>
              <a:endParaRPr lang="zh-CN" altLang="en-US"/>
            </a:p>
          </p:txBody>
        </p:sp>
        <p:sp>
          <p:nvSpPr>
            <p:cNvPr id="925731" name="Line 35"/>
            <p:cNvSpPr>
              <a:spLocks noChangeShapeType="1"/>
            </p:cNvSpPr>
            <p:nvPr/>
          </p:nvSpPr>
          <p:spPr bwMode="auto">
            <a:xfrm>
              <a:off x="4193" y="4089"/>
              <a:ext cx="0" cy="243"/>
            </a:xfrm>
            <a:prstGeom prst="line">
              <a:avLst/>
            </a:prstGeom>
            <a:noFill/>
            <a:ln w="28575">
              <a:solidFill>
                <a:srgbClr val="008000"/>
              </a:solidFill>
              <a:round/>
              <a:headEnd/>
              <a:tailEnd type="triangle" w="med" len="med"/>
            </a:ln>
            <a:effectLst/>
          </p:spPr>
          <p:txBody>
            <a:bodyPr wrap="none" anchor="ctr"/>
            <a:lstStyle/>
            <a:p>
              <a:endParaRPr lang="zh-CN" altLang="en-US"/>
            </a:p>
          </p:txBody>
        </p:sp>
      </p:grpSp>
      <p:grpSp>
        <p:nvGrpSpPr>
          <p:cNvPr id="925733" name="Group 37"/>
          <p:cNvGrpSpPr>
            <a:grpSpLocks/>
          </p:cNvGrpSpPr>
          <p:nvPr/>
        </p:nvGrpSpPr>
        <p:grpSpPr bwMode="auto">
          <a:xfrm>
            <a:off x="5441306" y="2016126"/>
            <a:ext cx="1766887" cy="727075"/>
            <a:chOff x="1911" y="1270"/>
            <a:chExt cx="1113" cy="458"/>
          </a:xfrm>
        </p:grpSpPr>
        <p:sp>
          <p:nvSpPr>
            <p:cNvPr id="925734" name="Text Box 38"/>
            <p:cNvSpPr txBox="1">
              <a:spLocks noChangeArrowheads="1"/>
            </p:cNvSpPr>
            <p:nvPr/>
          </p:nvSpPr>
          <p:spPr bwMode="auto">
            <a:xfrm>
              <a:off x="1911" y="1270"/>
              <a:ext cx="545" cy="253"/>
            </a:xfrm>
            <a:prstGeom prst="rect">
              <a:avLst/>
            </a:prstGeom>
            <a:noFill/>
            <a:ln w="38100">
              <a:noFill/>
              <a:miter lim="800000"/>
              <a:headEnd/>
              <a:tailEnd/>
            </a:ln>
            <a:effectLst/>
          </p:spPr>
          <p:txBody>
            <a:bodyPr wrap="none" lIns="0" tIns="46800" rIns="90000" bIns="46800">
              <a:spAutoFit/>
            </a:bodyPr>
            <a:lstStyle/>
            <a:p>
              <a:r>
                <a:rPr lang="zh-CN" altLang="en-US" sz="2000" b="1" dirty="0">
                  <a:solidFill>
                    <a:srgbClr val="0033CC"/>
                  </a:solidFill>
                  <a:effectLst>
                    <a:outerShdw blurRad="38100" dist="38100" dir="2700000" algn="tl">
                      <a:srgbClr val="000000"/>
                    </a:outerShdw>
                  </a:effectLst>
                  <a:latin typeface="楷体" pitchFamily="49" charset="-122"/>
                  <a:ea typeface="楷体" pitchFamily="49" charset="-122"/>
                </a:rPr>
                <a:t>外循环</a:t>
              </a:r>
            </a:p>
          </p:txBody>
        </p:sp>
        <p:sp>
          <p:nvSpPr>
            <p:cNvPr id="925735" name="Line 39"/>
            <p:cNvSpPr>
              <a:spLocks noChangeShapeType="1"/>
            </p:cNvSpPr>
            <p:nvPr/>
          </p:nvSpPr>
          <p:spPr bwMode="auto">
            <a:xfrm>
              <a:off x="2316" y="1464"/>
              <a:ext cx="708" cy="264"/>
            </a:xfrm>
            <a:prstGeom prst="line">
              <a:avLst/>
            </a:prstGeom>
            <a:noFill/>
            <a:ln w="38100">
              <a:solidFill>
                <a:srgbClr val="0000FF"/>
              </a:solidFill>
              <a:round/>
              <a:headEnd/>
              <a:tailEnd type="stealth" w="lg" len="lg"/>
            </a:ln>
            <a:effectLst/>
          </p:spPr>
          <p:txBody>
            <a:bodyPr wrap="none" lIns="0" tIns="46800" rIns="90000" bIns="46800" anchor="ctr">
              <a:spAutoFit/>
            </a:bodyPr>
            <a:lstStyle/>
            <a:p>
              <a:endParaRPr lang="zh-CN" altLang="en-US"/>
            </a:p>
          </p:txBody>
        </p:sp>
      </p:grpSp>
      <p:grpSp>
        <p:nvGrpSpPr>
          <p:cNvPr id="925736" name="Group 40"/>
          <p:cNvGrpSpPr>
            <a:grpSpLocks/>
          </p:cNvGrpSpPr>
          <p:nvPr/>
        </p:nvGrpSpPr>
        <p:grpSpPr bwMode="auto">
          <a:xfrm>
            <a:off x="5104755" y="1905000"/>
            <a:ext cx="6026150" cy="3475038"/>
            <a:chOff x="1531" y="1200"/>
            <a:chExt cx="3796" cy="2189"/>
          </a:xfrm>
        </p:grpSpPr>
        <p:sp>
          <p:nvSpPr>
            <p:cNvPr id="925737" name="Rectangle 41"/>
            <p:cNvSpPr>
              <a:spLocks noChangeArrowheads="1"/>
            </p:cNvSpPr>
            <p:nvPr/>
          </p:nvSpPr>
          <p:spPr bwMode="auto">
            <a:xfrm>
              <a:off x="3182" y="1200"/>
              <a:ext cx="2145" cy="2189"/>
            </a:xfrm>
            <a:prstGeom prst="rect">
              <a:avLst/>
            </a:prstGeom>
            <a:noFill/>
            <a:ln w="19050">
              <a:solidFill>
                <a:srgbClr val="FF0000"/>
              </a:solidFill>
              <a:prstDash val="dash"/>
              <a:miter lim="800000"/>
              <a:headEnd/>
              <a:tailEnd/>
            </a:ln>
            <a:effectLst/>
          </p:spPr>
          <p:txBody>
            <a:bodyPr wrap="none" anchor="ctr"/>
            <a:lstStyle/>
            <a:p>
              <a:endParaRPr lang="zh-CN" altLang="en-US"/>
            </a:p>
          </p:txBody>
        </p:sp>
        <p:sp>
          <p:nvSpPr>
            <p:cNvPr id="925738" name="Text Box 42"/>
            <p:cNvSpPr txBox="1">
              <a:spLocks noChangeArrowheads="1"/>
            </p:cNvSpPr>
            <p:nvPr/>
          </p:nvSpPr>
          <p:spPr bwMode="auto">
            <a:xfrm>
              <a:off x="1531" y="2062"/>
              <a:ext cx="545" cy="253"/>
            </a:xfrm>
            <a:prstGeom prst="rect">
              <a:avLst/>
            </a:prstGeom>
            <a:noFill/>
            <a:ln w="38100">
              <a:noFill/>
              <a:miter lim="800000"/>
              <a:headEnd/>
              <a:tailEnd/>
            </a:ln>
            <a:effectLst/>
          </p:spPr>
          <p:txBody>
            <a:bodyPr wrap="none" lIns="0" tIns="46800" rIns="90000" bIns="46800">
              <a:spAutoFit/>
            </a:bodyPr>
            <a:lstStyle/>
            <a:p>
              <a:r>
                <a:rPr lang="zh-CN" altLang="en-US" sz="2000" b="1" dirty="0">
                  <a:solidFill>
                    <a:srgbClr val="FF3300"/>
                  </a:solidFill>
                  <a:effectLst>
                    <a:outerShdw blurRad="38100" dist="38100" dir="2700000" algn="tl">
                      <a:srgbClr val="000000"/>
                    </a:outerShdw>
                  </a:effectLst>
                  <a:latin typeface="楷体" pitchFamily="49" charset="-122"/>
                  <a:ea typeface="楷体" pitchFamily="49" charset="-122"/>
                </a:rPr>
                <a:t>内循环</a:t>
              </a:r>
            </a:p>
          </p:txBody>
        </p:sp>
        <p:sp>
          <p:nvSpPr>
            <p:cNvPr id="925739" name="Line 43"/>
            <p:cNvSpPr>
              <a:spLocks noChangeShapeType="1"/>
            </p:cNvSpPr>
            <p:nvPr/>
          </p:nvSpPr>
          <p:spPr bwMode="auto">
            <a:xfrm>
              <a:off x="2076" y="2172"/>
              <a:ext cx="1104" cy="192"/>
            </a:xfrm>
            <a:prstGeom prst="line">
              <a:avLst/>
            </a:prstGeom>
            <a:noFill/>
            <a:ln w="38100">
              <a:solidFill>
                <a:srgbClr val="FF0000"/>
              </a:solidFill>
              <a:round/>
              <a:headEnd/>
              <a:tailEnd type="stealth" w="lg" len="lg"/>
            </a:ln>
            <a:effectLst/>
          </p:spPr>
          <p:txBody>
            <a:bodyPr wrap="none" lIns="0" tIns="46800" rIns="90000" bIns="46800" anchor="ctr">
              <a:spAutoFit/>
            </a:bodyPr>
            <a:lstStyle/>
            <a:p>
              <a:endParaRPr lang="zh-CN" altLang="en-US"/>
            </a:p>
          </p:txBody>
        </p:sp>
      </p:grpSp>
      <p:sp>
        <p:nvSpPr>
          <p:cNvPr id="925743" name="Text Box 47"/>
          <p:cNvSpPr txBox="1">
            <a:spLocks noChangeArrowheads="1"/>
          </p:cNvSpPr>
          <p:nvPr/>
        </p:nvSpPr>
        <p:spPr bwMode="auto">
          <a:xfrm>
            <a:off x="695400" y="426290"/>
            <a:ext cx="6137172" cy="1202510"/>
          </a:xfrm>
          <a:prstGeom prst="rect">
            <a:avLst/>
          </a:prstGeom>
          <a:solidFill>
            <a:srgbClr val="FFFFFF"/>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eaLnBrk="0" hangingPunct="0"/>
            <a:r>
              <a:rPr lang="en-US" altLang="zh-CN" b="1" dirty="0">
                <a:solidFill>
                  <a:srgbClr val="0033CC"/>
                </a:solidFill>
                <a:effectLst>
                  <a:outerShdw blurRad="38100" dist="38100" dir="2700000" algn="tl">
                    <a:srgbClr val="C0C0C0"/>
                  </a:outerShdw>
                </a:effectLst>
                <a:ea typeface="隶书" pitchFamily="49" charset="-122"/>
              </a:rPr>
              <a:t>  for(</a:t>
            </a:r>
            <a:r>
              <a:rPr lang="en-US" altLang="zh-CN" b="1" dirty="0" err="1">
                <a:solidFill>
                  <a:srgbClr val="0033CC"/>
                </a:solidFill>
                <a:effectLst>
                  <a:outerShdw blurRad="38100" dist="38100" dir="2700000" algn="tl">
                    <a:srgbClr val="C0C0C0"/>
                  </a:outerShdw>
                </a:effectLst>
                <a:ea typeface="隶书" pitchFamily="49" charset="-122"/>
              </a:rPr>
              <a:t>i</a:t>
            </a:r>
            <a:r>
              <a:rPr lang="en-US" altLang="zh-CN" b="1" dirty="0">
                <a:solidFill>
                  <a:srgbClr val="0033CC"/>
                </a:solidFill>
                <a:effectLst>
                  <a:outerShdw blurRad="38100" dist="38100" dir="2700000" algn="tl">
                    <a:srgbClr val="C0C0C0"/>
                  </a:outerShdw>
                </a:effectLst>
                <a:ea typeface="隶书" pitchFamily="49" charset="-122"/>
              </a:rPr>
              <a:t>=1;i&lt;10;i++)</a:t>
            </a:r>
          </a:p>
          <a:p>
            <a:pPr eaLnBrk="0" hangingPunct="0"/>
            <a:r>
              <a:rPr lang="en-US" altLang="zh-CN" b="1" dirty="0">
                <a:solidFill>
                  <a:srgbClr val="FF3300"/>
                </a:solidFill>
                <a:effectLst>
                  <a:outerShdw blurRad="38100" dist="38100" dir="2700000" algn="tl">
                    <a:srgbClr val="C0C0C0"/>
                  </a:outerShdw>
                </a:effectLst>
                <a:ea typeface="隶书" pitchFamily="49" charset="-122"/>
              </a:rPr>
              <a:t>      for(j=1;j&lt;10;j++)</a:t>
            </a:r>
          </a:p>
          <a:p>
            <a:pPr eaLnBrk="0" hangingPunct="0"/>
            <a:r>
              <a:rPr lang="en-US" altLang="zh-CN" b="1" dirty="0">
                <a:effectLst>
                  <a:outerShdw blurRad="38100" dist="38100" dir="2700000" algn="tl">
                    <a:srgbClr val="C0C0C0"/>
                  </a:outerShdw>
                </a:effectLst>
                <a:ea typeface="隶书" pitchFamily="49" charset="-122"/>
              </a:rPr>
              <a:t>           </a:t>
            </a:r>
            <a:r>
              <a:rPr lang="en-US" altLang="zh-CN" b="1" dirty="0" err="1">
                <a:effectLst>
                  <a:outerShdw blurRad="38100" dist="38100" dir="2700000" algn="tl">
                    <a:srgbClr val="C0C0C0"/>
                  </a:outerShdw>
                </a:effectLst>
                <a:ea typeface="隶书" pitchFamily="49" charset="-122"/>
              </a:rPr>
              <a:t>printf</a:t>
            </a:r>
            <a:r>
              <a:rPr lang="en-US" altLang="zh-CN" b="1" dirty="0">
                <a:effectLst>
                  <a:outerShdw blurRad="38100" dist="38100" dir="2700000" algn="tl">
                    <a:srgbClr val="C0C0C0"/>
                  </a:outerShdw>
                </a:effectLst>
                <a:ea typeface="隶书" pitchFamily="49" charset="-122"/>
              </a:rPr>
              <a:t>((j==9)?"%4d\n":"%4d",i*j);</a:t>
            </a:r>
          </a:p>
        </p:txBody>
      </p:sp>
      <p:grpSp>
        <p:nvGrpSpPr>
          <p:cNvPr id="925744" name="Group 48"/>
          <p:cNvGrpSpPr>
            <a:grpSpLocks/>
          </p:cNvGrpSpPr>
          <p:nvPr/>
        </p:nvGrpSpPr>
        <p:grpSpPr bwMode="auto">
          <a:xfrm>
            <a:off x="-15302" y="0"/>
            <a:ext cx="446088" cy="6858000"/>
            <a:chOff x="0" y="0"/>
            <a:chExt cx="281" cy="4320"/>
          </a:xfrm>
        </p:grpSpPr>
        <p:sp>
          <p:nvSpPr>
            <p:cNvPr id="925745" name="Text Box 49"/>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25746" name="Text Box 50"/>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25743"/>
                                        </p:tgtEl>
                                        <p:attrNameLst>
                                          <p:attrName>style.visibility</p:attrName>
                                        </p:attrNameLst>
                                      </p:cBhvr>
                                      <p:to>
                                        <p:strVal val="visible"/>
                                      </p:to>
                                    </p:set>
                                    <p:animEffect transition="in" filter="box(out)">
                                      <p:cBhvr>
                                        <p:cTn id="7" dur="500"/>
                                        <p:tgtEl>
                                          <p:spTgt spid="925743"/>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925698"/>
                                        </p:tgtEl>
                                        <p:attrNameLst>
                                          <p:attrName>style.visibility</p:attrName>
                                        </p:attrNameLst>
                                      </p:cBhvr>
                                      <p:to>
                                        <p:strVal val="visible"/>
                                      </p:to>
                                    </p:set>
                                    <p:animEffect transition="in" filter="box(out)">
                                      <p:cBhvr>
                                        <p:cTn id="12" dur="500"/>
                                        <p:tgtEl>
                                          <p:spTgt spid="925698"/>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925733"/>
                                        </p:tgtEl>
                                        <p:attrNameLst>
                                          <p:attrName>style.visibility</p:attrName>
                                        </p:attrNameLst>
                                      </p:cBhvr>
                                      <p:to>
                                        <p:strVal val="visible"/>
                                      </p:to>
                                    </p:set>
                                    <p:animEffect transition="in" filter="box(out)">
                                      <p:cBhvr>
                                        <p:cTn id="17" dur="500"/>
                                        <p:tgtEl>
                                          <p:spTgt spid="925733"/>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925736"/>
                                        </p:tgtEl>
                                        <p:attrNameLst>
                                          <p:attrName>style.visibility</p:attrName>
                                        </p:attrNameLst>
                                      </p:cBhvr>
                                      <p:to>
                                        <p:strVal val="visible"/>
                                      </p:to>
                                    </p:set>
                                    <p:animEffect transition="in" filter="strips(downLeft)">
                                      <p:cBhvr>
                                        <p:cTn id="22" dur="500"/>
                                        <p:tgtEl>
                                          <p:spTgt spid="925736"/>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5743"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6730" name="Rectangle 10"/>
          <p:cNvSpPr>
            <a:spLocks noChangeArrowheads="1"/>
          </p:cNvSpPr>
          <p:nvPr/>
        </p:nvSpPr>
        <p:spPr bwMode="auto">
          <a:xfrm>
            <a:off x="600764" y="155903"/>
            <a:ext cx="4465637" cy="523220"/>
          </a:xfrm>
          <a:prstGeom prst="rect">
            <a:avLst/>
          </a:prstGeom>
          <a:noFill/>
          <a:ln w="9525">
            <a:noFill/>
            <a:miter lim="800000"/>
            <a:headEnd/>
            <a:tailEnd/>
          </a:ln>
          <a:effectLst/>
        </p:spPr>
        <p:txBody>
          <a:bodyPr anchor="ctr">
            <a:spAutoFit/>
          </a:bodyPr>
          <a:lstStyle/>
          <a:p>
            <a:r>
              <a:rPr lang="en-US" altLang="zh-CN" sz="2800" b="1" dirty="0">
                <a:solidFill>
                  <a:srgbClr val="CC3300"/>
                </a:solidFill>
                <a:effectLst>
                  <a:outerShdw blurRad="38100" dist="38100" dir="2700000" algn="tl">
                    <a:srgbClr val="000000"/>
                  </a:outerShdw>
                </a:effectLst>
                <a:latin typeface="+mn-lt"/>
                <a:ea typeface="隶书" pitchFamily="49" charset="-122"/>
              </a:rPr>
              <a:t>5.  break</a:t>
            </a:r>
            <a:r>
              <a:rPr lang="zh-CN" altLang="en-US" sz="2800" b="1" dirty="0">
                <a:solidFill>
                  <a:srgbClr val="CC3300"/>
                </a:solidFill>
                <a:effectLst>
                  <a:outerShdw blurRad="38100" dist="38100" dir="2700000" algn="tl">
                    <a:srgbClr val="000000"/>
                  </a:outerShdw>
                </a:effectLst>
                <a:latin typeface="+mn-lt"/>
                <a:ea typeface="隶书" pitchFamily="49" charset="-122"/>
              </a:rPr>
              <a:t>与</a:t>
            </a:r>
            <a:r>
              <a:rPr lang="en-US" altLang="zh-CN" sz="2800" b="1" dirty="0">
                <a:solidFill>
                  <a:srgbClr val="CC3300"/>
                </a:solidFill>
                <a:effectLst>
                  <a:outerShdw blurRad="38100" dist="38100" dir="2700000" algn="tl">
                    <a:srgbClr val="000000"/>
                  </a:outerShdw>
                </a:effectLst>
                <a:latin typeface="+mn-lt"/>
                <a:ea typeface="隶书" pitchFamily="49" charset="-122"/>
              </a:rPr>
              <a:t>continue</a:t>
            </a:r>
            <a:r>
              <a:rPr lang="zh-CN" altLang="en-US" sz="2800" b="1" dirty="0">
                <a:solidFill>
                  <a:srgbClr val="CC3300"/>
                </a:solidFill>
                <a:effectLst>
                  <a:outerShdw blurRad="38100" dist="38100" dir="2700000" algn="tl">
                    <a:srgbClr val="000000"/>
                  </a:outerShdw>
                </a:effectLst>
                <a:latin typeface="+mn-lt"/>
                <a:ea typeface="隶书" pitchFamily="49" charset="-122"/>
              </a:rPr>
              <a:t>语句</a:t>
            </a:r>
            <a:r>
              <a:rPr lang="zh-CN" altLang="en-US" sz="2800" dirty="0">
                <a:solidFill>
                  <a:srgbClr val="CC3300"/>
                </a:solidFill>
                <a:latin typeface="+mn-lt"/>
                <a:ea typeface="隶书" pitchFamily="49" charset="-122"/>
              </a:rPr>
              <a:t> </a:t>
            </a:r>
          </a:p>
        </p:txBody>
      </p:sp>
      <p:sp>
        <p:nvSpPr>
          <p:cNvPr id="926738" name="Rectangle 18"/>
          <p:cNvSpPr>
            <a:spLocks noChangeArrowheads="1"/>
          </p:cNvSpPr>
          <p:nvPr/>
        </p:nvSpPr>
        <p:spPr bwMode="auto">
          <a:xfrm>
            <a:off x="889689" y="765175"/>
            <a:ext cx="10534903" cy="2110001"/>
          </a:xfrm>
          <a:prstGeom prst="rect">
            <a:avLst/>
          </a:prstGeom>
          <a:noFill/>
          <a:ln w="9525">
            <a:noFill/>
            <a:miter lim="800000"/>
            <a:headEnd/>
            <a:tailEnd/>
          </a:ln>
          <a:effectLst/>
        </p:spPr>
        <p:txBody>
          <a:bodyPr wrap="square">
            <a:spAutoFit/>
          </a:bodyPr>
          <a:lstStyle/>
          <a:p>
            <a:pPr marL="457200" indent="-457200">
              <a:lnSpc>
                <a:spcPts val="3200"/>
              </a:lnSpc>
              <a:buFont typeface="Wingdings" pitchFamily="2" charset="2"/>
              <a:buChar char="Ø"/>
            </a:pPr>
            <a:r>
              <a:rPr lang="en-US" altLang="zh-CN" b="1" dirty="0">
                <a:solidFill>
                  <a:srgbClr val="FF33CC"/>
                </a:solidFill>
                <a:effectLst>
                  <a:outerShdw blurRad="38100" dist="38100" dir="2700000" algn="tl">
                    <a:srgbClr val="000000"/>
                  </a:outerShdw>
                </a:effectLst>
                <a:latin typeface="+mn-lt"/>
                <a:ea typeface="楷体" pitchFamily="49" charset="-122"/>
                <a:sym typeface="Symbol" pitchFamily="18" charset="2"/>
              </a:rPr>
              <a:t>break</a:t>
            </a:r>
            <a:r>
              <a:rPr lang="zh-CN" altLang="zh-CN" b="1" dirty="0">
                <a:solidFill>
                  <a:srgbClr val="FF33CC"/>
                </a:solidFill>
                <a:effectLst>
                  <a:outerShdw blurRad="38100" dist="38100" dir="2700000" algn="tl">
                    <a:srgbClr val="000000"/>
                  </a:outerShdw>
                </a:effectLst>
                <a:latin typeface="+mn-lt"/>
                <a:ea typeface="楷体" pitchFamily="49" charset="-122"/>
                <a:sym typeface="Symbol" pitchFamily="18" charset="2"/>
              </a:rPr>
              <a:t>语句</a:t>
            </a:r>
          </a:p>
          <a:p>
            <a:pPr marL="1433513" lvl="1" indent="-976313">
              <a:lnSpc>
                <a:spcPts val="3200"/>
              </a:lnSpc>
            </a:pPr>
            <a:r>
              <a:rPr lang="zh-CN" altLang="zh-CN" b="1" dirty="0">
                <a:solidFill>
                  <a:srgbClr val="339933"/>
                </a:solidFill>
                <a:effectLst>
                  <a:outerShdw blurRad="38100" dist="38100" dir="2700000" algn="tl">
                    <a:srgbClr val="000000"/>
                  </a:outerShdw>
                </a:effectLst>
                <a:latin typeface="+mn-lt"/>
                <a:ea typeface="楷体" pitchFamily="49" charset="-122"/>
                <a:sym typeface="Symbol" pitchFamily="18" charset="2"/>
              </a:rPr>
              <a:t>功能：</a:t>
            </a:r>
            <a:r>
              <a:rPr lang="zh-CN" altLang="zh-CN" b="1" dirty="0">
                <a:effectLst>
                  <a:outerShdw blurRad="38100" dist="38100" dir="2700000" algn="tl">
                    <a:srgbClr val="FFFFFF"/>
                  </a:outerShdw>
                </a:effectLst>
                <a:latin typeface="+mn-lt"/>
                <a:ea typeface="楷体" pitchFamily="49" charset="-122"/>
                <a:sym typeface="Symbol" pitchFamily="18" charset="2"/>
              </a:rPr>
              <a:t>在循环语句和</a:t>
            </a:r>
            <a:r>
              <a:rPr lang="en-US" altLang="zh-CN" b="1" dirty="0">
                <a:effectLst>
                  <a:outerShdw blurRad="38100" dist="38100" dir="2700000" algn="tl">
                    <a:srgbClr val="FFFFFF"/>
                  </a:outerShdw>
                </a:effectLst>
                <a:latin typeface="+mn-lt"/>
                <a:ea typeface="楷体" pitchFamily="49" charset="-122"/>
                <a:sym typeface="Symbol" pitchFamily="18" charset="2"/>
              </a:rPr>
              <a:t>switch</a:t>
            </a:r>
            <a:r>
              <a:rPr lang="zh-CN" altLang="zh-CN" b="1" dirty="0">
                <a:effectLst>
                  <a:outerShdw blurRad="38100" dist="38100" dir="2700000" algn="tl">
                    <a:srgbClr val="FFFFFF"/>
                  </a:outerShdw>
                </a:effectLst>
                <a:latin typeface="+mn-lt"/>
                <a:ea typeface="楷体" pitchFamily="49" charset="-122"/>
                <a:sym typeface="Symbol" pitchFamily="18" charset="2"/>
              </a:rPr>
              <a:t>语句中,终止并跳出循环体或开关体</a:t>
            </a:r>
          </a:p>
          <a:p>
            <a:pPr marL="914400" lvl="1" indent="-457200">
              <a:lnSpc>
                <a:spcPts val="3200"/>
              </a:lnSpc>
            </a:pPr>
            <a:r>
              <a:rPr lang="zh-CN" altLang="zh-CN" b="1" dirty="0">
                <a:solidFill>
                  <a:srgbClr val="339933"/>
                </a:solidFill>
                <a:effectLst>
                  <a:outerShdw blurRad="38100" dist="38100" dir="2700000" algn="tl">
                    <a:srgbClr val="000000"/>
                  </a:outerShdw>
                </a:effectLst>
                <a:latin typeface="+mn-lt"/>
                <a:ea typeface="楷体" pitchFamily="49" charset="-122"/>
                <a:sym typeface="Symbol" pitchFamily="18" charset="2"/>
              </a:rPr>
              <a:t>说明：</a:t>
            </a:r>
            <a:endParaRPr lang="en-US" altLang="zh-CN" b="1" dirty="0">
              <a:solidFill>
                <a:srgbClr val="339933"/>
              </a:solidFill>
              <a:effectLst>
                <a:outerShdw blurRad="38100" dist="38100" dir="2700000" algn="tl">
                  <a:srgbClr val="000000"/>
                </a:outerShdw>
              </a:effectLst>
              <a:latin typeface="+mn-lt"/>
              <a:ea typeface="楷体" pitchFamily="49" charset="-122"/>
              <a:sym typeface="Symbol" pitchFamily="18" charset="2"/>
            </a:endParaRPr>
          </a:p>
          <a:p>
            <a:pPr marL="1371600" lvl="2" indent="-457200">
              <a:lnSpc>
                <a:spcPts val="3200"/>
              </a:lnSpc>
              <a:buClr>
                <a:srgbClr val="0000FF"/>
              </a:buClr>
              <a:buFont typeface="Wingdings" panose="05000000000000000000" pitchFamily="2" charset="2"/>
              <a:buChar char="l"/>
            </a:pPr>
            <a:r>
              <a:rPr lang="en-US" altLang="zh-CN" b="1" dirty="0">
                <a:effectLst>
                  <a:outerShdw blurRad="38100" dist="38100" dir="2700000" algn="tl">
                    <a:srgbClr val="FFFFFF"/>
                  </a:outerShdw>
                </a:effectLst>
                <a:latin typeface="+mn-lt"/>
                <a:ea typeface="楷体" pitchFamily="49" charset="-122"/>
                <a:sym typeface="Symbol" pitchFamily="18" charset="2"/>
              </a:rPr>
              <a:t>break</a:t>
            </a:r>
            <a:r>
              <a:rPr lang="zh-CN" altLang="zh-CN" b="1" dirty="0">
                <a:effectLst>
                  <a:outerShdw blurRad="38100" dist="38100" dir="2700000" algn="tl">
                    <a:srgbClr val="FFFFFF"/>
                  </a:outerShdw>
                </a:effectLst>
                <a:latin typeface="+mn-lt"/>
                <a:ea typeface="楷体" pitchFamily="49" charset="-122"/>
                <a:sym typeface="Symbol" pitchFamily="18" charset="2"/>
              </a:rPr>
              <a:t>不能用于循环语句和</a:t>
            </a:r>
            <a:r>
              <a:rPr lang="en-US" altLang="zh-CN" b="1" dirty="0">
                <a:effectLst>
                  <a:outerShdw blurRad="38100" dist="38100" dir="2700000" algn="tl">
                    <a:srgbClr val="FFFFFF"/>
                  </a:outerShdw>
                </a:effectLst>
                <a:latin typeface="+mn-lt"/>
                <a:ea typeface="楷体" pitchFamily="49" charset="-122"/>
                <a:sym typeface="Symbol" pitchFamily="18" charset="2"/>
              </a:rPr>
              <a:t>switch</a:t>
            </a:r>
            <a:r>
              <a:rPr lang="zh-CN" altLang="zh-CN" b="1" dirty="0">
                <a:effectLst>
                  <a:outerShdw blurRad="38100" dist="38100" dir="2700000" algn="tl">
                    <a:srgbClr val="FFFFFF"/>
                  </a:outerShdw>
                </a:effectLst>
                <a:latin typeface="+mn-lt"/>
                <a:ea typeface="楷体" pitchFamily="49" charset="-122"/>
                <a:sym typeface="Symbol" pitchFamily="18" charset="2"/>
              </a:rPr>
              <a:t>语句之外的任何其它语句之中。 </a:t>
            </a:r>
            <a:endParaRPr lang="en-US" altLang="zh-CN" b="1" dirty="0">
              <a:effectLst>
                <a:outerShdw blurRad="38100" dist="38100" dir="2700000" algn="tl">
                  <a:srgbClr val="FFFFFF"/>
                </a:outerShdw>
              </a:effectLst>
              <a:latin typeface="+mn-lt"/>
              <a:ea typeface="楷体" pitchFamily="49" charset="-122"/>
              <a:sym typeface="Symbol" pitchFamily="18" charset="2"/>
            </a:endParaRPr>
          </a:p>
          <a:p>
            <a:pPr marL="1371600" lvl="2" indent="-457200">
              <a:lnSpc>
                <a:spcPts val="3200"/>
              </a:lnSpc>
              <a:buClr>
                <a:srgbClr val="0000FF"/>
              </a:buClr>
              <a:buFont typeface="Wingdings" panose="05000000000000000000" pitchFamily="2" charset="2"/>
              <a:buChar char="l"/>
            </a:pPr>
            <a:r>
              <a:rPr lang="en-US" altLang="zh-CN" b="1" dirty="0">
                <a:effectLst>
                  <a:outerShdw blurRad="38100" dist="38100" dir="2700000" algn="tl">
                    <a:srgbClr val="FFFFFF"/>
                  </a:outerShdw>
                </a:effectLst>
                <a:latin typeface="+mn-lt"/>
                <a:ea typeface="楷体" pitchFamily="49" charset="-122"/>
                <a:sym typeface="Symbol" pitchFamily="18" charset="2"/>
              </a:rPr>
              <a:t>break</a:t>
            </a:r>
            <a:r>
              <a:rPr lang="zh-CN" altLang="en-US" b="1" dirty="0">
                <a:effectLst>
                  <a:outerShdw blurRad="38100" dist="38100" dir="2700000" algn="tl">
                    <a:srgbClr val="FFFFFF"/>
                  </a:outerShdw>
                </a:effectLst>
                <a:latin typeface="+mn-lt"/>
                <a:ea typeface="楷体" pitchFamily="49" charset="-122"/>
                <a:sym typeface="Symbol" pitchFamily="18" charset="2"/>
              </a:rPr>
              <a:t>只能</a:t>
            </a:r>
            <a:r>
              <a:rPr lang="zh-CN" altLang="zh-CN" b="1" dirty="0">
                <a:effectLst>
                  <a:outerShdw blurRad="38100" dist="38100" dir="2700000" algn="tl">
                    <a:srgbClr val="FFFFFF"/>
                  </a:outerShdw>
                </a:effectLst>
                <a:latin typeface="+mn-lt"/>
                <a:ea typeface="楷体" pitchFamily="49" charset="-122"/>
                <a:sym typeface="Symbol" pitchFamily="18" charset="2"/>
              </a:rPr>
              <a:t>终止并跳出</a:t>
            </a:r>
            <a:r>
              <a:rPr lang="zh-CN" altLang="zh-CN" b="1" dirty="0">
                <a:solidFill>
                  <a:srgbClr val="FF3300"/>
                </a:solidFill>
                <a:effectLst>
                  <a:outerShdw blurRad="38100" dist="38100" dir="2700000" algn="tl">
                    <a:srgbClr val="000000"/>
                  </a:outerShdw>
                </a:effectLst>
                <a:latin typeface="+mn-lt"/>
                <a:ea typeface="楷体" pitchFamily="49" charset="-122"/>
                <a:sym typeface="Symbol" pitchFamily="18" charset="2"/>
              </a:rPr>
              <a:t>最近一层</a:t>
            </a:r>
            <a:r>
              <a:rPr lang="zh-CN" altLang="zh-CN" b="1" dirty="0">
                <a:effectLst>
                  <a:outerShdw blurRad="38100" dist="38100" dir="2700000" algn="tl">
                    <a:srgbClr val="FFFFFF"/>
                  </a:outerShdw>
                </a:effectLst>
                <a:latin typeface="+mn-lt"/>
                <a:ea typeface="楷体" pitchFamily="49" charset="-122"/>
                <a:sym typeface="Symbol" pitchFamily="18" charset="2"/>
              </a:rPr>
              <a:t>的结构</a:t>
            </a:r>
            <a:r>
              <a:rPr lang="zh-CN" altLang="en-US" b="1" dirty="0">
                <a:effectLst>
                  <a:outerShdw blurRad="38100" dist="38100" dir="2700000" algn="tl">
                    <a:srgbClr val="FFFFFF"/>
                  </a:outerShdw>
                </a:effectLst>
                <a:latin typeface="+mn-lt"/>
                <a:ea typeface="楷体" pitchFamily="49" charset="-122"/>
                <a:sym typeface="Symbol" pitchFamily="18" charset="2"/>
              </a:rPr>
              <a:t>。</a:t>
            </a:r>
            <a:endParaRPr lang="zh-CN" altLang="zh-CN" dirty="0">
              <a:latin typeface="+mn-lt"/>
              <a:ea typeface="楷体" pitchFamily="49" charset="-122"/>
              <a:sym typeface="Symbol" pitchFamily="18" charset="2"/>
            </a:endParaRPr>
          </a:p>
        </p:txBody>
      </p:sp>
      <p:sp>
        <p:nvSpPr>
          <p:cNvPr id="926742" name="Text Box 22" descr="信纸"/>
          <p:cNvSpPr txBox="1">
            <a:spLocks noChangeArrowheads="1"/>
          </p:cNvSpPr>
          <p:nvPr/>
        </p:nvSpPr>
        <p:spPr bwMode="auto">
          <a:xfrm>
            <a:off x="1559496" y="3191221"/>
            <a:ext cx="2700000" cy="2686050"/>
          </a:xfrm>
          <a:prstGeom prst="rect">
            <a:avLst/>
          </a:prstGeom>
          <a:solidFill>
            <a:schemeClr val="bg1"/>
          </a:solidFill>
          <a:ln w="38100">
            <a:solidFill>
              <a:srgbClr val="00800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a:lstStyle/>
          <a:p>
            <a:pPr algn="just"/>
            <a:r>
              <a:rPr lang="en-US" altLang="zh-CN" sz="2000" b="1" dirty="0">
                <a:effectLst>
                  <a:outerShdw blurRad="50800" dist="38100" dir="10800000" algn="r" rotWithShape="0">
                    <a:prstClr val="black">
                      <a:alpha val="40000"/>
                    </a:prstClr>
                  </a:outerShdw>
                </a:effectLst>
                <a:latin typeface="+mn-lt"/>
                <a:ea typeface="楷体" pitchFamily="49" charset="-122"/>
              </a:rPr>
              <a:t>while (</a:t>
            </a:r>
            <a:r>
              <a:rPr lang="zh-CN" altLang="en-US" sz="2000" b="1" dirty="0">
                <a:effectLst>
                  <a:outerShdw blurRad="50800" dist="38100" dir="10800000" algn="r" rotWithShape="0">
                    <a:prstClr val="black">
                      <a:alpha val="40000"/>
                    </a:prstClr>
                  </a:outerShdw>
                </a:effectLst>
                <a:latin typeface="+mn-lt"/>
                <a:ea typeface="楷体" pitchFamily="49" charset="-122"/>
              </a:rPr>
              <a:t>表达式</a:t>
            </a:r>
            <a:r>
              <a:rPr lang="en-US" altLang="zh-CN" sz="2000" b="1" dirty="0">
                <a:effectLst>
                  <a:outerShdw blurRad="50800" dist="38100" dir="10800000" algn="r" rotWithShape="0">
                    <a:prstClr val="black">
                      <a:alpha val="40000"/>
                    </a:prstClr>
                  </a:outerShdw>
                </a:effectLst>
                <a:latin typeface="+mn-lt"/>
                <a:ea typeface="楷体" pitchFamily="49" charset="-122"/>
              </a:rPr>
              <a:t>1)</a:t>
            </a:r>
          </a:p>
          <a:p>
            <a:pPr algn="just"/>
            <a:r>
              <a:rPr lang="en-US" altLang="zh-CN" sz="2000" b="1" dirty="0">
                <a:effectLst>
                  <a:outerShdw blurRad="50800" dist="38100" dir="10800000" algn="r" rotWithShape="0">
                    <a:prstClr val="black">
                      <a:alpha val="40000"/>
                    </a:prstClr>
                  </a:outerShdw>
                </a:effectLst>
                <a:latin typeface="+mn-lt"/>
                <a:ea typeface="楷体" pitchFamily="49" charset="-122"/>
              </a:rPr>
              <a:t>{</a:t>
            </a:r>
          </a:p>
          <a:p>
            <a:pPr algn="just"/>
            <a:r>
              <a:rPr lang="en-US" altLang="zh-CN" sz="2000" b="1" dirty="0">
                <a:effectLst>
                  <a:outerShdw blurRad="50800" dist="38100" dir="10800000" algn="r" rotWithShape="0">
                    <a:prstClr val="black">
                      <a:alpha val="40000"/>
                    </a:prstClr>
                  </a:outerShdw>
                </a:effectLst>
                <a:latin typeface="+mn-lt"/>
                <a:ea typeface="楷体" pitchFamily="49" charset="-122"/>
              </a:rPr>
              <a:t>  … …</a:t>
            </a:r>
          </a:p>
          <a:p>
            <a:pPr algn="just"/>
            <a:r>
              <a:rPr lang="en-US" altLang="zh-CN" sz="2000" b="1" dirty="0">
                <a:effectLst>
                  <a:outerShdw blurRad="50800" dist="38100" dir="10800000" algn="r" rotWithShape="0">
                    <a:prstClr val="black">
                      <a:alpha val="40000"/>
                    </a:prstClr>
                  </a:outerShdw>
                </a:effectLst>
                <a:latin typeface="+mn-lt"/>
                <a:ea typeface="楷体" pitchFamily="49" charset="-122"/>
              </a:rPr>
              <a:t>  if (</a:t>
            </a:r>
            <a:r>
              <a:rPr lang="zh-CN" altLang="en-US" sz="2000" b="1" dirty="0">
                <a:effectLst>
                  <a:outerShdw blurRad="50800" dist="38100" dir="10800000" algn="r" rotWithShape="0">
                    <a:prstClr val="black">
                      <a:alpha val="40000"/>
                    </a:prstClr>
                  </a:outerShdw>
                </a:effectLst>
                <a:latin typeface="+mn-lt"/>
                <a:ea typeface="楷体" pitchFamily="49" charset="-122"/>
              </a:rPr>
              <a:t>表达式</a:t>
            </a:r>
            <a:r>
              <a:rPr lang="en-US" altLang="zh-CN" sz="2000" b="1" dirty="0">
                <a:effectLst>
                  <a:outerShdw blurRad="50800" dist="38100" dir="10800000" algn="r" rotWithShape="0">
                    <a:prstClr val="black">
                      <a:alpha val="40000"/>
                    </a:prstClr>
                  </a:outerShdw>
                </a:effectLst>
                <a:latin typeface="+mn-lt"/>
                <a:ea typeface="楷体" pitchFamily="49" charset="-122"/>
              </a:rPr>
              <a:t>2)  </a:t>
            </a:r>
          </a:p>
          <a:p>
            <a:pPr algn="just"/>
            <a:r>
              <a:rPr lang="en-US" altLang="zh-CN" sz="2000" b="1" dirty="0">
                <a:effectLst>
                  <a:outerShdw blurRad="50800" dist="38100" dir="10800000" algn="r" rotWithShape="0">
                    <a:prstClr val="black">
                      <a:alpha val="40000"/>
                    </a:prstClr>
                  </a:outerShdw>
                </a:effectLst>
                <a:latin typeface="+mn-lt"/>
                <a:ea typeface="楷体" pitchFamily="49" charset="-122"/>
              </a:rPr>
              <a:t>      break;</a:t>
            </a:r>
          </a:p>
          <a:p>
            <a:pPr algn="just"/>
            <a:r>
              <a:rPr lang="en-US" altLang="zh-CN" sz="2000" b="1" dirty="0">
                <a:effectLst>
                  <a:outerShdw blurRad="50800" dist="38100" dir="10800000" algn="r" rotWithShape="0">
                    <a:prstClr val="black">
                      <a:alpha val="40000"/>
                    </a:prstClr>
                  </a:outerShdw>
                </a:effectLst>
                <a:latin typeface="+mn-lt"/>
                <a:ea typeface="楷体" pitchFamily="49" charset="-122"/>
              </a:rPr>
              <a:t>  … …</a:t>
            </a:r>
          </a:p>
          <a:p>
            <a:pPr algn="just"/>
            <a:r>
              <a:rPr lang="en-US" altLang="zh-CN" sz="2000" b="1" dirty="0">
                <a:effectLst>
                  <a:outerShdw blurRad="50800" dist="38100" dir="10800000" algn="r" rotWithShape="0">
                    <a:prstClr val="black">
                      <a:alpha val="40000"/>
                    </a:prstClr>
                  </a:outerShdw>
                </a:effectLst>
                <a:latin typeface="+mn-lt"/>
                <a:ea typeface="楷体" pitchFamily="49" charset="-122"/>
              </a:rPr>
              <a:t>}</a:t>
            </a:r>
          </a:p>
          <a:p>
            <a:pPr algn="just"/>
            <a:r>
              <a:rPr lang="zh-CN" altLang="en-US" sz="2000" b="1" dirty="0">
                <a:effectLst>
                  <a:outerShdw blurRad="50800" dist="38100" dir="10800000" algn="r" rotWithShape="0">
                    <a:prstClr val="black">
                      <a:alpha val="40000"/>
                    </a:prstClr>
                  </a:outerShdw>
                </a:effectLst>
                <a:latin typeface="+mn-lt"/>
                <a:ea typeface="楷体" pitchFamily="49" charset="-122"/>
              </a:rPr>
              <a:t>语句</a:t>
            </a:r>
            <a:r>
              <a:rPr lang="en-US" altLang="zh-CN" sz="2000" b="1" dirty="0">
                <a:effectLst>
                  <a:outerShdw blurRad="50800" dist="38100" dir="10800000" algn="r" rotWithShape="0">
                    <a:prstClr val="black">
                      <a:alpha val="40000"/>
                    </a:prstClr>
                  </a:outerShdw>
                </a:effectLst>
                <a:latin typeface="+mn-lt"/>
                <a:ea typeface="楷体" pitchFamily="49" charset="-122"/>
              </a:rPr>
              <a:t>……</a:t>
            </a:r>
          </a:p>
        </p:txBody>
      </p:sp>
      <p:grpSp>
        <p:nvGrpSpPr>
          <p:cNvPr id="926743" name="Group 23"/>
          <p:cNvGrpSpPr>
            <a:grpSpLocks/>
          </p:cNvGrpSpPr>
          <p:nvPr/>
        </p:nvGrpSpPr>
        <p:grpSpPr bwMode="auto">
          <a:xfrm>
            <a:off x="2761234" y="4651722"/>
            <a:ext cx="503237" cy="954087"/>
            <a:chOff x="3975" y="2769"/>
            <a:chExt cx="440" cy="921"/>
          </a:xfrm>
        </p:grpSpPr>
        <p:sp>
          <p:nvSpPr>
            <p:cNvPr id="926744" name="Line 24" descr="信纸"/>
            <p:cNvSpPr>
              <a:spLocks noChangeShapeType="1"/>
            </p:cNvSpPr>
            <p:nvPr/>
          </p:nvSpPr>
          <p:spPr bwMode="auto">
            <a:xfrm>
              <a:off x="4110" y="2769"/>
              <a:ext cx="300" cy="0"/>
            </a:xfrm>
            <a:prstGeom prst="line">
              <a:avLst/>
            </a:prstGeom>
            <a:noFill/>
            <a:ln w="38100">
              <a:solidFill>
                <a:srgbClr val="FF0000"/>
              </a:solidFill>
              <a:round/>
              <a:headEnd/>
              <a:tailEnd/>
            </a:ln>
            <a:effectLst>
              <a:outerShdw dist="35921" dir="2700000" algn="ctr" rotWithShape="0">
                <a:srgbClr val="808080">
                  <a:alpha val="50000"/>
                </a:srgbClr>
              </a:outerShdw>
            </a:effectLst>
          </p:spPr>
          <p:txBody>
            <a:bodyPr/>
            <a:lstStyle/>
            <a:p>
              <a:endParaRPr lang="zh-CN" altLang="en-US"/>
            </a:p>
          </p:txBody>
        </p:sp>
        <p:sp>
          <p:nvSpPr>
            <p:cNvPr id="926745" name="Line 25" descr="信纸"/>
            <p:cNvSpPr>
              <a:spLocks noChangeShapeType="1"/>
            </p:cNvSpPr>
            <p:nvPr/>
          </p:nvSpPr>
          <p:spPr bwMode="auto">
            <a:xfrm flipH="1">
              <a:off x="3975" y="3690"/>
              <a:ext cx="440" cy="0"/>
            </a:xfrm>
            <a:prstGeom prst="line">
              <a:avLst/>
            </a:prstGeom>
            <a:noFill/>
            <a:ln w="38100">
              <a:solidFill>
                <a:srgbClr val="FF0000"/>
              </a:solidFill>
              <a:round/>
              <a:headEnd/>
              <a:tailEnd type="stealth" w="lg" len="lg"/>
            </a:ln>
            <a:effectLst>
              <a:outerShdw dist="35921" dir="2700000" algn="ctr" rotWithShape="0">
                <a:srgbClr val="808080">
                  <a:alpha val="50000"/>
                </a:srgbClr>
              </a:outerShdw>
            </a:effectLst>
          </p:spPr>
          <p:txBody>
            <a:bodyPr/>
            <a:lstStyle/>
            <a:p>
              <a:endParaRPr lang="zh-CN" altLang="en-US"/>
            </a:p>
          </p:txBody>
        </p:sp>
        <p:sp>
          <p:nvSpPr>
            <p:cNvPr id="926746" name="Line 26" descr="信纸"/>
            <p:cNvSpPr>
              <a:spLocks noChangeShapeType="1"/>
            </p:cNvSpPr>
            <p:nvPr/>
          </p:nvSpPr>
          <p:spPr bwMode="auto">
            <a:xfrm>
              <a:off x="4410" y="2778"/>
              <a:ext cx="0" cy="900"/>
            </a:xfrm>
            <a:prstGeom prst="line">
              <a:avLst/>
            </a:prstGeom>
            <a:noFill/>
            <a:ln w="38100">
              <a:solidFill>
                <a:srgbClr val="FF0000"/>
              </a:solidFill>
              <a:round/>
              <a:headEnd/>
              <a:tailEnd/>
            </a:ln>
            <a:effectLst>
              <a:outerShdw dist="35921" dir="2700000" algn="ctr" rotWithShape="0">
                <a:srgbClr val="808080">
                  <a:alpha val="50000"/>
                </a:srgbClr>
              </a:outerShdw>
            </a:effectLst>
          </p:spPr>
          <p:txBody>
            <a:bodyPr/>
            <a:lstStyle/>
            <a:p>
              <a:endParaRPr lang="zh-CN" altLang="en-US"/>
            </a:p>
          </p:txBody>
        </p:sp>
      </p:grpSp>
      <p:sp>
        <p:nvSpPr>
          <p:cNvPr id="926748" name="Text Box 28" descr="信纸"/>
          <p:cNvSpPr txBox="1">
            <a:spLocks noChangeArrowheads="1"/>
          </p:cNvSpPr>
          <p:nvPr/>
        </p:nvSpPr>
        <p:spPr bwMode="auto">
          <a:xfrm>
            <a:off x="4836160" y="3213447"/>
            <a:ext cx="2700000" cy="2663825"/>
          </a:xfrm>
          <a:prstGeom prst="rect">
            <a:avLst/>
          </a:prstGeom>
          <a:solidFill>
            <a:schemeClr val="bg1"/>
          </a:solidFill>
          <a:ln w="38100">
            <a:solidFill>
              <a:srgbClr val="339933"/>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a:lstStyle/>
          <a:p>
            <a:pPr algn="just"/>
            <a:r>
              <a:rPr lang="en-US" altLang="zh-CN" sz="2000" b="1">
                <a:effectLst>
                  <a:outerShdw blurRad="50800" dist="38100" dir="10800000" algn="r" rotWithShape="0">
                    <a:prstClr val="black">
                      <a:alpha val="40000"/>
                    </a:prstClr>
                  </a:outerShdw>
                </a:effectLst>
                <a:latin typeface="+mn-lt"/>
                <a:ea typeface="楷体" pitchFamily="49" charset="-122"/>
              </a:rPr>
              <a:t>do</a:t>
            </a:r>
          </a:p>
          <a:p>
            <a:pPr algn="just"/>
            <a:r>
              <a:rPr lang="en-US" altLang="zh-CN" sz="2000" b="1">
                <a:effectLst>
                  <a:outerShdw blurRad="50800" dist="38100" dir="10800000" algn="r" rotWithShape="0">
                    <a:prstClr val="black">
                      <a:alpha val="40000"/>
                    </a:prstClr>
                  </a:outerShdw>
                </a:effectLst>
                <a:latin typeface="+mn-lt"/>
                <a:ea typeface="楷体" pitchFamily="49" charset="-122"/>
              </a:rPr>
              <a:t>{</a:t>
            </a:r>
          </a:p>
          <a:p>
            <a:pPr algn="just"/>
            <a:r>
              <a:rPr lang="en-US" altLang="zh-CN" sz="2000" b="1">
                <a:effectLst>
                  <a:outerShdw blurRad="50800" dist="38100" dir="10800000" algn="r" rotWithShape="0">
                    <a:prstClr val="black">
                      <a:alpha val="40000"/>
                    </a:prstClr>
                  </a:outerShdw>
                </a:effectLst>
                <a:latin typeface="+mn-lt"/>
                <a:ea typeface="楷体" pitchFamily="49" charset="-122"/>
              </a:rPr>
              <a:t>  … …</a:t>
            </a:r>
          </a:p>
          <a:p>
            <a:pPr algn="just"/>
            <a:r>
              <a:rPr lang="en-US" altLang="zh-CN" sz="2000" b="1">
                <a:effectLst>
                  <a:outerShdw blurRad="50800" dist="38100" dir="10800000" algn="r" rotWithShape="0">
                    <a:prstClr val="black">
                      <a:alpha val="40000"/>
                    </a:prstClr>
                  </a:outerShdw>
                </a:effectLst>
                <a:latin typeface="+mn-lt"/>
                <a:ea typeface="楷体" pitchFamily="49" charset="-122"/>
              </a:rPr>
              <a:t>  if (</a:t>
            </a:r>
            <a:r>
              <a:rPr lang="zh-CN" altLang="en-US" sz="2000" b="1">
                <a:effectLst>
                  <a:outerShdw blurRad="50800" dist="38100" dir="10800000" algn="r" rotWithShape="0">
                    <a:prstClr val="black">
                      <a:alpha val="40000"/>
                    </a:prstClr>
                  </a:outerShdw>
                </a:effectLst>
                <a:latin typeface="+mn-lt"/>
                <a:ea typeface="楷体" pitchFamily="49" charset="-122"/>
              </a:rPr>
              <a:t>表达式</a:t>
            </a:r>
            <a:r>
              <a:rPr lang="en-US" altLang="zh-CN" sz="2000" b="1">
                <a:effectLst>
                  <a:outerShdw blurRad="50800" dist="38100" dir="10800000" algn="r" rotWithShape="0">
                    <a:prstClr val="black">
                      <a:alpha val="40000"/>
                    </a:prstClr>
                  </a:outerShdw>
                </a:effectLst>
                <a:latin typeface="+mn-lt"/>
                <a:ea typeface="楷体" pitchFamily="49" charset="-122"/>
              </a:rPr>
              <a:t>2)  </a:t>
            </a:r>
          </a:p>
          <a:p>
            <a:pPr algn="just"/>
            <a:r>
              <a:rPr lang="en-US" altLang="zh-CN" sz="2000" b="1">
                <a:effectLst>
                  <a:outerShdw blurRad="50800" dist="38100" dir="10800000" algn="r" rotWithShape="0">
                    <a:prstClr val="black">
                      <a:alpha val="40000"/>
                    </a:prstClr>
                  </a:outerShdw>
                </a:effectLst>
                <a:latin typeface="+mn-lt"/>
                <a:ea typeface="楷体" pitchFamily="49" charset="-122"/>
              </a:rPr>
              <a:t>     break;</a:t>
            </a:r>
          </a:p>
          <a:p>
            <a:pPr algn="just"/>
            <a:r>
              <a:rPr lang="en-US" altLang="zh-CN" sz="2000" b="1">
                <a:effectLst>
                  <a:outerShdw blurRad="50800" dist="38100" dir="10800000" algn="r" rotWithShape="0">
                    <a:prstClr val="black">
                      <a:alpha val="40000"/>
                    </a:prstClr>
                  </a:outerShdw>
                </a:effectLst>
                <a:latin typeface="+mn-lt"/>
                <a:ea typeface="楷体" pitchFamily="49" charset="-122"/>
              </a:rPr>
              <a:t>  … …</a:t>
            </a:r>
          </a:p>
          <a:p>
            <a:pPr algn="just"/>
            <a:r>
              <a:rPr lang="en-US" altLang="zh-CN" sz="2000" b="1">
                <a:effectLst>
                  <a:outerShdw blurRad="50800" dist="38100" dir="10800000" algn="r" rotWithShape="0">
                    <a:prstClr val="black">
                      <a:alpha val="40000"/>
                    </a:prstClr>
                  </a:outerShdw>
                </a:effectLst>
                <a:latin typeface="+mn-lt"/>
                <a:ea typeface="楷体" pitchFamily="49" charset="-122"/>
              </a:rPr>
              <a:t>} while (</a:t>
            </a:r>
            <a:r>
              <a:rPr lang="zh-CN" altLang="en-US" sz="2000" b="1">
                <a:effectLst>
                  <a:outerShdw blurRad="50800" dist="38100" dir="10800000" algn="r" rotWithShape="0">
                    <a:prstClr val="black">
                      <a:alpha val="40000"/>
                    </a:prstClr>
                  </a:outerShdw>
                </a:effectLst>
                <a:latin typeface="+mn-lt"/>
                <a:ea typeface="楷体" pitchFamily="49" charset="-122"/>
              </a:rPr>
              <a:t>表达式</a:t>
            </a:r>
            <a:r>
              <a:rPr lang="en-US" altLang="zh-CN" sz="2000" b="1">
                <a:effectLst>
                  <a:outerShdw blurRad="50800" dist="38100" dir="10800000" algn="r" rotWithShape="0">
                    <a:prstClr val="black">
                      <a:alpha val="40000"/>
                    </a:prstClr>
                  </a:outerShdw>
                </a:effectLst>
                <a:latin typeface="+mn-lt"/>
                <a:ea typeface="楷体" pitchFamily="49" charset="-122"/>
              </a:rPr>
              <a:t>1);</a:t>
            </a:r>
          </a:p>
          <a:p>
            <a:pPr algn="just"/>
            <a:r>
              <a:rPr lang="zh-CN" altLang="en-US" sz="2000" b="1">
                <a:effectLst>
                  <a:outerShdw blurRad="50800" dist="38100" dir="10800000" algn="r" rotWithShape="0">
                    <a:prstClr val="black">
                      <a:alpha val="40000"/>
                    </a:prstClr>
                  </a:outerShdw>
                </a:effectLst>
                <a:latin typeface="+mn-lt"/>
                <a:ea typeface="楷体" pitchFamily="49" charset="-122"/>
              </a:rPr>
              <a:t>语句</a:t>
            </a:r>
            <a:r>
              <a:rPr lang="en-US" altLang="zh-CN" sz="2000" b="1">
                <a:effectLst>
                  <a:outerShdw blurRad="50800" dist="38100" dir="10800000" algn="r" rotWithShape="0">
                    <a:prstClr val="black">
                      <a:alpha val="40000"/>
                    </a:prstClr>
                  </a:outerShdw>
                </a:effectLst>
                <a:latin typeface="+mn-lt"/>
                <a:ea typeface="楷体" pitchFamily="49" charset="-122"/>
              </a:rPr>
              <a:t>……</a:t>
            </a:r>
          </a:p>
        </p:txBody>
      </p:sp>
      <p:grpSp>
        <p:nvGrpSpPr>
          <p:cNvPr id="926760" name="Group 40"/>
          <p:cNvGrpSpPr>
            <a:grpSpLocks/>
          </p:cNvGrpSpPr>
          <p:nvPr/>
        </p:nvGrpSpPr>
        <p:grpSpPr bwMode="auto">
          <a:xfrm>
            <a:off x="6106160" y="4689822"/>
            <a:ext cx="996950" cy="923925"/>
            <a:chOff x="2701" y="3173"/>
            <a:chExt cx="628" cy="582"/>
          </a:xfrm>
        </p:grpSpPr>
        <p:sp>
          <p:nvSpPr>
            <p:cNvPr id="926750" name="Line 30"/>
            <p:cNvSpPr>
              <a:spLocks noChangeShapeType="1"/>
            </p:cNvSpPr>
            <p:nvPr/>
          </p:nvSpPr>
          <p:spPr bwMode="auto">
            <a:xfrm>
              <a:off x="2701" y="3173"/>
              <a:ext cx="628" cy="0"/>
            </a:xfrm>
            <a:prstGeom prst="line">
              <a:avLst/>
            </a:prstGeom>
            <a:noFill/>
            <a:ln w="28575">
              <a:solidFill>
                <a:srgbClr val="FF0000"/>
              </a:solidFill>
              <a:round/>
              <a:headEnd/>
              <a:tailEnd/>
            </a:ln>
            <a:effectLst>
              <a:outerShdw dist="35921" dir="2700000" algn="ctr" rotWithShape="0">
                <a:srgbClr val="808080"/>
              </a:outerShdw>
            </a:effectLst>
          </p:spPr>
          <p:txBody>
            <a:bodyPr/>
            <a:lstStyle/>
            <a:p>
              <a:endParaRPr lang="zh-CN" altLang="en-US"/>
            </a:p>
          </p:txBody>
        </p:sp>
        <p:sp>
          <p:nvSpPr>
            <p:cNvPr id="926751" name="Line 31"/>
            <p:cNvSpPr>
              <a:spLocks noChangeShapeType="1"/>
            </p:cNvSpPr>
            <p:nvPr/>
          </p:nvSpPr>
          <p:spPr bwMode="auto">
            <a:xfrm flipH="1">
              <a:off x="2771" y="3741"/>
              <a:ext cx="549" cy="0"/>
            </a:xfrm>
            <a:prstGeom prst="line">
              <a:avLst/>
            </a:prstGeom>
            <a:noFill/>
            <a:ln w="28575">
              <a:solidFill>
                <a:srgbClr val="FF0000"/>
              </a:solidFill>
              <a:round/>
              <a:headEnd/>
              <a:tailEnd type="stealth" w="lg" len="lg"/>
            </a:ln>
            <a:effectLst>
              <a:outerShdw dist="35921" dir="2700000" algn="ctr" rotWithShape="0">
                <a:srgbClr val="808080"/>
              </a:outerShdw>
            </a:effectLst>
          </p:spPr>
          <p:txBody>
            <a:bodyPr/>
            <a:lstStyle/>
            <a:p>
              <a:endParaRPr lang="zh-CN" altLang="en-US"/>
            </a:p>
          </p:txBody>
        </p:sp>
        <p:sp>
          <p:nvSpPr>
            <p:cNvPr id="926752" name="Line 32"/>
            <p:cNvSpPr>
              <a:spLocks noChangeShapeType="1"/>
            </p:cNvSpPr>
            <p:nvPr/>
          </p:nvSpPr>
          <p:spPr bwMode="auto">
            <a:xfrm>
              <a:off x="3320" y="3186"/>
              <a:ext cx="0" cy="569"/>
            </a:xfrm>
            <a:prstGeom prst="line">
              <a:avLst/>
            </a:prstGeom>
            <a:noFill/>
            <a:ln w="28575">
              <a:solidFill>
                <a:srgbClr val="FF0000"/>
              </a:solidFill>
              <a:round/>
              <a:headEnd/>
              <a:tailEnd/>
            </a:ln>
            <a:effectLst>
              <a:outerShdw dist="35921" dir="2700000" algn="ctr" rotWithShape="0">
                <a:srgbClr val="808080"/>
              </a:outerShdw>
            </a:effectLst>
          </p:spPr>
          <p:txBody>
            <a:bodyPr/>
            <a:lstStyle/>
            <a:p>
              <a:endParaRPr lang="zh-CN" altLang="en-US"/>
            </a:p>
          </p:txBody>
        </p:sp>
      </p:grpSp>
      <p:sp>
        <p:nvSpPr>
          <p:cNvPr id="926754" name="Text Box 34" descr="信纸"/>
          <p:cNvSpPr txBox="1">
            <a:spLocks noChangeArrowheads="1"/>
          </p:cNvSpPr>
          <p:nvPr/>
        </p:nvSpPr>
        <p:spPr bwMode="auto">
          <a:xfrm>
            <a:off x="8107808" y="3213447"/>
            <a:ext cx="2700000" cy="2663825"/>
          </a:xfrm>
          <a:prstGeom prst="rect">
            <a:avLst/>
          </a:prstGeom>
          <a:solidFill>
            <a:schemeClr val="bg1"/>
          </a:solidFill>
          <a:ln w="38100">
            <a:solidFill>
              <a:srgbClr val="00800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a:lstStyle/>
          <a:p>
            <a:pPr algn="just"/>
            <a:r>
              <a:rPr lang="en-US" altLang="zh-CN" sz="2000" b="1">
                <a:effectLst>
                  <a:outerShdw blurRad="50800" dist="38100" dir="10800000" algn="r" rotWithShape="0">
                    <a:prstClr val="black">
                      <a:alpha val="40000"/>
                    </a:prstClr>
                  </a:outerShdw>
                </a:effectLst>
                <a:latin typeface="+mn-lt"/>
                <a:ea typeface="楷体" pitchFamily="49" charset="-122"/>
              </a:rPr>
              <a:t>for (; </a:t>
            </a:r>
            <a:r>
              <a:rPr lang="zh-CN" altLang="en-US" sz="2000" b="1">
                <a:effectLst>
                  <a:outerShdw blurRad="50800" dist="38100" dir="10800000" algn="r" rotWithShape="0">
                    <a:prstClr val="black">
                      <a:alpha val="40000"/>
                    </a:prstClr>
                  </a:outerShdw>
                </a:effectLst>
                <a:latin typeface="+mn-lt"/>
                <a:ea typeface="楷体" pitchFamily="49" charset="-122"/>
              </a:rPr>
              <a:t>表达式</a:t>
            </a:r>
            <a:r>
              <a:rPr lang="en-US" altLang="zh-CN" sz="2000" b="1">
                <a:effectLst>
                  <a:outerShdw blurRad="50800" dist="38100" dir="10800000" algn="r" rotWithShape="0">
                    <a:prstClr val="black">
                      <a:alpha val="40000"/>
                    </a:prstClr>
                  </a:outerShdw>
                </a:effectLst>
                <a:latin typeface="+mn-lt"/>
                <a:ea typeface="楷体" pitchFamily="49" charset="-122"/>
              </a:rPr>
              <a:t>1; )</a:t>
            </a:r>
          </a:p>
          <a:p>
            <a:pPr algn="just"/>
            <a:r>
              <a:rPr lang="en-US" altLang="zh-CN" sz="2000" b="1">
                <a:effectLst>
                  <a:outerShdw blurRad="50800" dist="38100" dir="10800000" algn="r" rotWithShape="0">
                    <a:prstClr val="black">
                      <a:alpha val="40000"/>
                    </a:prstClr>
                  </a:outerShdw>
                </a:effectLst>
                <a:latin typeface="+mn-lt"/>
                <a:ea typeface="楷体" pitchFamily="49" charset="-122"/>
              </a:rPr>
              <a:t>{</a:t>
            </a:r>
          </a:p>
          <a:p>
            <a:pPr algn="just"/>
            <a:r>
              <a:rPr lang="en-US" altLang="zh-CN" sz="2000" b="1">
                <a:effectLst>
                  <a:outerShdw blurRad="50800" dist="38100" dir="10800000" algn="r" rotWithShape="0">
                    <a:prstClr val="black">
                      <a:alpha val="40000"/>
                    </a:prstClr>
                  </a:outerShdw>
                </a:effectLst>
                <a:latin typeface="+mn-lt"/>
                <a:ea typeface="楷体" pitchFamily="49" charset="-122"/>
              </a:rPr>
              <a:t>   ……</a:t>
            </a:r>
          </a:p>
          <a:p>
            <a:pPr algn="just"/>
            <a:r>
              <a:rPr lang="en-US" altLang="zh-CN" sz="2000" b="1">
                <a:effectLst>
                  <a:outerShdw blurRad="50800" dist="38100" dir="10800000" algn="r" rotWithShape="0">
                    <a:prstClr val="black">
                      <a:alpha val="40000"/>
                    </a:prstClr>
                  </a:outerShdw>
                </a:effectLst>
                <a:latin typeface="+mn-lt"/>
                <a:ea typeface="楷体" pitchFamily="49" charset="-122"/>
              </a:rPr>
              <a:t>   if (</a:t>
            </a:r>
            <a:r>
              <a:rPr lang="zh-CN" altLang="en-US" sz="2000" b="1">
                <a:effectLst>
                  <a:outerShdw blurRad="50800" dist="38100" dir="10800000" algn="r" rotWithShape="0">
                    <a:prstClr val="black">
                      <a:alpha val="40000"/>
                    </a:prstClr>
                  </a:outerShdw>
                </a:effectLst>
                <a:latin typeface="+mn-lt"/>
                <a:ea typeface="楷体" pitchFamily="49" charset="-122"/>
              </a:rPr>
              <a:t>表达式</a:t>
            </a:r>
            <a:r>
              <a:rPr lang="en-US" altLang="zh-CN" sz="2000" b="1">
                <a:effectLst>
                  <a:outerShdw blurRad="50800" dist="38100" dir="10800000" algn="r" rotWithShape="0">
                    <a:prstClr val="black">
                      <a:alpha val="40000"/>
                    </a:prstClr>
                  </a:outerShdw>
                </a:effectLst>
                <a:latin typeface="+mn-lt"/>
                <a:ea typeface="楷体" pitchFamily="49" charset="-122"/>
              </a:rPr>
              <a:t>2)</a:t>
            </a:r>
          </a:p>
          <a:p>
            <a:pPr algn="just"/>
            <a:r>
              <a:rPr lang="en-US" altLang="zh-CN" sz="2000" b="1">
                <a:effectLst>
                  <a:outerShdw blurRad="50800" dist="38100" dir="10800000" algn="r" rotWithShape="0">
                    <a:prstClr val="black">
                      <a:alpha val="40000"/>
                    </a:prstClr>
                  </a:outerShdw>
                </a:effectLst>
                <a:latin typeface="+mn-lt"/>
                <a:ea typeface="楷体" pitchFamily="49" charset="-122"/>
              </a:rPr>
              <a:t>      break;</a:t>
            </a:r>
          </a:p>
          <a:p>
            <a:pPr algn="just"/>
            <a:r>
              <a:rPr lang="en-US" altLang="zh-CN" sz="2000" b="1">
                <a:effectLst>
                  <a:outerShdw blurRad="50800" dist="38100" dir="10800000" algn="r" rotWithShape="0">
                    <a:prstClr val="black">
                      <a:alpha val="40000"/>
                    </a:prstClr>
                  </a:outerShdw>
                </a:effectLst>
                <a:latin typeface="+mn-lt"/>
                <a:ea typeface="楷体" pitchFamily="49" charset="-122"/>
              </a:rPr>
              <a:t>   ……</a:t>
            </a:r>
          </a:p>
          <a:p>
            <a:pPr algn="just"/>
            <a:r>
              <a:rPr lang="en-US" altLang="zh-CN" sz="2000" b="1">
                <a:effectLst>
                  <a:outerShdw blurRad="50800" dist="38100" dir="10800000" algn="r" rotWithShape="0">
                    <a:prstClr val="black">
                      <a:alpha val="40000"/>
                    </a:prstClr>
                  </a:outerShdw>
                </a:effectLst>
                <a:latin typeface="+mn-lt"/>
                <a:ea typeface="楷体" pitchFamily="49" charset="-122"/>
              </a:rPr>
              <a:t>}</a:t>
            </a:r>
          </a:p>
          <a:p>
            <a:pPr algn="just"/>
            <a:r>
              <a:rPr lang="zh-CN" altLang="en-US" sz="2000" b="1">
                <a:effectLst>
                  <a:outerShdw blurRad="50800" dist="38100" dir="10800000" algn="r" rotWithShape="0">
                    <a:prstClr val="black">
                      <a:alpha val="40000"/>
                    </a:prstClr>
                  </a:outerShdw>
                </a:effectLst>
                <a:latin typeface="+mn-lt"/>
                <a:ea typeface="楷体" pitchFamily="49" charset="-122"/>
              </a:rPr>
              <a:t>语句</a:t>
            </a:r>
            <a:r>
              <a:rPr lang="en-US" altLang="zh-CN" sz="2000" b="1">
                <a:effectLst>
                  <a:outerShdw blurRad="50800" dist="38100" dir="10800000" algn="r" rotWithShape="0">
                    <a:prstClr val="black">
                      <a:alpha val="40000"/>
                    </a:prstClr>
                  </a:outerShdw>
                </a:effectLst>
                <a:latin typeface="+mn-lt"/>
                <a:ea typeface="楷体" pitchFamily="49" charset="-122"/>
              </a:rPr>
              <a:t>……</a:t>
            </a:r>
          </a:p>
        </p:txBody>
      </p:sp>
      <p:grpSp>
        <p:nvGrpSpPr>
          <p:cNvPr id="926755" name="Group 35"/>
          <p:cNvGrpSpPr>
            <a:grpSpLocks/>
          </p:cNvGrpSpPr>
          <p:nvPr/>
        </p:nvGrpSpPr>
        <p:grpSpPr bwMode="auto">
          <a:xfrm>
            <a:off x="9352409" y="4648546"/>
            <a:ext cx="428625" cy="957262"/>
            <a:chOff x="3975" y="2769"/>
            <a:chExt cx="440" cy="921"/>
          </a:xfrm>
        </p:grpSpPr>
        <p:sp>
          <p:nvSpPr>
            <p:cNvPr id="926756" name="Line 36"/>
            <p:cNvSpPr>
              <a:spLocks noChangeShapeType="1"/>
            </p:cNvSpPr>
            <p:nvPr/>
          </p:nvSpPr>
          <p:spPr bwMode="auto">
            <a:xfrm>
              <a:off x="4110" y="2769"/>
              <a:ext cx="300" cy="0"/>
            </a:xfrm>
            <a:prstGeom prst="line">
              <a:avLst/>
            </a:prstGeom>
            <a:noFill/>
            <a:ln w="28575">
              <a:solidFill>
                <a:srgbClr val="FF0000"/>
              </a:solidFill>
              <a:round/>
              <a:headEnd/>
              <a:tailEnd/>
            </a:ln>
            <a:effectLst>
              <a:outerShdw dist="35921" dir="2700000" algn="ctr" rotWithShape="0">
                <a:srgbClr val="808080"/>
              </a:outerShdw>
            </a:effectLst>
          </p:spPr>
          <p:txBody>
            <a:bodyPr/>
            <a:lstStyle/>
            <a:p>
              <a:endParaRPr lang="zh-CN" altLang="en-US"/>
            </a:p>
          </p:txBody>
        </p:sp>
        <p:sp>
          <p:nvSpPr>
            <p:cNvPr id="926757" name="Line 37"/>
            <p:cNvSpPr>
              <a:spLocks noChangeShapeType="1"/>
            </p:cNvSpPr>
            <p:nvPr/>
          </p:nvSpPr>
          <p:spPr bwMode="auto">
            <a:xfrm flipH="1">
              <a:off x="3975" y="3690"/>
              <a:ext cx="440" cy="0"/>
            </a:xfrm>
            <a:prstGeom prst="line">
              <a:avLst/>
            </a:prstGeom>
            <a:noFill/>
            <a:ln w="28575">
              <a:solidFill>
                <a:srgbClr val="FF0000"/>
              </a:solidFill>
              <a:round/>
              <a:headEnd/>
              <a:tailEnd type="stealth" w="lg" len="lg"/>
            </a:ln>
            <a:effectLst>
              <a:outerShdw dist="35921" dir="2700000" algn="ctr" rotWithShape="0">
                <a:srgbClr val="808080"/>
              </a:outerShdw>
            </a:effectLst>
          </p:spPr>
          <p:txBody>
            <a:bodyPr/>
            <a:lstStyle/>
            <a:p>
              <a:endParaRPr lang="zh-CN" altLang="en-US"/>
            </a:p>
          </p:txBody>
        </p:sp>
        <p:sp>
          <p:nvSpPr>
            <p:cNvPr id="926758" name="Line 38"/>
            <p:cNvSpPr>
              <a:spLocks noChangeShapeType="1"/>
            </p:cNvSpPr>
            <p:nvPr/>
          </p:nvSpPr>
          <p:spPr bwMode="auto">
            <a:xfrm>
              <a:off x="4410" y="2778"/>
              <a:ext cx="0" cy="900"/>
            </a:xfrm>
            <a:prstGeom prst="line">
              <a:avLst/>
            </a:prstGeom>
            <a:noFill/>
            <a:ln w="28575">
              <a:solidFill>
                <a:srgbClr val="FF0000"/>
              </a:solidFill>
              <a:round/>
              <a:headEnd/>
              <a:tailEnd/>
            </a:ln>
            <a:effectLst>
              <a:outerShdw dist="35921" dir="2700000" algn="ctr" rotWithShape="0">
                <a:srgbClr val="808080"/>
              </a:outerShdw>
            </a:effectLst>
          </p:spPr>
          <p:txBody>
            <a:bodyPr/>
            <a:lstStyle/>
            <a:p>
              <a:endParaRPr lang="zh-CN" altLang="en-US"/>
            </a:p>
          </p:txBody>
        </p:sp>
      </p:grpSp>
      <p:grpSp>
        <p:nvGrpSpPr>
          <p:cNvPr id="926762" name="Group 42"/>
          <p:cNvGrpSpPr>
            <a:grpSpLocks/>
          </p:cNvGrpSpPr>
          <p:nvPr/>
        </p:nvGrpSpPr>
        <p:grpSpPr bwMode="auto">
          <a:xfrm>
            <a:off x="-10425" y="0"/>
            <a:ext cx="446088" cy="6858000"/>
            <a:chOff x="0" y="0"/>
            <a:chExt cx="281" cy="4320"/>
          </a:xfrm>
        </p:grpSpPr>
        <p:sp>
          <p:nvSpPr>
            <p:cNvPr id="926763" name="Text Box 4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26764" name="Text Box 4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26738">
                                            <p:txEl>
                                              <p:pRg st="0" end="0"/>
                                            </p:txEl>
                                          </p:spTgt>
                                        </p:tgtEl>
                                        <p:attrNameLst>
                                          <p:attrName>style.visibility</p:attrName>
                                        </p:attrNameLst>
                                      </p:cBhvr>
                                      <p:to>
                                        <p:strVal val="visible"/>
                                      </p:to>
                                    </p:set>
                                    <p:anim calcmode="lin" valueType="num">
                                      <p:cBhvr additive="base">
                                        <p:cTn id="7" dur="500" fill="hold"/>
                                        <p:tgtEl>
                                          <p:spTgt spid="92673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2673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926738">
                                            <p:txEl>
                                              <p:pRg st="1" end="1"/>
                                            </p:txEl>
                                          </p:spTgt>
                                        </p:tgtEl>
                                        <p:attrNameLst>
                                          <p:attrName>style.visibility</p:attrName>
                                        </p:attrNameLst>
                                      </p:cBhvr>
                                      <p:to>
                                        <p:strVal val="visible"/>
                                      </p:to>
                                    </p:set>
                                    <p:animEffect transition="in" filter="box(out)">
                                      <p:cBhvr>
                                        <p:cTn id="13" dur="500"/>
                                        <p:tgtEl>
                                          <p:spTgt spid="926738">
                                            <p:txEl>
                                              <p:pRg st="1" end="1"/>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926738">
                                            <p:txEl>
                                              <p:pRg st="2" end="2"/>
                                            </p:txEl>
                                          </p:spTgt>
                                        </p:tgtEl>
                                        <p:attrNameLst>
                                          <p:attrName>style.visibility</p:attrName>
                                        </p:attrNameLst>
                                      </p:cBhvr>
                                      <p:to>
                                        <p:strVal val="visible"/>
                                      </p:to>
                                    </p:set>
                                    <p:animEffect transition="in" filter="box(out)">
                                      <p:cBhvr>
                                        <p:cTn id="18" dur="500"/>
                                        <p:tgtEl>
                                          <p:spTgt spid="926738">
                                            <p:txEl>
                                              <p:pRg st="2" end="2"/>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926738">
                                            <p:txEl>
                                              <p:pRg st="3" end="3"/>
                                            </p:txEl>
                                          </p:spTgt>
                                        </p:tgtEl>
                                        <p:attrNameLst>
                                          <p:attrName>style.visibility</p:attrName>
                                        </p:attrNameLst>
                                      </p:cBhvr>
                                      <p:to>
                                        <p:strVal val="visible"/>
                                      </p:to>
                                    </p:set>
                                    <p:animEffect transition="in" filter="box(out)">
                                      <p:cBhvr>
                                        <p:cTn id="23" dur="500"/>
                                        <p:tgtEl>
                                          <p:spTgt spid="926738">
                                            <p:txEl>
                                              <p:pRg st="3" end="3"/>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926738">
                                            <p:txEl>
                                              <p:pRg st="4" end="4"/>
                                            </p:txEl>
                                          </p:spTgt>
                                        </p:tgtEl>
                                        <p:attrNameLst>
                                          <p:attrName>style.visibility</p:attrName>
                                        </p:attrNameLst>
                                      </p:cBhvr>
                                      <p:to>
                                        <p:strVal val="visible"/>
                                      </p:to>
                                    </p:set>
                                    <p:animEffect transition="in" filter="box(out)">
                                      <p:cBhvr>
                                        <p:cTn id="28" dur="500"/>
                                        <p:tgtEl>
                                          <p:spTgt spid="926738">
                                            <p:txEl>
                                              <p:pRg st="4" end="4"/>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926742">
                                            <p:bg/>
                                          </p:spTgt>
                                        </p:tgtEl>
                                        <p:attrNameLst>
                                          <p:attrName>style.visibility</p:attrName>
                                        </p:attrNameLst>
                                      </p:cBhvr>
                                      <p:to>
                                        <p:strVal val="visible"/>
                                      </p:to>
                                    </p:set>
                                    <p:animEffect transition="in" filter="box(out)">
                                      <p:cBhvr>
                                        <p:cTn id="33" dur="500"/>
                                        <p:tgtEl>
                                          <p:spTgt spid="926742">
                                            <p:bg/>
                                          </p:spTgt>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par>
                                <p:cTn id="34" presetID="4" presetClass="entr" presetSubtype="32" fill="hold" grpId="0" nodeType="withEffect">
                                  <p:stCondLst>
                                    <p:cond delay="0"/>
                                  </p:stCondLst>
                                  <p:childTnLst>
                                    <p:set>
                                      <p:cBhvr>
                                        <p:cTn id="35" dur="1" fill="hold">
                                          <p:stCondLst>
                                            <p:cond delay="0"/>
                                          </p:stCondLst>
                                        </p:cTn>
                                        <p:tgtEl>
                                          <p:spTgt spid="926742">
                                            <p:txEl>
                                              <p:pRg st="0" end="0"/>
                                            </p:txEl>
                                          </p:spTgt>
                                        </p:tgtEl>
                                        <p:attrNameLst>
                                          <p:attrName>style.visibility</p:attrName>
                                        </p:attrNameLst>
                                      </p:cBhvr>
                                      <p:to>
                                        <p:strVal val="visible"/>
                                      </p:to>
                                    </p:set>
                                    <p:animEffect transition="in" filter="box(out)">
                                      <p:cBhvr>
                                        <p:cTn id="36" dur="500"/>
                                        <p:tgtEl>
                                          <p:spTgt spid="926742">
                                            <p:txEl>
                                              <p:pRg st="0" end="0"/>
                                            </p:txEl>
                                          </p:spTgt>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par>
                                <p:cTn id="37" presetID="4" presetClass="entr" presetSubtype="32" fill="hold" grpId="0" nodeType="withEffect">
                                  <p:stCondLst>
                                    <p:cond delay="0"/>
                                  </p:stCondLst>
                                  <p:childTnLst>
                                    <p:set>
                                      <p:cBhvr>
                                        <p:cTn id="38" dur="1" fill="hold">
                                          <p:stCondLst>
                                            <p:cond delay="0"/>
                                          </p:stCondLst>
                                        </p:cTn>
                                        <p:tgtEl>
                                          <p:spTgt spid="926742">
                                            <p:txEl>
                                              <p:pRg st="1" end="1"/>
                                            </p:txEl>
                                          </p:spTgt>
                                        </p:tgtEl>
                                        <p:attrNameLst>
                                          <p:attrName>style.visibility</p:attrName>
                                        </p:attrNameLst>
                                      </p:cBhvr>
                                      <p:to>
                                        <p:strVal val="visible"/>
                                      </p:to>
                                    </p:set>
                                    <p:animEffect transition="in" filter="box(out)">
                                      <p:cBhvr>
                                        <p:cTn id="39" dur="500"/>
                                        <p:tgtEl>
                                          <p:spTgt spid="926742">
                                            <p:txEl>
                                              <p:pRg st="1" end="1"/>
                                            </p:txEl>
                                          </p:spTgt>
                                        </p:tgtEl>
                                      </p:cBhvr>
                                    </p:animEffect>
                                  </p:childTnLst>
                                  <p:subTnLst>
                                    <p:audio>
                                      <p:cMediaNode>
                                        <p:cTn display="0" masterRel="sameClick">
                                          <p:stCondLst>
                                            <p:cond evt="begin" delay="0">
                                              <p:tn val="37"/>
                                            </p:cond>
                                          </p:stCondLst>
                                          <p:endCondLst>
                                            <p:cond evt="onStopAudio" delay="0">
                                              <p:tgtEl>
                                                <p:sldTgt/>
                                              </p:tgtEl>
                                            </p:cond>
                                          </p:endCondLst>
                                        </p:cTn>
                                        <p:tgtEl>
                                          <p:sndTgt r:embed="rId2" name="camera.wav"/>
                                        </p:tgtEl>
                                      </p:cMediaNode>
                                    </p:audio>
                                  </p:subTnLst>
                                </p:cTn>
                              </p:par>
                              <p:par>
                                <p:cTn id="40" presetID="4" presetClass="entr" presetSubtype="32" fill="hold" grpId="0" nodeType="withEffect">
                                  <p:stCondLst>
                                    <p:cond delay="0"/>
                                  </p:stCondLst>
                                  <p:childTnLst>
                                    <p:set>
                                      <p:cBhvr>
                                        <p:cTn id="41" dur="1" fill="hold">
                                          <p:stCondLst>
                                            <p:cond delay="0"/>
                                          </p:stCondLst>
                                        </p:cTn>
                                        <p:tgtEl>
                                          <p:spTgt spid="926742">
                                            <p:txEl>
                                              <p:pRg st="2" end="2"/>
                                            </p:txEl>
                                          </p:spTgt>
                                        </p:tgtEl>
                                        <p:attrNameLst>
                                          <p:attrName>style.visibility</p:attrName>
                                        </p:attrNameLst>
                                      </p:cBhvr>
                                      <p:to>
                                        <p:strVal val="visible"/>
                                      </p:to>
                                    </p:set>
                                    <p:animEffect transition="in" filter="box(out)">
                                      <p:cBhvr>
                                        <p:cTn id="42" dur="500"/>
                                        <p:tgtEl>
                                          <p:spTgt spid="926742">
                                            <p:txEl>
                                              <p:pRg st="2" end="2"/>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par>
                                <p:cTn id="43" presetID="4" presetClass="entr" presetSubtype="32" fill="hold" grpId="0" nodeType="withEffect">
                                  <p:stCondLst>
                                    <p:cond delay="0"/>
                                  </p:stCondLst>
                                  <p:childTnLst>
                                    <p:set>
                                      <p:cBhvr>
                                        <p:cTn id="44" dur="1" fill="hold">
                                          <p:stCondLst>
                                            <p:cond delay="0"/>
                                          </p:stCondLst>
                                        </p:cTn>
                                        <p:tgtEl>
                                          <p:spTgt spid="926742">
                                            <p:txEl>
                                              <p:pRg st="3" end="3"/>
                                            </p:txEl>
                                          </p:spTgt>
                                        </p:tgtEl>
                                        <p:attrNameLst>
                                          <p:attrName>style.visibility</p:attrName>
                                        </p:attrNameLst>
                                      </p:cBhvr>
                                      <p:to>
                                        <p:strVal val="visible"/>
                                      </p:to>
                                    </p:set>
                                    <p:animEffect transition="in" filter="box(out)">
                                      <p:cBhvr>
                                        <p:cTn id="45" dur="500"/>
                                        <p:tgtEl>
                                          <p:spTgt spid="926742">
                                            <p:txEl>
                                              <p:pRg st="3" end="3"/>
                                            </p:txEl>
                                          </p:spTgt>
                                        </p:tgtEl>
                                      </p:cBhvr>
                                    </p:animEffect>
                                  </p:childTnLst>
                                  <p:subTnLst>
                                    <p:audio>
                                      <p:cMediaNode>
                                        <p:cTn display="0" masterRel="sameClick">
                                          <p:stCondLst>
                                            <p:cond evt="begin" delay="0">
                                              <p:tn val="43"/>
                                            </p:cond>
                                          </p:stCondLst>
                                          <p:endCondLst>
                                            <p:cond evt="onStopAudio" delay="0">
                                              <p:tgtEl>
                                                <p:sldTgt/>
                                              </p:tgtEl>
                                            </p:cond>
                                          </p:endCondLst>
                                        </p:cTn>
                                        <p:tgtEl>
                                          <p:sndTgt r:embed="rId2" name="camera.wav"/>
                                        </p:tgtEl>
                                      </p:cMediaNode>
                                    </p:audio>
                                  </p:subTnLst>
                                </p:cTn>
                              </p:par>
                              <p:par>
                                <p:cTn id="46" presetID="4" presetClass="entr" presetSubtype="32" fill="hold" grpId="0" nodeType="withEffect">
                                  <p:stCondLst>
                                    <p:cond delay="0"/>
                                  </p:stCondLst>
                                  <p:childTnLst>
                                    <p:set>
                                      <p:cBhvr>
                                        <p:cTn id="47" dur="1" fill="hold">
                                          <p:stCondLst>
                                            <p:cond delay="0"/>
                                          </p:stCondLst>
                                        </p:cTn>
                                        <p:tgtEl>
                                          <p:spTgt spid="926742">
                                            <p:txEl>
                                              <p:pRg st="4" end="4"/>
                                            </p:txEl>
                                          </p:spTgt>
                                        </p:tgtEl>
                                        <p:attrNameLst>
                                          <p:attrName>style.visibility</p:attrName>
                                        </p:attrNameLst>
                                      </p:cBhvr>
                                      <p:to>
                                        <p:strVal val="visible"/>
                                      </p:to>
                                    </p:set>
                                    <p:animEffect transition="in" filter="box(out)">
                                      <p:cBhvr>
                                        <p:cTn id="48" dur="500"/>
                                        <p:tgtEl>
                                          <p:spTgt spid="926742">
                                            <p:txEl>
                                              <p:pRg st="4" end="4"/>
                                            </p:txEl>
                                          </p:spTgt>
                                        </p:tgtEl>
                                      </p:cBhvr>
                                    </p:animEffect>
                                  </p:childTnLst>
                                  <p:subTnLst>
                                    <p:audio>
                                      <p:cMediaNode>
                                        <p:cTn display="0" masterRel="sameClick">
                                          <p:stCondLst>
                                            <p:cond evt="begin" delay="0">
                                              <p:tn val="46"/>
                                            </p:cond>
                                          </p:stCondLst>
                                          <p:endCondLst>
                                            <p:cond evt="onStopAudio" delay="0">
                                              <p:tgtEl>
                                                <p:sldTgt/>
                                              </p:tgtEl>
                                            </p:cond>
                                          </p:endCondLst>
                                        </p:cTn>
                                        <p:tgtEl>
                                          <p:sndTgt r:embed="rId2" name="camera.wav"/>
                                        </p:tgtEl>
                                      </p:cMediaNode>
                                    </p:audio>
                                  </p:subTnLst>
                                </p:cTn>
                              </p:par>
                              <p:par>
                                <p:cTn id="49" presetID="4" presetClass="entr" presetSubtype="32" fill="hold" grpId="0" nodeType="withEffect">
                                  <p:stCondLst>
                                    <p:cond delay="0"/>
                                  </p:stCondLst>
                                  <p:childTnLst>
                                    <p:set>
                                      <p:cBhvr>
                                        <p:cTn id="50" dur="1" fill="hold">
                                          <p:stCondLst>
                                            <p:cond delay="0"/>
                                          </p:stCondLst>
                                        </p:cTn>
                                        <p:tgtEl>
                                          <p:spTgt spid="926742">
                                            <p:txEl>
                                              <p:pRg st="5" end="5"/>
                                            </p:txEl>
                                          </p:spTgt>
                                        </p:tgtEl>
                                        <p:attrNameLst>
                                          <p:attrName>style.visibility</p:attrName>
                                        </p:attrNameLst>
                                      </p:cBhvr>
                                      <p:to>
                                        <p:strVal val="visible"/>
                                      </p:to>
                                    </p:set>
                                    <p:animEffect transition="in" filter="box(out)">
                                      <p:cBhvr>
                                        <p:cTn id="51" dur="500"/>
                                        <p:tgtEl>
                                          <p:spTgt spid="926742">
                                            <p:txEl>
                                              <p:pRg st="5" end="5"/>
                                            </p:txEl>
                                          </p:spTgt>
                                        </p:tgtEl>
                                      </p:cBhvr>
                                    </p:animEffect>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par>
                                <p:cTn id="52" presetID="4" presetClass="entr" presetSubtype="32" fill="hold" grpId="0" nodeType="withEffect">
                                  <p:stCondLst>
                                    <p:cond delay="0"/>
                                  </p:stCondLst>
                                  <p:childTnLst>
                                    <p:set>
                                      <p:cBhvr>
                                        <p:cTn id="53" dur="1" fill="hold">
                                          <p:stCondLst>
                                            <p:cond delay="0"/>
                                          </p:stCondLst>
                                        </p:cTn>
                                        <p:tgtEl>
                                          <p:spTgt spid="926742">
                                            <p:txEl>
                                              <p:pRg st="6" end="6"/>
                                            </p:txEl>
                                          </p:spTgt>
                                        </p:tgtEl>
                                        <p:attrNameLst>
                                          <p:attrName>style.visibility</p:attrName>
                                        </p:attrNameLst>
                                      </p:cBhvr>
                                      <p:to>
                                        <p:strVal val="visible"/>
                                      </p:to>
                                    </p:set>
                                    <p:animEffect transition="in" filter="box(out)">
                                      <p:cBhvr>
                                        <p:cTn id="54" dur="500"/>
                                        <p:tgtEl>
                                          <p:spTgt spid="926742">
                                            <p:txEl>
                                              <p:pRg st="6" end="6"/>
                                            </p:txEl>
                                          </p:spTgt>
                                        </p:tgtEl>
                                      </p:cBhvr>
                                    </p:animEffect>
                                  </p:childTnLst>
                                  <p:subTnLst>
                                    <p:audio>
                                      <p:cMediaNode>
                                        <p:cTn display="0" masterRel="sameClick">
                                          <p:stCondLst>
                                            <p:cond evt="begin" delay="0">
                                              <p:tn val="52"/>
                                            </p:cond>
                                          </p:stCondLst>
                                          <p:endCondLst>
                                            <p:cond evt="onStopAudio" delay="0">
                                              <p:tgtEl>
                                                <p:sldTgt/>
                                              </p:tgtEl>
                                            </p:cond>
                                          </p:endCondLst>
                                        </p:cTn>
                                        <p:tgtEl>
                                          <p:sndTgt r:embed="rId2" name="camera.wav"/>
                                        </p:tgtEl>
                                      </p:cMediaNode>
                                    </p:audio>
                                  </p:subTnLst>
                                </p:cTn>
                              </p:par>
                              <p:par>
                                <p:cTn id="55" presetID="4" presetClass="entr" presetSubtype="32" fill="hold" grpId="0" nodeType="withEffect">
                                  <p:stCondLst>
                                    <p:cond delay="0"/>
                                  </p:stCondLst>
                                  <p:childTnLst>
                                    <p:set>
                                      <p:cBhvr>
                                        <p:cTn id="56" dur="1" fill="hold">
                                          <p:stCondLst>
                                            <p:cond delay="0"/>
                                          </p:stCondLst>
                                        </p:cTn>
                                        <p:tgtEl>
                                          <p:spTgt spid="926742">
                                            <p:txEl>
                                              <p:pRg st="7" end="7"/>
                                            </p:txEl>
                                          </p:spTgt>
                                        </p:tgtEl>
                                        <p:attrNameLst>
                                          <p:attrName>style.visibility</p:attrName>
                                        </p:attrNameLst>
                                      </p:cBhvr>
                                      <p:to>
                                        <p:strVal val="visible"/>
                                      </p:to>
                                    </p:set>
                                    <p:animEffect transition="in" filter="box(out)">
                                      <p:cBhvr>
                                        <p:cTn id="57" dur="500"/>
                                        <p:tgtEl>
                                          <p:spTgt spid="926742">
                                            <p:txEl>
                                              <p:pRg st="7" end="7"/>
                                            </p:txEl>
                                          </p:spTgt>
                                        </p:tgtEl>
                                      </p:cBhvr>
                                    </p:animEffect>
                                  </p:childTnLst>
                                  <p:subTnLst>
                                    <p:audio>
                                      <p:cMediaNode>
                                        <p:cTn display="0" masterRel="sameClick">
                                          <p:stCondLst>
                                            <p:cond evt="begin" delay="0">
                                              <p:tn val="55"/>
                                            </p:cond>
                                          </p:stCondLst>
                                          <p:endCondLst>
                                            <p:cond evt="onStopAudio" delay="0">
                                              <p:tgtEl>
                                                <p:sldTgt/>
                                              </p:tgtEl>
                                            </p:cond>
                                          </p:endCondLst>
                                        </p:cTn>
                                        <p:tgtEl>
                                          <p:sndTgt r:embed="rId2" name="camera.wav"/>
                                        </p:tgtEl>
                                      </p:cMediaNode>
                                    </p:audio>
                                  </p:subTnLst>
                                </p:cTn>
                              </p:par>
                            </p:childTnLst>
                          </p:cTn>
                        </p:par>
                      </p:childTnLst>
                    </p:cTn>
                  </p:par>
                  <p:par>
                    <p:cTn id="58" fill="hold">
                      <p:stCondLst>
                        <p:cond delay="indefinite"/>
                      </p:stCondLst>
                      <p:childTnLst>
                        <p:par>
                          <p:cTn id="59" fill="hold">
                            <p:stCondLst>
                              <p:cond delay="0"/>
                            </p:stCondLst>
                            <p:childTnLst>
                              <p:par>
                                <p:cTn id="60" presetID="18" presetClass="entr" presetSubtype="6" fill="hold" nodeType="clickEffect">
                                  <p:stCondLst>
                                    <p:cond delay="0"/>
                                  </p:stCondLst>
                                  <p:childTnLst>
                                    <p:set>
                                      <p:cBhvr>
                                        <p:cTn id="61" dur="1" fill="hold">
                                          <p:stCondLst>
                                            <p:cond delay="0"/>
                                          </p:stCondLst>
                                        </p:cTn>
                                        <p:tgtEl>
                                          <p:spTgt spid="926742">
                                            <p:txEl>
                                              <p:pRg st="4" end="4"/>
                                            </p:txEl>
                                          </p:spTgt>
                                        </p:tgtEl>
                                        <p:attrNameLst>
                                          <p:attrName>style.visibility</p:attrName>
                                        </p:attrNameLst>
                                      </p:cBhvr>
                                      <p:to>
                                        <p:strVal val="visible"/>
                                      </p:to>
                                    </p:set>
                                    <p:animEffect transition="in" filter="strips(downRight)">
                                      <p:cBhvr>
                                        <p:cTn id="62" dur="500"/>
                                        <p:tgtEl>
                                          <p:spTgt spid="926742">
                                            <p:txEl>
                                              <p:pRg st="4" end="4"/>
                                            </p:txEl>
                                          </p:spTgt>
                                        </p:tgtEl>
                                      </p:cBhvr>
                                    </p:animEffect>
                                  </p:childTnLst>
                                  <p:subTnLst>
                                    <p:animClr clrSpc="rgb" dir="cw">
                                      <p:cBhvr override="childStyle">
                                        <p:cTn dur="1" fill="hold" display="0" masterRel="nextClick" afterEffect="1"/>
                                        <p:tgtEl>
                                          <p:spTgt spid="926742">
                                            <p:txEl>
                                              <p:pRg st="4" end="4"/>
                                            </p:txEl>
                                          </p:spTgt>
                                        </p:tgtEl>
                                        <p:attrNameLst>
                                          <p:attrName>ppt_c</p:attrName>
                                        </p:attrNameLst>
                                      </p:cBhvr>
                                      <p:to>
                                        <a:srgbClr val="FF3300"/>
                                      </p:to>
                                    </p:animClr>
                                    <p:audio>
                                      <p:cMediaNode>
                                        <p:cTn display="0" masterRel="sameClick">
                                          <p:stCondLst>
                                            <p:cond evt="begin" delay="0">
                                              <p:tn val="60"/>
                                            </p:cond>
                                          </p:stCondLst>
                                          <p:endCondLst>
                                            <p:cond evt="onStopAudio" delay="0">
                                              <p:tgtEl>
                                                <p:sldTgt/>
                                              </p:tgtEl>
                                            </p:cond>
                                          </p:endCondLst>
                                        </p:cTn>
                                        <p:tgtEl>
                                          <p:sndTgt r:embed="rId2" name="camera.wav"/>
                                        </p:tgtEl>
                                      </p:cMediaNode>
                                    </p:audio>
                                  </p:subTnLst>
                                </p:cTn>
                              </p:par>
                            </p:childTnLst>
                          </p:cTn>
                        </p:par>
                        <p:par>
                          <p:cTn id="63" fill="hold">
                            <p:stCondLst>
                              <p:cond delay="500"/>
                            </p:stCondLst>
                            <p:childTnLst>
                              <p:par>
                                <p:cTn id="64" presetID="18" presetClass="entr" presetSubtype="12" fill="hold" nodeType="afterEffect">
                                  <p:stCondLst>
                                    <p:cond delay="0"/>
                                  </p:stCondLst>
                                  <p:childTnLst>
                                    <p:set>
                                      <p:cBhvr>
                                        <p:cTn id="65" dur="1" fill="hold">
                                          <p:stCondLst>
                                            <p:cond delay="0"/>
                                          </p:stCondLst>
                                        </p:cTn>
                                        <p:tgtEl>
                                          <p:spTgt spid="926743"/>
                                        </p:tgtEl>
                                        <p:attrNameLst>
                                          <p:attrName>style.visibility</p:attrName>
                                        </p:attrNameLst>
                                      </p:cBhvr>
                                      <p:to>
                                        <p:strVal val="visible"/>
                                      </p:to>
                                    </p:set>
                                    <p:animEffect transition="in" filter="strips(downLeft)">
                                      <p:cBhvr>
                                        <p:cTn id="66" dur="500"/>
                                        <p:tgtEl>
                                          <p:spTgt spid="926743"/>
                                        </p:tgtEl>
                                      </p:cBhvr>
                                    </p:animEffect>
                                  </p:childTnLst>
                                  <p:subTnLst>
                                    <p:audio>
                                      <p:cMediaNode>
                                        <p:cTn display="0" masterRel="sameClick">
                                          <p:stCondLst>
                                            <p:cond evt="begin" delay="0">
                                              <p:tn val="64"/>
                                            </p:cond>
                                          </p:stCondLst>
                                          <p:endCondLst>
                                            <p:cond evt="onStopAudio" delay="0">
                                              <p:tgtEl>
                                                <p:sldTgt/>
                                              </p:tgtEl>
                                            </p:cond>
                                          </p:endCondLst>
                                        </p:cTn>
                                        <p:tgtEl>
                                          <p:sndTgt r:embed="rId2" name="camera.wav"/>
                                        </p:tgtEl>
                                      </p:cMediaNode>
                                    </p:audio>
                                  </p:subTnLst>
                                </p:cTn>
                              </p:par>
                            </p:childTnLst>
                          </p:cTn>
                        </p:par>
                      </p:childTnLst>
                    </p:cTn>
                  </p:par>
                  <p:par>
                    <p:cTn id="67" fill="hold">
                      <p:stCondLst>
                        <p:cond delay="indefinite"/>
                      </p:stCondLst>
                      <p:childTnLst>
                        <p:par>
                          <p:cTn id="68" fill="hold">
                            <p:stCondLst>
                              <p:cond delay="0"/>
                            </p:stCondLst>
                            <p:childTnLst>
                              <p:par>
                                <p:cTn id="69" presetID="4" presetClass="entr" presetSubtype="32" fill="hold" grpId="0" nodeType="clickEffect">
                                  <p:stCondLst>
                                    <p:cond delay="0"/>
                                  </p:stCondLst>
                                  <p:childTnLst>
                                    <p:set>
                                      <p:cBhvr>
                                        <p:cTn id="70" dur="1" fill="hold">
                                          <p:stCondLst>
                                            <p:cond delay="0"/>
                                          </p:stCondLst>
                                        </p:cTn>
                                        <p:tgtEl>
                                          <p:spTgt spid="926748">
                                            <p:bg/>
                                          </p:spTgt>
                                        </p:tgtEl>
                                        <p:attrNameLst>
                                          <p:attrName>style.visibility</p:attrName>
                                        </p:attrNameLst>
                                      </p:cBhvr>
                                      <p:to>
                                        <p:strVal val="visible"/>
                                      </p:to>
                                    </p:set>
                                    <p:animEffect transition="in" filter="box(out)">
                                      <p:cBhvr>
                                        <p:cTn id="71" dur="500"/>
                                        <p:tgtEl>
                                          <p:spTgt spid="926748">
                                            <p:bg/>
                                          </p:spTgt>
                                        </p:tgtEl>
                                      </p:cBhvr>
                                    </p:animEffect>
                                  </p:childTnLst>
                                  <p:subTnLst>
                                    <p:audio>
                                      <p:cMediaNode>
                                        <p:cTn display="0" masterRel="sameClick">
                                          <p:stCondLst>
                                            <p:cond evt="begin" delay="0">
                                              <p:tn val="69"/>
                                            </p:cond>
                                          </p:stCondLst>
                                          <p:endCondLst>
                                            <p:cond evt="onStopAudio" delay="0">
                                              <p:tgtEl>
                                                <p:sldTgt/>
                                              </p:tgtEl>
                                            </p:cond>
                                          </p:endCondLst>
                                        </p:cTn>
                                        <p:tgtEl>
                                          <p:sndTgt r:embed="rId2" name="camera.wav"/>
                                        </p:tgtEl>
                                      </p:cMediaNode>
                                    </p:audio>
                                  </p:subTnLst>
                                </p:cTn>
                              </p:par>
                              <p:par>
                                <p:cTn id="72" presetID="4" presetClass="entr" presetSubtype="32" fill="hold" grpId="0" nodeType="withEffect">
                                  <p:stCondLst>
                                    <p:cond delay="0"/>
                                  </p:stCondLst>
                                  <p:childTnLst>
                                    <p:set>
                                      <p:cBhvr>
                                        <p:cTn id="73" dur="1" fill="hold">
                                          <p:stCondLst>
                                            <p:cond delay="0"/>
                                          </p:stCondLst>
                                        </p:cTn>
                                        <p:tgtEl>
                                          <p:spTgt spid="926748">
                                            <p:txEl>
                                              <p:pRg st="0" end="0"/>
                                            </p:txEl>
                                          </p:spTgt>
                                        </p:tgtEl>
                                        <p:attrNameLst>
                                          <p:attrName>style.visibility</p:attrName>
                                        </p:attrNameLst>
                                      </p:cBhvr>
                                      <p:to>
                                        <p:strVal val="visible"/>
                                      </p:to>
                                    </p:set>
                                    <p:animEffect transition="in" filter="box(out)">
                                      <p:cBhvr>
                                        <p:cTn id="74" dur="500"/>
                                        <p:tgtEl>
                                          <p:spTgt spid="926748">
                                            <p:txEl>
                                              <p:pRg st="0" end="0"/>
                                            </p:txEl>
                                          </p:spTgt>
                                        </p:tgtEl>
                                      </p:cBhvr>
                                    </p:animEffect>
                                  </p:childTnLst>
                                  <p:subTnLst>
                                    <p:audio>
                                      <p:cMediaNode>
                                        <p:cTn display="0" masterRel="sameClick">
                                          <p:stCondLst>
                                            <p:cond evt="begin" delay="0">
                                              <p:tn val="72"/>
                                            </p:cond>
                                          </p:stCondLst>
                                          <p:endCondLst>
                                            <p:cond evt="onStopAudio" delay="0">
                                              <p:tgtEl>
                                                <p:sldTgt/>
                                              </p:tgtEl>
                                            </p:cond>
                                          </p:endCondLst>
                                        </p:cTn>
                                        <p:tgtEl>
                                          <p:sndTgt r:embed="rId2" name="camera.wav"/>
                                        </p:tgtEl>
                                      </p:cMediaNode>
                                    </p:audio>
                                  </p:subTnLst>
                                </p:cTn>
                              </p:par>
                              <p:par>
                                <p:cTn id="75" presetID="4" presetClass="entr" presetSubtype="32" fill="hold" grpId="0" nodeType="withEffect">
                                  <p:stCondLst>
                                    <p:cond delay="0"/>
                                  </p:stCondLst>
                                  <p:childTnLst>
                                    <p:set>
                                      <p:cBhvr>
                                        <p:cTn id="76" dur="1" fill="hold">
                                          <p:stCondLst>
                                            <p:cond delay="0"/>
                                          </p:stCondLst>
                                        </p:cTn>
                                        <p:tgtEl>
                                          <p:spTgt spid="926748">
                                            <p:txEl>
                                              <p:pRg st="1" end="1"/>
                                            </p:txEl>
                                          </p:spTgt>
                                        </p:tgtEl>
                                        <p:attrNameLst>
                                          <p:attrName>style.visibility</p:attrName>
                                        </p:attrNameLst>
                                      </p:cBhvr>
                                      <p:to>
                                        <p:strVal val="visible"/>
                                      </p:to>
                                    </p:set>
                                    <p:animEffect transition="in" filter="box(out)">
                                      <p:cBhvr>
                                        <p:cTn id="77" dur="500"/>
                                        <p:tgtEl>
                                          <p:spTgt spid="926748">
                                            <p:txEl>
                                              <p:pRg st="1" end="1"/>
                                            </p:txEl>
                                          </p:spTgt>
                                        </p:tgtEl>
                                      </p:cBhvr>
                                    </p:animEffect>
                                  </p:childTnLst>
                                  <p:subTnLst>
                                    <p:audio>
                                      <p:cMediaNode>
                                        <p:cTn display="0" masterRel="sameClick">
                                          <p:stCondLst>
                                            <p:cond evt="begin" delay="0">
                                              <p:tn val="75"/>
                                            </p:cond>
                                          </p:stCondLst>
                                          <p:endCondLst>
                                            <p:cond evt="onStopAudio" delay="0">
                                              <p:tgtEl>
                                                <p:sldTgt/>
                                              </p:tgtEl>
                                            </p:cond>
                                          </p:endCondLst>
                                        </p:cTn>
                                        <p:tgtEl>
                                          <p:sndTgt r:embed="rId2" name="camera.wav"/>
                                        </p:tgtEl>
                                      </p:cMediaNode>
                                    </p:audio>
                                  </p:subTnLst>
                                </p:cTn>
                              </p:par>
                              <p:par>
                                <p:cTn id="78" presetID="4" presetClass="entr" presetSubtype="32" fill="hold" grpId="0" nodeType="withEffect">
                                  <p:stCondLst>
                                    <p:cond delay="0"/>
                                  </p:stCondLst>
                                  <p:childTnLst>
                                    <p:set>
                                      <p:cBhvr>
                                        <p:cTn id="79" dur="1" fill="hold">
                                          <p:stCondLst>
                                            <p:cond delay="0"/>
                                          </p:stCondLst>
                                        </p:cTn>
                                        <p:tgtEl>
                                          <p:spTgt spid="926748">
                                            <p:txEl>
                                              <p:pRg st="2" end="2"/>
                                            </p:txEl>
                                          </p:spTgt>
                                        </p:tgtEl>
                                        <p:attrNameLst>
                                          <p:attrName>style.visibility</p:attrName>
                                        </p:attrNameLst>
                                      </p:cBhvr>
                                      <p:to>
                                        <p:strVal val="visible"/>
                                      </p:to>
                                    </p:set>
                                    <p:animEffect transition="in" filter="box(out)">
                                      <p:cBhvr>
                                        <p:cTn id="80" dur="500"/>
                                        <p:tgtEl>
                                          <p:spTgt spid="926748">
                                            <p:txEl>
                                              <p:pRg st="2" end="2"/>
                                            </p:txEl>
                                          </p:spTgt>
                                        </p:tgtEl>
                                      </p:cBhvr>
                                    </p:animEffect>
                                  </p:childTnLst>
                                  <p:subTnLst>
                                    <p:audio>
                                      <p:cMediaNode>
                                        <p:cTn display="0" masterRel="sameClick">
                                          <p:stCondLst>
                                            <p:cond evt="begin" delay="0">
                                              <p:tn val="78"/>
                                            </p:cond>
                                          </p:stCondLst>
                                          <p:endCondLst>
                                            <p:cond evt="onStopAudio" delay="0">
                                              <p:tgtEl>
                                                <p:sldTgt/>
                                              </p:tgtEl>
                                            </p:cond>
                                          </p:endCondLst>
                                        </p:cTn>
                                        <p:tgtEl>
                                          <p:sndTgt r:embed="rId2" name="camera.wav"/>
                                        </p:tgtEl>
                                      </p:cMediaNode>
                                    </p:audio>
                                  </p:subTnLst>
                                </p:cTn>
                              </p:par>
                              <p:par>
                                <p:cTn id="81" presetID="4" presetClass="entr" presetSubtype="32" fill="hold" grpId="0" nodeType="withEffect">
                                  <p:stCondLst>
                                    <p:cond delay="0"/>
                                  </p:stCondLst>
                                  <p:childTnLst>
                                    <p:set>
                                      <p:cBhvr>
                                        <p:cTn id="82" dur="1" fill="hold">
                                          <p:stCondLst>
                                            <p:cond delay="0"/>
                                          </p:stCondLst>
                                        </p:cTn>
                                        <p:tgtEl>
                                          <p:spTgt spid="926748">
                                            <p:txEl>
                                              <p:pRg st="3" end="3"/>
                                            </p:txEl>
                                          </p:spTgt>
                                        </p:tgtEl>
                                        <p:attrNameLst>
                                          <p:attrName>style.visibility</p:attrName>
                                        </p:attrNameLst>
                                      </p:cBhvr>
                                      <p:to>
                                        <p:strVal val="visible"/>
                                      </p:to>
                                    </p:set>
                                    <p:animEffect transition="in" filter="box(out)">
                                      <p:cBhvr>
                                        <p:cTn id="83" dur="500"/>
                                        <p:tgtEl>
                                          <p:spTgt spid="926748">
                                            <p:txEl>
                                              <p:pRg st="3" end="3"/>
                                            </p:txEl>
                                          </p:spTgt>
                                        </p:tgtEl>
                                      </p:cBhvr>
                                    </p:animEffect>
                                  </p:childTnLst>
                                  <p:subTnLst>
                                    <p:audio>
                                      <p:cMediaNode>
                                        <p:cTn display="0" masterRel="sameClick">
                                          <p:stCondLst>
                                            <p:cond evt="begin" delay="0">
                                              <p:tn val="81"/>
                                            </p:cond>
                                          </p:stCondLst>
                                          <p:endCondLst>
                                            <p:cond evt="onStopAudio" delay="0">
                                              <p:tgtEl>
                                                <p:sldTgt/>
                                              </p:tgtEl>
                                            </p:cond>
                                          </p:endCondLst>
                                        </p:cTn>
                                        <p:tgtEl>
                                          <p:sndTgt r:embed="rId2" name="camera.wav"/>
                                        </p:tgtEl>
                                      </p:cMediaNode>
                                    </p:audio>
                                  </p:subTnLst>
                                </p:cTn>
                              </p:par>
                              <p:par>
                                <p:cTn id="84" presetID="4" presetClass="entr" presetSubtype="32" fill="hold" grpId="0" nodeType="withEffect">
                                  <p:stCondLst>
                                    <p:cond delay="0"/>
                                  </p:stCondLst>
                                  <p:childTnLst>
                                    <p:set>
                                      <p:cBhvr>
                                        <p:cTn id="85" dur="1" fill="hold">
                                          <p:stCondLst>
                                            <p:cond delay="0"/>
                                          </p:stCondLst>
                                        </p:cTn>
                                        <p:tgtEl>
                                          <p:spTgt spid="926748">
                                            <p:txEl>
                                              <p:pRg st="4" end="4"/>
                                            </p:txEl>
                                          </p:spTgt>
                                        </p:tgtEl>
                                        <p:attrNameLst>
                                          <p:attrName>style.visibility</p:attrName>
                                        </p:attrNameLst>
                                      </p:cBhvr>
                                      <p:to>
                                        <p:strVal val="visible"/>
                                      </p:to>
                                    </p:set>
                                    <p:animEffect transition="in" filter="box(out)">
                                      <p:cBhvr>
                                        <p:cTn id="86" dur="500"/>
                                        <p:tgtEl>
                                          <p:spTgt spid="926748">
                                            <p:txEl>
                                              <p:pRg st="4" end="4"/>
                                            </p:txEl>
                                          </p:spTgt>
                                        </p:tgtEl>
                                      </p:cBhvr>
                                    </p:animEffect>
                                  </p:childTnLst>
                                  <p:subTnLst>
                                    <p:audio>
                                      <p:cMediaNode>
                                        <p:cTn display="0" masterRel="sameClick">
                                          <p:stCondLst>
                                            <p:cond evt="begin" delay="0">
                                              <p:tn val="84"/>
                                            </p:cond>
                                          </p:stCondLst>
                                          <p:endCondLst>
                                            <p:cond evt="onStopAudio" delay="0">
                                              <p:tgtEl>
                                                <p:sldTgt/>
                                              </p:tgtEl>
                                            </p:cond>
                                          </p:endCondLst>
                                        </p:cTn>
                                        <p:tgtEl>
                                          <p:sndTgt r:embed="rId2" name="camera.wav"/>
                                        </p:tgtEl>
                                      </p:cMediaNode>
                                    </p:audio>
                                  </p:subTnLst>
                                </p:cTn>
                              </p:par>
                              <p:par>
                                <p:cTn id="87" presetID="4" presetClass="entr" presetSubtype="32" fill="hold" grpId="0" nodeType="withEffect">
                                  <p:stCondLst>
                                    <p:cond delay="0"/>
                                  </p:stCondLst>
                                  <p:childTnLst>
                                    <p:set>
                                      <p:cBhvr>
                                        <p:cTn id="88" dur="1" fill="hold">
                                          <p:stCondLst>
                                            <p:cond delay="0"/>
                                          </p:stCondLst>
                                        </p:cTn>
                                        <p:tgtEl>
                                          <p:spTgt spid="926748">
                                            <p:txEl>
                                              <p:pRg st="5" end="5"/>
                                            </p:txEl>
                                          </p:spTgt>
                                        </p:tgtEl>
                                        <p:attrNameLst>
                                          <p:attrName>style.visibility</p:attrName>
                                        </p:attrNameLst>
                                      </p:cBhvr>
                                      <p:to>
                                        <p:strVal val="visible"/>
                                      </p:to>
                                    </p:set>
                                    <p:animEffect transition="in" filter="box(out)">
                                      <p:cBhvr>
                                        <p:cTn id="89" dur="500"/>
                                        <p:tgtEl>
                                          <p:spTgt spid="926748">
                                            <p:txEl>
                                              <p:pRg st="5" end="5"/>
                                            </p:txEl>
                                          </p:spTgt>
                                        </p:tgtEl>
                                      </p:cBhvr>
                                    </p:animEffect>
                                  </p:childTnLst>
                                  <p:subTnLst>
                                    <p:audio>
                                      <p:cMediaNode>
                                        <p:cTn display="0" masterRel="sameClick">
                                          <p:stCondLst>
                                            <p:cond evt="begin" delay="0">
                                              <p:tn val="87"/>
                                            </p:cond>
                                          </p:stCondLst>
                                          <p:endCondLst>
                                            <p:cond evt="onStopAudio" delay="0">
                                              <p:tgtEl>
                                                <p:sldTgt/>
                                              </p:tgtEl>
                                            </p:cond>
                                          </p:endCondLst>
                                        </p:cTn>
                                        <p:tgtEl>
                                          <p:sndTgt r:embed="rId2" name="camera.wav"/>
                                        </p:tgtEl>
                                      </p:cMediaNode>
                                    </p:audio>
                                  </p:subTnLst>
                                </p:cTn>
                              </p:par>
                              <p:par>
                                <p:cTn id="90" presetID="4" presetClass="entr" presetSubtype="32" fill="hold" grpId="0" nodeType="withEffect">
                                  <p:stCondLst>
                                    <p:cond delay="0"/>
                                  </p:stCondLst>
                                  <p:childTnLst>
                                    <p:set>
                                      <p:cBhvr>
                                        <p:cTn id="91" dur="1" fill="hold">
                                          <p:stCondLst>
                                            <p:cond delay="0"/>
                                          </p:stCondLst>
                                        </p:cTn>
                                        <p:tgtEl>
                                          <p:spTgt spid="926748">
                                            <p:txEl>
                                              <p:pRg st="6" end="6"/>
                                            </p:txEl>
                                          </p:spTgt>
                                        </p:tgtEl>
                                        <p:attrNameLst>
                                          <p:attrName>style.visibility</p:attrName>
                                        </p:attrNameLst>
                                      </p:cBhvr>
                                      <p:to>
                                        <p:strVal val="visible"/>
                                      </p:to>
                                    </p:set>
                                    <p:animEffect transition="in" filter="box(out)">
                                      <p:cBhvr>
                                        <p:cTn id="92" dur="500"/>
                                        <p:tgtEl>
                                          <p:spTgt spid="926748">
                                            <p:txEl>
                                              <p:pRg st="6" end="6"/>
                                            </p:txEl>
                                          </p:spTgt>
                                        </p:tgtEl>
                                      </p:cBhvr>
                                    </p:animEffect>
                                  </p:childTnLst>
                                  <p:subTnLst>
                                    <p:audio>
                                      <p:cMediaNode>
                                        <p:cTn display="0" masterRel="sameClick">
                                          <p:stCondLst>
                                            <p:cond evt="begin" delay="0">
                                              <p:tn val="90"/>
                                            </p:cond>
                                          </p:stCondLst>
                                          <p:endCondLst>
                                            <p:cond evt="onStopAudio" delay="0">
                                              <p:tgtEl>
                                                <p:sldTgt/>
                                              </p:tgtEl>
                                            </p:cond>
                                          </p:endCondLst>
                                        </p:cTn>
                                        <p:tgtEl>
                                          <p:sndTgt r:embed="rId2" name="camera.wav"/>
                                        </p:tgtEl>
                                      </p:cMediaNode>
                                    </p:audio>
                                  </p:subTnLst>
                                </p:cTn>
                              </p:par>
                              <p:par>
                                <p:cTn id="93" presetID="4" presetClass="entr" presetSubtype="32" fill="hold" grpId="0" nodeType="withEffect">
                                  <p:stCondLst>
                                    <p:cond delay="0"/>
                                  </p:stCondLst>
                                  <p:childTnLst>
                                    <p:set>
                                      <p:cBhvr>
                                        <p:cTn id="94" dur="1" fill="hold">
                                          <p:stCondLst>
                                            <p:cond delay="0"/>
                                          </p:stCondLst>
                                        </p:cTn>
                                        <p:tgtEl>
                                          <p:spTgt spid="926748">
                                            <p:txEl>
                                              <p:pRg st="7" end="7"/>
                                            </p:txEl>
                                          </p:spTgt>
                                        </p:tgtEl>
                                        <p:attrNameLst>
                                          <p:attrName>style.visibility</p:attrName>
                                        </p:attrNameLst>
                                      </p:cBhvr>
                                      <p:to>
                                        <p:strVal val="visible"/>
                                      </p:to>
                                    </p:set>
                                    <p:animEffect transition="in" filter="box(out)">
                                      <p:cBhvr>
                                        <p:cTn id="95" dur="500"/>
                                        <p:tgtEl>
                                          <p:spTgt spid="926748">
                                            <p:txEl>
                                              <p:pRg st="7" end="7"/>
                                            </p:txEl>
                                          </p:spTgt>
                                        </p:tgtEl>
                                      </p:cBhvr>
                                    </p:animEffect>
                                  </p:childTnLst>
                                  <p:subTnLst>
                                    <p:audio>
                                      <p:cMediaNode>
                                        <p:cTn display="0" masterRel="sameClick">
                                          <p:stCondLst>
                                            <p:cond evt="begin" delay="0">
                                              <p:tn val="93"/>
                                            </p:cond>
                                          </p:stCondLst>
                                          <p:endCondLst>
                                            <p:cond evt="onStopAudio" delay="0">
                                              <p:tgtEl>
                                                <p:sldTgt/>
                                              </p:tgtEl>
                                            </p:cond>
                                          </p:endCondLst>
                                        </p:cTn>
                                        <p:tgtEl>
                                          <p:sndTgt r:embed="rId2" name="camera.wav"/>
                                        </p:tgtEl>
                                      </p:cMediaNode>
                                    </p:audio>
                                  </p:subTnLst>
                                </p:cTn>
                              </p:par>
                            </p:childTnLst>
                          </p:cTn>
                        </p:par>
                      </p:childTnLst>
                    </p:cTn>
                  </p:par>
                  <p:par>
                    <p:cTn id="96" fill="hold">
                      <p:stCondLst>
                        <p:cond delay="indefinite"/>
                      </p:stCondLst>
                      <p:childTnLst>
                        <p:par>
                          <p:cTn id="97" fill="hold">
                            <p:stCondLst>
                              <p:cond delay="0"/>
                            </p:stCondLst>
                            <p:childTnLst>
                              <p:par>
                                <p:cTn id="98" presetID="18" presetClass="entr" presetSubtype="6" fill="hold" nodeType="clickEffect">
                                  <p:stCondLst>
                                    <p:cond delay="0"/>
                                  </p:stCondLst>
                                  <p:childTnLst>
                                    <p:set>
                                      <p:cBhvr>
                                        <p:cTn id="99" dur="1" fill="hold">
                                          <p:stCondLst>
                                            <p:cond delay="0"/>
                                          </p:stCondLst>
                                        </p:cTn>
                                        <p:tgtEl>
                                          <p:spTgt spid="926748">
                                            <p:txEl>
                                              <p:pRg st="4" end="4"/>
                                            </p:txEl>
                                          </p:spTgt>
                                        </p:tgtEl>
                                        <p:attrNameLst>
                                          <p:attrName>style.visibility</p:attrName>
                                        </p:attrNameLst>
                                      </p:cBhvr>
                                      <p:to>
                                        <p:strVal val="visible"/>
                                      </p:to>
                                    </p:set>
                                    <p:animEffect transition="in" filter="strips(downRight)">
                                      <p:cBhvr>
                                        <p:cTn id="100" dur="500"/>
                                        <p:tgtEl>
                                          <p:spTgt spid="926748">
                                            <p:txEl>
                                              <p:pRg st="4" end="4"/>
                                            </p:txEl>
                                          </p:spTgt>
                                        </p:tgtEl>
                                      </p:cBhvr>
                                    </p:animEffect>
                                  </p:childTnLst>
                                  <p:subTnLst>
                                    <p:animClr clrSpc="rgb" dir="cw">
                                      <p:cBhvr override="childStyle">
                                        <p:cTn dur="1" fill="hold" display="0" masterRel="nextClick" afterEffect="1"/>
                                        <p:tgtEl>
                                          <p:spTgt spid="926748">
                                            <p:txEl>
                                              <p:pRg st="4" end="4"/>
                                            </p:txEl>
                                          </p:spTgt>
                                        </p:tgtEl>
                                        <p:attrNameLst>
                                          <p:attrName>ppt_c</p:attrName>
                                        </p:attrNameLst>
                                      </p:cBhvr>
                                      <p:to>
                                        <a:srgbClr val="FF3300"/>
                                      </p:to>
                                    </p:animClr>
                                    <p:audio>
                                      <p:cMediaNode>
                                        <p:cTn display="0" masterRel="sameClick">
                                          <p:stCondLst>
                                            <p:cond evt="begin" delay="0">
                                              <p:tn val="98"/>
                                            </p:cond>
                                          </p:stCondLst>
                                          <p:endCondLst>
                                            <p:cond evt="onStopAudio" delay="0">
                                              <p:tgtEl>
                                                <p:sldTgt/>
                                              </p:tgtEl>
                                            </p:cond>
                                          </p:endCondLst>
                                        </p:cTn>
                                        <p:tgtEl>
                                          <p:sndTgt r:embed="rId2" name="camera.wav"/>
                                        </p:tgtEl>
                                      </p:cMediaNode>
                                    </p:audio>
                                  </p:subTnLst>
                                </p:cTn>
                              </p:par>
                            </p:childTnLst>
                          </p:cTn>
                        </p:par>
                        <p:par>
                          <p:cTn id="101" fill="hold">
                            <p:stCondLst>
                              <p:cond delay="500"/>
                            </p:stCondLst>
                            <p:childTnLst>
                              <p:par>
                                <p:cTn id="102" presetID="18" presetClass="entr" presetSubtype="12" fill="hold" nodeType="afterEffect">
                                  <p:stCondLst>
                                    <p:cond delay="0"/>
                                  </p:stCondLst>
                                  <p:childTnLst>
                                    <p:set>
                                      <p:cBhvr>
                                        <p:cTn id="103" dur="1" fill="hold">
                                          <p:stCondLst>
                                            <p:cond delay="0"/>
                                          </p:stCondLst>
                                        </p:cTn>
                                        <p:tgtEl>
                                          <p:spTgt spid="926760"/>
                                        </p:tgtEl>
                                        <p:attrNameLst>
                                          <p:attrName>style.visibility</p:attrName>
                                        </p:attrNameLst>
                                      </p:cBhvr>
                                      <p:to>
                                        <p:strVal val="visible"/>
                                      </p:to>
                                    </p:set>
                                    <p:animEffect transition="in" filter="strips(downLeft)">
                                      <p:cBhvr>
                                        <p:cTn id="104" dur="500"/>
                                        <p:tgtEl>
                                          <p:spTgt spid="926760"/>
                                        </p:tgtEl>
                                      </p:cBhvr>
                                    </p:animEffect>
                                  </p:childTnLst>
                                  <p:subTnLst>
                                    <p:audio>
                                      <p:cMediaNode>
                                        <p:cTn display="0" masterRel="sameClick">
                                          <p:stCondLst>
                                            <p:cond evt="begin" delay="0">
                                              <p:tn val="102"/>
                                            </p:cond>
                                          </p:stCondLst>
                                          <p:endCondLst>
                                            <p:cond evt="onStopAudio" delay="0">
                                              <p:tgtEl>
                                                <p:sldTgt/>
                                              </p:tgtEl>
                                            </p:cond>
                                          </p:endCondLst>
                                        </p:cTn>
                                        <p:tgtEl>
                                          <p:sndTgt r:embed="rId2" name="camera.wav"/>
                                        </p:tgtEl>
                                      </p:cMediaNode>
                                    </p:audio>
                                  </p:subTnLst>
                                </p:cTn>
                              </p:par>
                            </p:childTnLst>
                          </p:cTn>
                        </p:par>
                      </p:childTnLst>
                    </p:cTn>
                  </p:par>
                  <p:par>
                    <p:cTn id="105" fill="hold">
                      <p:stCondLst>
                        <p:cond delay="indefinite"/>
                      </p:stCondLst>
                      <p:childTnLst>
                        <p:par>
                          <p:cTn id="106" fill="hold">
                            <p:stCondLst>
                              <p:cond delay="0"/>
                            </p:stCondLst>
                            <p:childTnLst>
                              <p:par>
                                <p:cTn id="107" presetID="4" presetClass="entr" presetSubtype="32" fill="hold" grpId="0" nodeType="clickEffect">
                                  <p:stCondLst>
                                    <p:cond delay="0"/>
                                  </p:stCondLst>
                                  <p:childTnLst>
                                    <p:set>
                                      <p:cBhvr>
                                        <p:cTn id="108" dur="1" fill="hold">
                                          <p:stCondLst>
                                            <p:cond delay="0"/>
                                          </p:stCondLst>
                                        </p:cTn>
                                        <p:tgtEl>
                                          <p:spTgt spid="926754">
                                            <p:bg/>
                                          </p:spTgt>
                                        </p:tgtEl>
                                        <p:attrNameLst>
                                          <p:attrName>style.visibility</p:attrName>
                                        </p:attrNameLst>
                                      </p:cBhvr>
                                      <p:to>
                                        <p:strVal val="visible"/>
                                      </p:to>
                                    </p:set>
                                    <p:animEffect transition="in" filter="box(out)">
                                      <p:cBhvr>
                                        <p:cTn id="109" dur="500"/>
                                        <p:tgtEl>
                                          <p:spTgt spid="926754">
                                            <p:bg/>
                                          </p:spTgt>
                                        </p:tgtEl>
                                      </p:cBhvr>
                                    </p:animEffect>
                                  </p:childTnLst>
                                  <p:subTnLst>
                                    <p:audio>
                                      <p:cMediaNode>
                                        <p:cTn display="0" masterRel="sameClick">
                                          <p:stCondLst>
                                            <p:cond evt="begin" delay="0">
                                              <p:tn val="107"/>
                                            </p:cond>
                                          </p:stCondLst>
                                          <p:endCondLst>
                                            <p:cond evt="onStopAudio" delay="0">
                                              <p:tgtEl>
                                                <p:sldTgt/>
                                              </p:tgtEl>
                                            </p:cond>
                                          </p:endCondLst>
                                        </p:cTn>
                                        <p:tgtEl>
                                          <p:sndTgt r:embed="rId2" name="camera.wav"/>
                                        </p:tgtEl>
                                      </p:cMediaNode>
                                    </p:audio>
                                  </p:subTnLst>
                                </p:cTn>
                              </p:par>
                              <p:par>
                                <p:cTn id="110" presetID="4" presetClass="entr" presetSubtype="32" fill="hold" grpId="0" nodeType="withEffect">
                                  <p:stCondLst>
                                    <p:cond delay="0"/>
                                  </p:stCondLst>
                                  <p:childTnLst>
                                    <p:set>
                                      <p:cBhvr>
                                        <p:cTn id="111" dur="1" fill="hold">
                                          <p:stCondLst>
                                            <p:cond delay="0"/>
                                          </p:stCondLst>
                                        </p:cTn>
                                        <p:tgtEl>
                                          <p:spTgt spid="926754">
                                            <p:txEl>
                                              <p:pRg st="0" end="0"/>
                                            </p:txEl>
                                          </p:spTgt>
                                        </p:tgtEl>
                                        <p:attrNameLst>
                                          <p:attrName>style.visibility</p:attrName>
                                        </p:attrNameLst>
                                      </p:cBhvr>
                                      <p:to>
                                        <p:strVal val="visible"/>
                                      </p:to>
                                    </p:set>
                                    <p:animEffect transition="in" filter="box(out)">
                                      <p:cBhvr>
                                        <p:cTn id="112" dur="500"/>
                                        <p:tgtEl>
                                          <p:spTgt spid="926754">
                                            <p:txEl>
                                              <p:pRg st="0" end="0"/>
                                            </p:txEl>
                                          </p:spTgt>
                                        </p:tgtEl>
                                      </p:cBhvr>
                                    </p:animEffect>
                                  </p:childTnLst>
                                  <p:subTnLst>
                                    <p:audio>
                                      <p:cMediaNode>
                                        <p:cTn display="0" masterRel="sameClick">
                                          <p:stCondLst>
                                            <p:cond evt="begin" delay="0">
                                              <p:tn val="110"/>
                                            </p:cond>
                                          </p:stCondLst>
                                          <p:endCondLst>
                                            <p:cond evt="onStopAudio" delay="0">
                                              <p:tgtEl>
                                                <p:sldTgt/>
                                              </p:tgtEl>
                                            </p:cond>
                                          </p:endCondLst>
                                        </p:cTn>
                                        <p:tgtEl>
                                          <p:sndTgt r:embed="rId2" name="camera.wav"/>
                                        </p:tgtEl>
                                      </p:cMediaNode>
                                    </p:audio>
                                  </p:subTnLst>
                                </p:cTn>
                              </p:par>
                              <p:par>
                                <p:cTn id="113" presetID="4" presetClass="entr" presetSubtype="32" fill="hold" grpId="0" nodeType="withEffect">
                                  <p:stCondLst>
                                    <p:cond delay="0"/>
                                  </p:stCondLst>
                                  <p:childTnLst>
                                    <p:set>
                                      <p:cBhvr>
                                        <p:cTn id="114" dur="1" fill="hold">
                                          <p:stCondLst>
                                            <p:cond delay="0"/>
                                          </p:stCondLst>
                                        </p:cTn>
                                        <p:tgtEl>
                                          <p:spTgt spid="926754">
                                            <p:txEl>
                                              <p:pRg st="1" end="1"/>
                                            </p:txEl>
                                          </p:spTgt>
                                        </p:tgtEl>
                                        <p:attrNameLst>
                                          <p:attrName>style.visibility</p:attrName>
                                        </p:attrNameLst>
                                      </p:cBhvr>
                                      <p:to>
                                        <p:strVal val="visible"/>
                                      </p:to>
                                    </p:set>
                                    <p:animEffect transition="in" filter="box(out)">
                                      <p:cBhvr>
                                        <p:cTn id="115" dur="500"/>
                                        <p:tgtEl>
                                          <p:spTgt spid="926754">
                                            <p:txEl>
                                              <p:pRg st="1" end="1"/>
                                            </p:txEl>
                                          </p:spTgt>
                                        </p:tgtEl>
                                      </p:cBhvr>
                                    </p:animEffect>
                                  </p:childTnLst>
                                  <p:subTnLst>
                                    <p:audio>
                                      <p:cMediaNode>
                                        <p:cTn display="0" masterRel="sameClick">
                                          <p:stCondLst>
                                            <p:cond evt="begin" delay="0">
                                              <p:tn val="113"/>
                                            </p:cond>
                                          </p:stCondLst>
                                          <p:endCondLst>
                                            <p:cond evt="onStopAudio" delay="0">
                                              <p:tgtEl>
                                                <p:sldTgt/>
                                              </p:tgtEl>
                                            </p:cond>
                                          </p:endCondLst>
                                        </p:cTn>
                                        <p:tgtEl>
                                          <p:sndTgt r:embed="rId2" name="camera.wav"/>
                                        </p:tgtEl>
                                      </p:cMediaNode>
                                    </p:audio>
                                  </p:subTnLst>
                                </p:cTn>
                              </p:par>
                              <p:par>
                                <p:cTn id="116" presetID="4" presetClass="entr" presetSubtype="32" fill="hold" grpId="0" nodeType="withEffect">
                                  <p:stCondLst>
                                    <p:cond delay="0"/>
                                  </p:stCondLst>
                                  <p:childTnLst>
                                    <p:set>
                                      <p:cBhvr>
                                        <p:cTn id="117" dur="1" fill="hold">
                                          <p:stCondLst>
                                            <p:cond delay="0"/>
                                          </p:stCondLst>
                                        </p:cTn>
                                        <p:tgtEl>
                                          <p:spTgt spid="926754">
                                            <p:txEl>
                                              <p:pRg st="2" end="2"/>
                                            </p:txEl>
                                          </p:spTgt>
                                        </p:tgtEl>
                                        <p:attrNameLst>
                                          <p:attrName>style.visibility</p:attrName>
                                        </p:attrNameLst>
                                      </p:cBhvr>
                                      <p:to>
                                        <p:strVal val="visible"/>
                                      </p:to>
                                    </p:set>
                                    <p:animEffect transition="in" filter="box(out)">
                                      <p:cBhvr>
                                        <p:cTn id="118" dur="500"/>
                                        <p:tgtEl>
                                          <p:spTgt spid="926754">
                                            <p:txEl>
                                              <p:pRg st="2" end="2"/>
                                            </p:txEl>
                                          </p:spTgt>
                                        </p:tgtEl>
                                      </p:cBhvr>
                                    </p:animEffect>
                                  </p:childTnLst>
                                  <p:subTnLst>
                                    <p:audio>
                                      <p:cMediaNode>
                                        <p:cTn display="0" masterRel="sameClick">
                                          <p:stCondLst>
                                            <p:cond evt="begin" delay="0">
                                              <p:tn val="116"/>
                                            </p:cond>
                                          </p:stCondLst>
                                          <p:endCondLst>
                                            <p:cond evt="onStopAudio" delay="0">
                                              <p:tgtEl>
                                                <p:sldTgt/>
                                              </p:tgtEl>
                                            </p:cond>
                                          </p:endCondLst>
                                        </p:cTn>
                                        <p:tgtEl>
                                          <p:sndTgt r:embed="rId2" name="camera.wav"/>
                                        </p:tgtEl>
                                      </p:cMediaNode>
                                    </p:audio>
                                  </p:subTnLst>
                                </p:cTn>
                              </p:par>
                              <p:par>
                                <p:cTn id="119" presetID="4" presetClass="entr" presetSubtype="32" fill="hold" grpId="0" nodeType="withEffect">
                                  <p:stCondLst>
                                    <p:cond delay="0"/>
                                  </p:stCondLst>
                                  <p:childTnLst>
                                    <p:set>
                                      <p:cBhvr>
                                        <p:cTn id="120" dur="1" fill="hold">
                                          <p:stCondLst>
                                            <p:cond delay="0"/>
                                          </p:stCondLst>
                                        </p:cTn>
                                        <p:tgtEl>
                                          <p:spTgt spid="926754">
                                            <p:txEl>
                                              <p:pRg st="3" end="3"/>
                                            </p:txEl>
                                          </p:spTgt>
                                        </p:tgtEl>
                                        <p:attrNameLst>
                                          <p:attrName>style.visibility</p:attrName>
                                        </p:attrNameLst>
                                      </p:cBhvr>
                                      <p:to>
                                        <p:strVal val="visible"/>
                                      </p:to>
                                    </p:set>
                                    <p:animEffect transition="in" filter="box(out)">
                                      <p:cBhvr>
                                        <p:cTn id="121" dur="500"/>
                                        <p:tgtEl>
                                          <p:spTgt spid="926754">
                                            <p:txEl>
                                              <p:pRg st="3" end="3"/>
                                            </p:txEl>
                                          </p:spTgt>
                                        </p:tgtEl>
                                      </p:cBhvr>
                                    </p:animEffect>
                                  </p:childTnLst>
                                  <p:subTnLst>
                                    <p:audio>
                                      <p:cMediaNode>
                                        <p:cTn display="0" masterRel="sameClick">
                                          <p:stCondLst>
                                            <p:cond evt="begin" delay="0">
                                              <p:tn val="119"/>
                                            </p:cond>
                                          </p:stCondLst>
                                          <p:endCondLst>
                                            <p:cond evt="onStopAudio" delay="0">
                                              <p:tgtEl>
                                                <p:sldTgt/>
                                              </p:tgtEl>
                                            </p:cond>
                                          </p:endCondLst>
                                        </p:cTn>
                                        <p:tgtEl>
                                          <p:sndTgt r:embed="rId2" name="camera.wav"/>
                                        </p:tgtEl>
                                      </p:cMediaNode>
                                    </p:audio>
                                  </p:subTnLst>
                                </p:cTn>
                              </p:par>
                              <p:par>
                                <p:cTn id="122" presetID="4" presetClass="entr" presetSubtype="32" fill="hold" grpId="0" nodeType="withEffect">
                                  <p:stCondLst>
                                    <p:cond delay="0"/>
                                  </p:stCondLst>
                                  <p:childTnLst>
                                    <p:set>
                                      <p:cBhvr>
                                        <p:cTn id="123" dur="1" fill="hold">
                                          <p:stCondLst>
                                            <p:cond delay="0"/>
                                          </p:stCondLst>
                                        </p:cTn>
                                        <p:tgtEl>
                                          <p:spTgt spid="926754">
                                            <p:txEl>
                                              <p:pRg st="4" end="4"/>
                                            </p:txEl>
                                          </p:spTgt>
                                        </p:tgtEl>
                                        <p:attrNameLst>
                                          <p:attrName>style.visibility</p:attrName>
                                        </p:attrNameLst>
                                      </p:cBhvr>
                                      <p:to>
                                        <p:strVal val="visible"/>
                                      </p:to>
                                    </p:set>
                                    <p:animEffect transition="in" filter="box(out)">
                                      <p:cBhvr>
                                        <p:cTn id="124" dur="500"/>
                                        <p:tgtEl>
                                          <p:spTgt spid="926754">
                                            <p:txEl>
                                              <p:pRg st="4" end="4"/>
                                            </p:txEl>
                                          </p:spTgt>
                                        </p:tgtEl>
                                      </p:cBhvr>
                                    </p:animEffect>
                                  </p:childTnLst>
                                  <p:subTnLst>
                                    <p:audio>
                                      <p:cMediaNode>
                                        <p:cTn display="0" masterRel="sameClick">
                                          <p:stCondLst>
                                            <p:cond evt="begin" delay="0">
                                              <p:tn val="122"/>
                                            </p:cond>
                                          </p:stCondLst>
                                          <p:endCondLst>
                                            <p:cond evt="onStopAudio" delay="0">
                                              <p:tgtEl>
                                                <p:sldTgt/>
                                              </p:tgtEl>
                                            </p:cond>
                                          </p:endCondLst>
                                        </p:cTn>
                                        <p:tgtEl>
                                          <p:sndTgt r:embed="rId2" name="camera.wav"/>
                                        </p:tgtEl>
                                      </p:cMediaNode>
                                    </p:audio>
                                  </p:subTnLst>
                                </p:cTn>
                              </p:par>
                              <p:par>
                                <p:cTn id="125" presetID="4" presetClass="entr" presetSubtype="32" fill="hold" grpId="0" nodeType="withEffect">
                                  <p:stCondLst>
                                    <p:cond delay="0"/>
                                  </p:stCondLst>
                                  <p:childTnLst>
                                    <p:set>
                                      <p:cBhvr>
                                        <p:cTn id="126" dur="1" fill="hold">
                                          <p:stCondLst>
                                            <p:cond delay="0"/>
                                          </p:stCondLst>
                                        </p:cTn>
                                        <p:tgtEl>
                                          <p:spTgt spid="926754">
                                            <p:txEl>
                                              <p:pRg st="5" end="5"/>
                                            </p:txEl>
                                          </p:spTgt>
                                        </p:tgtEl>
                                        <p:attrNameLst>
                                          <p:attrName>style.visibility</p:attrName>
                                        </p:attrNameLst>
                                      </p:cBhvr>
                                      <p:to>
                                        <p:strVal val="visible"/>
                                      </p:to>
                                    </p:set>
                                    <p:animEffect transition="in" filter="box(out)">
                                      <p:cBhvr>
                                        <p:cTn id="127" dur="500"/>
                                        <p:tgtEl>
                                          <p:spTgt spid="926754">
                                            <p:txEl>
                                              <p:pRg st="5" end="5"/>
                                            </p:txEl>
                                          </p:spTgt>
                                        </p:tgtEl>
                                      </p:cBhvr>
                                    </p:animEffect>
                                  </p:childTnLst>
                                  <p:subTnLst>
                                    <p:audio>
                                      <p:cMediaNode>
                                        <p:cTn display="0" masterRel="sameClick">
                                          <p:stCondLst>
                                            <p:cond evt="begin" delay="0">
                                              <p:tn val="125"/>
                                            </p:cond>
                                          </p:stCondLst>
                                          <p:endCondLst>
                                            <p:cond evt="onStopAudio" delay="0">
                                              <p:tgtEl>
                                                <p:sldTgt/>
                                              </p:tgtEl>
                                            </p:cond>
                                          </p:endCondLst>
                                        </p:cTn>
                                        <p:tgtEl>
                                          <p:sndTgt r:embed="rId2" name="camera.wav"/>
                                        </p:tgtEl>
                                      </p:cMediaNode>
                                    </p:audio>
                                  </p:subTnLst>
                                </p:cTn>
                              </p:par>
                              <p:par>
                                <p:cTn id="128" presetID="4" presetClass="entr" presetSubtype="32" fill="hold" grpId="0" nodeType="withEffect">
                                  <p:stCondLst>
                                    <p:cond delay="0"/>
                                  </p:stCondLst>
                                  <p:childTnLst>
                                    <p:set>
                                      <p:cBhvr>
                                        <p:cTn id="129" dur="1" fill="hold">
                                          <p:stCondLst>
                                            <p:cond delay="0"/>
                                          </p:stCondLst>
                                        </p:cTn>
                                        <p:tgtEl>
                                          <p:spTgt spid="926754">
                                            <p:txEl>
                                              <p:pRg st="6" end="6"/>
                                            </p:txEl>
                                          </p:spTgt>
                                        </p:tgtEl>
                                        <p:attrNameLst>
                                          <p:attrName>style.visibility</p:attrName>
                                        </p:attrNameLst>
                                      </p:cBhvr>
                                      <p:to>
                                        <p:strVal val="visible"/>
                                      </p:to>
                                    </p:set>
                                    <p:animEffect transition="in" filter="box(out)">
                                      <p:cBhvr>
                                        <p:cTn id="130" dur="500"/>
                                        <p:tgtEl>
                                          <p:spTgt spid="926754">
                                            <p:txEl>
                                              <p:pRg st="6" end="6"/>
                                            </p:txEl>
                                          </p:spTgt>
                                        </p:tgtEl>
                                      </p:cBhvr>
                                    </p:animEffect>
                                  </p:childTnLst>
                                  <p:subTnLst>
                                    <p:audio>
                                      <p:cMediaNode>
                                        <p:cTn display="0" masterRel="sameClick">
                                          <p:stCondLst>
                                            <p:cond evt="begin" delay="0">
                                              <p:tn val="128"/>
                                            </p:cond>
                                          </p:stCondLst>
                                          <p:endCondLst>
                                            <p:cond evt="onStopAudio" delay="0">
                                              <p:tgtEl>
                                                <p:sldTgt/>
                                              </p:tgtEl>
                                            </p:cond>
                                          </p:endCondLst>
                                        </p:cTn>
                                        <p:tgtEl>
                                          <p:sndTgt r:embed="rId2" name="camera.wav"/>
                                        </p:tgtEl>
                                      </p:cMediaNode>
                                    </p:audio>
                                  </p:subTnLst>
                                </p:cTn>
                              </p:par>
                              <p:par>
                                <p:cTn id="131" presetID="4" presetClass="entr" presetSubtype="32" fill="hold" grpId="0" nodeType="withEffect">
                                  <p:stCondLst>
                                    <p:cond delay="0"/>
                                  </p:stCondLst>
                                  <p:childTnLst>
                                    <p:set>
                                      <p:cBhvr>
                                        <p:cTn id="132" dur="1" fill="hold">
                                          <p:stCondLst>
                                            <p:cond delay="0"/>
                                          </p:stCondLst>
                                        </p:cTn>
                                        <p:tgtEl>
                                          <p:spTgt spid="926754">
                                            <p:txEl>
                                              <p:pRg st="7" end="7"/>
                                            </p:txEl>
                                          </p:spTgt>
                                        </p:tgtEl>
                                        <p:attrNameLst>
                                          <p:attrName>style.visibility</p:attrName>
                                        </p:attrNameLst>
                                      </p:cBhvr>
                                      <p:to>
                                        <p:strVal val="visible"/>
                                      </p:to>
                                    </p:set>
                                    <p:animEffect transition="in" filter="box(out)">
                                      <p:cBhvr>
                                        <p:cTn id="133" dur="500"/>
                                        <p:tgtEl>
                                          <p:spTgt spid="926754">
                                            <p:txEl>
                                              <p:pRg st="7" end="7"/>
                                            </p:txEl>
                                          </p:spTgt>
                                        </p:tgtEl>
                                      </p:cBhvr>
                                    </p:animEffect>
                                  </p:childTnLst>
                                  <p:subTnLst>
                                    <p:audio>
                                      <p:cMediaNode>
                                        <p:cTn display="0" masterRel="sameClick">
                                          <p:stCondLst>
                                            <p:cond evt="begin" delay="0">
                                              <p:tn val="131"/>
                                            </p:cond>
                                          </p:stCondLst>
                                          <p:endCondLst>
                                            <p:cond evt="onStopAudio" delay="0">
                                              <p:tgtEl>
                                                <p:sldTgt/>
                                              </p:tgtEl>
                                            </p:cond>
                                          </p:endCondLst>
                                        </p:cTn>
                                        <p:tgtEl>
                                          <p:sndTgt r:embed="rId2" name="camera.wav"/>
                                        </p:tgtEl>
                                      </p:cMediaNode>
                                    </p:audio>
                                  </p:subTnLst>
                                </p:cTn>
                              </p:par>
                            </p:childTnLst>
                          </p:cTn>
                        </p:par>
                      </p:childTnLst>
                    </p:cTn>
                  </p:par>
                  <p:par>
                    <p:cTn id="134" fill="hold">
                      <p:stCondLst>
                        <p:cond delay="indefinite"/>
                      </p:stCondLst>
                      <p:childTnLst>
                        <p:par>
                          <p:cTn id="135" fill="hold">
                            <p:stCondLst>
                              <p:cond delay="0"/>
                            </p:stCondLst>
                            <p:childTnLst>
                              <p:par>
                                <p:cTn id="136" presetID="18" presetClass="entr" presetSubtype="6" fill="hold" nodeType="clickEffect">
                                  <p:stCondLst>
                                    <p:cond delay="0"/>
                                  </p:stCondLst>
                                  <p:childTnLst>
                                    <p:set>
                                      <p:cBhvr>
                                        <p:cTn id="137" dur="1" fill="hold">
                                          <p:stCondLst>
                                            <p:cond delay="0"/>
                                          </p:stCondLst>
                                        </p:cTn>
                                        <p:tgtEl>
                                          <p:spTgt spid="926754">
                                            <p:txEl>
                                              <p:pRg st="4" end="4"/>
                                            </p:txEl>
                                          </p:spTgt>
                                        </p:tgtEl>
                                        <p:attrNameLst>
                                          <p:attrName>style.visibility</p:attrName>
                                        </p:attrNameLst>
                                      </p:cBhvr>
                                      <p:to>
                                        <p:strVal val="visible"/>
                                      </p:to>
                                    </p:set>
                                    <p:animEffect transition="in" filter="strips(downRight)">
                                      <p:cBhvr>
                                        <p:cTn id="138" dur="500"/>
                                        <p:tgtEl>
                                          <p:spTgt spid="926754">
                                            <p:txEl>
                                              <p:pRg st="4" end="4"/>
                                            </p:txEl>
                                          </p:spTgt>
                                        </p:tgtEl>
                                      </p:cBhvr>
                                    </p:animEffect>
                                  </p:childTnLst>
                                  <p:subTnLst>
                                    <p:animClr clrSpc="rgb" dir="cw">
                                      <p:cBhvr override="childStyle">
                                        <p:cTn dur="1" fill="hold" display="0" masterRel="nextClick" afterEffect="1"/>
                                        <p:tgtEl>
                                          <p:spTgt spid="926754">
                                            <p:txEl>
                                              <p:pRg st="4" end="4"/>
                                            </p:txEl>
                                          </p:spTgt>
                                        </p:tgtEl>
                                        <p:attrNameLst>
                                          <p:attrName>ppt_c</p:attrName>
                                        </p:attrNameLst>
                                      </p:cBhvr>
                                      <p:to>
                                        <a:srgbClr val="FF3300"/>
                                      </p:to>
                                    </p:animClr>
                                    <p:audio>
                                      <p:cMediaNode>
                                        <p:cTn display="0" masterRel="sameClick">
                                          <p:stCondLst>
                                            <p:cond evt="begin" delay="0">
                                              <p:tn val="136"/>
                                            </p:cond>
                                          </p:stCondLst>
                                          <p:endCondLst>
                                            <p:cond evt="onStopAudio" delay="0">
                                              <p:tgtEl>
                                                <p:sldTgt/>
                                              </p:tgtEl>
                                            </p:cond>
                                          </p:endCondLst>
                                        </p:cTn>
                                        <p:tgtEl>
                                          <p:sndTgt r:embed="rId2" name="camera.wav"/>
                                        </p:tgtEl>
                                      </p:cMediaNode>
                                    </p:audio>
                                  </p:subTnLst>
                                </p:cTn>
                              </p:par>
                            </p:childTnLst>
                          </p:cTn>
                        </p:par>
                        <p:par>
                          <p:cTn id="139" fill="hold">
                            <p:stCondLst>
                              <p:cond delay="500"/>
                            </p:stCondLst>
                            <p:childTnLst>
                              <p:par>
                                <p:cTn id="140" presetID="18" presetClass="entr" presetSubtype="12" fill="hold" nodeType="afterEffect">
                                  <p:stCondLst>
                                    <p:cond delay="0"/>
                                  </p:stCondLst>
                                  <p:childTnLst>
                                    <p:set>
                                      <p:cBhvr>
                                        <p:cTn id="141" dur="1" fill="hold">
                                          <p:stCondLst>
                                            <p:cond delay="0"/>
                                          </p:stCondLst>
                                        </p:cTn>
                                        <p:tgtEl>
                                          <p:spTgt spid="926755"/>
                                        </p:tgtEl>
                                        <p:attrNameLst>
                                          <p:attrName>style.visibility</p:attrName>
                                        </p:attrNameLst>
                                      </p:cBhvr>
                                      <p:to>
                                        <p:strVal val="visible"/>
                                      </p:to>
                                    </p:set>
                                    <p:animEffect transition="in" filter="strips(downLeft)">
                                      <p:cBhvr>
                                        <p:cTn id="142" dur="500"/>
                                        <p:tgtEl>
                                          <p:spTgt spid="926755"/>
                                        </p:tgtEl>
                                      </p:cBhvr>
                                    </p:animEffect>
                                  </p:childTnLst>
                                  <p:subTnLst>
                                    <p:audio>
                                      <p:cMediaNode>
                                        <p:cTn display="0" masterRel="sameClick">
                                          <p:stCondLst>
                                            <p:cond evt="begin" delay="0">
                                              <p:tn val="14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6742" grpId="0" build="allAtOnce" animBg="1"/>
      <p:bldP spid="926748" grpId="0" build="allAtOnce" animBg="1"/>
      <p:bldP spid="926754" grpId="0" build="allAtOnce"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8773" name="Rectangle 5"/>
          <p:cNvSpPr>
            <a:spLocks noChangeArrowheads="1"/>
          </p:cNvSpPr>
          <p:nvPr/>
        </p:nvSpPr>
        <p:spPr bwMode="auto">
          <a:xfrm>
            <a:off x="602072" y="47625"/>
            <a:ext cx="11110552" cy="946150"/>
          </a:xfrm>
          <a:prstGeom prst="rect">
            <a:avLst/>
          </a:prstGeom>
          <a:noFill/>
          <a:ln w="9525">
            <a:noFill/>
            <a:miter lim="800000"/>
            <a:headEnd/>
            <a:tailEnd/>
          </a:ln>
          <a:effectLst/>
        </p:spPr>
        <p:txBody>
          <a:bodyPr wrap="square" anchor="ctr">
            <a:spAutoFit/>
          </a:bodyPr>
          <a:lstStyle/>
          <a:p>
            <a:r>
              <a:rPr lang="en-US" altLang="zh-CN" sz="2800" b="1" dirty="0">
                <a:solidFill>
                  <a:srgbClr val="D60093"/>
                </a:solidFill>
                <a:effectLst>
                  <a:outerShdw blurRad="38100" dist="38100" dir="2700000" algn="tl">
                    <a:srgbClr val="000000"/>
                  </a:outerShdw>
                </a:effectLst>
                <a:latin typeface="隶书" pitchFamily="49" charset="-122"/>
                <a:ea typeface="隶书" pitchFamily="49" charset="-122"/>
              </a:rPr>
              <a:t>   【</a:t>
            </a:r>
            <a:r>
              <a:rPr lang="zh-CN" altLang="en-US" sz="2800" b="1" dirty="0">
                <a:solidFill>
                  <a:srgbClr val="D60093"/>
                </a:solidFill>
                <a:effectLst>
                  <a:outerShdw blurRad="38100" dist="38100" dir="2700000" algn="tl">
                    <a:srgbClr val="000000"/>
                  </a:outerShdw>
                </a:effectLst>
                <a:latin typeface="隶书" pitchFamily="49" charset="-122"/>
                <a:ea typeface="隶书" pitchFamily="49" charset="-122"/>
              </a:rPr>
              <a:t>例</a:t>
            </a:r>
            <a:r>
              <a:rPr lang="en-US" altLang="zh-CN" sz="2800" b="1" dirty="0">
                <a:solidFill>
                  <a:srgbClr val="D60093"/>
                </a:solidFill>
                <a:effectLst>
                  <a:outerShdw blurRad="38100" dist="38100" dir="2700000" algn="tl">
                    <a:srgbClr val="000000"/>
                  </a:outerShdw>
                </a:effectLst>
                <a:latin typeface="隶书" pitchFamily="49" charset="-122"/>
                <a:ea typeface="隶书" pitchFamily="49" charset="-122"/>
              </a:rPr>
              <a:t>】 </a:t>
            </a:r>
            <a:r>
              <a:rPr lang="zh-CN" altLang="en-US" sz="2800" b="1" dirty="0">
                <a:solidFill>
                  <a:srgbClr val="FF33CC"/>
                </a:solidFill>
                <a:effectLst>
                  <a:outerShdw blurRad="38100" dist="38100" dir="2700000" algn="tl">
                    <a:srgbClr val="000000"/>
                  </a:outerShdw>
                </a:effectLst>
                <a:latin typeface="隶书" pitchFamily="49" charset="-122"/>
                <a:ea typeface="隶书" pitchFamily="49" charset="-122"/>
              </a:rPr>
              <a:t>将用户输入的小写字母转换成大写字母，直到输入非小写字母字符。</a:t>
            </a:r>
            <a:r>
              <a:rPr lang="zh-CN" altLang="en-US" dirty="0">
                <a:solidFill>
                  <a:srgbClr val="FF33CC"/>
                </a:solidFill>
                <a:latin typeface="隶书" pitchFamily="49" charset="-122"/>
                <a:ea typeface="隶书" pitchFamily="49" charset="-122"/>
              </a:rPr>
              <a:t> </a:t>
            </a:r>
          </a:p>
        </p:txBody>
      </p:sp>
      <p:grpSp>
        <p:nvGrpSpPr>
          <p:cNvPr id="928777" name="Group 9"/>
          <p:cNvGrpSpPr>
            <a:grpSpLocks/>
          </p:cNvGrpSpPr>
          <p:nvPr/>
        </p:nvGrpSpPr>
        <p:grpSpPr bwMode="auto">
          <a:xfrm>
            <a:off x="-9117" y="0"/>
            <a:ext cx="446088" cy="6858000"/>
            <a:chOff x="0" y="0"/>
            <a:chExt cx="281" cy="4320"/>
          </a:xfrm>
        </p:grpSpPr>
        <p:sp>
          <p:nvSpPr>
            <p:cNvPr id="928778" name="Text Box 1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28779" name="Text Box 1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946177" name="Rectangle 1"/>
          <p:cNvSpPr>
            <a:spLocks noChangeArrowheads="1"/>
          </p:cNvSpPr>
          <p:nvPr/>
        </p:nvSpPr>
        <p:spPr bwMode="auto">
          <a:xfrm>
            <a:off x="849816" y="1021959"/>
            <a:ext cx="10718792" cy="3539430"/>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indent="266700"/>
            <a:r>
              <a:rPr kumimoji="0" lang="en-US" altLang="zh-CN" b="1" dirty="0">
                <a:solidFill>
                  <a:srgbClr val="FF0000"/>
                </a:solidFill>
                <a:effectLst>
                  <a:outerShdw blurRad="38100" dist="38100" dir="2700000" algn="tl">
                    <a:srgbClr val="000000">
                      <a:alpha val="43137"/>
                    </a:srgbClr>
                  </a:outerShdw>
                </a:effectLst>
                <a:ea typeface="隶书" pitchFamily="49" charset="-122"/>
                <a:cs typeface="Times New Roman" pitchFamily="18" charset="0"/>
              </a:rPr>
              <a:t>  </a:t>
            </a:r>
            <a:r>
              <a:rPr kumimoji="0" lang="zh-CN" altLang="en-US" b="1" dirty="0">
                <a:solidFill>
                  <a:srgbClr val="FF0000"/>
                </a:solidFill>
                <a:effectLst>
                  <a:outerShdw blurRad="38100" dist="38100" dir="2700000" algn="tl">
                    <a:srgbClr val="000000">
                      <a:alpha val="43137"/>
                    </a:srgbClr>
                  </a:outerShdw>
                </a:effectLst>
                <a:ea typeface="隶书" pitchFamily="49" charset="-122"/>
                <a:cs typeface="Times New Roman" pitchFamily="18" charset="0"/>
              </a:rPr>
              <a:t>解题思路：</a:t>
            </a:r>
            <a:r>
              <a:rPr kumimoji="0" lang="zh-CN" altLang="en-US" sz="2000" b="1" dirty="0">
                <a:effectLst>
                  <a:outerShdw blurRad="38100" dist="38100" dir="2700000" algn="tl">
                    <a:srgbClr val="000000">
                      <a:alpha val="43137"/>
                    </a:srgbClr>
                  </a:outerShdw>
                </a:effectLst>
                <a:ea typeface="楷体" pitchFamily="49" charset="-122"/>
                <a:cs typeface="Times New Roman" pitchFamily="18" charset="0"/>
              </a:rPr>
              <a:t>根据题目要求用户输入的小写字母可以是若干个，每个都必须转换成大写字母输出，因此应采用循环结构来实现。本程序对循环条件设置为</a:t>
            </a:r>
            <a:r>
              <a:rPr kumimoji="0" lang="en-US" altLang="zh-CN" sz="2000" b="1" dirty="0">
                <a:effectLst>
                  <a:outerShdw blurRad="38100" dist="38100" dir="2700000" algn="tl">
                    <a:srgbClr val="000000">
                      <a:alpha val="43137"/>
                    </a:srgbClr>
                  </a:outerShdw>
                </a:effectLst>
                <a:ea typeface="楷体" pitchFamily="49" charset="-122"/>
                <a:cs typeface="Times New Roman" pitchFamily="18" charset="0"/>
              </a:rPr>
              <a:t>1</a:t>
            </a:r>
            <a:r>
              <a:rPr kumimoji="0" lang="zh-CN" altLang="en-US" sz="2000" b="1" dirty="0">
                <a:effectLst>
                  <a:outerShdw blurRad="38100" dist="38100" dir="2700000" algn="tl">
                    <a:srgbClr val="000000">
                      <a:alpha val="43137"/>
                    </a:srgbClr>
                  </a:outerShdw>
                </a:effectLst>
                <a:ea typeface="楷体" pitchFamily="49" charset="-122"/>
                <a:cs typeface="Times New Roman" pitchFamily="18" charset="0"/>
              </a:rPr>
              <a:t>（即恒为真），循环看似是一个死循环，但在循环体内通过对输入字符进行判断：如果是小写字母，则将其转换为大写字母并输出，否则通过</a:t>
            </a:r>
            <a:r>
              <a:rPr kumimoji="0" lang="en-US" altLang="zh-CN" sz="2000" b="1" dirty="0">
                <a:effectLst>
                  <a:outerShdw blurRad="38100" dist="38100" dir="2700000" algn="tl">
                    <a:srgbClr val="000000">
                      <a:alpha val="43137"/>
                    </a:srgbClr>
                  </a:outerShdw>
                </a:effectLst>
                <a:ea typeface="楷体" pitchFamily="49" charset="-122"/>
                <a:cs typeface="Times New Roman" pitchFamily="18" charset="0"/>
              </a:rPr>
              <a:t>break</a:t>
            </a:r>
            <a:r>
              <a:rPr kumimoji="0" lang="zh-CN" altLang="en-US" sz="2000" b="1" dirty="0">
                <a:effectLst>
                  <a:outerShdw blurRad="38100" dist="38100" dir="2700000" algn="tl">
                    <a:srgbClr val="000000">
                      <a:alpha val="43137"/>
                    </a:srgbClr>
                  </a:outerShdw>
                </a:effectLst>
                <a:ea typeface="楷体" pitchFamily="49" charset="-122"/>
                <a:cs typeface="Times New Roman" pitchFamily="18" charset="0"/>
              </a:rPr>
              <a:t>语句结束循环。</a:t>
            </a:r>
            <a:endParaRPr kumimoji="0" lang="en-US" altLang="zh-CN" sz="2000" b="1" dirty="0">
              <a:effectLst>
                <a:outerShdw blurRad="38100" dist="38100" dir="2700000" algn="tl">
                  <a:srgbClr val="000000">
                    <a:alpha val="43137"/>
                  </a:srgbClr>
                </a:outerShdw>
              </a:effectLst>
              <a:ea typeface="楷体" pitchFamily="49" charset="-122"/>
              <a:cs typeface="Times New Roman" pitchFamily="18" charset="0"/>
            </a:endParaRPr>
          </a:p>
          <a:p>
            <a:pPr indent="266700"/>
            <a:r>
              <a:rPr kumimoji="0" lang="en-US" altLang="zh-CN" sz="2000" b="1" dirty="0">
                <a:effectLst>
                  <a:outerShdw blurRad="38100" dist="38100" dir="2700000" algn="tl">
                    <a:srgbClr val="000000">
                      <a:alpha val="43137"/>
                    </a:srgbClr>
                  </a:outerShdw>
                </a:effectLst>
                <a:ea typeface="楷体" pitchFamily="49" charset="-122"/>
                <a:cs typeface="Times New Roman" pitchFamily="18" charset="0"/>
              </a:rPr>
              <a:t>  </a:t>
            </a:r>
            <a:r>
              <a:rPr kumimoji="0" lang="zh-CN" altLang="en-US" sz="2000" b="1" u="sng" dirty="0">
                <a:solidFill>
                  <a:srgbClr val="C00000"/>
                </a:solidFill>
                <a:effectLst>
                  <a:outerShdw blurRad="38100" dist="38100" dir="2700000" algn="tl">
                    <a:srgbClr val="000000">
                      <a:alpha val="43137"/>
                    </a:srgbClr>
                  </a:outerShdw>
                </a:effectLst>
                <a:ea typeface="楷体" pitchFamily="49" charset="-122"/>
                <a:cs typeface="Times New Roman" pitchFamily="18" charset="0"/>
              </a:rPr>
              <a:t>另外，还有两个问题要解决：</a:t>
            </a:r>
            <a:endParaRPr kumimoji="0" lang="zh-CN" altLang="en-US" sz="2000" b="1" u="sng" dirty="0">
              <a:solidFill>
                <a:srgbClr val="C00000"/>
              </a:solidFill>
              <a:effectLst>
                <a:outerShdw blurRad="38100" dist="38100" dir="2700000" algn="tl">
                  <a:srgbClr val="000000">
                    <a:alpha val="43137"/>
                  </a:srgbClr>
                </a:outerShdw>
              </a:effectLst>
              <a:ea typeface="楷体" pitchFamily="49" charset="-122"/>
              <a:cs typeface="宋体" pitchFamily="2" charset="-122"/>
            </a:endParaRPr>
          </a:p>
          <a:p>
            <a:pPr indent="266700" eaLnBrk="0" hangingPunct="0"/>
            <a:r>
              <a:rPr kumimoji="0" lang="zh-CN" altLang="en-US" sz="2000" b="1" dirty="0">
                <a:solidFill>
                  <a:srgbClr val="0000FF"/>
                </a:solidFill>
                <a:effectLst>
                  <a:outerShdw blurRad="38100" dist="38100" dir="2700000" algn="tl">
                    <a:srgbClr val="000000">
                      <a:alpha val="43137"/>
                    </a:srgbClr>
                  </a:outerShdw>
                </a:effectLst>
                <a:ea typeface="楷体" pitchFamily="49" charset="-122"/>
                <a:cs typeface="Times New Roman" pitchFamily="18" charset="0"/>
              </a:rPr>
              <a:t>（</a:t>
            </a:r>
            <a:r>
              <a:rPr kumimoji="0" lang="en-US" altLang="zh-CN" sz="2000" b="1" dirty="0">
                <a:solidFill>
                  <a:srgbClr val="0000FF"/>
                </a:solidFill>
                <a:effectLst>
                  <a:outerShdw blurRad="38100" dist="38100" dir="2700000" algn="tl">
                    <a:srgbClr val="000000">
                      <a:alpha val="43137"/>
                    </a:srgbClr>
                  </a:outerShdw>
                </a:effectLst>
                <a:ea typeface="楷体" pitchFamily="49" charset="-122"/>
                <a:cs typeface="Times New Roman" pitchFamily="18" charset="0"/>
              </a:rPr>
              <a:t>1</a:t>
            </a:r>
            <a:r>
              <a:rPr kumimoji="0" lang="zh-CN" altLang="en-US" sz="2000" b="1" dirty="0">
                <a:solidFill>
                  <a:srgbClr val="0000FF"/>
                </a:solidFill>
                <a:effectLst>
                  <a:outerShdw blurRad="38100" dist="38100" dir="2700000" algn="tl">
                    <a:srgbClr val="000000">
                      <a:alpha val="43137"/>
                    </a:srgbClr>
                  </a:outerShdw>
                </a:effectLst>
                <a:ea typeface="楷体" pitchFamily="49" charset="-122"/>
                <a:cs typeface="Times New Roman" pitchFamily="18" charset="0"/>
              </a:rPr>
              <a:t>）判断字符变量</a:t>
            </a:r>
            <a:r>
              <a:rPr kumimoji="0" lang="en-US" altLang="zh-CN" sz="2000" b="1" dirty="0">
                <a:solidFill>
                  <a:srgbClr val="0000FF"/>
                </a:solidFill>
                <a:effectLst>
                  <a:outerShdw blurRad="38100" dist="38100" dir="2700000" algn="tl">
                    <a:srgbClr val="000000">
                      <a:alpha val="43137"/>
                    </a:srgbClr>
                  </a:outerShdw>
                </a:effectLst>
                <a:ea typeface="楷体" pitchFamily="49" charset="-122"/>
                <a:cs typeface="Times New Roman" pitchFamily="18" charset="0"/>
              </a:rPr>
              <a:t>c</a:t>
            </a:r>
            <a:r>
              <a:rPr kumimoji="0" lang="zh-CN" altLang="en-US" sz="2000" b="1" dirty="0">
                <a:solidFill>
                  <a:srgbClr val="0000FF"/>
                </a:solidFill>
                <a:effectLst>
                  <a:outerShdw blurRad="38100" dist="38100" dir="2700000" algn="tl">
                    <a:srgbClr val="000000">
                      <a:alpha val="43137"/>
                    </a:srgbClr>
                  </a:outerShdw>
                </a:effectLst>
                <a:ea typeface="楷体" pitchFamily="49" charset="-122"/>
                <a:cs typeface="Times New Roman" pitchFamily="18" charset="0"/>
              </a:rPr>
              <a:t>为小写字母：</a:t>
            </a:r>
            <a:r>
              <a:rPr kumimoji="0" lang="en-US" altLang="zh-CN" sz="2000" b="1" dirty="0">
                <a:effectLst>
                  <a:outerShdw blurRad="38100" dist="38100" dir="2700000" algn="tl">
                    <a:srgbClr val="000000">
                      <a:alpha val="43137"/>
                    </a:srgbClr>
                  </a:outerShdw>
                </a:effectLst>
                <a:ea typeface="楷体" pitchFamily="49" charset="-122"/>
                <a:cs typeface="Times New Roman" pitchFamily="18" charset="0"/>
              </a:rPr>
              <a:t>26</a:t>
            </a:r>
            <a:r>
              <a:rPr kumimoji="0" lang="zh-CN" altLang="en-US" sz="2000" b="1" dirty="0">
                <a:effectLst>
                  <a:outerShdw blurRad="38100" dist="38100" dir="2700000" algn="tl">
                    <a:srgbClr val="000000">
                      <a:alpha val="43137"/>
                    </a:srgbClr>
                  </a:outerShdw>
                </a:effectLst>
                <a:ea typeface="楷体" pitchFamily="49" charset="-122"/>
                <a:cs typeface="Times New Roman" pitchFamily="18" charset="0"/>
              </a:rPr>
              <a:t>个小写字母在</a:t>
            </a:r>
            <a:r>
              <a:rPr kumimoji="0" lang="en-US" altLang="zh-CN" sz="2000" b="1" dirty="0">
                <a:effectLst>
                  <a:outerShdw blurRad="38100" dist="38100" dir="2700000" algn="tl">
                    <a:srgbClr val="000000">
                      <a:alpha val="43137"/>
                    </a:srgbClr>
                  </a:outerShdw>
                </a:effectLst>
                <a:ea typeface="楷体" pitchFamily="49" charset="-122"/>
                <a:cs typeface="Times New Roman" pitchFamily="18" charset="0"/>
              </a:rPr>
              <a:t>ASCII</a:t>
            </a:r>
            <a:r>
              <a:rPr kumimoji="0" lang="zh-CN" altLang="en-US" sz="2000" b="1" dirty="0">
                <a:effectLst>
                  <a:outerShdw blurRad="38100" dist="38100" dir="2700000" algn="tl">
                    <a:srgbClr val="000000">
                      <a:alpha val="43137"/>
                    </a:srgbClr>
                  </a:outerShdw>
                </a:effectLst>
                <a:ea typeface="楷体" pitchFamily="49" charset="-122"/>
                <a:cs typeface="Times New Roman" pitchFamily="18" charset="0"/>
              </a:rPr>
              <a:t>码表（见附录</a:t>
            </a:r>
            <a:r>
              <a:rPr kumimoji="0" lang="en-US" altLang="zh-CN" sz="2000" b="1" dirty="0">
                <a:effectLst>
                  <a:outerShdw blurRad="38100" dist="38100" dir="2700000" algn="tl">
                    <a:srgbClr val="000000">
                      <a:alpha val="43137"/>
                    </a:srgbClr>
                  </a:outerShdw>
                </a:effectLst>
                <a:ea typeface="楷体" pitchFamily="49" charset="-122"/>
                <a:cs typeface="Times New Roman" pitchFamily="18" charset="0"/>
              </a:rPr>
              <a:t>E</a:t>
            </a:r>
            <a:r>
              <a:rPr kumimoji="0" lang="zh-CN" altLang="en-US" sz="2000" b="1" dirty="0">
                <a:effectLst>
                  <a:outerShdw blurRad="38100" dist="38100" dir="2700000" algn="tl">
                    <a:srgbClr val="000000">
                      <a:alpha val="43137"/>
                    </a:srgbClr>
                  </a:outerShdw>
                </a:effectLst>
                <a:ea typeface="楷体" pitchFamily="49" charset="-122"/>
                <a:cs typeface="Times New Roman" pitchFamily="18" charset="0"/>
              </a:rPr>
              <a:t>）中是连续的，中间不存在其它字符，因此判别的条件表达式是</a:t>
            </a:r>
            <a:r>
              <a:rPr kumimoji="0" lang="en-US" altLang="zh-CN" sz="2000" b="1" dirty="0">
                <a:solidFill>
                  <a:srgbClr val="C00000"/>
                </a:solidFill>
                <a:effectLst>
                  <a:outerShdw blurRad="38100" dist="38100" dir="2700000" algn="tl">
                    <a:srgbClr val="000000">
                      <a:alpha val="43137"/>
                    </a:srgbClr>
                  </a:outerShdw>
                </a:effectLst>
                <a:ea typeface="楷体" pitchFamily="49" charset="-122"/>
                <a:cs typeface="Times New Roman" pitchFamily="18" charset="0"/>
              </a:rPr>
              <a:t>c &gt;= 'a' &amp;&amp; c &lt;= 'z'</a:t>
            </a:r>
            <a:r>
              <a:rPr kumimoji="0" lang="zh-CN" altLang="en-US" sz="2000" b="1" dirty="0">
                <a:effectLst>
                  <a:outerShdw blurRad="38100" dist="38100" dir="2700000" algn="tl">
                    <a:srgbClr val="000000">
                      <a:alpha val="43137"/>
                    </a:srgbClr>
                  </a:outerShdw>
                </a:effectLst>
                <a:ea typeface="楷体" pitchFamily="49" charset="-122"/>
                <a:cs typeface="Times New Roman" pitchFamily="18" charset="0"/>
              </a:rPr>
              <a:t>，当然也可以通过调用库函数</a:t>
            </a:r>
            <a:r>
              <a:rPr kumimoji="0" lang="en-US" altLang="zh-CN" sz="2000" b="1" dirty="0" err="1">
                <a:solidFill>
                  <a:srgbClr val="C00000"/>
                </a:solidFill>
                <a:effectLst>
                  <a:outerShdw blurRad="38100" dist="38100" dir="2700000" algn="tl">
                    <a:srgbClr val="000000">
                      <a:alpha val="43137"/>
                    </a:srgbClr>
                  </a:outerShdw>
                </a:effectLst>
                <a:ea typeface="楷体" pitchFamily="49" charset="-122"/>
                <a:cs typeface="Times New Roman" pitchFamily="18" charset="0"/>
              </a:rPr>
              <a:t>islower</a:t>
            </a:r>
            <a:r>
              <a:rPr kumimoji="0" lang="en-US" altLang="zh-CN" sz="2000" b="1" dirty="0">
                <a:solidFill>
                  <a:srgbClr val="C00000"/>
                </a:solidFill>
                <a:effectLst>
                  <a:outerShdw blurRad="38100" dist="38100" dir="2700000" algn="tl">
                    <a:srgbClr val="000000">
                      <a:alpha val="43137"/>
                    </a:srgbClr>
                  </a:outerShdw>
                </a:effectLst>
                <a:ea typeface="楷体" pitchFamily="49" charset="-122"/>
                <a:cs typeface="Times New Roman" pitchFamily="18" charset="0"/>
              </a:rPr>
              <a:t>(c)</a:t>
            </a:r>
            <a:r>
              <a:rPr kumimoji="0" lang="zh-CN" altLang="en-US" sz="2000" b="1" dirty="0">
                <a:effectLst>
                  <a:outerShdw blurRad="38100" dist="38100" dir="2700000" algn="tl">
                    <a:srgbClr val="000000">
                      <a:alpha val="43137"/>
                    </a:srgbClr>
                  </a:outerShdw>
                </a:effectLst>
                <a:ea typeface="楷体" pitchFamily="49" charset="-122"/>
                <a:cs typeface="Times New Roman" pitchFamily="18" charset="0"/>
              </a:rPr>
              <a:t>来实现。</a:t>
            </a:r>
            <a:endParaRPr kumimoji="0" lang="zh-CN" altLang="en-US" sz="2000" b="1" dirty="0">
              <a:effectLst>
                <a:outerShdw blurRad="38100" dist="38100" dir="2700000" algn="tl">
                  <a:srgbClr val="000000">
                    <a:alpha val="43137"/>
                  </a:srgbClr>
                </a:outerShdw>
              </a:effectLst>
              <a:ea typeface="楷体" pitchFamily="49" charset="-122"/>
              <a:cs typeface="宋体" pitchFamily="2" charset="-122"/>
            </a:endParaRPr>
          </a:p>
          <a:p>
            <a:pPr indent="266700" eaLnBrk="0" hangingPunct="0"/>
            <a:r>
              <a:rPr kumimoji="0" lang="zh-CN" altLang="en-US" sz="2000" b="1" dirty="0">
                <a:solidFill>
                  <a:srgbClr val="0000FF"/>
                </a:solidFill>
                <a:effectLst>
                  <a:outerShdw blurRad="38100" dist="38100" dir="2700000" algn="tl">
                    <a:srgbClr val="000000">
                      <a:alpha val="43137"/>
                    </a:srgbClr>
                  </a:outerShdw>
                </a:effectLst>
                <a:ea typeface="楷体" pitchFamily="49" charset="-122"/>
                <a:cs typeface="Times New Roman" pitchFamily="18" charset="0"/>
              </a:rPr>
              <a:t>（</a:t>
            </a:r>
            <a:r>
              <a:rPr kumimoji="0" lang="en-US" altLang="zh-CN" sz="2000" b="1" dirty="0">
                <a:solidFill>
                  <a:srgbClr val="0000FF"/>
                </a:solidFill>
                <a:effectLst>
                  <a:outerShdw blurRad="38100" dist="38100" dir="2700000" algn="tl">
                    <a:srgbClr val="000000">
                      <a:alpha val="43137"/>
                    </a:srgbClr>
                  </a:outerShdw>
                </a:effectLst>
                <a:ea typeface="楷体" pitchFamily="49" charset="-122"/>
                <a:cs typeface="Times New Roman" pitchFamily="18" charset="0"/>
              </a:rPr>
              <a:t>2</a:t>
            </a:r>
            <a:r>
              <a:rPr kumimoji="0" lang="zh-CN" altLang="en-US" sz="2000" b="1" dirty="0">
                <a:solidFill>
                  <a:srgbClr val="0000FF"/>
                </a:solidFill>
                <a:effectLst>
                  <a:outerShdw blurRad="38100" dist="38100" dir="2700000" algn="tl">
                    <a:srgbClr val="000000">
                      <a:alpha val="43137"/>
                    </a:srgbClr>
                  </a:outerShdw>
                </a:effectLst>
                <a:ea typeface="楷体" pitchFamily="49" charset="-122"/>
                <a:cs typeface="Times New Roman" pitchFamily="18" charset="0"/>
              </a:rPr>
              <a:t>）将字符变量</a:t>
            </a:r>
            <a:r>
              <a:rPr kumimoji="0" lang="en-US" altLang="zh-CN" sz="2000" b="1" dirty="0">
                <a:solidFill>
                  <a:srgbClr val="0000FF"/>
                </a:solidFill>
                <a:effectLst>
                  <a:outerShdw blurRad="38100" dist="38100" dir="2700000" algn="tl">
                    <a:srgbClr val="000000">
                      <a:alpha val="43137"/>
                    </a:srgbClr>
                  </a:outerShdw>
                </a:effectLst>
                <a:ea typeface="楷体" pitchFamily="49" charset="-122"/>
                <a:cs typeface="Times New Roman" pitchFamily="18" charset="0"/>
              </a:rPr>
              <a:t>c</a:t>
            </a:r>
            <a:r>
              <a:rPr kumimoji="0" lang="zh-CN" altLang="en-US" sz="2000" b="1" dirty="0">
                <a:solidFill>
                  <a:srgbClr val="0000FF"/>
                </a:solidFill>
                <a:effectLst>
                  <a:outerShdw blurRad="38100" dist="38100" dir="2700000" algn="tl">
                    <a:srgbClr val="000000">
                      <a:alpha val="43137"/>
                    </a:srgbClr>
                  </a:outerShdw>
                </a:effectLst>
                <a:ea typeface="楷体" pitchFamily="49" charset="-122"/>
                <a:cs typeface="Times New Roman" pitchFamily="18" charset="0"/>
              </a:rPr>
              <a:t>由小写字母转换为大写字母：</a:t>
            </a:r>
            <a:r>
              <a:rPr kumimoji="0" lang="en-US" altLang="zh-CN" sz="2000" b="1" dirty="0">
                <a:effectLst>
                  <a:outerShdw blurRad="38100" dist="38100" dir="2700000" algn="tl">
                    <a:srgbClr val="000000">
                      <a:alpha val="43137"/>
                    </a:srgbClr>
                  </a:outerShdw>
                </a:effectLst>
                <a:ea typeface="楷体" pitchFamily="49" charset="-122"/>
                <a:cs typeface="Times New Roman" pitchFamily="18" charset="0"/>
              </a:rPr>
              <a:t>26</a:t>
            </a:r>
            <a:r>
              <a:rPr kumimoji="0" lang="zh-CN" altLang="en-US" sz="2000" b="1" dirty="0">
                <a:effectLst>
                  <a:outerShdw blurRad="38100" dist="38100" dir="2700000" algn="tl">
                    <a:srgbClr val="000000">
                      <a:alpha val="43137"/>
                    </a:srgbClr>
                  </a:outerShdw>
                </a:effectLst>
                <a:ea typeface="楷体" pitchFamily="49" charset="-122"/>
                <a:cs typeface="Times New Roman" pitchFamily="18" charset="0"/>
              </a:rPr>
              <a:t>个大写字母在</a:t>
            </a:r>
            <a:r>
              <a:rPr kumimoji="0" lang="en-US" altLang="zh-CN" sz="2000" b="1" dirty="0">
                <a:effectLst>
                  <a:outerShdw blurRad="38100" dist="38100" dir="2700000" algn="tl">
                    <a:srgbClr val="000000">
                      <a:alpha val="43137"/>
                    </a:srgbClr>
                  </a:outerShdw>
                </a:effectLst>
                <a:ea typeface="楷体" pitchFamily="49" charset="-122"/>
                <a:cs typeface="Times New Roman" pitchFamily="18" charset="0"/>
              </a:rPr>
              <a:t>ASCII</a:t>
            </a:r>
            <a:r>
              <a:rPr kumimoji="0" lang="zh-CN" altLang="en-US" sz="2000" b="1" dirty="0">
                <a:effectLst>
                  <a:outerShdw blurRad="38100" dist="38100" dir="2700000" algn="tl">
                    <a:srgbClr val="000000">
                      <a:alpha val="43137"/>
                    </a:srgbClr>
                  </a:outerShdw>
                </a:effectLst>
                <a:ea typeface="楷体" pitchFamily="49" charset="-122"/>
                <a:cs typeface="Times New Roman" pitchFamily="18" charset="0"/>
              </a:rPr>
              <a:t>码表中也是连续的，因此可先计算该小写字母相对于</a:t>
            </a:r>
            <a:r>
              <a:rPr kumimoji="0" lang="en-US" altLang="zh-CN" sz="2000" b="1" dirty="0">
                <a:effectLst>
                  <a:outerShdw blurRad="38100" dist="38100" dir="2700000" algn="tl">
                    <a:srgbClr val="000000">
                      <a:alpha val="43137"/>
                    </a:srgbClr>
                  </a:outerShdw>
                </a:effectLst>
                <a:ea typeface="楷体" pitchFamily="49" charset="-122"/>
                <a:cs typeface="Times New Roman" pitchFamily="18" charset="0"/>
              </a:rPr>
              <a:t>'a' </a:t>
            </a:r>
            <a:r>
              <a:rPr kumimoji="0" lang="zh-CN" altLang="en-US" sz="2000" b="1" dirty="0">
                <a:effectLst>
                  <a:outerShdw blurRad="38100" dist="38100" dir="2700000" algn="tl">
                    <a:srgbClr val="000000">
                      <a:alpha val="43137"/>
                    </a:srgbClr>
                  </a:outerShdw>
                </a:effectLst>
                <a:ea typeface="楷体" pitchFamily="49" charset="-122"/>
                <a:cs typeface="Times New Roman" pitchFamily="18" charset="0"/>
              </a:rPr>
              <a:t>的偏移量，然后再加上</a:t>
            </a:r>
            <a:r>
              <a:rPr kumimoji="0" lang="en-US" altLang="zh-CN" sz="2000" b="1" dirty="0">
                <a:effectLst>
                  <a:outerShdw blurRad="38100" dist="38100" dir="2700000" algn="tl">
                    <a:srgbClr val="000000">
                      <a:alpha val="43137"/>
                    </a:srgbClr>
                  </a:outerShdw>
                </a:effectLst>
                <a:ea typeface="楷体" pitchFamily="49" charset="-122"/>
                <a:cs typeface="Times New Roman" pitchFamily="18" charset="0"/>
              </a:rPr>
              <a:t>'A'</a:t>
            </a:r>
            <a:r>
              <a:rPr kumimoji="0" lang="zh-CN" altLang="en-US" sz="2000" b="1" dirty="0">
                <a:effectLst>
                  <a:outerShdw blurRad="38100" dist="38100" dir="2700000" algn="tl">
                    <a:srgbClr val="000000">
                      <a:alpha val="43137"/>
                    </a:srgbClr>
                  </a:outerShdw>
                </a:effectLst>
                <a:ea typeface="楷体" pitchFamily="49" charset="-122"/>
                <a:cs typeface="Times New Roman" pitchFamily="18" charset="0"/>
              </a:rPr>
              <a:t>即可，也就是</a:t>
            </a:r>
            <a:r>
              <a:rPr kumimoji="0" lang="en-US" altLang="zh-CN" sz="2000" b="1" dirty="0">
                <a:solidFill>
                  <a:srgbClr val="C00000"/>
                </a:solidFill>
                <a:effectLst>
                  <a:outerShdw blurRad="38100" dist="38100" dir="2700000" algn="tl">
                    <a:srgbClr val="000000">
                      <a:alpha val="43137"/>
                    </a:srgbClr>
                  </a:outerShdw>
                </a:effectLst>
                <a:ea typeface="楷体" pitchFamily="49" charset="-122"/>
                <a:cs typeface="Times New Roman" pitchFamily="18" charset="0"/>
              </a:rPr>
              <a:t>c - 'a' + 'A'</a:t>
            </a:r>
            <a:r>
              <a:rPr kumimoji="0" lang="zh-CN" altLang="en-US" sz="2000" b="1" dirty="0">
                <a:effectLst>
                  <a:outerShdw blurRad="38100" dist="38100" dir="2700000" algn="tl">
                    <a:srgbClr val="000000">
                      <a:alpha val="43137"/>
                    </a:srgbClr>
                  </a:outerShdw>
                </a:effectLst>
                <a:ea typeface="楷体" pitchFamily="49" charset="-122"/>
                <a:cs typeface="Times New Roman" pitchFamily="18" charset="0"/>
              </a:rPr>
              <a:t>，当然也可以通过调用库函数</a:t>
            </a:r>
            <a:r>
              <a:rPr kumimoji="0" lang="en-US" altLang="zh-CN" sz="2000" b="1" dirty="0" err="1">
                <a:solidFill>
                  <a:srgbClr val="C00000"/>
                </a:solidFill>
                <a:effectLst>
                  <a:outerShdw blurRad="38100" dist="38100" dir="2700000" algn="tl">
                    <a:srgbClr val="000000">
                      <a:alpha val="43137"/>
                    </a:srgbClr>
                  </a:outerShdw>
                </a:effectLst>
                <a:ea typeface="楷体" pitchFamily="49" charset="-122"/>
                <a:cs typeface="Times New Roman" pitchFamily="18" charset="0"/>
              </a:rPr>
              <a:t>toupper</a:t>
            </a:r>
            <a:r>
              <a:rPr kumimoji="0" lang="en-US" altLang="zh-CN" sz="2000" b="1" dirty="0">
                <a:solidFill>
                  <a:srgbClr val="C00000"/>
                </a:solidFill>
                <a:effectLst>
                  <a:outerShdw blurRad="38100" dist="38100" dir="2700000" algn="tl">
                    <a:srgbClr val="000000">
                      <a:alpha val="43137"/>
                    </a:srgbClr>
                  </a:outerShdw>
                </a:effectLst>
                <a:ea typeface="楷体" pitchFamily="49" charset="-122"/>
                <a:cs typeface="Times New Roman" pitchFamily="18" charset="0"/>
              </a:rPr>
              <a:t>(c)</a:t>
            </a:r>
            <a:r>
              <a:rPr kumimoji="0" lang="zh-CN" altLang="en-US" sz="2000" b="1" dirty="0">
                <a:effectLst>
                  <a:outerShdw blurRad="38100" dist="38100" dir="2700000" algn="tl">
                    <a:srgbClr val="000000">
                      <a:alpha val="43137"/>
                    </a:srgbClr>
                  </a:outerShdw>
                </a:effectLst>
                <a:ea typeface="楷体" pitchFamily="49" charset="-122"/>
                <a:cs typeface="Times New Roman" pitchFamily="18" charset="0"/>
              </a:rPr>
              <a:t>来实现。</a:t>
            </a:r>
            <a:endParaRPr kumimoji="0" lang="zh-CN" altLang="en-US" sz="2000" b="1" dirty="0">
              <a:effectLst>
                <a:outerShdw blurRad="38100" dist="38100" dir="2700000" algn="tl">
                  <a:srgbClr val="000000">
                    <a:alpha val="43137"/>
                  </a:srgbClr>
                </a:outerShdw>
              </a:effectLst>
              <a:ea typeface="楷体" pitchFamily="49" charset="-122"/>
              <a:cs typeface="宋体" pitchFamily="2" charset="-122"/>
            </a:endParaRPr>
          </a:p>
        </p:txBody>
      </p:sp>
      <p:grpSp>
        <p:nvGrpSpPr>
          <p:cNvPr id="77" name="组合 76"/>
          <p:cNvGrpSpPr/>
          <p:nvPr/>
        </p:nvGrpSpPr>
        <p:grpSpPr>
          <a:xfrm>
            <a:off x="1985656" y="1378387"/>
            <a:ext cx="8286808" cy="4714908"/>
            <a:chOff x="642910" y="1071546"/>
            <a:chExt cx="8286808" cy="4714908"/>
          </a:xfrm>
        </p:grpSpPr>
        <p:sp>
          <p:nvSpPr>
            <p:cNvPr id="9" name="矩形 8"/>
            <p:cNvSpPr/>
            <p:nvPr/>
          </p:nvSpPr>
          <p:spPr bwMode="auto">
            <a:xfrm>
              <a:off x="642910" y="1071546"/>
              <a:ext cx="8286808" cy="4714908"/>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cap="flat" cmpd="sng" algn="ctr">
              <a:solidFill>
                <a:schemeClr val="accent1">
                  <a:lumMod val="50000"/>
                </a:schemeClr>
              </a:solidFill>
              <a:prstDash val="solid"/>
              <a:round/>
              <a:headEnd type="none" w="med" len="med"/>
              <a:tailEnd type="none" w="med" len="me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vert="horz" wrap="square" lIns="91440" tIns="45720" rIns="91440" bIns="45720" numCol="1" rtlCol="0" anchor="t" anchorCtr="0" compatLnSpc="1">
              <a:prstTxWarp prst="textNoShape">
                <a:avLst/>
              </a:prstTxWarp>
            </a:bodyPr>
            <a:lstStyle/>
            <a:p>
              <a:endParaRPr lang="zh-CN" altLang="en-US"/>
            </a:p>
          </p:txBody>
        </p:sp>
        <p:sp>
          <p:nvSpPr>
            <p:cNvPr id="74" name="Text Box 9"/>
            <p:cNvSpPr txBox="1">
              <a:spLocks noChangeArrowheads="1"/>
            </p:cNvSpPr>
            <p:nvPr/>
          </p:nvSpPr>
          <p:spPr bwMode="auto">
            <a:xfrm>
              <a:off x="857224" y="1071546"/>
              <a:ext cx="1857485" cy="501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b="1" u="sng" dirty="0">
                  <a:solidFill>
                    <a:srgbClr val="FF0000"/>
                  </a:solidFill>
                  <a:effectLst>
                    <a:outerShdw blurRad="38100" dist="38100" dir="2700000" algn="tl">
                      <a:srgbClr val="000000">
                        <a:alpha val="43137"/>
                      </a:srgbClr>
                    </a:outerShdw>
                  </a:effectLst>
                  <a:latin typeface="隶书" pitchFamily="49" charset="-122"/>
                  <a:ea typeface="隶书" pitchFamily="49" charset="-122"/>
                  <a:cs typeface="宋体" pitchFamily="2" charset="-122"/>
                </a:rPr>
                <a:t>算法流程图：</a:t>
              </a:r>
            </a:p>
          </p:txBody>
        </p:sp>
      </p:grpSp>
      <p:grpSp>
        <p:nvGrpSpPr>
          <p:cNvPr id="51" name="组合 50"/>
          <p:cNvGrpSpPr/>
          <p:nvPr/>
        </p:nvGrpSpPr>
        <p:grpSpPr>
          <a:xfrm>
            <a:off x="3231944" y="1806613"/>
            <a:ext cx="2754241" cy="4216191"/>
            <a:chOff x="2174949" y="1357298"/>
            <a:chExt cx="2754241" cy="4216191"/>
          </a:xfrm>
        </p:grpSpPr>
        <p:grpSp>
          <p:nvGrpSpPr>
            <p:cNvPr id="946178" name="组合 621"/>
            <p:cNvGrpSpPr>
              <a:grpSpLocks/>
            </p:cNvGrpSpPr>
            <p:nvPr/>
          </p:nvGrpSpPr>
          <p:grpSpPr bwMode="auto">
            <a:xfrm>
              <a:off x="2174949" y="1357298"/>
              <a:ext cx="2273654" cy="4216191"/>
              <a:chOff x="2664" y="0"/>
              <a:chExt cx="13154" cy="25002"/>
            </a:xfrm>
          </p:grpSpPr>
          <p:grpSp>
            <p:nvGrpSpPr>
              <p:cNvPr id="620" name="组合 620"/>
              <p:cNvGrpSpPr>
                <a:grpSpLocks/>
              </p:cNvGrpSpPr>
              <p:nvPr/>
            </p:nvGrpSpPr>
            <p:grpSpPr bwMode="auto">
              <a:xfrm>
                <a:off x="2664" y="0"/>
                <a:ext cx="13154" cy="25002"/>
                <a:chOff x="2664" y="0"/>
                <a:chExt cx="13154" cy="25002"/>
              </a:xfrm>
            </p:grpSpPr>
            <p:grpSp>
              <p:nvGrpSpPr>
                <p:cNvPr id="579" name="组合 579"/>
                <p:cNvGrpSpPr>
                  <a:grpSpLocks/>
                </p:cNvGrpSpPr>
                <p:nvPr/>
              </p:nvGrpSpPr>
              <p:grpSpPr bwMode="auto">
                <a:xfrm>
                  <a:off x="2664" y="0"/>
                  <a:ext cx="13154" cy="25002"/>
                  <a:chOff x="6039" y="3979"/>
                  <a:chExt cx="13159" cy="25005"/>
                </a:xfrm>
              </p:grpSpPr>
              <p:grpSp>
                <p:nvGrpSpPr>
                  <p:cNvPr id="580" name="组合 580"/>
                  <p:cNvGrpSpPr>
                    <a:grpSpLocks/>
                  </p:cNvGrpSpPr>
                  <p:nvPr/>
                </p:nvGrpSpPr>
                <p:grpSpPr bwMode="auto">
                  <a:xfrm>
                    <a:off x="8881" y="10723"/>
                    <a:ext cx="6659" cy="2132"/>
                    <a:chOff x="493" y="592"/>
                    <a:chExt cx="6659" cy="2132"/>
                  </a:xfrm>
                </p:grpSpPr>
                <p:sp>
                  <p:nvSpPr>
                    <p:cNvPr id="583" name="矩形 583"/>
                    <p:cNvSpPr>
                      <a:spLocks noChangeArrowheads="1"/>
                    </p:cNvSpPr>
                    <p:nvPr/>
                  </p:nvSpPr>
                  <p:spPr bwMode="auto">
                    <a:xfrm>
                      <a:off x="493" y="592"/>
                      <a:ext cx="6540" cy="2132"/>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bodyPr>
                    <a:lstStyle/>
                    <a:p>
                      <a:endParaRPr lang="zh-CN" altLang="en-US"/>
                    </a:p>
                  </p:txBody>
                </p:sp>
                <p:sp>
                  <p:nvSpPr>
                    <p:cNvPr id="581" name="文本框 2"/>
                    <p:cNvSpPr txBox="1">
                      <a:spLocks noChangeArrowheads="1"/>
                    </p:cNvSpPr>
                    <p:nvPr/>
                  </p:nvSpPr>
                  <p:spPr bwMode="auto">
                    <a:xfrm>
                      <a:off x="537" y="708"/>
                      <a:ext cx="6615" cy="16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6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输入字符</a:t>
                      </a:r>
                      <a:r>
                        <a:rPr kumimoji="0" lang="en-US" altLang="zh-CN" sz="16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c</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584" name="组合 584"/>
                  <p:cNvGrpSpPr>
                    <a:grpSpLocks/>
                  </p:cNvGrpSpPr>
                  <p:nvPr/>
                </p:nvGrpSpPr>
                <p:grpSpPr bwMode="auto">
                  <a:xfrm>
                    <a:off x="6039" y="3979"/>
                    <a:ext cx="13159" cy="25005"/>
                    <a:chOff x="1968" y="690"/>
                    <a:chExt cx="13172" cy="25011"/>
                  </a:xfrm>
                </p:grpSpPr>
                <p:sp>
                  <p:nvSpPr>
                    <p:cNvPr id="585" name="Text Box 9"/>
                    <p:cNvSpPr txBox="1">
                      <a:spLocks noChangeArrowheads="1"/>
                    </p:cNvSpPr>
                    <p:nvPr/>
                  </p:nvSpPr>
                  <p:spPr bwMode="auto">
                    <a:xfrm>
                      <a:off x="3853" y="22729"/>
                      <a:ext cx="10761" cy="29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2000" b="1" dirty="0">
                          <a:solidFill>
                            <a:srgbClr val="FF33CC"/>
                          </a:solidFill>
                          <a:effectLst>
                            <a:outerShdw blurRad="38100" dist="38100" dir="2700000" algn="tl">
                              <a:srgbClr val="000000">
                                <a:alpha val="43137"/>
                              </a:srgbClr>
                            </a:outerShdw>
                          </a:effectLst>
                          <a:latin typeface="隶书" pitchFamily="49" charset="-122"/>
                          <a:ea typeface="隶书" pitchFamily="49" charset="-122"/>
                          <a:cs typeface="宋体" pitchFamily="2" charset="-122"/>
                        </a:rPr>
                        <a:t>传统流程图</a:t>
                      </a:r>
                    </a:p>
                  </p:txBody>
                </p:sp>
                <p:grpSp>
                  <p:nvGrpSpPr>
                    <p:cNvPr id="586" name="组合 586"/>
                    <p:cNvGrpSpPr>
                      <a:grpSpLocks/>
                    </p:cNvGrpSpPr>
                    <p:nvPr/>
                  </p:nvGrpSpPr>
                  <p:grpSpPr bwMode="auto">
                    <a:xfrm>
                      <a:off x="1968" y="690"/>
                      <a:ext cx="13172" cy="19892"/>
                      <a:chOff x="-38" y="690"/>
                      <a:chExt cx="13172" cy="19891"/>
                    </a:xfrm>
                  </p:grpSpPr>
                  <p:sp>
                    <p:nvSpPr>
                      <p:cNvPr id="587" name="Line 20"/>
                      <p:cNvSpPr>
                        <a:spLocks noChangeShapeType="1"/>
                      </p:cNvSpPr>
                      <p:nvPr/>
                    </p:nvSpPr>
                    <p:spPr bwMode="auto">
                      <a:xfrm>
                        <a:off x="5986" y="690"/>
                        <a:ext cx="0" cy="2508"/>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grpSp>
                    <p:nvGrpSpPr>
                      <p:cNvPr id="588" name="组合 588"/>
                      <p:cNvGrpSpPr>
                        <a:grpSpLocks/>
                      </p:cNvGrpSpPr>
                      <p:nvPr/>
                    </p:nvGrpSpPr>
                    <p:grpSpPr bwMode="auto">
                      <a:xfrm>
                        <a:off x="1644" y="3092"/>
                        <a:ext cx="8668" cy="2208"/>
                        <a:chOff x="0" y="264"/>
                        <a:chExt cx="8667" cy="2207"/>
                      </a:xfrm>
                    </p:grpSpPr>
                    <p:sp>
                      <p:nvSpPr>
                        <p:cNvPr id="589" name="AutoShape 14"/>
                        <p:cNvSpPr>
                          <a:spLocks noChangeArrowheads="1"/>
                        </p:cNvSpPr>
                        <p:nvPr/>
                      </p:nvSpPr>
                      <p:spPr bwMode="auto">
                        <a:xfrm>
                          <a:off x="0" y="394"/>
                          <a:ext cx="8667" cy="2077"/>
                        </a:xfrm>
                        <a:prstGeom prst="flowChartDecision">
                          <a:avLst/>
                        </a:prstGeom>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590" name="Text Box 15"/>
                        <p:cNvSpPr txBox="1">
                          <a:spLocks noChangeArrowheads="1"/>
                        </p:cNvSpPr>
                        <p:nvPr/>
                      </p:nvSpPr>
                      <p:spPr bwMode="auto">
                        <a:xfrm>
                          <a:off x="2638" y="264"/>
                          <a:ext cx="2905" cy="16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   1</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591" name="组合 591"/>
                      <p:cNvGrpSpPr>
                        <a:grpSpLocks/>
                      </p:cNvGrpSpPr>
                      <p:nvPr/>
                    </p:nvGrpSpPr>
                    <p:grpSpPr bwMode="auto">
                      <a:xfrm>
                        <a:off x="4330" y="5270"/>
                        <a:ext cx="1833" cy="2262"/>
                        <a:chOff x="-106315" y="57056"/>
                        <a:chExt cx="183197" cy="225816"/>
                      </a:xfrm>
                    </p:grpSpPr>
                    <p:sp>
                      <p:nvSpPr>
                        <p:cNvPr id="592" name="Text Box 19"/>
                        <p:cNvSpPr txBox="1">
                          <a:spLocks noChangeArrowheads="1"/>
                        </p:cNvSpPr>
                        <p:nvPr/>
                      </p:nvSpPr>
                      <p:spPr bwMode="auto">
                        <a:xfrm>
                          <a:off x="-106315" y="57056"/>
                          <a:ext cx="183197" cy="1916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T</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593" name="Line 20"/>
                        <p:cNvSpPr>
                          <a:spLocks noChangeShapeType="1"/>
                        </p:cNvSpPr>
                        <p:nvPr/>
                      </p:nvSpPr>
                      <p:spPr bwMode="auto">
                        <a:xfrm>
                          <a:off x="62495" y="59206"/>
                          <a:ext cx="0" cy="223666"/>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grpSp>
                  <p:grpSp>
                    <p:nvGrpSpPr>
                      <p:cNvPr id="594" name="组合 594"/>
                      <p:cNvGrpSpPr>
                        <a:grpSpLocks/>
                      </p:cNvGrpSpPr>
                      <p:nvPr/>
                    </p:nvGrpSpPr>
                    <p:grpSpPr bwMode="auto">
                      <a:xfrm>
                        <a:off x="-38" y="1677"/>
                        <a:ext cx="6083" cy="18397"/>
                        <a:chOff x="-38" y="0"/>
                        <a:chExt cx="6083" cy="18397"/>
                      </a:xfrm>
                    </p:grpSpPr>
                    <p:sp>
                      <p:nvSpPr>
                        <p:cNvPr id="596" name="Line 23"/>
                        <p:cNvSpPr>
                          <a:spLocks noChangeShapeType="1"/>
                        </p:cNvSpPr>
                        <p:nvPr/>
                      </p:nvSpPr>
                      <p:spPr bwMode="auto">
                        <a:xfrm flipV="1">
                          <a:off x="0" y="40"/>
                          <a:ext cx="6045" cy="0"/>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sp>
                      <p:nvSpPr>
                        <p:cNvPr id="597" name="直接连接符 597"/>
                        <p:cNvSpPr>
                          <a:spLocks noChangeShapeType="1"/>
                        </p:cNvSpPr>
                        <p:nvPr/>
                      </p:nvSpPr>
                      <p:spPr bwMode="auto">
                        <a:xfrm flipH="1">
                          <a:off x="-38" y="18362"/>
                          <a:ext cx="6014"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98" name="直接连接符 598"/>
                        <p:cNvSpPr>
                          <a:spLocks noChangeShapeType="1"/>
                        </p:cNvSpPr>
                        <p:nvPr/>
                      </p:nvSpPr>
                      <p:spPr bwMode="auto">
                        <a:xfrm flipV="1">
                          <a:off x="0" y="0"/>
                          <a:ext cx="0" cy="1832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95" name="Line 26"/>
                        <p:cNvSpPr>
                          <a:spLocks noChangeShapeType="1"/>
                        </p:cNvSpPr>
                        <p:nvPr/>
                      </p:nvSpPr>
                      <p:spPr bwMode="auto">
                        <a:xfrm>
                          <a:off x="5953" y="16653"/>
                          <a:ext cx="0" cy="1744"/>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599" name="组合 599"/>
                      <p:cNvGrpSpPr>
                        <a:grpSpLocks/>
                      </p:cNvGrpSpPr>
                      <p:nvPr/>
                    </p:nvGrpSpPr>
                    <p:grpSpPr bwMode="auto">
                      <a:xfrm>
                        <a:off x="6034" y="9605"/>
                        <a:ext cx="7100" cy="10976"/>
                        <a:chOff x="-182" y="7434"/>
                        <a:chExt cx="7100" cy="10976"/>
                      </a:xfrm>
                    </p:grpSpPr>
                    <p:sp>
                      <p:nvSpPr>
                        <p:cNvPr id="600" name="Text Box 11"/>
                        <p:cNvSpPr txBox="1">
                          <a:spLocks noChangeArrowheads="1"/>
                        </p:cNvSpPr>
                        <p:nvPr/>
                      </p:nvSpPr>
                      <p:spPr bwMode="auto">
                        <a:xfrm>
                          <a:off x="4554" y="8689"/>
                          <a:ext cx="1837" cy="1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cs typeface="宋体" pitchFamily="2" charset="-122"/>
                            </a:rPr>
                            <a:t>F</a:t>
                          </a:r>
                          <a:endParaRPr kumimoji="0" lang="zh-CN" altLang="zh-CN" sz="1600" b="1" dirty="0">
                            <a:effectLst>
                              <a:outerShdw blurRad="38100" dist="38100" dir="2700000" algn="tl">
                                <a:srgbClr val="000000">
                                  <a:alpha val="43137"/>
                                </a:srgbClr>
                              </a:outerShdw>
                            </a:effectLst>
                            <a:latin typeface="+mn-lt"/>
                            <a:cs typeface="宋体" pitchFamily="2" charset="-122"/>
                          </a:endParaRPr>
                        </a:p>
                      </p:txBody>
                    </p:sp>
                    <p:grpSp>
                      <p:nvGrpSpPr>
                        <p:cNvPr id="601" name="组合 601"/>
                        <p:cNvGrpSpPr>
                          <a:grpSpLocks/>
                        </p:cNvGrpSpPr>
                        <p:nvPr/>
                      </p:nvGrpSpPr>
                      <p:grpSpPr bwMode="auto">
                        <a:xfrm>
                          <a:off x="-182" y="7434"/>
                          <a:ext cx="7100" cy="10976"/>
                          <a:chOff x="-182" y="5394"/>
                          <a:chExt cx="7100" cy="10976"/>
                        </a:xfrm>
                      </p:grpSpPr>
                      <p:sp>
                        <p:nvSpPr>
                          <p:cNvPr id="602" name="直接连接符 602"/>
                          <p:cNvSpPr>
                            <a:spLocks noChangeShapeType="1"/>
                          </p:cNvSpPr>
                          <p:nvPr/>
                        </p:nvSpPr>
                        <p:spPr bwMode="auto">
                          <a:xfrm>
                            <a:off x="459" y="16361"/>
                            <a:ext cx="6459"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05" name="直接连接符 605"/>
                          <p:cNvSpPr>
                            <a:spLocks noChangeShapeType="1"/>
                          </p:cNvSpPr>
                          <p:nvPr/>
                        </p:nvSpPr>
                        <p:spPr bwMode="auto">
                          <a:xfrm flipV="1">
                            <a:off x="6880" y="14121"/>
                            <a:ext cx="0" cy="2249"/>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06" name="直接连接符 606"/>
                          <p:cNvSpPr>
                            <a:spLocks noChangeShapeType="1"/>
                          </p:cNvSpPr>
                          <p:nvPr/>
                        </p:nvSpPr>
                        <p:spPr bwMode="auto">
                          <a:xfrm flipH="1">
                            <a:off x="3954" y="8710"/>
                            <a:ext cx="2925"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07" name="Line 20"/>
                          <p:cNvSpPr>
                            <a:spLocks noChangeShapeType="1"/>
                          </p:cNvSpPr>
                          <p:nvPr/>
                        </p:nvSpPr>
                        <p:spPr bwMode="auto">
                          <a:xfrm>
                            <a:off x="-182" y="5394"/>
                            <a:ext cx="0" cy="2237"/>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grpSp>
                  </p:grpSp>
                </p:grpSp>
              </p:grpSp>
            </p:grpSp>
            <p:grpSp>
              <p:nvGrpSpPr>
                <p:cNvPr id="619" name="组合 619"/>
                <p:cNvGrpSpPr>
                  <a:grpSpLocks/>
                </p:cNvGrpSpPr>
                <p:nvPr/>
              </p:nvGrpSpPr>
              <p:grpSpPr bwMode="auto">
                <a:xfrm>
                  <a:off x="4054" y="11168"/>
                  <a:ext cx="11717" cy="10889"/>
                  <a:chOff x="434" y="429"/>
                  <a:chExt cx="11717" cy="10889"/>
                </a:xfrm>
              </p:grpSpPr>
              <p:sp>
                <p:nvSpPr>
                  <p:cNvPr id="612" name="AutoShape 14"/>
                  <p:cNvSpPr>
                    <a:spLocks noChangeArrowheads="1"/>
                  </p:cNvSpPr>
                  <p:nvPr/>
                </p:nvSpPr>
                <p:spPr bwMode="auto">
                  <a:xfrm>
                    <a:off x="797" y="429"/>
                    <a:ext cx="8655" cy="2070"/>
                  </a:xfrm>
                  <a:prstGeom prst="flowChartDecision">
                    <a:avLst/>
                  </a:prstGeom>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613" name="文本框 2"/>
                  <p:cNvSpPr txBox="1">
                    <a:spLocks noChangeArrowheads="1"/>
                  </p:cNvSpPr>
                  <p:nvPr/>
                </p:nvSpPr>
                <p:spPr bwMode="auto">
                  <a:xfrm>
                    <a:off x="2343" y="478"/>
                    <a:ext cx="6199" cy="21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小写字母</a:t>
                    </a:r>
                    <a:endPar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582" name="矩形 582"/>
                  <p:cNvSpPr>
                    <a:spLocks noChangeArrowheads="1"/>
                  </p:cNvSpPr>
                  <p:nvPr/>
                </p:nvSpPr>
                <p:spPr bwMode="auto">
                  <a:xfrm>
                    <a:off x="583" y="4756"/>
                    <a:ext cx="8959" cy="2127"/>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bodyPr>
                  <a:lstStyle/>
                  <a:p>
                    <a:endParaRPr lang="zh-CN" altLang="en-US"/>
                  </a:p>
                </p:txBody>
              </p:sp>
              <p:sp>
                <p:nvSpPr>
                  <p:cNvPr id="614" name="Line 20"/>
                  <p:cNvSpPr>
                    <a:spLocks noChangeShapeType="1"/>
                  </p:cNvSpPr>
                  <p:nvPr/>
                </p:nvSpPr>
                <p:spPr bwMode="auto">
                  <a:xfrm>
                    <a:off x="5777" y="9082"/>
                    <a:ext cx="0" cy="2236"/>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sp>
                <p:nvSpPr>
                  <p:cNvPr id="615" name="Text Box 19"/>
                  <p:cNvSpPr txBox="1">
                    <a:spLocks noChangeArrowheads="1"/>
                  </p:cNvSpPr>
                  <p:nvPr/>
                </p:nvSpPr>
                <p:spPr bwMode="auto">
                  <a:xfrm>
                    <a:off x="3406" y="2393"/>
                    <a:ext cx="1960" cy="18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cs typeface="宋体" pitchFamily="2" charset="-122"/>
                      </a:rPr>
                      <a:t>T</a:t>
                    </a:r>
                    <a:endParaRPr kumimoji="0" lang="zh-CN" altLang="zh-CN" sz="1600" b="1" dirty="0">
                      <a:effectLst>
                        <a:outerShdw blurRad="38100" dist="38100" dir="2700000" algn="tl">
                          <a:srgbClr val="000000">
                            <a:alpha val="43137"/>
                          </a:srgbClr>
                        </a:outerShdw>
                      </a:effectLst>
                      <a:latin typeface="+mn-lt"/>
                      <a:cs typeface="宋体" pitchFamily="2" charset="-122"/>
                    </a:endParaRPr>
                  </a:p>
                </p:txBody>
              </p:sp>
              <p:sp>
                <p:nvSpPr>
                  <p:cNvPr id="618" name="Line 20"/>
                  <p:cNvSpPr>
                    <a:spLocks noChangeShapeType="1"/>
                  </p:cNvSpPr>
                  <p:nvPr/>
                </p:nvSpPr>
                <p:spPr bwMode="auto">
                  <a:xfrm>
                    <a:off x="12151" y="1442"/>
                    <a:ext cx="0" cy="3306"/>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sp>
                <p:nvSpPr>
                  <p:cNvPr id="157" name="文本框 2"/>
                  <p:cNvSpPr txBox="1">
                    <a:spLocks noChangeArrowheads="1"/>
                  </p:cNvSpPr>
                  <p:nvPr/>
                </p:nvSpPr>
                <p:spPr bwMode="auto">
                  <a:xfrm>
                    <a:off x="434" y="4935"/>
                    <a:ext cx="9506" cy="21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6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转换为大写输出</a:t>
                    </a:r>
                    <a:endPar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sp>
            <p:nvSpPr>
              <p:cNvPr id="118" name="Line 20"/>
              <p:cNvSpPr>
                <a:spLocks noChangeShapeType="1"/>
              </p:cNvSpPr>
              <p:nvPr/>
            </p:nvSpPr>
            <p:spPr bwMode="auto">
              <a:xfrm>
                <a:off x="8683" y="13286"/>
                <a:ext cx="0" cy="223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grpSp>
        <p:sp>
          <p:nvSpPr>
            <p:cNvPr id="49" name="矩形 583"/>
            <p:cNvSpPr>
              <a:spLocks noChangeArrowheads="1"/>
            </p:cNvSpPr>
            <p:nvPr/>
          </p:nvSpPr>
          <p:spPr bwMode="auto">
            <a:xfrm>
              <a:off x="4065111" y="3977737"/>
              <a:ext cx="864079" cy="359485"/>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bodyPr>
            <a:lstStyle/>
            <a:p>
              <a:endParaRPr lang="zh-CN" altLang="en-US"/>
            </a:p>
          </p:txBody>
        </p:sp>
        <p:sp>
          <p:nvSpPr>
            <p:cNvPr id="50" name="文本框 2"/>
            <p:cNvSpPr txBox="1">
              <a:spLocks noChangeArrowheads="1"/>
            </p:cNvSpPr>
            <p:nvPr/>
          </p:nvSpPr>
          <p:spPr bwMode="auto">
            <a:xfrm>
              <a:off x="4092406" y="3966384"/>
              <a:ext cx="785818" cy="2857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600" b="1" dirty="0">
                  <a:solidFill>
                    <a:srgbClr val="FF0000"/>
                  </a:solidFill>
                  <a:effectLst>
                    <a:outerShdw blurRad="38100" dist="38100" dir="2700000" algn="tl">
                      <a:srgbClr val="000000">
                        <a:alpha val="43137"/>
                      </a:srgbClr>
                    </a:outerShdw>
                  </a:effectLst>
                  <a:latin typeface="+mn-lt"/>
                  <a:ea typeface="楷体" pitchFamily="49" charset="-122"/>
                  <a:cs typeface="宋体" pitchFamily="2" charset="-122"/>
                </a:rPr>
                <a:t>break</a:t>
              </a:r>
              <a:endParaRPr kumimoji="0" lang="zh-CN" altLang="zh-CN" sz="1600" b="1" dirty="0">
                <a:solidFill>
                  <a:srgbClr val="FF0000"/>
                </a:solidFill>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946217" name="组合 388"/>
          <p:cNvGrpSpPr>
            <a:grpSpLocks/>
          </p:cNvGrpSpPr>
          <p:nvPr/>
        </p:nvGrpSpPr>
        <p:grpSpPr bwMode="auto">
          <a:xfrm>
            <a:off x="6441600" y="3187441"/>
            <a:ext cx="3146528" cy="2905855"/>
            <a:chOff x="3129" y="122"/>
            <a:chExt cx="16456" cy="15301"/>
          </a:xfrm>
        </p:grpSpPr>
        <p:grpSp>
          <p:nvGrpSpPr>
            <p:cNvPr id="386" name="组合 386"/>
            <p:cNvGrpSpPr>
              <a:grpSpLocks/>
            </p:cNvGrpSpPr>
            <p:nvPr/>
          </p:nvGrpSpPr>
          <p:grpSpPr bwMode="auto">
            <a:xfrm>
              <a:off x="3129" y="122"/>
              <a:ext cx="16456" cy="15301"/>
              <a:chOff x="3129" y="122"/>
              <a:chExt cx="16456" cy="15301"/>
            </a:xfrm>
          </p:grpSpPr>
          <p:grpSp>
            <p:nvGrpSpPr>
              <p:cNvPr id="384" name="组合 384"/>
              <p:cNvGrpSpPr>
                <a:grpSpLocks/>
              </p:cNvGrpSpPr>
              <p:nvPr/>
            </p:nvGrpSpPr>
            <p:grpSpPr bwMode="auto">
              <a:xfrm>
                <a:off x="3129" y="122"/>
                <a:ext cx="16456" cy="15301"/>
                <a:chOff x="3129" y="122"/>
                <a:chExt cx="16456" cy="15301"/>
              </a:xfrm>
            </p:grpSpPr>
            <p:sp>
              <p:nvSpPr>
                <p:cNvPr id="623" name="Text Box 9"/>
                <p:cNvSpPr txBox="1">
                  <a:spLocks noChangeArrowheads="1"/>
                </p:cNvSpPr>
                <p:nvPr/>
              </p:nvSpPr>
              <p:spPr bwMode="auto">
                <a:xfrm>
                  <a:off x="7099" y="12459"/>
                  <a:ext cx="8593" cy="29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2000" b="1" dirty="0">
                      <a:solidFill>
                        <a:srgbClr val="FF33CC"/>
                      </a:solidFill>
                      <a:effectLst>
                        <a:outerShdw blurRad="38100" dist="38100" dir="2700000" algn="tl">
                          <a:srgbClr val="000000">
                            <a:alpha val="43137"/>
                          </a:srgbClr>
                        </a:outerShdw>
                      </a:effectLst>
                      <a:latin typeface="+mn-lt"/>
                      <a:ea typeface="隶书" pitchFamily="49" charset="-122"/>
                      <a:cs typeface="宋体" pitchFamily="2" charset="-122"/>
                    </a:rPr>
                    <a:t>N-S</a:t>
                  </a:r>
                  <a:r>
                    <a:rPr kumimoji="0" lang="zh-CN" altLang="en-US" sz="2000" b="1" dirty="0">
                      <a:solidFill>
                        <a:srgbClr val="FF33CC"/>
                      </a:solidFill>
                      <a:effectLst>
                        <a:outerShdw blurRad="38100" dist="38100" dir="2700000" algn="tl">
                          <a:srgbClr val="000000">
                            <a:alpha val="43137"/>
                          </a:srgbClr>
                        </a:outerShdw>
                      </a:effectLst>
                      <a:latin typeface="+mn-lt"/>
                      <a:ea typeface="隶书" pitchFamily="49" charset="-122"/>
                      <a:cs typeface="宋体" pitchFamily="2" charset="-122"/>
                    </a:rPr>
                    <a:t>流程图</a:t>
                  </a:r>
                </a:p>
              </p:txBody>
            </p:sp>
            <p:grpSp>
              <p:nvGrpSpPr>
                <p:cNvPr id="368" name="组合 368"/>
                <p:cNvGrpSpPr>
                  <a:grpSpLocks/>
                </p:cNvGrpSpPr>
                <p:nvPr/>
              </p:nvGrpSpPr>
              <p:grpSpPr bwMode="auto">
                <a:xfrm>
                  <a:off x="3129" y="122"/>
                  <a:ext cx="16456" cy="10126"/>
                  <a:chOff x="0" y="122"/>
                  <a:chExt cx="16455" cy="10126"/>
                </a:xfrm>
              </p:grpSpPr>
              <p:grpSp>
                <p:nvGrpSpPr>
                  <p:cNvPr id="352" name="组合 352"/>
                  <p:cNvGrpSpPr>
                    <a:grpSpLocks/>
                  </p:cNvGrpSpPr>
                  <p:nvPr/>
                </p:nvGrpSpPr>
                <p:grpSpPr bwMode="auto">
                  <a:xfrm>
                    <a:off x="0" y="122"/>
                    <a:ext cx="16455" cy="10126"/>
                    <a:chOff x="0" y="0"/>
                    <a:chExt cx="16455" cy="10125"/>
                  </a:xfrm>
                </p:grpSpPr>
                <p:sp>
                  <p:nvSpPr>
                    <p:cNvPr id="626" name="矩形 626"/>
                    <p:cNvSpPr>
                      <a:spLocks noChangeArrowheads="1"/>
                    </p:cNvSpPr>
                    <p:nvPr/>
                  </p:nvSpPr>
                  <p:spPr bwMode="auto">
                    <a:xfrm>
                      <a:off x="0" y="0"/>
                      <a:ext cx="16371" cy="10125"/>
                    </a:xfrm>
                    <a:prstGeom prst="rect">
                      <a:avLst/>
                    </a:prstGeom>
                    <a:gradFill flip="none" rotWithShape="1">
                      <a:gsLst>
                        <a:gs pos="0">
                          <a:schemeClr val="accent1">
                            <a:lumMod val="40000"/>
                            <a:lumOff val="60000"/>
                            <a:tint val="66000"/>
                            <a:satMod val="160000"/>
                          </a:schemeClr>
                        </a:gs>
                        <a:gs pos="50000">
                          <a:schemeClr val="accent1">
                            <a:lumMod val="40000"/>
                            <a:lumOff val="60000"/>
                            <a:tint val="44500"/>
                            <a:satMod val="160000"/>
                          </a:schemeClr>
                        </a:gs>
                        <a:gs pos="100000">
                          <a:schemeClr val="accent1">
                            <a:lumMod val="40000"/>
                            <a:lumOff val="60000"/>
                            <a:tint val="23500"/>
                            <a:satMod val="160000"/>
                          </a:schemeClr>
                        </a:gs>
                      </a:gsLst>
                      <a:lin ang="13500000" scaled="1"/>
                      <a:tileRect/>
                    </a:gradFill>
                    <a:ln w="19050">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bodyPr>
                    <a:lstStyle/>
                    <a:p>
                      <a:endParaRPr lang="zh-CN" altLang="en-US"/>
                    </a:p>
                  </p:txBody>
                </p:sp>
                <p:sp>
                  <p:nvSpPr>
                    <p:cNvPr id="631" name="直接连接符 631"/>
                    <p:cNvSpPr>
                      <a:spLocks noChangeShapeType="1"/>
                    </p:cNvSpPr>
                    <p:nvPr/>
                  </p:nvSpPr>
                  <p:spPr bwMode="auto">
                    <a:xfrm>
                      <a:off x="1963" y="2669"/>
                      <a:ext cx="14420"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35" name="直接连接符 635"/>
                    <p:cNvSpPr>
                      <a:spLocks noChangeShapeType="1"/>
                    </p:cNvSpPr>
                    <p:nvPr/>
                  </p:nvSpPr>
                  <p:spPr bwMode="auto">
                    <a:xfrm>
                      <a:off x="1963" y="5124"/>
                      <a:ext cx="14492"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37" name="直接连接符 637"/>
                    <p:cNvSpPr>
                      <a:spLocks noChangeShapeType="1"/>
                    </p:cNvSpPr>
                    <p:nvPr/>
                  </p:nvSpPr>
                  <p:spPr bwMode="auto">
                    <a:xfrm>
                      <a:off x="1963" y="7640"/>
                      <a:ext cx="14431"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38" name="直接连接符 638"/>
                    <p:cNvSpPr>
                      <a:spLocks noChangeShapeType="1"/>
                    </p:cNvSpPr>
                    <p:nvPr/>
                  </p:nvSpPr>
                  <p:spPr bwMode="auto">
                    <a:xfrm>
                      <a:off x="1963" y="5155"/>
                      <a:ext cx="8899" cy="2485"/>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39" name="直接连接符 639"/>
                    <p:cNvSpPr>
                      <a:spLocks noChangeShapeType="1"/>
                    </p:cNvSpPr>
                    <p:nvPr/>
                  </p:nvSpPr>
                  <p:spPr bwMode="auto">
                    <a:xfrm flipH="1">
                      <a:off x="10862" y="5155"/>
                      <a:ext cx="5478" cy="2485"/>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367" name="组合 367"/>
                  <p:cNvGrpSpPr>
                    <a:grpSpLocks/>
                  </p:cNvGrpSpPr>
                  <p:nvPr/>
                </p:nvGrpSpPr>
                <p:grpSpPr bwMode="auto">
                  <a:xfrm>
                    <a:off x="607" y="376"/>
                    <a:ext cx="15691" cy="9656"/>
                    <a:chOff x="-559" y="376"/>
                    <a:chExt cx="15691" cy="9656"/>
                  </a:xfrm>
                </p:grpSpPr>
                <p:sp>
                  <p:nvSpPr>
                    <p:cNvPr id="629" name="Text Box 15"/>
                    <p:cNvSpPr txBox="1">
                      <a:spLocks noChangeArrowheads="1"/>
                    </p:cNvSpPr>
                    <p:nvPr/>
                  </p:nvSpPr>
                  <p:spPr bwMode="auto">
                    <a:xfrm>
                      <a:off x="-559" y="376"/>
                      <a:ext cx="2056" cy="188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FF33CC"/>
                          </a:solidFill>
                          <a:effectLst>
                            <a:outerShdw blurRad="38100" dist="38100" dir="2700000" algn="tl">
                              <a:srgbClr val="000000">
                                <a:alpha val="43137"/>
                              </a:srgbClr>
                            </a:outerShdw>
                          </a:effectLst>
                          <a:latin typeface="+mn-lt"/>
                          <a:cs typeface="宋体" pitchFamily="2" charset="-122"/>
                        </a:rPr>
                        <a:t>1</a:t>
                      </a:r>
                      <a:endParaRPr kumimoji="0" lang="zh-CN" altLang="zh-CN" sz="1600" b="1" dirty="0">
                        <a:solidFill>
                          <a:srgbClr val="FF33CC"/>
                        </a:solidFill>
                        <a:effectLst>
                          <a:outerShdw blurRad="38100" dist="38100" dir="2700000" algn="tl">
                            <a:srgbClr val="000000">
                              <a:alpha val="43137"/>
                            </a:srgbClr>
                          </a:outerShdw>
                        </a:effectLst>
                        <a:latin typeface="+mn-lt"/>
                        <a:cs typeface="宋体" pitchFamily="2" charset="-122"/>
                      </a:endParaRPr>
                    </a:p>
                  </p:txBody>
                </p:sp>
                <p:sp>
                  <p:nvSpPr>
                    <p:cNvPr id="636" name="文本框 2"/>
                    <p:cNvSpPr txBox="1">
                      <a:spLocks noChangeArrowheads="1"/>
                    </p:cNvSpPr>
                    <p:nvPr/>
                  </p:nvSpPr>
                  <p:spPr bwMode="auto">
                    <a:xfrm>
                      <a:off x="4298" y="3009"/>
                      <a:ext cx="6665" cy="162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6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输入字符</a:t>
                      </a:r>
                      <a:r>
                        <a:rPr kumimoji="0" lang="en-US" altLang="zh-CN" sz="16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c</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98" name="文本框 2"/>
                    <p:cNvSpPr txBox="1">
                      <a:spLocks noChangeArrowheads="1"/>
                    </p:cNvSpPr>
                    <p:nvPr/>
                  </p:nvSpPr>
                  <p:spPr bwMode="auto">
                    <a:xfrm>
                      <a:off x="6397" y="5266"/>
                      <a:ext cx="5444" cy="173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小写字母</a:t>
                      </a:r>
                    </a:p>
                  </p:txBody>
                </p:sp>
                <p:sp>
                  <p:nvSpPr>
                    <p:cNvPr id="273" name="Text Box 19"/>
                    <p:cNvSpPr txBox="1">
                      <a:spLocks noChangeArrowheads="1"/>
                    </p:cNvSpPr>
                    <p:nvPr/>
                  </p:nvSpPr>
                  <p:spPr bwMode="auto">
                    <a:xfrm>
                      <a:off x="1380" y="5750"/>
                      <a:ext cx="1797" cy="15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cs typeface="宋体" pitchFamily="2" charset="-122"/>
                        </a:rPr>
                        <a:t>T</a:t>
                      </a:r>
                      <a:endParaRPr kumimoji="0" lang="zh-CN" altLang="zh-CN" sz="1600" b="1" dirty="0">
                        <a:effectLst>
                          <a:outerShdw blurRad="38100" dist="38100" dir="2700000" algn="tl">
                            <a:srgbClr val="000000">
                              <a:alpha val="43137"/>
                            </a:srgbClr>
                          </a:outerShdw>
                        </a:effectLst>
                        <a:latin typeface="+mn-lt"/>
                        <a:cs typeface="宋体" pitchFamily="2" charset="-122"/>
                      </a:endParaRPr>
                    </a:p>
                  </p:txBody>
                </p:sp>
                <p:sp>
                  <p:nvSpPr>
                    <p:cNvPr id="275" name="文本框 2"/>
                    <p:cNvSpPr txBox="1">
                      <a:spLocks noChangeArrowheads="1"/>
                    </p:cNvSpPr>
                    <p:nvPr/>
                  </p:nvSpPr>
                  <p:spPr bwMode="auto">
                    <a:xfrm>
                      <a:off x="1035" y="8127"/>
                      <a:ext cx="8653" cy="190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6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转换为大写输出</a:t>
                      </a:r>
                      <a:endPar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296" name="文本框 2"/>
                    <p:cNvSpPr txBox="1">
                      <a:spLocks noChangeArrowheads="1"/>
                    </p:cNvSpPr>
                    <p:nvPr/>
                  </p:nvSpPr>
                  <p:spPr bwMode="auto">
                    <a:xfrm>
                      <a:off x="10457" y="7971"/>
                      <a:ext cx="3732" cy="194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FF0000"/>
                          </a:solidFill>
                          <a:effectLst>
                            <a:outerShdw blurRad="38100" dist="38100" dir="2700000" algn="tl">
                              <a:srgbClr val="000000">
                                <a:alpha val="43137"/>
                              </a:srgbClr>
                            </a:outerShdw>
                          </a:effectLst>
                          <a:latin typeface="+mn-lt"/>
                          <a:ea typeface="楷体" pitchFamily="49" charset="-122"/>
                          <a:cs typeface="宋体" pitchFamily="2" charset="-122"/>
                        </a:rPr>
                        <a:t>break</a:t>
                      </a:r>
                      <a:endParaRPr kumimoji="0" lang="zh-CN" altLang="zh-CN" sz="1600" b="1" dirty="0">
                        <a:solidFill>
                          <a:srgbClr val="FF0000"/>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353" name="Text Box 19"/>
                    <p:cNvSpPr txBox="1">
                      <a:spLocks noChangeArrowheads="1"/>
                    </p:cNvSpPr>
                    <p:nvPr/>
                  </p:nvSpPr>
                  <p:spPr bwMode="auto">
                    <a:xfrm>
                      <a:off x="13292" y="5894"/>
                      <a:ext cx="1840" cy="17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cs typeface="宋体" pitchFamily="2" charset="-122"/>
                        </a:rPr>
                        <a:t>F</a:t>
                      </a:r>
                      <a:endParaRPr kumimoji="0" lang="zh-CN" altLang="zh-CN" sz="1600" b="1" dirty="0">
                        <a:effectLst>
                          <a:outerShdw blurRad="38100" dist="38100" dir="2700000" algn="tl">
                            <a:srgbClr val="000000">
                              <a:alpha val="43137"/>
                            </a:srgbClr>
                          </a:outerShdw>
                        </a:effectLst>
                        <a:latin typeface="+mn-lt"/>
                        <a:cs typeface="宋体" pitchFamily="2" charset="-122"/>
                      </a:endParaRPr>
                    </a:p>
                  </p:txBody>
                </p:sp>
              </p:grpSp>
            </p:grpSp>
          </p:grpSp>
          <p:sp>
            <p:nvSpPr>
              <p:cNvPr id="632" name="直接连接符 632"/>
              <p:cNvSpPr>
                <a:spLocks noChangeShapeType="1"/>
              </p:cNvSpPr>
              <p:nvPr/>
            </p:nvSpPr>
            <p:spPr bwMode="auto">
              <a:xfrm>
                <a:off x="5093" y="2822"/>
                <a:ext cx="0" cy="7453"/>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230" name="直接连接符 230"/>
            <p:cNvSpPr>
              <a:spLocks noChangeShapeType="1"/>
            </p:cNvSpPr>
            <p:nvPr/>
          </p:nvSpPr>
          <p:spPr bwMode="auto">
            <a:xfrm>
              <a:off x="13992" y="7793"/>
              <a:ext cx="0" cy="2486"/>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78" name="Rectangle 6" descr="信纸"/>
          <p:cNvSpPr>
            <a:spLocks noChangeArrowheads="1"/>
          </p:cNvSpPr>
          <p:nvPr/>
        </p:nvSpPr>
        <p:spPr bwMode="auto">
          <a:xfrm>
            <a:off x="1919536" y="1052736"/>
            <a:ext cx="8496944" cy="5262979"/>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wrap="square" anchor="ctr">
            <a:spAutoFit/>
          </a:bodyPr>
          <a:lstStyle/>
          <a:p>
            <a:pPr indent="190500">
              <a:tabLst>
                <a:tab pos="800100" algn="l"/>
              </a:tabLst>
            </a:pPr>
            <a:r>
              <a:rPr lang="en-US" altLang="zh-CN" b="1" dirty="0">
                <a:effectLst>
                  <a:outerShdw blurRad="38100" dist="38100" dir="2700000" algn="tl">
                    <a:srgbClr val="FFFFFF"/>
                  </a:outerShdw>
                </a:effectLst>
                <a:ea typeface="楷体_GB2312" pitchFamily="49" charset="-122"/>
              </a:rPr>
              <a:t>#include &lt;</a:t>
            </a:r>
            <a:r>
              <a:rPr lang="en-US" altLang="zh-CN" b="1" dirty="0" err="1">
                <a:effectLst>
                  <a:outerShdw blurRad="38100" dist="38100" dir="2700000" algn="tl">
                    <a:srgbClr val="FFFFFF"/>
                  </a:outerShdw>
                </a:effectLst>
                <a:ea typeface="楷体_GB2312" pitchFamily="49" charset="-122"/>
              </a:rPr>
              <a:t>stdio.h</a:t>
            </a:r>
            <a:r>
              <a:rPr lang="en-US" altLang="zh-CN" b="1" dirty="0">
                <a:effectLst>
                  <a:outerShdw blurRad="38100" dist="38100" dir="2700000" algn="tl">
                    <a:srgbClr val="FFFFFF"/>
                  </a:outerShdw>
                </a:effectLst>
                <a:ea typeface="楷体_GB2312" pitchFamily="49" charset="-122"/>
              </a:rPr>
              <a:t>&gt;</a:t>
            </a:r>
          </a:p>
          <a:p>
            <a:pPr indent="190500">
              <a:tabLst>
                <a:tab pos="800100" algn="l"/>
              </a:tabLst>
            </a:pPr>
            <a:r>
              <a:rPr lang="en-US" altLang="zh-CN" b="1" dirty="0" err="1">
                <a:solidFill>
                  <a:srgbClr val="CC3300"/>
                </a:solidFill>
                <a:effectLst>
                  <a:outerShdw blurRad="38100" dist="38100" dir="2700000" algn="tl">
                    <a:srgbClr val="000000"/>
                  </a:outerShdw>
                </a:effectLst>
                <a:ea typeface="楷体_GB2312" pitchFamily="49" charset="-122"/>
              </a:rPr>
              <a:t>int</a:t>
            </a:r>
            <a:r>
              <a:rPr lang="en-US" altLang="zh-CN" b="1" dirty="0">
                <a:solidFill>
                  <a:srgbClr val="CC3300"/>
                </a:solidFill>
                <a:effectLst>
                  <a:outerShdw blurRad="38100" dist="38100" dir="2700000" algn="tl">
                    <a:srgbClr val="000000"/>
                  </a:outerShdw>
                </a:effectLst>
                <a:ea typeface="楷体_GB2312" pitchFamily="49" charset="-122"/>
              </a:rPr>
              <a:t> main ( )</a:t>
            </a:r>
          </a:p>
          <a:p>
            <a:pPr indent="190500">
              <a:tabLst>
                <a:tab pos="800100" algn="l"/>
              </a:tabLst>
            </a:pPr>
            <a:r>
              <a:rPr lang="en-US" altLang="zh-CN" b="1" dirty="0">
                <a:effectLst>
                  <a:outerShdw blurRad="38100" dist="38100" dir="2700000" algn="tl">
                    <a:srgbClr val="FFFFFF"/>
                  </a:outerShdw>
                </a:effectLst>
                <a:ea typeface="楷体_GB2312" pitchFamily="49" charset="-122"/>
              </a:rPr>
              <a:t>{</a:t>
            </a:r>
          </a:p>
          <a:p>
            <a:pPr indent="190500">
              <a:tabLst>
                <a:tab pos="800100" algn="l"/>
              </a:tabLst>
            </a:pPr>
            <a:r>
              <a:rPr lang="en-US" altLang="zh-CN" b="1" dirty="0">
                <a:effectLst>
                  <a:outerShdw blurRad="38100" dist="38100" dir="2700000" algn="tl">
                    <a:srgbClr val="FFFFFF"/>
                  </a:outerShdw>
                </a:effectLst>
                <a:ea typeface="楷体_GB2312" pitchFamily="49" charset="-122"/>
              </a:rPr>
              <a:t>  char  c;</a:t>
            </a:r>
          </a:p>
          <a:p>
            <a:pPr indent="190500">
              <a:tabLst>
                <a:tab pos="800100" algn="l"/>
              </a:tabLst>
            </a:pPr>
            <a:r>
              <a:rPr lang="en-US" altLang="zh-CN" b="1" dirty="0">
                <a:effectLst>
                  <a:outerShdw blurRad="38100" dist="38100" dir="2700000" algn="tl">
                    <a:srgbClr val="FFFFFF"/>
                  </a:outerShdw>
                </a:effectLst>
                <a:ea typeface="楷体_GB2312" pitchFamily="49" charset="-122"/>
              </a:rPr>
              <a:t>  while ( 1 )</a:t>
            </a:r>
          </a:p>
          <a:p>
            <a:pPr indent="190500">
              <a:tabLst>
                <a:tab pos="800100" algn="l"/>
              </a:tabLst>
            </a:pPr>
            <a:r>
              <a:rPr lang="en-US" altLang="zh-CN" b="1" dirty="0">
                <a:effectLst>
                  <a:outerShdw blurRad="38100" dist="38100" dir="2700000" algn="tl">
                    <a:srgbClr val="FFFFFF"/>
                  </a:outerShdw>
                </a:effectLst>
                <a:ea typeface="楷体_GB2312" pitchFamily="49" charset="-122"/>
              </a:rPr>
              <a:t>  { </a:t>
            </a:r>
          </a:p>
          <a:p>
            <a:pPr indent="190500">
              <a:tabLst>
                <a:tab pos="800100" algn="l"/>
              </a:tabLst>
            </a:pPr>
            <a:r>
              <a:rPr lang="en-US" altLang="zh-CN" b="1" dirty="0">
                <a:effectLst>
                  <a:outerShdw blurRad="38100" dist="38100" dir="2700000" algn="tl">
                    <a:srgbClr val="FFFFFF"/>
                  </a:outerShdw>
                </a:effectLst>
                <a:ea typeface="楷体_GB2312" pitchFamily="49" charset="-122"/>
              </a:rPr>
              <a:t>    c = </a:t>
            </a:r>
            <a:r>
              <a:rPr lang="en-US" altLang="zh-CN" b="1" dirty="0" err="1">
                <a:effectLst>
                  <a:outerShdw blurRad="38100" dist="38100" dir="2700000" algn="tl">
                    <a:srgbClr val="FFFFFF"/>
                  </a:outerShdw>
                </a:effectLst>
                <a:ea typeface="楷体_GB2312" pitchFamily="49" charset="-122"/>
              </a:rPr>
              <a:t>getchar</a:t>
            </a:r>
            <a:r>
              <a:rPr lang="en-US" altLang="zh-CN" b="1" dirty="0">
                <a:effectLst>
                  <a:outerShdw blurRad="38100" dist="38100" dir="2700000" algn="tl">
                    <a:srgbClr val="FFFFFF"/>
                  </a:outerShdw>
                </a:effectLst>
                <a:ea typeface="楷体_GB2312" pitchFamily="49" charset="-122"/>
              </a:rPr>
              <a:t> ( );                      </a:t>
            </a:r>
            <a:r>
              <a:rPr lang="en-US" altLang="zh-CN" sz="1800" b="1" dirty="0">
                <a:solidFill>
                  <a:srgbClr val="0033CC"/>
                </a:solidFill>
                <a:effectLst>
                  <a:outerShdw blurRad="38100" dist="38100" dir="2700000" algn="tl">
                    <a:srgbClr val="000000"/>
                  </a:outerShdw>
                </a:effectLst>
                <a:latin typeface="+mn-lt"/>
                <a:ea typeface="楷体" pitchFamily="49" charset="-122"/>
              </a:rPr>
              <a:t>//</a:t>
            </a:r>
            <a:r>
              <a:rPr lang="zh-CN" altLang="en-US" sz="1800" b="1" dirty="0">
                <a:solidFill>
                  <a:srgbClr val="0033CC"/>
                </a:solidFill>
                <a:effectLst>
                  <a:outerShdw blurRad="38100" dist="38100" dir="2700000" algn="tl">
                    <a:srgbClr val="000000"/>
                  </a:outerShdw>
                </a:effectLst>
                <a:latin typeface="+mn-lt"/>
                <a:ea typeface="楷体" pitchFamily="49" charset="-122"/>
              </a:rPr>
              <a:t>读取一个字符</a:t>
            </a:r>
          </a:p>
          <a:p>
            <a:pPr indent="190500">
              <a:tabLst>
                <a:tab pos="800100" algn="l"/>
              </a:tabLst>
            </a:pPr>
            <a:r>
              <a:rPr lang="zh-CN" altLang="en-US" b="1" dirty="0">
                <a:effectLst>
                  <a:outerShdw blurRad="38100" dist="38100" dir="2700000" algn="tl">
                    <a:srgbClr val="FFFFFF"/>
                  </a:outerShdw>
                </a:effectLst>
                <a:ea typeface="楷体_GB2312" pitchFamily="49" charset="-122"/>
              </a:rPr>
              <a:t>    </a:t>
            </a:r>
            <a:r>
              <a:rPr lang="en-US" altLang="zh-CN" b="1" dirty="0">
                <a:effectLst>
                  <a:outerShdw blurRad="38100" dist="38100" dir="2700000" algn="tl">
                    <a:srgbClr val="FFFFFF"/>
                  </a:outerShdw>
                </a:effectLst>
                <a:ea typeface="楷体_GB2312" pitchFamily="49" charset="-122"/>
              </a:rPr>
              <a:t>if ( c &gt;= 'a' &amp;&amp; c &lt;= 'z')      </a:t>
            </a:r>
            <a:r>
              <a:rPr lang="en-US" altLang="zh-CN" sz="1800" b="1" dirty="0">
                <a:solidFill>
                  <a:srgbClr val="0033CC"/>
                </a:solidFill>
                <a:effectLst>
                  <a:outerShdw blurRad="38100" dist="38100" dir="2700000" algn="tl">
                    <a:srgbClr val="000000"/>
                  </a:outerShdw>
                </a:effectLst>
                <a:latin typeface="+mn-lt"/>
                <a:ea typeface="楷体" pitchFamily="49" charset="-122"/>
              </a:rPr>
              <a:t>//</a:t>
            </a:r>
            <a:r>
              <a:rPr lang="zh-CN" altLang="en-US" sz="1800" b="1" dirty="0">
                <a:solidFill>
                  <a:srgbClr val="0033CC"/>
                </a:solidFill>
                <a:effectLst>
                  <a:outerShdw blurRad="38100" dist="38100" dir="2700000" algn="tl">
                    <a:srgbClr val="000000"/>
                  </a:outerShdw>
                </a:effectLst>
                <a:latin typeface="+mn-lt"/>
                <a:ea typeface="楷体" pitchFamily="49" charset="-122"/>
              </a:rPr>
              <a:t>是小写字母</a:t>
            </a:r>
          </a:p>
          <a:p>
            <a:pPr indent="190500">
              <a:tabLst>
                <a:tab pos="800100" algn="l"/>
              </a:tabLst>
            </a:pPr>
            <a:r>
              <a:rPr lang="zh-CN" altLang="en-US" b="1" dirty="0">
                <a:effectLst>
                  <a:outerShdw blurRad="38100" dist="38100" dir="2700000" algn="tl">
                    <a:srgbClr val="FFFFFF"/>
                  </a:outerShdw>
                </a:effectLst>
                <a:ea typeface="楷体_GB2312" pitchFamily="49" charset="-122"/>
              </a:rPr>
              <a:t>       </a:t>
            </a:r>
            <a:r>
              <a:rPr lang="en-US" altLang="zh-CN" b="1" dirty="0" err="1">
                <a:effectLst>
                  <a:outerShdw blurRad="38100" dist="38100" dir="2700000" algn="tl">
                    <a:srgbClr val="FFFFFF"/>
                  </a:outerShdw>
                </a:effectLst>
                <a:ea typeface="楷体_GB2312" pitchFamily="49" charset="-122"/>
              </a:rPr>
              <a:t>putchar</a:t>
            </a:r>
            <a:r>
              <a:rPr lang="en-US" altLang="zh-CN" b="1" dirty="0">
                <a:effectLst>
                  <a:outerShdw blurRad="38100" dist="38100" dir="2700000" algn="tl">
                    <a:srgbClr val="FFFFFF"/>
                  </a:outerShdw>
                </a:effectLst>
                <a:ea typeface="楷体_GB2312" pitchFamily="49" charset="-122"/>
              </a:rPr>
              <a:t> (c - 'a' + 'A');      </a:t>
            </a:r>
            <a:r>
              <a:rPr lang="en-US" altLang="zh-CN" sz="1800" b="1" dirty="0">
                <a:solidFill>
                  <a:srgbClr val="0033CC"/>
                </a:solidFill>
                <a:effectLst>
                  <a:outerShdw blurRad="38100" dist="38100" dir="2700000" algn="tl">
                    <a:srgbClr val="000000"/>
                  </a:outerShdw>
                </a:effectLst>
                <a:latin typeface="+mn-lt"/>
                <a:ea typeface="楷体" pitchFamily="49" charset="-122"/>
              </a:rPr>
              <a:t>//</a:t>
            </a:r>
            <a:r>
              <a:rPr lang="zh-CN" altLang="en-US" sz="1800" b="1" dirty="0">
                <a:solidFill>
                  <a:srgbClr val="0033CC"/>
                </a:solidFill>
                <a:effectLst>
                  <a:outerShdw blurRad="38100" dist="38100" dir="2700000" algn="tl">
                    <a:srgbClr val="000000"/>
                  </a:outerShdw>
                </a:effectLst>
                <a:latin typeface="+mn-lt"/>
                <a:ea typeface="楷体" pitchFamily="49" charset="-122"/>
              </a:rPr>
              <a:t>输出其大写字母</a:t>
            </a:r>
          </a:p>
          <a:p>
            <a:pPr indent="190500">
              <a:tabLst>
                <a:tab pos="800100" algn="l"/>
              </a:tabLst>
            </a:pPr>
            <a:r>
              <a:rPr lang="zh-CN" altLang="en-US" b="1" dirty="0">
                <a:effectLst>
                  <a:outerShdw blurRad="38100" dist="38100" dir="2700000" algn="tl">
                    <a:srgbClr val="FFFFFF"/>
                  </a:outerShdw>
                </a:effectLst>
                <a:ea typeface="楷体_GB2312" pitchFamily="49" charset="-122"/>
              </a:rPr>
              <a:t>    </a:t>
            </a:r>
            <a:r>
              <a:rPr lang="en-US" altLang="zh-CN" b="1" dirty="0">
                <a:effectLst>
                  <a:outerShdw blurRad="38100" dist="38100" dir="2700000" algn="tl">
                    <a:srgbClr val="FFFFFF"/>
                  </a:outerShdw>
                </a:effectLst>
                <a:ea typeface="楷体_GB2312" pitchFamily="49" charset="-122"/>
              </a:rPr>
              <a:t>else           </a:t>
            </a:r>
            <a:r>
              <a:rPr lang="en-US" altLang="zh-CN" sz="1800" b="1" dirty="0">
                <a:solidFill>
                  <a:srgbClr val="0033CC"/>
                </a:solidFill>
                <a:effectLst>
                  <a:outerShdw blurRad="38100" dist="38100" dir="2700000" algn="tl">
                    <a:srgbClr val="000000"/>
                  </a:outerShdw>
                </a:effectLst>
                <a:latin typeface="+mn-lt"/>
                <a:ea typeface="楷体" pitchFamily="49" charset="-122"/>
              </a:rPr>
              <a:t>//</a:t>
            </a:r>
            <a:r>
              <a:rPr lang="zh-CN" altLang="en-US" sz="1800" b="1" dirty="0">
                <a:solidFill>
                  <a:srgbClr val="0033CC"/>
                </a:solidFill>
                <a:effectLst>
                  <a:outerShdw blurRad="38100" dist="38100" dir="2700000" algn="tl">
                    <a:srgbClr val="000000"/>
                  </a:outerShdw>
                </a:effectLst>
                <a:latin typeface="+mn-lt"/>
                <a:ea typeface="楷体" pitchFamily="49" charset="-122"/>
              </a:rPr>
              <a:t>不是小写字母</a:t>
            </a:r>
          </a:p>
          <a:p>
            <a:pPr indent="190500">
              <a:tabLst>
                <a:tab pos="800100" algn="l"/>
              </a:tabLst>
            </a:pPr>
            <a:r>
              <a:rPr lang="zh-CN" altLang="en-US" b="1" dirty="0">
                <a:effectLst>
                  <a:outerShdw blurRad="38100" dist="38100" dir="2700000" algn="tl">
                    <a:srgbClr val="FFFFFF"/>
                  </a:outerShdw>
                </a:effectLst>
                <a:ea typeface="楷体_GB2312" pitchFamily="49" charset="-122"/>
              </a:rPr>
              <a:t>       </a:t>
            </a:r>
            <a:r>
              <a:rPr lang="en-US" altLang="zh-CN" b="1" dirty="0">
                <a:solidFill>
                  <a:srgbClr val="FF3300"/>
                </a:solidFill>
                <a:effectLst>
                  <a:outerShdw blurRad="38100" dist="38100" dir="2700000" algn="tl">
                    <a:srgbClr val="000000"/>
                  </a:outerShdw>
                </a:effectLst>
                <a:ea typeface="楷体_GB2312" pitchFamily="49" charset="-122"/>
              </a:rPr>
              <a:t>break;</a:t>
            </a:r>
            <a:r>
              <a:rPr lang="en-US" altLang="zh-CN" b="1" dirty="0">
                <a:effectLst>
                  <a:outerShdw blurRad="38100" dist="38100" dir="2700000" algn="tl">
                    <a:srgbClr val="FFFFFF"/>
                  </a:outerShdw>
                </a:effectLst>
                <a:ea typeface="楷体_GB2312" pitchFamily="49" charset="-122"/>
              </a:rPr>
              <a:t>   </a:t>
            </a:r>
            <a:r>
              <a:rPr lang="en-US" altLang="zh-CN" sz="1800" b="1" dirty="0">
                <a:solidFill>
                  <a:srgbClr val="0033CC"/>
                </a:solidFill>
                <a:effectLst>
                  <a:outerShdw blurRad="38100" dist="38100" dir="2700000" algn="tl">
                    <a:srgbClr val="000000"/>
                  </a:outerShdw>
                </a:effectLst>
                <a:latin typeface="+mn-lt"/>
                <a:ea typeface="楷体" pitchFamily="49" charset="-122"/>
              </a:rPr>
              <a:t>//</a:t>
            </a:r>
            <a:r>
              <a:rPr lang="zh-CN" altLang="en-US" sz="1800" b="1" dirty="0">
                <a:solidFill>
                  <a:srgbClr val="0033CC"/>
                </a:solidFill>
                <a:effectLst>
                  <a:outerShdw blurRad="38100" dist="38100" dir="2700000" algn="tl">
                    <a:srgbClr val="000000"/>
                  </a:outerShdw>
                </a:effectLst>
                <a:latin typeface="+mn-lt"/>
                <a:ea typeface="楷体" pitchFamily="49" charset="-122"/>
              </a:rPr>
              <a:t>循环退出</a:t>
            </a:r>
          </a:p>
          <a:p>
            <a:pPr indent="190500">
              <a:tabLst>
                <a:tab pos="800100" algn="l"/>
              </a:tabLst>
            </a:pPr>
            <a:r>
              <a:rPr lang="zh-CN" altLang="en-US" b="1" dirty="0">
                <a:effectLst>
                  <a:outerShdw blurRad="38100" dist="38100" dir="2700000" algn="tl">
                    <a:srgbClr val="FFFFFF"/>
                  </a:outerShdw>
                </a:effectLst>
                <a:ea typeface="楷体_GB2312" pitchFamily="49" charset="-122"/>
              </a:rPr>
              <a:t>  </a:t>
            </a:r>
            <a:r>
              <a:rPr lang="en-US" altLang="zh-CN" b="1" dirty="0">
                <a:effectLst>
                  <a:outerShdw blurRad="38100" dist="38100" dir="2700000" algn="tl">
                    <a:srgbClr val="FFFFFF"/>
                  </a:outerShdw>
                </a:effectLst>
                <a:ea typeface="楷体_GB2312" pitchFamily="49" charset="-122"/>
              </a:rPr>
              <a:t>}</a:t>
            </a:r>
          </a:p>
          <a:p>
            <a:pPr indent="190500">
              <a:tabLst>
                <a:tab pos="800100" algn="l"/>
              </a:tabLst>
            </a:pPr>
            <a:r>
              <a:rPr lang="en-US" altLang="zh-CN" b="1" dirty="0">
                <a:effectLst>
                  <a:outerShdw blurRad="38100" dist="38100" dir="2700000" algn="tl">
                    <a:srgbClr val="FFFFFF"/>
                  </a:outerShdw>
                </a:effectLst>
                <a:ea typeface="楷体_GB2312" pitchFamily="49" charset="-122"/>
              </a:rPr>
              <a:t>  return 0;</a:t>
            </a:r>
          </a:p>
          <a:p>
            <a:pPr indent="190500">
              <a:tabLst>
                <a:tab pos="800100" algn="l"/>
              </a:tabLst>
            </a:pPr>
            <a:r>
              <a:rPr lang="en-US" altLang="zh-CN" b="1" dirty="0">
                <a:effectLst>
                  <a:outerShdw blurRad="38100" dist="38100" dir="2700000" algn="tl">
                    <a:srgbClr val="FFFFFF"/>
                  </a:outerShdw>
                </a:effectLst>
                <a:ea typeface="楷体_GB2312" pitchFamily="49" charset="-122"/>
              </a:rPr>
              <a:t>}</a:t>
            </a:r>
          </a:p>
        </p:txBody>
      </p:sp>
      <p:sp>
        <p:nvSpPr>
          <p:cNvPr id="79" name="Text Box 7"/>
          <p:cNvSpPr txBox="1">
            <a:spLocks noChangeArrowheads="1"/>
          </p:cNvSpPr>
          <p:nvPr/>
        </p:nvSpPr>
        <p:spPr bwMode="auto">
          <a:xfrm>
            <a:off x="7247135" y="4725144"/>
            <a:ext cx="2881313" cy="1296987"/>
          </a:xfrm>
          <a:prstGeom prst="rect">
            <a:avLst/>
          </a:prstGeom>
          <a:solidFill>
            <a:srgbClr val="FFFFFF"/>
          </a:solidFill>
          <a:ln w="38100">
            <a:solidFill>
              <a:srgbClr val="FF00FF"/>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a:lstStyle/>
          <a:p>
            <a:pPr algn="just"/>
            <a:r>
              <a:rPr lang="zh-CN" altLang="en-US" b="1" dirty="0">
                <a:solidFill>
                  <a:srgbClr val="FF3300"/>
                </a:solidFill>
                <a:effectLst>
                  <a:outerShdw blurRad="38100" dist="38100" dir="2700000" algn="tl">
                    <a:srgbClr val="C0C0C0"/>
                  </a:outerShdw>
                </a:effectLst>
                <a:ea typeface="隶书" pitchFamily="49" charset="-122"/>
              </a:rPr>
              <a:t>运行结果：</a:t>
            </a:r>
          </a:p>
          <a:p>
            <a:r>
              <a:rPr lang="en-US" altLang="zh-CN" b="1" dirty="0" err="1">
                <a:effectLst>
                  <a:outerShdw blurRad="38100" dist="38100" dir="2700000" algn="tl">
                    <a:srgbClr val="C0C0C0"/>
                  </a:outerShdw>
                </a:effectLst>
              </a:rPr>
              <a:t>howareyou</a:t>
            </a:r>
            <a:r>
              <a:rPr lang="en-US" altLang="zh-CN" b="1" dirty="0">
                <a:effectLst>
                  <a:outerShdw blurRad="38100" dist="38100" dir="2700000" algn="tl">
                    <a:srgbClr val="C0C0C0"/>
                  </a:outerShdw>
                </a:effectLst>
                <a:latin typeface="+mn-ea"/>
                <a:ea typeface="+mn-ea"/>
              </a:rPr>
              <a:t>↙</a:t>
            </a:r>
          </a:p>
          <a:p>
            <a:r>
              <a:rPr lang="en-US" altLang="zh-CN" b="1" dirty="0">
                <a:solidFill>
                  <a:srgbClr val="0033CC"/>
                </a:solidFill>
                <a:effectLst>
                  <a:outerShdw blurRad="38100" dist="38100" dir="2700000" algn="tl">
                    <a:srgbClr val="C0C0C0"/>
                  </a:outerShdw>
                </a:effectLst>
              </a:rPr>
              <a:t>HOWAREYOU</a:t>
            </a:r>
            <a:r>
              <a:rPr lang="en-US" altLang="zh-CN" dirty="0">
                <a:solidFill>
                  <a:srgbClr val="0033CC"/>
                </a:solidFill>
              </a:rPr>
              <a:t>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46177"/>
                                        </p:tgtEl>
                                        <p:attrNameLst>
                                          <p:attrName>style.visibility</p:attrName>
                                        </p:attrNameLst>
                                      </p:cBhvr>
                                      <p:to>
                                        <p:strVal val="visible"/>
                                      </p:to>
                                    </p:set>
                                    <p:animEffect transition="in" filter="box(in)">
                                      <p:cBhvr>
                                        <p:cTn id="7" dur="500"/>
                                        <p:tgtEl>
                                          <p:spTgt spid="946177"/>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77"/>
                                        </p:tgtEl>
                                        <p:attrNameLst>
                                          <p:attrName>style.visibility</p:attrName>
                                        </p:attrNameLst>
                                      </p:cBhvr>
                                      <p:to>
                                        <p:strVal val="visible"/>
                                      </p:to>
                                    </p:set>
                                    <p:animEffect transition="in" filter="diamond(in)">
                                      <p:cBhvr>
                                        <p:cTn id="12" dur="2000"/>
                                        <p:tgtEl>
                                          <p:spTgt spid="77"/>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par>
                          <p:cTn id="13" fill="hold">
                            <p:stCondLst>
                              <p:cond delay="2000"/>
                            </p:stCondLst>
                            <p:childTnLst>
                              <p:par>
                                <p:cTn id="14" presetID="18" presetClass="entr" presetSubtype="6" fill="hold" nodeType="afterEffect">
                                  <p:stCondLst>
                                    <p:cond delay="0"/>
                                  </p:stCondLst>
                                  <p:childTnLst>
                                    <p:set>
                                      <p:cBhvr>
                                        <p:cTn id="15" dur="1" fill="hold">
                                          <p:stCondLst>
                                            <p:cond delay="0"/>
                                          </p:stCondLst>
                                        </p:cTn>
                                        <p:tgtEl>
                                          <p:spTgt spid="51"/>
                                        </p:tgtEl>
                                        <p:attrNameLst>
                                          <p:attrName>style.visibility</p:attrName>
                                        </p:attrNameLst>
                                      </p:cBhvr>
                                      <p:to>
                                        <p:strVal val="visible"/>
                                      </p:to>
                                    </p:set>
                                    <p:animEffect transition="in" filter="strips(downRight)">
                                      <p:cBhvr>
                                        <p:cTn id="16" dur="500"/>
                                        <p:tgtEl>
                                          <p:spTgt spid="51"/>
                                        </p:tgtEl>
                                      </p:cBhvr>
                                    </p:animEffect>
                                  </p:childTnLst>
                                  <p:subTnLst>
                                    <p:audio>
                                      <p:cMediaNode>
                                        <p:cTn display="0" masterRel="sameClick">
                                          <p:stCondLst>
                                            <p:cond evt="begin" delay="0">
                                              <p:tn val="14"/>
                                            </p:cond>
                                          </p:stCondLst>
                                          <p:endCondLst>
                                            <p:cond evt="onStopAudio" delay="0">
                                              <p:tgtEl>
                                                <p:sldTgt/>
                                              </p:tgtEl>
                                            </p:cond>
                                          </p:endCondLst>
                                        </p:cTn>
                                        <p:tgtEl>
                                          <p:sndTgt r:embed="rId4" name="chimes.wav"/>
                                        </p:tgtEl>
                                      </p:cMediaNode>
                                    </p:audio>
                                  </p:subTnLst>
                                </p:cTn>
                              </p:par>
                              <p:par>
                                <p:cTn id="17" presetID="18" presetClass="entr" presetSubtype="6" fill="hold" nodeType="withEffect">
                                  <p:stCondLst>
                                    <p:cond delay="0"/>
                                  </p:stCondLst>
                                  <p:childTnLst>
                                    <p:set>
                                      <p:cBhvr>
                                        <p:cTn id="18" dur="1" fill="hold">
                                          <p:stCondLst>
                                            <p:cond delay="0"/>
                                          </p:stCondLst>
                                        </p:cTn>
                                        <p:tgtEl>
                                          <p:spTgt spid="946217"/>
                                        </p:tgtEl>
                                        <p:attrNameLst>
                                          <p:attrName>style.visibility</p:attrName>
                                        </p:attrNameLst>
                                      </p:cBhvr>
                                      <p:to>
                                        <p:strVal val="visible"/>
                                      </p:to>
                                    </p:set>
                                    <p:animEffect transition="in" filter="strips(downRight)">
                                      <p:cBhvr>
                                        <p:cTn id="19" dur="500"/>
                                        <p:tgtEl>
                                          <p:spTgt spid="946217"/>
                                        </p:tgtEl>
                                      </p:cBhvr>
                                    </p:animEffect>
                                  </p:childTnLst>
                                  <p:subTnLst>
                                    <p:audio>
                                      <p:cMediaNode>
                                        <p:cTn display="0" masterRel="sameClick">
                                          <p:stCondLst>
                                            <p:cond evt="begin" delay="0">
                                              <p:tn val="17"/>
                                            </p:cond>
                                          </p:stCondLst>
                                          <p:endCondLst>
                                            <p:cond evt="onStopAudio" delay="0">
                                              <p:tgtEl>
                                                <p:sldTgt/>
                                              </p:tgtEl>
                                            </p:cond>
                                          </p:endCondLst>
                                        </p:cTn>
                                        <p:tgtEl>
                                          <p:sndTgt r:embed="rId4" name="chimes.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78"/>
                                        </p:tgtEl>
                                        <p:attrNameLst>
                                          <p:attrName>style.visibility</p:attrName>
                                        </p:attrNameLst>
                                      </p:cBhvr>
                                      <p:to>
                                        <p:strVal val="visible"/>
                                      </p:to>
                                    </p:set>
                                    <p:animEffect transition="in" filter="box(out)">
                                      <p:cBhvr>
                                        <p:cTn id="24" dur="500"/>
                                        <p:tgtEl>
                                          <p:spTgt spid="78"/>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79"/>
                                        </p:tgtEl>
                                        <p:attrNameLst>
                                          <p:attrName>style.visibility</p:attrName>
                                        </p:attrNameLst>
                                      </p:cBhvr>
                                      <p:to>
                                        <p:strVal val="visible"/>
                                      </p:to>
                                    </p:set>
                                    <p:animEffect transition="in" filter="box(out)">
                                      <p:cBhvr>
                                        <p:cTn id="29" dur="500"/>
                                        <p:tgtEl>
                                          <p:spTgt spid="79"/>
                                        </p:tgtEl>
                                      </p:cBhvr>
                                    </p:animEffect>
                                  </p:childTnLst>
                                  <p:subTnLst>
                                    <p:audio>
                                      <p:cMediaNode>
                                        <p:cTn display="0" masterRel="sameClick">
                                          <p:stCondLst>
                                            <p:cond evt="begin" delay="0">
                                              <p:tn val="27"/>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6177" grpId="0" animBg="1"/>
      <p:bldP spid="78" grpId="0" animBg="1"/>
      <p:bldP spid="7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7767" name="Rectangle 23"/>
          <p:cNvSpPr>
            <a:spLocks noChangeArrowheads="1"/>
          </p:cNvSpPr>
          <p:nvPr/>
        </p:nvSpPr>
        <p:spPr bwMode="auto">
          <a:xfrm>
            <a:off x="1572519" y="4477762"/>
            <a:ext cx="4104000" cy="1938992"/>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6200000" scaled="1"/>
            <a:tileRect/>
          </a:gradFill>
          <a:ln w="38100">
            <a:solidFill>
              <a:srgbClr val="FF00FF"/>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wrap="square" anchor="ctr">
            <a:spAutoFit/>
          </a:bodyPr>
          <a:lstStyle/>
          <a:p>
            <a:pPr>
              <a:tabLst>
                <a:tab pos="457200" algn="l"/>
              </a:tabLst>
            </a:pPr>
            <a:r>
              <a:rPr lang="en-US" altLang="zh-CN" b="1" dirty="0">
                <a:solidFill>
                  <a:srgbClr val="FF0000"/>
                </a:solidFill>
                <a:effectLst>
                  <a:innerShdw blurRad="63500" dist="50800" dir="10800000">
                    <a:prstClr val="black">
                      <a:alpha val="50000"/>
                    </a:prstClr>
                  </a:innerShdw>
                </a:effectLst>
              </a:rPr>
              <a:t>     </a:t>
            </a:r>
            <a:r>
              <a:rPr lang="zh-CN" altLang="en-US" b="1" dirty="0">
                <a:solidFill>
                  <a:srgbClr val="FF33CC"/>
                </a:solidFill>
                <a:effectLst>
                  <a:innerShdw blurRad="63500" dist="50800" dir="10800000">
                    <a:prstClr val="black">
                      <a:alpha val="50000"/>
                    </a:prstClr>
                  </a:innerShdw>
                </a:effectLst>
                <a:latin typeface="隶书" pitchFamily="49" charset="-122"/>
                <a:ea typeface="隶书" pitchFamily="49" charset="-122"/>
              </a:rPr>
              <a:t>方法：</a:t>
            </a:r>
            <a:r>
              <a:rPr lang="zh-CN" altLang="en-US" b="1" dirty="0">
                <a:solidFill>
                  <a:srgbClr val="3366CC"/>
                </a:solidFill>
                <a:effectLst>
                  <a:innerShdw blurRad="63500" dist="50800" dir="10800000">
                    <a:prstClr val="black">
                      <a:alpha val="50000"/>
                    </a:prstClr>
                  </a:innerShdw>
                </a:effectLst>
                <a:latin typeface="隶书" pitchFamily="49" charset="-122"/>
                <a:ea typeface="隶书" pitchFamily="49" charset="-122"/>
              </a:rPr>
              <a:t>通过设置一标志变量</a:t>
            </a:r>
            <a:r>
              <a:rPr lang="en-US" altLang="zh-CN" b="1" dirty="0">
                <a:solidFill>
                  <a:srgbClr val="FF0000"/>
                </a:solidFill>
                <a:effectLst>
                  <a:innerShdw blurRad="63500" dist="50800" dir="10800000">
                    <a:prstClr val="black">
                      <a:alpha val="50000"/>
                    </a:prstClr>
                  </a:innerShdw>
                </a:effectLst>
                <a:latin typeface="+mn-lt"/>
                <a:ea typeface="隶书" pitchFamily="49" charset="-122"/>
              </a:rPr>
              <a:t>tag</a:t>
            </a:r>
            <a:r>
              <a:rPr lang="zh-CN" altLang="en-US" b="1" dirty="0">
                <a:solidFill>
                  <a:srgbClr val="3366CC"/>
                </a:solidFill>
                <a:effectLst>
                  <a:innerShdw blurRad="63500" dist="50800" dir="10800000">
                    <a:prstClr val="black">
                      <a:alpha val="50000"/>
                    </a:prstClr>
                  </a:innerShdw>
                </a:effectLst>
                <a:latin typeface="隶书" pitchFamily="49" charset="-122"/>
                <a:ea typeface="隶书" pitchFamily="49" charset="-122"/>
              </a:rPr>
              <a:t>，然后在每层循环后加上一条语句：</a:t>
            </a:r>
            <a:r>
              <a:rPr lang="en-US" altLang="zh-CN" b="1" dirty="0">
                <a:solidFill>
                  <a:srgbClr val="FF0000"/>
                </a:solidFill>
                <a:effectLst>
                  <a:innerShdw blurRad="63500" dist="50800" dir="10800000">
                    <a:prstClr val="black">
                      <a:alpha val="50000"/>
                    </a:prstClr>
                  </a:innerShdw>
                </a:effectLst>
                <a:latin typeface="+mn-lt"/>
                <a:ea typeface="隶书" pitchFamily="49" charset="-122"/>
              </a:rPr>
              <a:t>if (tag) break; </a:t>
            </a:r>
            <a:r>
              <a:rPr lang="zh-CN" altLang="en-US" b="1" dirty="0">
                <a:solidFill>
                  <a:srgbClr val="3366CC"/>
                </a:solidFill>
                <a:effectLst>
                  <a:innerShdw blurRad="63500" dist="50800" dir="10800000">
                    <a:prstClr val="black">
                      <a:alpha val="50000"/>
                    </a:prstClr>
                  </a:innerShdw>
                </a:effectLst>
                <a:latin typeface="隶书" pitchFamily="49" charset="-122"/>
                <a:ea typeface="隶书" pitchFamily="49" charset="-122"/>
              </a:rPr>
              <a:t>其值为</a:t>
            </a:r>
            <a:r>
              <a:rPr lang="en-US" altLang="zh-CN" b="1" dirty="0">
                <a:solidFill>
                  <a:srgbClr val="3366CC"/>
                </a:solidFill>
                <a:effectLst>
                  <a:innerShdw blurRad="63500" dist="50800" dir="10800000">
                    <a:prstClr val="black">
                      <a:alpha val="50000"/>
                    </a:prstClr>
                  </a:innerShdw>
                </a:effectLst>
                <a:latin typeface="隶书" pitchFamily="49" charset="-122"/>
                <a:ea typeface="隶书" pitchFamily="49" charset="-122"/>
              </a:rPr>
              <a:t>1</a:t>
            </a:r>
            <a:r>
              <a:rPr lang="zh-CN" altLang="en-US" b="1" dirty="0">
                <a:solidFill>
                  <a:srgbClr val="3366CC"/>
                </a:solidFill>
                <a:effectLst>
                  <a:innerShdw blurRad="63500" dist="50800" dir="10800000">
                    <a:prstClr val="black">
                      <a:alpha val="50000"/>
                    </a:prstClr>
                  </a:innerShdw>
                </a:effectLst>
                <a:latin typeface="隶书" pitchFamily="49" charset="-122"/>
                <a:ea typeface="隶书" pitchFamily="49" charset="-122"/>
              </a:rPr>
              <a:t>表示跳出循环体，为</a:t>
            </a:r>
            <a:r>
              <a:rPr lang="en-US" altLang="zh-CN" b="1" dirty="0">
                <a:solidFill>
                  <a:srgbClr val="3366CC"/>
                </a:solidFill>
                <a:effectLst>
                  <a:innerShdw blurRad="63500" dist="50800" dir="10800000">
                    <a:prstClr val="black">
                      <a:alpha val="50000"/>
                    </a:prstClr>
                  </a:innerShdw>
                </a:effectLst>
                <a:latin typeface="隶书" pitchFamily="49" charset="-122"/>
                <a:ea typeface="隶书" pitchFamily="49" charset="-122"/>
              </a:rPr>
              <a:t>0</a:t>
            </a:r>
            <a:r>
              <a:rPr lang="zh-CN" altLang="en-US" b="1" dirty="0">
                <a:solidFill>
                  <a:srgbClr val="3366CC"/>
                </a:solidFill>
                <a:effectLst>
                  <a:innerShdw blurRad="63500" dist="50800" dir="10800000">
                    <a:prstClr val="black">
                      <a:alpha val="50000"/>
                    </a:prstClr>
                  </a:innerShdw>
                </a:effectLst>
                <a:latin typeface="隶书" pitchFamily="49" charset="-122"/>
                <a:ea typeface="隶书" pitchFamily="49" charset="-122"/>
              </a:rPr>
              <a:t>则不跳出。 </a:t>
            </a:r>
          </a:p>
        </p:txBody>
      </p:sp>
      <p:sp>
        <p:nvSpPr>
          <p:cNvPr id="927771" name="Text Box 27" descr="信纸"/>
          <p:cNvSpPr txBox="1">
            <a:spLocks noChangeArrowheads="1"/>
          </p:cNvSpPr>
          <p:nvPr/>
        </p:nvSpPr>
        <p:spPr bwMode="auto">
          <a:xfrm>
            <a:off x="1559496" y="836614"/>
            <a:ext cx="4104456" cy="3240459"/>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a:lstStyle/>
          <a:p>
            <a:pPr algn="just"/>
            <a:r>
              <a:rPr lang="en-US" altLang="zh-CN" sz="2000" b="1" dirty="0">
                <a:effectLst>
                  <a:outerShdw blurRad="38100" dist="38100" dir="2700000" algn="tl">
                    <a:srgbClr val="FFFFFF"/>
                  </a:outerShdw>
                </a:effectLst>
              </a:rPr>
              <a:t>for (…)</a:t>
            </a:r>
          </a:p>
          <a:p>
            <a:pPr algn="just"/>
            <a:r>
              <a:rPr lang="en-US" altLang="zh-CN" sz="2000" b="1" dirty="0">
                <a:effectLst>
                  <a:outerShdw blurRad="38100" dist="38100" dir="2700000" algn="tl">
                    <a:srgbClr val="FFFFFF"/>
                  </a:outerShdw>
                </a:effectLst>
              </a:rPr>
              <a:t>{</a:t>
            </a:r>
          </a:p>
          <a:p>
            <a:pPr algn="just"/>
            <a:r>
              <a:rPr lang="en-US" altLang="zh-CN" sz="2000" b="1" dirty="0">
                <a:effectLst>
                  <a:outerShdw blurRad="38100" dist="38100" dir="2700000" algn="tl">
                    <a:srgbClr val="FFFFFF"/>
                  </a:outerShdw>
                </a:effectLst>
              </a:rPr>
              <a:t>   while (…)</a:t>
            </a:r>
          </a:p>
          <a:p>
            <a:pPr algn="just"/>
            <a:r>
              <a:rPr lang="en-US" altLang="zh-CN" sz="2000" b="1" dirty="0">
                <a:effectLst>
                  <a:outerShdw blurRad="38100" dist="38100" dir="2700000" algn="tl">
                    <a:srgbClr val="FFFFFF"/>
                  </a:outerShdw>
                </a:effectLst>
              </a:rPr>
              <a:t>   {</a:t>
            </a:r>
          </a:p>
          <a:p>
            <a:pPr algn="just"/>
            <a:r>
              <a:rPr lang="en-US" altLang="zh-CN" sz="2000" b="1" dirty="0">
                <a:effectLst>
                  <a:outerShdw blurRad="38100" dist="38100" dir="2700000" algn="tl">
                    <a:srgbClr val="FFFFFF"/>
                  </a:outerShdw>
                </a:effectLst>
              </a:rPr>
              <a:t>     ……</a:t>
            </a:r>
          </a:p>
          <a:p>
            <a:pPr algn="just"/>
            <a:r>
              <a:rPr lang="en-US" altLang="zh-CN" sz="2000" b="1" dirty="0">
                <a:effectLst>
                  <a:outerShdw blurRad="38100" dist="38100" dir="2700000" algn="tl">
                    <a:srgbClr val="FFFFFF"/>
                  </a:outerShdw>
                </a:effectLst>
              </a:rPr>
              <a:t>     if (…)  break;</a:t>
            </a:r>
          </a:p>
          <a:p>
            <a:pPr algn="just"/>
            <a:r>
              <a:rPr lang="en-US" altLang="zh-CN" sz="2000" b="1" dirty="0">
                <a:effectLst>
                  <a:outerShdw blurRad="38100" dist="38100" dir="2700000" algn="tl">
                    <a:srgbClr val="FFFFFF"/>
                  </a:outerShdw>
                </a:effectLst>
              </a:rPr>
              <a:t>     …</a:t>
            </a:r>
          </a:p>
          <a:p>
            <a:pPr algn="just"/>
            <a:r>
              <a:rPr lang="en-US" altLang="zh-CN" sz="2000" b="1" dirty="0">
                <a:effectLst>
                  <a:outerShdw blurRad="38100" dist="38100" dir="2700000" algn="tl">
                    <a:srgbClr val="FFFFFF"/>
                  </a:outerShdw>
                </a:effectLst>
              </a:rPr>
              <a:t>   }  </a:t>
            </a:r>
          </a:p>
          <a:p>
            <a:pPr algn="just"/>
            <a:r>
              <a:rPr lang="en-US" altLang="zh-CN" sz="2000" b="1" dirty="0">
                <a:effectLst>
                  <a:outerShdw blurRad="38100" dist="38100" dir="2700000" algn="tl">
                    <a:srgbClr val="FFFFFF"/>
                  </a:outerShdw>
                </a:effectLst>
              </a:rPr>
              <a:t>   while</a:t>
            </a:r>
            <a:r>
              <a:rPr lang="zh-CN" altLang="en-US" sz="1800" b="1" dirty="0">
                <a:effectLst>
                  <a:outerShdw blurRad="38100" dist="38100" dir="2700000" algn="tl">
                    <a:srgbClr val="FFFFFF"/>
                  </a:outerShdw>
                </a:effectLst>
                <a:latin typeface="+mn-lt"/>
                <a:ea typeface="楷体" pitchFamily="49" charset="-122"/>
              </a:rPr>
              <a:t>循环后的第一条语句</a:t>
            </a:r>
          </a:p>
          <a:p>
            <a:pPr algn="just"/>
            <a:r>
              <a:rPr lang="en-US" altLang="zh-CN" sz="2000" b="1" dirty="0">
                <a:effectLst>
                  <a:outerShdw blurRad="38100" dist="38100" dir="2700000" algn="tl">
                    <a:srgbClr val="FFFFFF"/>
                  </a:outerShdw>
                </a:effectLst>
              </a:rPr>
              <a:t>}  </a:t>
            </a:r>
          </a:p>
        </p:txBody>
      </p:sp>
      <p:grpSp>
        <p:nvGrpSpPr>
          <p:cNvPr id="927772" name="Group 28"/>
          <p:cNvGrpSpPr>
            <a:grpSpLocks/>
          </p:cNvGrpSpPr>
          <p:nvPr/>
        </p:nvGrpSpPr>
        <p:grpSpPr bwMode="auto">
          <a:xfrm>
            <a:off x="3725870" y="2573695"/>
            <a:ext cx="1152525" cy="920390"/>
            <a:chOff x="4269" y="4323"/>
            <a:chExt cx="1080" cy="942"/>
          </a:xfrm>
          <a:effectLst>
            <a:outerShdw blurRad="50800" dist="38100" dir="2700000" algn="tl" rotWithShape="0">
              <a:prstClr val="black">
                <a:alpha val="40000"/>
              </a:prstClr>
            </a:outerShdw>
          </a:effectLst>
        </p:grpSpPr>
        <p:sp>
          <p:nvSpPr>
            <p:cNvPr id="927773" name="Line 29"/>
            <p:cNvSpPr>
              <a:spLocks noChangeShapeType="1"/>
            </p:cNvSpPr>
            <p:nvPr/>
          </p:nvSpPr>
          <p:spPr bwMode="auto">
            <a:xfrm>
              <a:off x="4269" y="4326"/>
              <a:ext cx="1080" cy="0"/>
            </a:xfrm>
            <a:prstGeom prst="line">
              <a:avLst/>
            </a:prstGeom>
            <a:noFill/>
            <a:ln w="28575">
              <a:solidFill>
                <a:srgbClr val="FF0000"/>
              </a:solidFill>
              <a:round/>
              <a:headEnd/>
              <a:tailEnd/>
            </a:ln>
            <a:effectLst>
              <a:outerShdw dist="35921" dir="2700000" algn="ctr" rotWithShape="0">
                <a:srgbClr val="808080">
                  <a:alpha val="50000"/>
                </a:srgbClr>
              </a:outerShdw>
            </a:effectLst>
          </p:spPr>
          <p:txBody>
            <a:bodyPr/>
            <a:lstStyle/>
            <a:p>
              <a:endParaRPr lang="zh-CN" altLang="en-US"/>
            </a:p>
          </p:txBody>
        </p:sp>
        <p:sp>
          <p:nvSpPr>
            <p:cNvPr id="927774" name="Line 30"/>
            <p:cNvSpPr>
              <a:spLocks noChangeShapeType="1"/>
            </p:cNvSpPr>
            <p:nvPr/>
          </p:nvSpPr>
          <p:spPr bwMode="auto">
            <a:xfrm flipH="1">
              <a:off x="4978" y="5265"/>
              <a:ext cx="360" cy="0"/>
            </a:xfrm>
            <a:prstGeom prst="line">
              <a:avLst/>
            </a:prstGeom>
            <a:noFill/>
            <a:ln w="28575">
              <a:solidFill>
                <a:srgbClr val="FF0000"/>
              </a:solidFill>
              <a:round/>
              <a:headEnd/>
              <a:tailEnd type="stealth" w="lg" len="lg"/>
            </a:ln>
            <a:effectLst>
              <a:outerShdw dist="35921" dir="2700000" algn="ctr" rotWithShape="0">
                <a:srgbClr val="808080">
                  <a:alpha val="50000"/>
                </a:srgbClr>
              </a:outerShdw>
            </a:effectLst>
          </p:spPr>
          <p:txBody>
            <a:bodyPr/>
            <a:lstStyle/>
            <a:p>
              <a:endParaRPr lang="zh-CN" altLang="en-US"/>
            </a:p>
          </p:txBody>
        </p:sp>
        <p:sp>
          <p:nvSpPr>
            <p:cNvPr id="927775" name="Line 31"/>
            <p:cNvSpPr>
              <a:spLocks noChangeShapeType="1"/>
            </p:cNvSpPr>
            <p:nvPr/>
          </p:nvSpPr>
          <p:spPr bwMode="auto">
            <a:xfrm>
              <a:off x="5338" y="4323"/>
              <a:ext cx="0" cy="936"/>
            </a:xfrm>
            <a:prstGeom prst="line">
              <a:avLst/>
            </a:prstGeom>
            <a:noFill/>
            <a:ln w="28575">
              <a:solidFill>
                <a:srgbClr val="FF0000"/>
              </a:solidFill>
              <a:round/>
              <a:headEnd/>
              <a:tailEnd/>
            </a:ln>
            <a:effectLst>
              <a:outerShdw dist="35921" dir="2700000" algn="ctr" rotWithShape="0">
                <a:srgbClr val="808080">
                  <a:alpha val="50000"/>
                </a:srgbClr>
              </a:outerShdw>
            </a:effectLst>
          </p:spPr>
          <p:txBody>
            <a:bodyPr/>
            <a:lstStyle/>
            <a:p>
              <a:endParaRPr lang="zh-CN" altLang="en-US"/>
            </a:p>
          </p:txBody>
        </p:sp>
      </p:grpSp>
      <p:sp>
        <p:nvSpPr>
          <p:cNvPr id="927780" name="Text Box 36" descr="信纸"/>
          <p:cNvSpPr txBox="1">
            <a:spLocks noChangeArrowheads="1"/>
          </p:cNvSpPr>
          <p:nvPr/>
        </p:nvSpPr>
        <p:spPr bwMode="auto">
          <a:xfrm>
            <a:off x="6600056" y="1097892"/>
            <a:ext cx="4176464" cy="5256212"/>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a:lstStyle/>
          <a:p>
            <a:pPr algn="just"/>
            <a:r>
              <a:rPr lang="en-US" altLang="zh-CN" sz="2000" b="1" dirty="0" err="1">
                <a:solidFill>
                  <a:srgbClr val="0000FF"/>
                </a:solidFill>
                <a:effectLst>
                  <a:outerShdw blurRad="38100" dist="38100" dir="2700000" algn="tl">
                    <a:srgbClr val="FFFFFF"/>
                  </a:outerShdw>
                </a:effectLst>
              </a:rPr>
              <a:t>int</a:t>
            </a:r>
            <a:r>
              <a:rPr lang="en-US" altLang="zh-CN" sz="2000" b="1" dirty="0">
                <a:solidFill>
                  <a:srgbClr val="0000FF"/>
                </a:solidFill>
                <a:effectLst>
                  <a:outerShdw blurRad="38100" dist="38100" dir="2700000" algn="tl">
                    <a:srgbClr val="FFFFFF"/>
                  </a:outerShdw>
                </a:effectLst>
              </a:rPr>
              <a:t> tag = 0;</a:t>
            </a:r>
          </a:p>
          <a:p>
            <a:pPr algn="just"/>
            <a:r>
              <a:rPr lang="en-US" altLang="zh-CN" sz="2000" b="1" dirty="0">
                <a:effectLst>
                  <a:outerShdw blurRad="38100" dist="38100" dir="2700000" algn="tl">
                    <a:srgbClr val="FFFFFF"/>
                  </a:outerShdw>
                </a:effectLst>
              </a:rPr>
              <a:t>for (…)</a:t>
            </a:r>
          </a:p>
          <a:p>
            <a:pPr algn="just"/>
            <a:r>
              <a:rPr lang="en-US" altLang="zh-CN" sz="2000" b="1" dirty="0">
                <a:effectLst>
                  <a:outerShdw blurRad="38100" dist="38100" dir="2700000" algn="tl">
                    <a:srgbClr val="FFFFFF"/>
                  </a:outerShdw>
                </a:effectLst>
              </a:rPr>
              <a:t>{</a:t>
            </a:r>
          </a:p>
          <a:p>
            <a:pPr algn="just"/>
            <a:r>
              <a:rPr lang="en-US" altLang="zh-CN" sz="2000" b="1" dirty="0">
                <a:effectLst>
                  <a:outerShdw blurRad="38100" dist="38100" dir="2700000" algn="tl">
                    <a:srgbClr val="FFFFFF"/>
                  </a:outerShdw>
                </a:effectLst>
              </a:rPr>
              <a:t>   while (…)</a:t>
            </a:r>
          </a:p>
          <a:p>
            <a:pPr algn="just"/>
            <a:r>
              <a:rPr lang="en-US" altLang="zh-CN" sz="2000" b="1" dirty="0">
                <a:effectLst>
                  <a:outerShdw blurRad="38100" dist="38100" dir="2700000" algn="tl">
                    <a:srgbClr val="FFFFFF"/>
                  </a:outerShdw>
                </a:effectLst>
              </a:rPr>
              <a:t>   {</a:t>
            </a:r>
          </a:p>
          <a:p>
            <a:pPr algn="just"/>
            <a:r>
              <a:rPr lang="en-US" altLang="zh-CN" sz="2000" b="1" dirty="0">
                <a:effectLst>
                  <a:outerShdw blurRad="38100" dist="38100" dir="2700000" algn="tl">
                    <a:srgbClr val="FFFFFF"/>
                  </a:outerShdw>
                </a:effectLst>
              </a:rPr>
              <a:t>      ……</a:t>
            </a:r>
          </a:p>
          <a:p>
            <a:pPr algn="just"/>
            <a:r>
              <a:rPr lang="en-US" altLang="zh-CN" sz="2000" b="1" dirty="0">
                <a:effectLst>
                  <a:outerShdw blurRad="38100" dist="38100" dir="2700000" algn="tl">
                    <a:srgbClr val="FFFFFF"/>
                  </a:outerShdw>
                </a:effectLst>
              </a:rPr>
              <a:t>      if (…)  </a:t>
            </a:r>
          </a:p>
          <a:p>
            <a:pPr algn="just"/>
            <a:r>
              <a:rPr lang="en-US" altLang="zh-CN" sz="2000" b="1" dirty="0">
                <a:effectLst>
                  <a:outerShdw blurRad="38100" dist="38100" dir="2700000" algn="tl">
                    <a:srgbClr val="FFFFFF"/>
                  </a:outerShdw>
                </a:effectLst>
              </a:rPr>
              <a:t>      { </a:t>
            </a:r>
          </a:p>
          <a:p>
            <a:pPr algn="just"/>
            <a:r>
              <a:rPr lang="en-US" altLang="zh-CN" sz="2000" b="1" dirty="0">
                <a:effectLst>
                  <a:outerShdw blurRad="38100" dist="38100" dir="2700000" algn="tl">
                    <a:srgbClr val="FFFFFF"/>
                  </a:outerShdw>
                </a:effectLst>
              </a:rPr>
              <a:t>        tag = 1;  </a:t>
            </a:r>
          </a:p>
          <a:p>
            <a:pPr algn="just"/>
            <a:r>
              <a:rPr lang="en-US" altLang="zh-CN" sz="2000" b="1" dirty="0">
                <a:effectLst>
                  <a:outerShdw blurRad="38100" dist="38100" dir="2700000" algn="tl">
                    <a:srgbClr val="FFFFFF"/>
                  </a:outerShdw>
                </a:effectLst>
              </a:rPr>
              <a:t>        break; </a:t>
            </a:r>
          </a:p>
          <a:p>
            <a:pPr algn="just"/>
            <a:r>
              <a:rPr lang="en-US" altLang="zh-CN" sz="2000" b="1" dirty="0">
                <a:effectLst>
                  <a:outerShdw blurRad="38100" dist="38100" dir="2700000" algn="tl">
                    <a:srgbClr val="FFFFFF"/>
                  </a:outerShdw>
                </a:effectLst>
              </a:rPr>
              <a:t>      }</a:t>
            </a:r>
          </a:p>
          <a:p>
            <a:pPr algn="just"/>
            <a:r>
              <a:rPr lang="en-US" altLang="zh-CN" sz="2000" b="1" dirty="0">
                <a:effectLst>
                  <a:outerShdw blurRad="38100" dist="38100" dir="2700000" algn="tl">
                    <a:srgbClr val="FFFFFF"/>
                  </a:outerShdw>
                </a:effectLst>
              </a:rPr>
              <a:t>      ……</a:t>
            </a:r>
          </a:p>
          <a:p>
            <a:pPr algn="just"/>
            <a:r>
              <a:rPr lang="en-US" altLang="zh-CN" sz="2000" b="1" dirty="0">
                <a:effectLst>
                  <a:outerShdw blurRad="38100" dist="38100" dir="2700000" algn="tl">
                    <a:srgbClr val="FFFFFF"/>
                  </a:outerShdw>
                </a:effectLst>
              </a:rPr>
              <a:t>   }  </a:t>
            </a:r>
          </a:p>
          <a:p>
            <a:pPr algn="just"/>
            <a:r>
              <a:rPr lang="en-US" altLang="zh-CN" sz="2000" b="1" dirty="0">
                <a:effectLst>
                  <a:outerShdw blurRad="38100" dist="38100" dir="2700000" algn="tl">
                    <a:srgbClr val="FFFFFF"/>
                  </a:outerShdw>
                </a:effectLst>
              </a:rPr>
              <a:t>   if ( tag )  break;</a:t>
            </a:r>
          </a:p>
          <a:p>
            <a:pPr algn="just"/>
            <a:r>
              <a:rPr lang="en-US" altLang="zh-CN" sz="2000" b="1" dirty="0">
                <a:effectLst>
                  <a:outerShdw blurRad="38100" dist="38100" dir="2700000" algn="tl">
                    <a:srgbClr val="FFFFFF"/>
                  </a:outerShdw>
                </a:effectLst>
              </a:rPr>
              <a:t>   ……</a:t>
            </a:r>
          </a:p>
          <a:p>
            <a:pPr algn="just"/>
            <a:r>
              <a:rPr lang="en-US" altLang="zh-CN" sz="2000" b="1" dirty="0">
                <a:effectLst>
                  <a:outerShdw blurRad="38100" dist="38100" dir="2700000" algn="tl">
                    <a:srgbClr val="FFFFFF"/>
                  </a:outerShdw>
                </a:effectLst>
              </a:rPr>
              <a:t>}</a:t>
            </a:r>
          </a:p>
          <a:p>
            <a:pPr algn="just"/>
            <a:r>
              <a:rPr lang="en-US" altLang="zh-CN" sz="2000" b="1" dirty="0">
                <a:effectLst>
                  <a:outerShdw blurRad="38100" dist="38100" dir="2700000" algn="tl">
                    <a:srgbClr val="FFFFFF"/>
                  </a:outerShdw>
                </a:effectLst>
              </a:rPr>
              <a:t>for</a:t>
            </a:r>
            <a:r>
              <a:rPr lang="zh-CN" altLang="en-US" sz="2000" b="1" dirty="0">
                <a:effectLst>
                  <a:outerShdw blurRad="38100" dist="38100" dir="2700000" algn="tl">
                    <a:srgbClr val="FFFFFF"/>
                  </a:outerShdw>
                </a:effectLst>
                <a:latin typeface="+mn-lt"/>
                <a:ea typeface="楷体" pitchFamily="49" charset="-122"/>
              </a:rPr>
              <a:t>循环后的第一条语句</a:t>
            </a:r>
            <a:r>
              <a:rPr lang="zh-CN" altLang="en-US" sz="2000" b="1" dirty="0">
                <a:effectLst>
                  <a:outerShdw blurRad="38100" dist="38100" dir="2700000" algn="tl">
                    <a:srgbClr val="FFFFFF"/>
                  </a:outerShdw>
                </a:effectLst>
              </a:rPr>
              <a:t>  </a:t>
            </a:r>
          </a:p>
        </p:txBody>
      </p:sp>
      <p:grpSp>
        <p:nvGrpSpPr>
          <p:cNvPr id="927789" name="Group 45"/>
          <p:cNvGrpSpPr>
            <a:grpSpLocks/>
          </p:cNvGrpSpPr>
          <p:nvPr/>
        </p:nvGrpSpPr>
        <p:grpSpPr bwMode="auto">
          <a:xfrm>
            <a:off x="8759057" y="5353980"/>
            <a:ext cx="1743075" cy="842963"/>
            <a:chOff x="4240" y="3344"/>
            <a:chExt cx="1098" cy="531"/>
          </a:xfrm>
        </p:grpSpPr>
        <p:sp>
          <p:nvSpPr>
            <p:cNvPr id="927782" name="Line 38"/>
            <p:cNvSpPr>
              <a:spLocks noChangeShapeType="1"/>
            </p:cNvSpPr>
            <p:nvPr/>
          </p:nvSpPr>
          <p:spPr bwMode="auto">
            <a:xfrm>
              <a:off x="4240" y="3348"/>
              <a:ext cx="1095" cy="0"/>
            </a:xfrm>
            <a:prstGeom prst="line">
              <a:avLst/>
            </a:prstGeom>
            <a:noFill/>
            <a:ln w="28575">
              <a:solidFill>
                <a:srgbClr val="FF0000"/>
              </a:solidFill>
              <a:round/>
              <a:headEnd/>
              <a:tailEnd/>
            </a:ln>
            <a:effectLst>
              <a:outerShdw dist="35921" dir="2700000" algn="ctr" rotWithShape="0">
                <a:srgbClr val="808080"/>
              </a:outerShdw>
            </a:effectLst>
          </p:spPr>
          <p:txBody>
            <a:bodyPr/>
            <a:lstStyle/>
            <a:p>
              <a:endParaRPr lang="zh-CN" altLang="en-US"/>
            </a:p>
          </p:txBody>
        </p:sp>
        <p:sp>
          <p:nvSpPr>
            <p:cNvPr id="927783" name="Line 39"/>
            <p:cNvSpPr>
              <a:spLocks noChangeShapeType="1"/>
            </p:cNvSpPr>
            <p:nvPr/>
          </p:nvSpPr>
          <p:spPr bwMode="auto">
            <a:xfrm flipH="1">
              <a:off x="4720" y="3867"/>
              <a:ext cx="618" cy="0"/>
            </a:xfrm>
            <a:prstGeom prst="line">
              <a:avLst/>
            </a:prstGeom>
            <a:noFill/>
            <a:ln w="28575">
              <a:solidFill>
                <a:srgbClr val="FF0000"/>
              </a:solidFill>
              <a:round/>
              <a:headEnd/>
              <a:tailEnd type="stealth" w="lg" len="lg"/>
            </a:ln>
            <a:effectLst>
              <a:outerShdw dist="35921" dir="2700000" algn="ctr" rotWithShape="0">
                <a:srgbClr val="808080"/>
              </a:outerShdw>
            </a:effectLst>
          </p:spPr>
          <p:txBody>
            <a:bodyPr/>
            <a:lstStyle/>
            <a:p>
              <a:endParaRPr lang="zh-CN" altLang="en-US"/>
            </a:p>
          </p:txBody>
        </p:sp>
        <p:sp>
          <p:nvSpPr>
            <p:cNvPr id="927784" name="Line 40"/>
            <p:cNvSpPr>
              <a:spLocks noChangeShapeType="1"/>
            </p:cNvSpPr>
            <p:nvPr/>
          </p:nvSpPr>
          <p:spPr bwMode="auto">
            <a:xfrm>
              <a:off x="5337" y="3344"/>
              <a:ext cx="0" cy="531"/>
            </a:xfrm>
            <a:prstGeom prst="line">
              <a:avLst/>
            </a:prstGeom>
            <a:noFill/>
            <a:ln w="28575">
              <a:solidFill>
                <a:srgbClr val="FF0000"/>
              </a:solidFill>
              <a:round/>
              <a:headEnd/>
              <a:tailEnd/>
            </a:ln>
            <a:effectLst>
              <a:outerShdw dist="35921" dir="2700000" algn="ctr" rotWithShape="0">
                <a:srgbClr val="808080"/>
              </a:outerShdw>
            </a:effectLst>
          </p:spPr>
          <p:txBody>
            <a:bodyPr/>
            <a:lstStyle/>
            <a:p>
              <a:endParaRPr lang="zh-CN" altLang="en-US"/>
            </a:p>
          </p:txBody>
        </p:sp>
      </p:grpSp>
      <p:grpSp>
        <p:nvGrpSpPr>
          <p:cNvPr id="927791" name="Group 47"/>
          <p:cNvGrpSpPr>
            <a:grpSpLocks/>
          </p:cNvGrpSpPr>
          <p:nvPr/>
        </p:nvGrpSpPr>
        <p:grpSpPr bwMode="auto">
          <a:xfrm>
            <a:off x="8197081" y="4063342"/>
            <a:ext cx="2295525" cy="1192212"/>
            <a:chOff x="3886" y="2531"/>
            <a:chExt cx="1446" cy="751"/>
          </a:xfrm>
        </p:grpSpPr>
        <p:sp>
          <p:nvSpPr>
            <p:cNvPr id="927785" name="Line 41"/>
            <p:cNvSpPr>
              <a:spLocks noChangeShapeType="1"/>
            </p:cNvSpPr>
            <p:nvPr/>
          </p:nvSpPr>
          <p:spPr bwMode="auto">
            <a:xfrm>
              <a:off x="3886" y="2531"/>
              <a:ext cx="1446" cy="0"/>
            </a:xfrm>
            <a:prstGeom prst="line">
              <a:avLst/>
            </a:prstGeom>
            <a:noFill/>
            <a:ln w="28575">
              <a:solidFill>
                <a:srgbClr val="FF0000"/>
              </a:solidFill>
              <a:round/>
              <a:headEnd/>
              <a:tailEnd/>
            </a:ln>
            <a:effectLst>
              <a:outerShdw dist="35921" dir="2700000" algn="ctr" rotWithShape="0">
                <a:srgbClr val="808080"/>
              </a:outerShdw>
            </a:effectLst>
          </p:spPr>
          <p:txBody>
            <a:bodyPr/>
            <a:lstStyle/>
            <a:p>
              <a:endParaRPr lang="zh-CN" altLang="en-US"/>
            </a:p>
          </p:txBody>
        </p:sp>
        <p:sp>
          <p:nvSpPr>
            <p:cNvPr id="927786" name="Line 42"/>
            <p:cNvSpPr>
              <a:spLocks noChangeShapeType="1"/>
            </p:cNvSpPr>
            <p:nvPr/>
          </p:nvSpPr>
          <p:spPr bwMode="auto">
            <a:xfrm>
              <a:off x="5329" y="2535"/>
              <a:ext cx="0" cy="747"/>
            </a:xfrm>
            <a:prstGeom prst="line">
              <a:avLst/>
            </a:prstGeom>
            <a:noFill/>
            <a:ln w="28575">
              <a:solidFill>
                <a:srgbClr val="FF0000"/>
              </a:solidFill>
              <a:round/>
              <a:headEnd/>
              <a:tailEnd/>
            </a:ln>
            <a:effectLst>
              <a:outerShdw dist="35921" dir="2700000" algn="ctr" rotWithShape="0">
                <a:srgbClr val="808080"/>
              </a:outerShdw>
            </a:effectLst>
          </p:spPr>
          <p:txBody>
            <a:bodyPr/>
            <a:lstStyle/>
            <a:p>
              <a:endParaRPr lang="zh-CN" altLang="en-US"/>
            </a:p>
          </p:txBody>
        </p:sp>
        <p:sp>
          <p:nvSpPr>
            <p:cNvPr id="927787" name="Line 43"/>
            <p:cNvSpPr>
              <a:spLocks noChangeShapeType="1"/>
            </p:cNvSpPr>
            <p:nvPr/>
          </p:nvSpPr>
          <p:spPr bwMode="auto">
            <a:xfrm flipH="1">
              <a:off x="4221" y="3275"/>
              <a:ext cx="1095" cy="0"/>
            </a:xfrm>
            <a:prstGeom prst="line">
              <a:avLst/>
            </a:prstGeom>
            <a:noFill/>
            <a:ln w="28575">
              <a:solidFill>
                <a:srgbClr val="FF0000"/>
              </a:solidFill>
              <a:round/>
              <a:headEnd/>
              <a:tailEnd type="stealth" w="lg" len="lg"/>
            </a:ln>
            <a:effectLst>
              <a:outerShdw dist="35921" dir="2700000" algn="ctr" rotWithShape="0">
                <a:srgbClr val="808080"/>
              </a:outerShdw>
            </a:effectLst>
          </p:spPr>
          <p:txBody>
            <a:bodyPr/>
            <a:lstStyle/>
            <a:p>
              <a:endParaRPr lang="zh-CN" altLang="en-US"/>
            </a:p>
          </p:txBody>
        </p:sp>
      </p:grpSp>
      <p:sp>
        <p:nvSpPr>
          <p:cNvPr id="927792" name="Text Box 48"/>
          <p:cNvSpPr txBox="1">
            <a:spLocks noChangeArrowheads="1"/>
          </p:cNvSpPr>
          <p:nvPr/>
        </p:nvSpPr>
        <p:spPr bwMode="auto">
          <a:xfrm>
            <a:off x="530633" y="138113"/>
            <a:ext cx="4859338" cy="519112"/>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sz="2800" b="1">
                <a:solidFill>
                  <a:srgbClr val="FF3300"/>
                </a:solidFill>
                <a:effectLst>
                  <a:outerShdw blurRad="38100" dist="38100" dir="2700000" algn="tl">
                    <a:srgbClr val="000000"/>
                  </a:outerShdw>
                </a:effectLst>
                <a:latin typeface="隶书" pitchFamily="49" charset="-122"/>
                <a:ea typeface="隶书" pitchFamily="49" charset="-122"/>
              </a:rPr>
              <a:t> </a:t>
            </a:r>
            <a:r>
              <a:rPr lang="zh-CN" altLang="en-US" sz="2800" b="1">
                <a:solidFill>
                  <a:srgbClr val="FF3300"/>
                </a:solidFill>
                <a:effectLst>
                  <a:outerShdw blurRad="38100" dist="38100" dir="2700000" algn="tl">
                    <a:srgbClr val="000000"/>
                  </a:outerShdw>
                </a:effectLst>
                <a:latin typeface="隶书" pitchFamily="49" charset="-122"/>
                <a:ea typeface="隶书" pitchFamily="49" charset="-122"/>
              </a:rPr>
              <a:t>多重循环中，</a:t>
            </a:r>
            <a:r>
              <a:rPr lang="en-US" altLang="zh-CN" sz="2800" b="1">
                <a:solidFill>
                  <a:srgbClr val="FF3300"/>
                </a:solidFill>
                <a:effectLst>
                  <a:outerShdw blurRad="38100" dist="38100" dir="2700000" algn="tl">
                    <a:srgbClr val="000000"/>
                  </a:outerShdw>
                </a:effectLst>
                <a:ea typeface="隶书" pitchFamily="49" charset="-122"/>
              </a:rPr>
              <a:t>break</a:t>
            </a:r>
            <a:r>
              <a:rPr lang="zh-CN" altLang="en-US" sz="2800" b="1">
                <a:solidFill>
                  <a:srgbClr val="FF3300"/>
                </a:solidFill>
                <a:effectLst>
                  <a:outerShdw blurRad="38100" dist="38100" dir="2700000" algn="tl">
                    <a:srgbClr val="000000"/>
                  </a:outerShdw>
                </a:effectLst>
                <a:latin typeface="隶书" pitchFamily="49" charset="-122"/>
                <a:ea typeface="隶书" pitchFamily="49" charset="-122"/>
              </a:rPr>
              <a:t>的使用</a:t>
            </a:r>
          </a:p>
        </p:txBody>
      </p:sp>
      <p:sp>
        <p:nvSpPr>
          <p:cNvPr id="927793" name="AutoShape 49"/>
          <p:cNvSpPr>
            <a:spLocks noChangeArrowheads="1"/>
          </p:cNvSpPr>
          <p:nvPr/>
        </p:nvSpPr>
        <p:spPr bwMode="auto">
          <a:xfrm>
            <a:off x="5547171" y="3284984"/>
            <a:ext cx="5013325" cy="2663825"/>
          </a:xfrm>
          <a:prstGeom prst="cloudCallout">
            <a:avLst>
              <a:gd name="adj1" fmla="val -90892"/>
              <a:gd name="adj2" fmla="val -74965"/>
            </a:avLst>
          </a:prstGeom>
          <a:gradFill rotWithShape="1">
            <a:gsLst>
              <a:gs pos="0">
                <a:srgbClr val="00FFFF"/>
              </a:gs>
              <a:gs pos="100000">
                <a:schemeClr val="bg1"/>
              </a:gs>
            </a:gsLst>
            <a:lin ang="5400000" scaled="1"/>
          </a:gradFill>
          <a:ln w="19050">
            <a:noFill/>
            <a:round/>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lstStyle/>
          <a:p>
            <a:r>
              <a:rPr lang="zh-CN" altLang="en-US" sz="2800" b="1" dirty="0">
                <a:solidFill>
                  <a:srgbClr val="FF33CC"/>
                </a:solidFill>
                <a:effectLst>
                  <a:outerShdw blurRad="38100" dist="38100" dir="2700000" algn="tl">
                    <a:srgbClr val="000000"/>
                  </a:outerShdw>
                </a:effectLst>
                <a:latin typeface="隶书" pitchFamily="49" charset="-122"/>
                <a:ea typeface="隶书" pitchFamily="49" charset="-122"/>
              </a:rPr>
              <a:t>问：在嵌套循环的情况下，如何让</a:t>
            </a:r>
            <a:r>
              <a:rPr lang="en-US" altLang="zh-CN" sz="2800" b="1" dirty="0">
                <a:solidFill>
                  <a:srgbClr val="FF33CC"/>
                </a:solidFill>
                <a:effectLst>
                  <a:outerShdw blurRad="38100" dist="38100" dir="2700000" algn="tl">
                    <a:srgbClr val="000000"/>
                  </a:outerShdw>
                </a:effectLst>
                <a:latin typeface="+mn-lt"/>
                <a:ea typeface="隶书" pitchFamily="49" charset="-122"/>
              </a:rPr>
              <a:t>break</a:t>
            </a:r>
            <a:r>
              <a:rPr lang="zh-CN" altLang="en-US" sz="2800" b="1" dirty="0">
                <a:solidFill>
                  <a:srgbClr val="FF33CC"/>
                </a:solidFill>
                <a:effectLst>
                  <a:outerShdw blurRad="38100" dist="38100" dir="2700000" algn="tl">
                    <a:srgbClr val="000000"/>
                  </a:outerShdw>
                </a:effectLst>
                <a:latin typeface="隶书" pitchFamily="49" charset="-122"/>
                <a:ea typeface="隶书" pitchFamily="49" charset="-122"/>
              </a:rPr>
              <a:t>语句跳出最外层的的循环体？</a:t>
            </a:r>
          </a:p>
        </p:txBody>
      </p:sp>
      <p:sp>
        <p:nvSpPr>
          <p:cNvPr id="927794" name="Text Box 50"/>
          <p:cNvSpPr txBox="1">
            <a:spLocks noChangeArrowheads="1"/>
          </p:cNvSpPr>
          <p:nvPr/>
        </p:nvSpPr>
        <p:spPr bwMode="auto">
          <a:xfrm>
            <a:off x="6723311" y="6237288"/>
            <a:ext cx="184150" cy="457200"/>
          </a:xfrm>
          <a:prstGeom prst="rect">
            <a:avLst/>
          </a:prstGeom>
          <a:noFill/>
          <a:ln w="9525">
            <a:noFill/>
            <a:miter lim="800000"/>
            <a:headEnd/>
            <a:tailEnd/>
          </a:ln>
          <a:effectLst/>
        </p:spPr>
        <p:txBody>
          <a:bodyPr wrap="none">
            <a:spAutoFit/>
          </a:bodyPr>
          <a:lstStyle/>
          <a:p>
            <a:endParaRPr lang="zh-CN" altLang="zh-CN"/>
          </a:p>
        </p:txBody>
      </p:sp>
      <p:grpSp>
        <p:nvGrpSpPr>
          <p:cNvPr id="927795" name="Group 51"/>
          <p:cNvGrpSpPr>
            <a:grpSpLocks/>
          </p:cNvGrpSpPr>
          <p:nvPr/>
        </p:nvGrpSpPr>
        <p:grpSpPr bwMode="auto">
          <a:xfrm>
            <a:off x="-9117" y="0"/>
            <a:ext cx="446088" cy="6858000"/>
            <a:chOff x="0" y="0"/>
            <a:chExt cx="281" cy="4320"/>
          </a:xfrm>
        </p:grpSpPr>
        <p:sp>
          <p:nvSpPr>
            <p:cNvPr id="927796" name="Text Box 5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27797" name="Text Box 5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27771">
                                            <p:bg/>
                                          </p:spTgt>
                                        </p:tgtEl>
                                        <p:attrNameLst>
                                          <p:attrName>style.visibility</p:attrName>
                                        </p:attrNameLst>
                                      </p:cBhvr>
                                      <p:to>
                                        <p:strVal val="visible"/>
                                      </p:to>
                                    </p:set>
                                    <p:animEffect transition="in" filter="box(out)">
                                      <p:cBhvr>
                                        <p:cTn id="7" dur="500"/>
                                        <p:tgtEl>
                                          <p:spTgt spid="927771">
                                            <p:bg/>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par>
                                <p:cTn id="8" presetID="4" presetClass="entr" presetSubtype="32" fill="hold" grpId="0" nodeType="withEffect">
                                  <p:stCondLst>
                                    <p:cond delay="0"/>
                                  </p:stCondLst>
                                  <p:childTnLst>
                                    <p:set>
                                      <p:cBhvr>
                                        <p:cTn id="9" dur="1" fill="hold">
                                          <p:stCondLst>
                                            <p:cond delay="0"/>
                                          </p:stCondLst>
                                        </p:cTn>
                                        <p:tgtEl>
                                          <p:spTgt spid="927771">
                                            <p:txEl>
                                              <p:pRg st="0" end="0"/>
                                            </p:txEl>
                                          </p:spTgt>
                                        </p:tgtEl>
                                        <p:attrNameLst>
                                          <p:attrName>style.visibility</p:attrName>
                                        </p:attrNameLst>
                                      </p:cBhvr>
                                      <p:to>
                                        <p:strVal val="visible"/>
                                      </p:to>
                                    </p:set>
                                    <p:animEffect transition="in" filter="box(out)">
                                      <p:cBhvr>
                                        <p:cTn id="10" dur="500"/>
                                        <p:tgtEl>
                                          <p:spTgt spid="927771">
                                            <p:txEl>
                                              <p:pRg st="0" end="0"/>
                                            </p:txEl>
                                          </p:spTgt>
                                        </p:tgtEl>
                                      </p:cBhvr>
                                    </p:animEffect>
                                  </p:childTnLst>
                                  <p:subTnLst>
                                    <p:audio>
                                      <p:cMediaNode>
                                        <p:cTn display="0" masterRel="sameClick">
                                          <p:stCondLst>
                                            <p:cond evt="begin" delay="0">
                                              <p:tn val="8"/>
                                            </p:cond>
                                          </p:stCondLst>
                                          <p:endCondLst>
                                            <p:cond evt="onStopAudio" delay="0">
                                              <p:tgtEl>
                                                <p:sldTgt/>
                                              </p:tgtEl>
                                            </p:cond>
                                          </p:endCondLst>
                                        </p:cTn>
                                        <p:tgtEl>
                                          <p:sndTgt r:embed="rId2" name="camera.wav"/>
                                        </p:tgtEl>
                                      </p:cMediaNode>
                                    </p:audio>
                                  </p:subTnLst>
                                </p:cTn>
                              </p:par>
                              <p:par>
                                <p:cTn id="11" presetID="4" presetClass="entr" presetSubtype="32" fill="hold" grpId="0" nodeType="withEffect">
                                  <p:stCondLst>
                                    <p:cond delay="0"/>
                                  </p:stCondLst>
                                  <p:childTnLst>
                                    <p:set>
                                      <p:cBhvr>
                                        <p:cTn id="12" dur="1" fill="hold">
                                          <p:stCondLst>
                                            <p:cond delay="0"/>
                                          </p:stCondLst>
                                        </p:cTn>
                                        <p:tgtEl>
                                          <p:spTgt spid="927771">
                                            <p:txEl>
                                              <p:pRg st="1" end="1"/>
                                            </p:txEl>
                                          </p:spTgt>
                                        </p:tgtEl>
                                        <p:attrNameLst>
                                          <p:attrName>style.visibility</p:attrName>
                                        </p:attrNameLst>
                                      </p:cBhvr>
                                      <p:to>
                                        <p:strVal val="visible"/>
                                      </p:to>
                                    </p:set>
                                    <p:animEffect transition="in" filter="box(out)">
                                      <p:cBhvr>
                                        <p:cTn id="13" dur="500"/>
                                        <p:tgtEl>
                                          <p:spTgt spid="927771">
                                            <p:txEl>
                                              <p:pRg st="1" end="1"/>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par>
                                <p:cTn id="14" presetID="4" presetClass="entr" presetSubtype="32" fill="hold" grpId="0" nodeType="withEffect">
                                  <p:stCondLst>
                                    <p:cond delay="0"/>
                                  </p:stCondLst>
                                  <p:childTnLst>
                                    <p:set>
                                      <p:cBhvr>
                                        <p:cTn id="15" dur="1" fill="hold">
                                          <p:stCondLst>
                                            <p:cond delay="0"/>
                                          </p:stCondLst>
                                        </p:cTn>
                                        <p:tgtEl>
                                          <p:spTgt spid="927771">
                                            <p:txEl>
                                              <p:pRg st="2" end="2"/>
                                            </p:txEl>
                                          </p:spTgt>
                                        </p:tgtEl>
                                        <p:attrNameLst>
                                          <p:attrName>style.visibility</p:attrName>
                                        </p:attrNameLst>
                                      </p:cBhvr>
                                      <p:to>
                                        <p:strVal val="visible"/>
                                      </p:to>
                                    </p:set>
                                    <p:animEffect transition="in" filter="box(out)">
                                      <p:cBhvr>
                                        <p:cTn id="16" dur="500"/>
                                        <p:tgtEl>
                                          <p:spTgt spid="927771">
                                            <p:txEl>
                                              <p:pRg st="2" end="2"/>
                                            </p:txEl>
                                          </p:spTgt>
                                        </p:tgtEl>
                                      </p:cBhvr>
                                    </p:animEffect>
                                  </p:childTnLst>
                                  <p:subTnLst>
                                    <p:audio>
                                      <p:cMediaNode>
                                        <p:cTn display="0" masterRel="sameClick">
                                          <p:stCondLst>
                                            <p:cond evt="begin" delay="0">
                                              <p:tn val="14"/>
                                            </p:cond>
                                          </p:stCondLst>
                                          <p:endCondLst>
                                            <p:cond evt="onStopAudio" delay="0">
                                              <p:tgtEl>
                                                <p:sldTgt/>
                                              </p:tgtEl>
                                            </p:cond>
                                          </p:endCondLst>
                                        </p:cTn>
                                        <p:tgtEl>
                                          <p:sndTgt r:embed="rId2" name="camera.wav"/>
                                        </p:tgtEl>
                                      </p:cMediaNode>
                                    </p:audio>
                                  </p:subTnLst>
                                </p:cTn>
                              </p:par>
                              <p:par>
                                <p:cTn id="17" presetID="4" presetClass="entr" presetSubtype="32" fill="hold" grpId="0" nodeType="withEffect">
                                  <p:stCondLst>
                                    <p:cond delay="0"/>
                                  </p:stCondLst>
                                  <p:childTnLst>
                                    <p:set>
                                      <p:cBhvr>
                                        <p:cTn id="18" dur="1" fill="hold">
                                          <p:stCondLst>
                                            <p:cond delay="0"/>
                                          </p:stCondLst>
                                        </p:cTn>
                                        <p:tgtEl>
                                          <p:spTgt spid="927771">
                                            <p:txEl>
                                              <p:pRg st="3" end="3"/>
                                            </p:txEl>
                                          </p:spTgt>
                                        </p:tgtEl>
                                        <p:attrNameLst>
                                          <p:attrName>style.visibility</p:attrName>
                                        </p:attrNameLst>
                                      </p:cBhvr>
                                      <p:to>
                                        <p:strVal val="visible"/>
                                      </p:to>
                                    </p:set>
                                    <p:animEffect transition="in" filter="box(out)">
                                      <p:cBhvr>
                                        <p:cTn id="19" dur="500"/>
                                        <p:tgtEl>
                                          <p:spTgt spid="927771">
                                            <p:txEl>
                                              <p:pRg st="3" end="3"/>
                                            </p:txEl>
                                          </p:spTgt>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par>
                                <p:cTn id="20" presetID="4" presetClass="entr" presetSubtype="32" fill="hold" grpId="0" nodeType="withEffect">
                                  <p:stCondLst>
                                    <p:cond delay="0"/>
                                  </p:stCondLst>
                                  <p:childTnLst>
                                    <p:set>
                                      <p:cBhvr>
                                        <p:cTn id="21" dur="1" fill="hold">
                                          <p:stCondLst>
                                            <p:cond delay="0"/>
                                          </p:stCondLst>
                                        </p:cTn>
                                        <p:tgtEl>
                                          <p:spTgt spid="927771">
                                            <p:txEl>
                                              <p:pRg st="4" end="4"/>
                                            </p:txEl>
                                          </p:spTgt>
                                        </p:tgtEl>
                                        <p:attrNameLst>
                                          <p:attrName>style.visibility</p:attrName>
                                        </p:attrNameLst>
                                      </p:cBhvr>
                                      <p:to>
                                        <p:strVal val="visible"/>
                                      </p:to>
                                    </p:set>
                                    <p:animEffect transition="in" filter="box(out)">
                                      <p:cBhvr>
                                        <p:cTn id="22" dur="500"/>
                                        <p:tgtEl>
                                          <p:spTgt spid="927771">
                                            <p:txEl>
                                              <p:pRg st="4" end="4"/>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par>
                                <p:cTn id="23" presetID="4" presetClass="entr" presetSubtype="32" fill="hold" grpId="0" nodeType="withEffect">
                                  <p:stCondLst>
                                    <p:cond delay="0"/>
                                  </p:stCondLst>
                                  <p:childTnLst>
                                    <p:set>
                                      <p:cBhvr>
                                        <p:cTn id="24" dur="1" fill="hold">
                                          <p:stCondLst>
                                            <p:cond delay="0"/>
                                          </p:stCondLst>
                                        </p:cTn>
                                        <p:tgtEl>
                                          <p:spTgt spid="927771">
                                            <p:txEl>
                                              <p:pRg st="5" end="5"/>
                                            </p:txEl>
                                          </p:spTgt>
                                        </p:tgtEl>
                                        <p:attrNameLst>
                                          <p:attrName>style.visibility</p:attrName>
                                        </p:attrNameLst>
                                      </p:cBhvr>
                                      <p:to>
                                        <p:strVal val="visible"/>
                                      </p:to>
                                    </p:set>
                                    <p:animEffect transition="in" filter="box(out)">
                                      <p:cBhvr>
                                        <p:cTn id="25" dur="500"/>
                                        <p:tgtEl>
                                          <p:spTgt spid="927771">
                                            <p:txEl>
                                              <p:pRg st="5" end="5"/>
                                            </p:txEl>
                                          </p:spTgt>
                                        </p:tgtEl>
                                      </p:cBhvr>
                                    </p:animEffect>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par>
                                <p:cTn id="26" presetID="4" presetClass="entr" presetSubtype="32" fill="hold" grpId="0" nodeType="withEffect">
                                  <p:stCondLst>
                                    <p:cond delay="0"/>
                                  </p:stCondLst>
                                  <p:childTnLst>
                                    <p:set>
                                      <p:cBhvr>
                                        <p:cTn id="27" dur="1" fill="hold">
                                          <p:stCondLst>
                                            <p:cond delay="0"/>
                                          </p:stCondLst>
                                        </p:cTn>
                                        <p:tgtEl>
                                          <p:spTgt spid="927771">
                                            <p:txEl>
                                              <p:pRg st="6" end="6"/>
                                            </p:txEl>
                                          </p:spTgt>
                                        </p:tgtEl>
                                        <p:attrNameLst>
                                          <p:attrName>style.visibility</p:attrName>
                                        </p:attrNameLst>
                                      </p:cBhvr>
                                      <p:to>
                                        <p:strVal val="visible"/>
                                      </p:to>
                                    </p:set>
                                    <p:animEffect transition="in" filter="box(out)">
                                      <p:cBhvr>
                                        <p:cTn id="28" dur="500"/>
                                        <p:tgtEl>
                                          <p:spTgt spid="927771">
                                            <p:txEl>
                                              <p:pRg st="6" end="6"/>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par>
                                <p:cTn id="29" presetID="4" presetClass="entr" presetSubtype="32" fill="hold" grpId="0" nodeType="withEffect">
                                  <p:stCondLst>
                                    <p:cond delay="0"/>
                                  </p:stCondLst>
                                  <p:childTnLst>
                                    <p:set>
                                      <p:cBhvr>
                                        <p:cTn id="30" dur="1" fill="hold">
                                          <p:stCondLst>
                                            <p:cond delay="0"/>
                                          </p:stCondLst>
                                        </p:cTn>
                                        <p:tgtEl>
                                          <p:spTgt spid="927771">
                                            <p:txEl>
                                              <p:pRg st="7" end="7"/>
                                            </p:txEl>
                                          </p:spTgt>
                                        </p:tgtEl>
                                        <p:attrNameLst>
                                          <p:attrName>style.visibility</p:attrName>
                                        </p:attrNameLst>
                                      </p:cBhvr>
                                      <p:to>
                                        <p:strVal val="visible"/>
                                      </p:to>
                                    </p:set>
                                    <p:animEffect transition="in" filter="box(out)">
                                      <p:cBhvr>
                                        <p:cTn id="31" dur="500"/>
                                        <p:tgtEl>
                                          <p:spTgt spid="927771">
                                            <p:txEl>
                                              <p:pRg st="7" end="7"/>
                                            </p:txEl>
                                          </p:spTgt>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par>
                                <p:cTn id="32" presetID="4" presetClass="entr" presetSubtype="32" fill="hold" grpId="0" nodeType="withEffect">
                                  <p:stCondLst>
                                    <p:cond delay="0"/>
                                  </p:stCondLst>
                                  <p:childTnLst>
                                    <p:set>
                                      <p:cBhvr>
                                        <p:cTn id="33" dur="1" fill="hold">
                                          <p:stCondLst>
                                            <p:cond delay="0"/>
                                          </p:stCondLst>
                                        </p:cTn>
                                        <p:tgtEl>
                                          <p:spTgt spid="927771">
                                            <p:txEl>
                                              <p:pRg st="8" end="8"/>
                                            </p:txEl>
                                          </p:spTgt>
                                        </p:tgtEl>
                                        <p:attrNameLst>
                                          <p:attrName>style.visibility</p:attrName>
                                        </p:attrNameLst>
                                      </p:cBhvr>
                                      <p:to>
                                        <p:strVal val="visible"/>
                                      </p:to>
                                    </p:set>
                                    <p:animEffect transition="in" filter="box(out)">
                                      <p:cBhvr>
                                        <p:cTn id="34" dur="500"/>
                                        <p:tgtEl>
                                          <p:spTgt spid="927771">
                                            <p:txEl>
                                              <p:pRg st="8" end="8"/>
                                            </p:txEl>
                                          </p:spTgt>
                                        </p:tgtEl>
                                      </p:cBhvr>
                                    </p:animEffect>
                                  </p:childTnLst>
                                  <p:subTnLst>
                                    <p:audio>
                                      <p:cMediaNode>
                                        <p:cTn display="0" masterRel="sameClick">
                                          <p:stCondLst>
                                            <p:cond evt="begin" delay="0">
                                              <p:tn val="32"/>
                                            </p:cond>
                                          </p:stCondLst>
                                          <p:endCondLst>
                                            <p:cond evt="onStopAudio" delay="0">
                                              <p:tgtEl>
                                                <p:sldTgt/>
                                              </p:tgtEl>
                                            </p:cond>
                                          </p:endCondLst>
                                        </p:cTn>
                                        <p:tgtEl>
                                          <p:sndTgt r:embed="rId2" name="camera.wav"/>
                                        </p:tgtEl>
                                      </p:cMediaNode>
                                    </p:audio>
                                  </p:subTnLst>
                                </p:cTn>
                              </p:par>
                              <p:par>
                                <p:cTn id="35" presetID="4" presetClass="entr" presetSubtype="32" fill="hold" grpId="0" nodeType="withEffect">
                                  <p:stCondLst>
                                    <p:cond delay="0"/>
                                  </p:stCondLst>
                                  <p:childTnLst>
                                    <p:set>
                                      <p:cBhvr>
                                        <p:cTn id="36" dur="1" fill="hold">
                                          <p:stCondLst>
                                            <p:cond delay="0"/>
                                          </p:stCondLst>
                                        </p:cTn>
                                        <p:tgtEl>
                                          <p:spTgt spid="927771">
                                            <p:txEl>
                                              <p:pRg st="9" end="9"/>
                                            </p:txEl>
                                          </p:spTgt>
                                        </p:tgtEl>
                                        <p:attrNameLst>
                                          <p:attrName>style.visibility</p:attrName>
                                        </p:attrNameLst>
                                      </p:cBhvr>
                                      <p:to>
                                        <p:strVal val="visible"/>
                                      </p:to>
                                    </p:set>
                                    <p:animEffect transition="in" filter="box(out)">
                                      <p:cBhvr>
                                        <p:cTn id="37" dur="500"/>
                                        <p:tgtEl>
                                          <p:spTgt spid="927771">
                                            <p:txEl>
                                              <p:pRg st="9" end="9"/>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18" presetClass="entr" presetSubtype="6" fill="hold" nodeType="clickEffect">
                                  <p:stCondLst>
                                    <p:cond delay="0"/>
                                  </p:stCondLst>
                                  <p:childTnLst>
                                    <p:set>
                                      <p:cBhvr>
                                        <p:cTn id="41" dur="1" fill="hold">
                                          <p:stCondLst>
                                            <p:cond delay="0"/>
                                          </p:stCondLst>
                                        </p:cTn>
                                        <p:tgtEl>
                                          <p:spTgt spid="927771">
                                            <p:txEl>
                                              <p:pRg st="5" end="5"/>
                                            </p:txEl>
                                          </p:spTgt>
                                        </p:tgtEl>
                                        <p:attrNameLst>
                                          <p:attrName>style.visibility</p:attrName>
                                        </p:attrNameLst>
                                      </p:cBhvr>
                                      <p:to>
                                        <p:strVal val="visible"/>
                                      </p:to>
                                    </p:set>
                                    <p:animEffect transition="in" filter="strips(downRight)">
                                      <p:cBhvr>
                                        <p:cTn id="42" dur="500"/>
                                        <p:tgtEl>
                                          <p:spTgt spid="927771">
                                            <p:txEl>
                                              <p:pRg st="5" end="5"/>
                                            </p:txEl>
                                          </p:spTgt>
                                        </p:tgtEl>
                                      </p:cBhvr>
                                    </p:animEffect>
                                  </p:childTnLst>
                                  <p:subTnLst>
                                    <p:animClr clrSpc="rgb" dir="cw">
                                      <p:cBhvr override="childStyle">
                                        <p:cTn dur="1" fill="hold" display="0" masterRel="nextClick" afterEffect="1"/>
                                        <p:tgtEl>
                                          <p:spTgt spid="927771">
                                            <p:txEl>
                                              <p:pRg st="5" end="5"/>
                                            </p:txEl>
                                          </p:spTgt>
                                        </p:tgtEl>
                                        <p:attrNameLst>
                                          <p:attrName>ppt_c</p:attrName>
                                        </p:attrNameLst>
                                      </p:cBhvr>
                                      <p:to>
                                        <a:srgbClr val="FF3300"/>
                                      </p:to>
                                    </p:animClr>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par>
                          <p:cTn id="43" fill="hold">
                            <p:stCondLst>
                              <p:cond delay="500"/>
                            </p:stCondLst>
                            <p:childTnLst>
                              <p:par>
                                <p:cTn id="44" presetID="18" presetClass="entr" presetSubtype="6" fill="hold" nodeType="afterEffect">
                                  <p:stCondLst>
                                    <p:cond delay="0"/>
                                  </p:stCondLst>
                                  <p:childTnLst>
                                    <p:set>
                                      <p:cBhvr>
                                        <p:cTn id="45" dur="1" fill="hold">
                                          <p:stCondLst>
                                            <p:cond delay="0"/>
                                          </p:stCondLst>
                                        </p:cTn>
                                        <p:tgtEl>
                                          <p:spTgt spid="927772"/>
                                        </p:tgtEl>
                                        <p:attrNameLst>
                                          <p:attrName>style.visibility</p:attrName>
                                        </p:attrNameLst>
                                      </p:cBhvr>
                                      <p:to>
                                        <p:strVal val="visible"/>
                                      </p:to>
                                    </p:set>
                                    <p:animEffect transition="in" filter="strips(downRight)">
                                      <p:cBhvr>
                                        <p:cTn id="46" dur="500"/>
                                        <p:tgtEl>
                                          <p:spTgt spid="927772"/>
                                        </p:tgtEl>
                                      </p:cBhvr>
                                    </p:animEffect>
                                  </p:childTnLst>
                                  <p:subTnLst>
                                    <p:audio>
                                      <p:cMediaNode>
                                        <p:cTn display="0" masterRel="sameClick">
                                          <p:stCondLst>
                                            <p:cond evt="begin" delay="0">
                                              <p:tn val="44"/>
                                            </p:cond>
                                          </p:stCondLst>
                                          <p:endCondLst>
                                            <p:cond evt="onStopAudio" delay="0">
                                              <p:tgtEl>
                                                <p:sldTgt/>
                                              </p:tgtEl>
                                            </p:cond>
                                          </p:endCondLst>
                                        </p:cTn>
                                        <p:tgtEl>
                                          <p:sndTgt r:embed="rId2" name="camera.wav"/>
                                        </p:tgtEl>
                                      </p:cMediaNode>
                                    </p:audio>
                                  </p:subTnLst>
                                </p:cTn>
                              </p:par>
                            </p:childTnLst>
                          </p:cTn>
                        </p:par>
                        <p:par>
                          <p:cTn id="47" fill="hold">
                            <p:stCondLst>
                              <p:cond delay="1000"/>
                            </p:stCondLst>
                            <p:childTnLst>
                              <p:par>
                                <p:cTn id="48" presetID="18" presetClass="entr" presetSubtype="9" fill="hold" nodeType="afterEffect">
                                  <p:stCondLst>
                                    <p:cond delay="0"/>
                                  </p:stCondLst>
                                  <p:childTnLst>
                                    <p:set>
                                      <p:cBhvr>
                                        <p:cTn id="49" dur="1" fill="hold">
                                          <p:stCondLst>
                                            <p:cond delay="0"/>
                                          </p:stCondLst>
                                        </p:cTn>
                                        <p:tgtEl>
                                          <p:spTgt spid="927771">
                                            <p:txEl>
                                              <p:pRg st="8" end="8"/>
                                            </p:txEl>
                                          </p:spTgt>
                                        </p:tgtEl>
                                        <p:attrNameLst>
                                          <p:attrName>style.visibility</p:attrName>
                                        </p:attrNameLst>
                                      </p:cBhvr>
                                      <p:to>
                                        <p:strVal val="visible"/>
                                      </p:to>
                                    </p:set>
                                    <p:animEffect transition="in" filter="strips(upLeft)">
                                      <p:cBhvr>
                                        <p:cTn id="50" dur="500"/>
                                        <p:tgtEl>
                                          <p:spTgt spid="927771">
                                            <p:txEl>
                                              <p:pRg st="8" end="8"/>
                                            </p:txEl>
                                          </p:spTgt>
                                        </p:tgtEl>
                                      </p:cBhvr>
                                    </p:animEffect>
                                  </p:childTnLst>
                                  <p:subTnLst>
                                    <p:animClr clrSpc="rgb" dir="cw">
                                      <p:cBhvr override="childStyle">
                                        <p:cTn dur="1" fill="hold" display="0" masterRel="nextClick" afterEffect="1"/>
                                        <p:tgtEl>
                                          <p:spTgt spid="927771">
                                            <p:txEl>
                                              <p:pRg st="8" end="8"/>
                                            </p:txEl>
                                          </p:spTgt>
                                        </p:tgtEl>
                                        <p:attrNameLst>
                                          <p:attrName>ppt_c</p:attrName>
                                        </p:attrNameLst>
                                      </p:cBhvr>
                                      <p:to>
                                        <a:srgbClr val="FF3300"/>
                                      </p:to>
                                    </p:animClr>
                                    <p:audio>
                                      <p:cMediaNode>
                                        <p:cTn display="0" masterRel="sameClick">
                                          <p:stCondLst>
                                            <p:cond evt="begin" delay="0">
                                              <p:tn val="48"/>
                                            </p:cond>
                                          </p:stCondLst>
                                          <p:endCondLst>
                                            <p:cond evt="onStopAudio" delay="0">
                                              <p:tgtEl>
                                                <p:sldTgt/>
                                              </p:tgtEl>
                                            </p:cond>
                                          </p:endCondLst>
                                        </p:cTn>
                                        <p:tgtEl>
                                          <p:sndTgt r:embed="rId2" name="camera.wav"/>
                                        </p:tgtEl>
                                      </p:cMediaNode>
                                    </p:audio>
                                  </p:subTnLst>
                                </p:cTn>
                              </p:par>
                            </p:childTnLst>
                          </p:cTn>
                        </p:par>
                        <p:par>
                          <p:cTn id="51" fill="hold">
                            <p:stCondLst>
                              <p:cond delay="1500"/>
                            </p:stCondLst>
                            <p:childTnLst>
                              <p:par>
                                <p:cTn id="52" presetID="18" presetClass="entr" presetSubtype="6" fill="hold" grpId="0" nodeType="afterEffect">
                                  <p:stCondLst>
                                    <p:cond delay="0"/>
                                  </p:stCondLst>
                                  <p:childTnLst>
                                    <p:set>
                                      <p:cBhvr>
                                        <p:cTn id="53" dur="1" fill="hold">
                                          <p:stCondLst>
                                            <p:cond delay="0"/>
                                          </p:stCondLst>
                                        </p:cTn>
                                        <p:tgtEl>
                                          <p:spTgt spid="927793"/>
                                        </p:tgtEl>
                                        <p:attrNameLst>
                                          <p:attrName>style.visibility</p:attrName>
                                        </p:attrNameLst>
                                      </p:cBhvr>
                                      <p:to>
                                        <p:strVal val="visible"/>
                                      </p:to>
                                    </p:set>
                                    <p:animEffect transition="in" filter="strips(downRight)">
                                      <p:cBhvr>
                                        <p:cTn id="54" dur="500"/>
                                        <p:tgtEl>
                                          <p:spTgt spid="927793"/>
                                        </p:tgtEl>
                                      </p:cBhvr>
                                    </p:animEffect>
                                  </p:childTnLst>
                                  <p:subTnLst>
                                    <p:set>
                                      <p:cBhvr override="childStyle">
                                        <p:cTn dur="1" fill="hold" display="0" masterRel="nextClick" afterEffect="1"/>
                                        <p:tgtEl>
                                          <p:spTgt spid="927793"/>
                                        </p:tgtEl>
                                        <p:attrNameLst>
                                          <p:attrName>style.visibility</p:attrName>
                                        </p:attrNameLst>
                                      </p:cBhvr>
                                      <p:to>
                                        <p:strVal val="hidden"/>
                                      </p:to>
                                    </p:set>
                                    <p:audio>
                                      <p:cMediaNode>
                                        <p:cTn display="0" masterRel="sameClick">
                                          <p:stCondLst>
                                            <p:cond evt="begin" delay="0">
                                              <p:tn val="52"/>
                                            </p:cond>
                                          </p:stCondLst>
                                          <p:endCondLst>
                                            <p:cond evt="onStopAudio" delay="0">
                                              <p:tgtEl>
                                                <p:sldTgt/>
                                              </p:tgtEl>
                                            </p:cond>
                                          </p:endCondLst>
                                        </p:cTn>
                                        <p:tgtEl>
                                          <p:sndTgt r:embed="rId3" name="laser.wav"/>
                                        </p:tgtEl>
                                      </p:cMediaNode>
                                    </p:audio>
                                  </p:subTnLst>
                                </p:cTn>
                              </p:par>
                            </p:childTnLst>
                          </p:cTn>
                        </p:par>
                      </p:childTnLst>
                    </p:cTn>
                  </p:par>
                  <p:par>
                    <p:cTn id="55" fill="hold">
                      <p:stCondLst>
                        <p:cond delay="indefinite"/>
                      </p:stCondLst>
                      <p:childTnLst>
                        <p:par>
                          <p:cTn id="56" fill="hold">
                            <p:stCondLst>
                              <p:cond delay="0"/>
                            </p:stCondLst>
                            <p:childTnLst>
                              <p:par>
                                <p:cTn id="57" presetID="4" presetClass="entr" presetSubtype="32" fill="hold" grpId="0" nodeType="clickEffect">
                                  <p:stCondLst>
                                    <p:cond delay="0"/>
                                  </p:stCondLst>
                                  <p:childTnLst>
                                    <p:set>
                                      <p:cBhvr>
                                        <p:cTn id="58" dur="1" fill="hold">
                                          <p:stCondLst>
                                            <p:cond delay="0"/>
                                          </p:stCondLst>
                                        </p:cTn>
                                        <p:tgtEl>
                                          <p:spTgt spid="927767"/>
                                        </p:tgtEl>
                                        <p:attrNameLst>
                                          <p:attrName>style.visibility</p:attrName>
                                        </p:attrNameLst>
                                      </p:cBhvr>
                                      <p:to>
                                        <p:strVal val="visible"/>
                                      </p:to>
                                    </p:set>
                                    <p:animEffect transition="in" filter="box(out)">
                                      <p:cBhvr>
                                        <p:cTn id="59" dur="500"/>
                                        <p:tgtEl>
                                          <p:spTgt spid="927767"/>
                                        </p:tgtEl>
                                      </p:cBhvr>
                                    </p:animEffect>
                                  </p:childTnLst>
                                  <p:subTnLst>
                                    <p:audio>
                                      <p:cMediaNode>
                                        <p:cTn display="0" masterRel="sameClick">
                                          <p:stCondLst>
                                            <p:cond evt="begin" delay="0">
                                              <p:tn val="57"/>
                                            </p:cond>
                                          </p:stCondLst>
                                          <p:endCondLst>
                                            <p:cond evt="onStopAudio" delay="0">
                                              <p:tgtEl>
                                                <p:sldTgt/>
                                              </p:tgtEl>
                                            </p:cond>
                                          </p:endCondLst>
                                        </p:cTn>
                                        <p:tgtEl>
                                          <p:sndTgt r:embed="rId2" name="camera.wav"/>
                                        </p:tgtEl>
                                      </p:cMediaNode>
                                    </p:audio>
                                  </p:subTnLst>
                                </p:cTn>
                              </p:par>
                            </p:childTnLst>
                          </p:cTn>
                        </p:par>
                      </p:childTnLst>
                    </p:cTn>
                  </p:par>
                  <p:par>
                    <p:cTn id="60" fill="hold">
                      <p:stCondLst>
                        <p:cond delay="indefinite"/>
                      </p:stCondLst>
                      <p:childTnLst>
                        <p:par>
                          <p:cTn id="61" fill="hold">
                            <p:stCondLst>
                              <p:cond delay="0"/>
                            </p:stCondLst>
                            <p:childTnLst>
                              <p:par>
                                <p:cTn id="62" presetID="4" presetClass="entr" presetSubtype="32" fill="hold" grpId="0" nodeType="clickEffect">
                                  <p:stCondLst>
                                    <p:cond delay="0"/>
                                  </p:stCondLst>
                                  <p:childTnLst>
                                    <p:set>
                                      <p:cBhvr>
                                        <p:cTn id="63" dur="1" fill="hold">
                                          <p:stCondLst>
                                            <p:cond delay="0"/>
                                          </p:stCondLst>
                                        </p:cTn>
                                        <p:tgtEl>
                                          <p:spTgt spid="927780">
                                            <p:bg/>
                                          </p:spTgt>
                                        </p:tgtEl>
                                        <p:attrNameLst>
                                          <p:attrName>style.visibility</p:attrName>
                                        </p:attrNameLst>
                                      </p:cBhvr>
                                      <p:to>
                                        <p:strVal val="visible"/>
                                      </p:to>
                                    </p:set>
                                    <p:animEffect transition="in" filter="box(out)">
                                      <p:cBhvr>
                                        <p:cTn id="64" dur="500"/>
                                        <p:tgtEl>
                                          <p:spTgt spid="927780">
                                            <p:bg/>
                                          </p:spTgt>
                                        </p:tgtEl>
                                      </p:cBhvr>
                                    </p:animEffect>
                                  </p:childTnLst>
                                  <p:subTnLst>
                                    <p:audio>
                                      <p:cMediaNode>
                                        <p:cTn display="0" masterRel="sameClick">
                                          <p:stCondLst>
                                            <p:cond evt="begin" delay="0">
                                              <p:tn val="62"/>
                                            </p:cond>
                                          </p:stCondLst>
                                          <p:endCondLst>
                                            <p:cond evt="onStopAudio" delay="0">
                                              <p:tgtEl>
                                                <p:sldTgt/>
                                              </p:tgtEl>
                                            </p:cond>
                                          </p:endCondLst>
                                        </p:cTn>
                                        <p:tgtEl>
                                          <p:sndTgt r:embed="rId2" name="camera.wav"/>
                                        </p:tgtEl>
                                      </p:cMediaNode>
                                    </p:audio>
                                  </p:subTnLst>
                                </p:cTn>
                              </p:par>
                              <p:par>
                                <p:cTn id="65" presetID="4" presetClass="entr" presetSubtype="32" fill="hold" grpId="0" nodeType="withEffect">
                                  <p:stCondLst>
                                    <p:cond delay="0"/>
                                  </p:stCondLst>
                                  <p:childTnLst>
                                    <p:set>
                                      <p:cBhvr>
                                        <p:cTn id="66" dur="1" fill="hold">
                                          <p:stCondLst>
                                            <p:cond delay="0"/>
                                          </p:stCondLst>
                                        </p:cTn>
                                        <p:tgtEl>
                                          <p:spTgt spid="927780">
                                            <p:txEl>
                                              <p:pRg st="0" end="0"/>
                                            </p:txEl>
                                          </p:spTgt>
                                        </p:tgtEl>
                                        <p:attrNameLst>
                                          <p:attrName>style.visibility</p:attrName>
                                        </p:attrNameLst>
                                      </p:cBhvr>
                                      <p:to>
                                        <p:strVal val="visible"/>
                                      </p:to>
                                    </p:set>
                                    <p:animEffect transition="in" filter="box(out)">
                                      <p:cBhvr>
                                        <p:cTn id="67" dur="500"/>
                                        <p:tgtEl>
                                          <p:spTgt spid="927780">
                                            <p:txEl>
                                              <p:pRg st="0" end="0"/>
                                            </p:txEl>
                                          </p:spTgt>
                                        </p:tgtEl>
                                      </p:cBhvr>
                                    </p:animEffect>
                                  </p:childTnLst>
                                  <p:subTnLst>
                                    <p:audio>
                                      <p:cMediaNode>
                                        <p:cTn display="0" masterRel="sameClick">
                                          <p:stCondLst>
                                            <p:cond evt="begin" delay="0">
                                              <p:tn val="65"/>
                                            </p:cond>
                                          </p:stCondLst>
                                          <p:endCondLst>
                                            <p:cond evt="onStopAudio" delay="0">
                                              <p:tgtEl>
                                                <p:sldTgt/>
                                              </p:tgtEl>
                                            </p:cond>
                                          </p:endCondLst>
                                        </p:cTn>
                                        <p:tgtEl>
                                          <p:sndTgt r:embed="rId2" name="camera.wav"/>
                                        </p:tgtEl>
                                      </p:cMediaNode>
                                    </p:audio>
                                  </p:subTnLst>
                                </p:cTn>
                              </p:par>
                              <p:par>
                                <p:cTn id="68" presetID="4" presetClass="entr" presetSubtype="32" fill="hold" grpId="0" nodeType="withEffect">
                                  <p:stCondLst>
                                    <p:cond delay="0"/>
                                  </p:stCondLst>
                                  <p:childTnLst>
                                    <p:set>
                                      <p:cBhvr>
                                        <p:cTn id="69" dur="1" fill="hold">
                                          <p:stCondLst>
                                            <p:cond delay="0"/>
                                          </p:stCondLst>
                                        </p:cTn>
                                        <p:tgtEl>
                                          <p:spTgt spid="927780">
                                            <p:txEl>
                                              <p:pRg st="1" end="1"/>
                                            </p:txEl>
                                          </p:spTgt>
                                        </p:tgtEl>
                                        <p:attrNameLst>
                                          <p:attrName>style.visibility</p:attrName>
                                        </p:attrNameLst>
                                      </p:cBhvr>
                                      <p:to>
                                        <p:strVal val="visible"/>
                                      </p:to>
                                    </p:set>
                                    <p:animEffect transition="in" filter="box(out)">
                                      <p:cBhvr>
                                        <p:cTn id="70" dur="500"/>
                                        <p:tgtEl>
                                          <p:spTgt spid="927780">
                                            <p:txEl>
                                              <p:pRg st="1" end="1"/>
                                            </p:txEl>
                                          </p:spTgt>
                                        </p:tgtEl>
                                      </p:cBhvr>
                                    </p:animEffect>
                                  </p:childTnLst>
                                  <p:subTnLst>
                                    <p:audio>
                                      <p:cMediaNode>
                                        <p:cTn display="0" masterRel="sameClick">
                                          <p:stCondLst>
                                            <p:cond evt="begin" delay="0">
                                              <p:tn val="68"/>
                                            </p:cond>
                                          </p:stCondLst>
                                          <p:endCondLst>
                                            <p:cond evt="onStopAudio" delay="0">
                                              <p:tgtEl>
                                                <p:sldTgt/>
                                              </p:tgtEl>
                                            </p:cond>
                                          </p:endCondLst>
                                        </p:cTn>
                                        <p:tgtEl>
                                          <p:sndTgt r:embed="rId2" name="camera.wav"/>
                                        </p:tgtEl>
                                      </p:cMediaNode>
                                    </p:audio>
                                  </p:subTnLst>
                                </p:cTn>
                              </p:par>
                              <p:par>
                                <p:cTn id="71" presetID="4" presetClass="entr" presetSubtype="32" fill="hold" grpId="0" nodeType="withEffect">
                                  <p:stCondLst>
                                    <p:cond delay="0"/>
                                  </p:stCondLst>
                                  <p:childTnLst>
                                    <p:set>
                                      <p:cBhvr>
                                        <p:cTn id="72" dur="1" fill="hold">
                                          <p:stCondLst>
                                            <p:cond delay="0"/>
                                          </p:stCondLst>
                                        </p:cTn>
                                        <p:tgtEl>
                                          <p:spTgt spid="927780">
                                            <p:txEl>
                                              <p:pRg st="2" end="2"/>
                                            </p:txEl>
                                          </p:spTgt>
                                        </p:tgtEl>
                                        <p:attrNameLst>
                                          <p:attrName>style.visibility</p:attrName>
                                        </p:attrNameLst>
                                      </p:cBhvr>
                                      <p:to>
                                        <p:strVal val="visible"/>
                                      </p:to>
                                    </p:set>
                                    <p:animEffect transition="in" filter="box(out)">
                                      <p:cBhvr>
                                        <p:cTn id="73" dur="500"/>
                                        <p:tgtEl>
                                          <p:spTgt spid="927780">
                                            <p:txEl>
                                              <p:pRg st="2" end="2"/>
                                            </p:txEl>
                                          </p:spTgt>
                                        </p:tgtEl>
                                      </p:cBhvr>
                                    </p:animEffect>
                                  </p:childTnLst>
                                  <p:subTnLst>
                                    <p:audio>
                                      <p:cMediaNode>
                                        <p:cTn display="0" masterRel="sameClick">
                                          <p:stCondLst>
                                            <p:cond evt="begin" delay="0">
                                              <p:tn val="71"/>
                                            </p:cond>
                                          </p:stCondLst>
                                          <p:endCondLst>
                                            <p:cond evt="onStopAudio" delay="0">
                                              <p:tgtEl>
                                                <p:sldTgt/>
                                              </p:tgtEl>
                                            </p:cond>
                                          </p:endCondLst>
                                        </p:cTn>
                                        <p:tgtEl>
                                          <p:sndTgt r:embed="rId2" name="camera.wav"/>
                                        </p:tgtEl>
                                      </p:cMediaNode>
                                    </p:audio>
                                  </p:subTnLst>
                                </p:cTn>
                              </p:par>
                              <p:par>
                                <p:cTn id="74" presetID="4" presetClass="entr" presetSubtype="32" fill="hold" grpId="0" nodeType="withEffect">
                                  <p:stCondLst>
                                    <p:cond delay="0"/>
                                  </p:stCondLst>
                                  <p:childTnLst>
                                    <p:set>
                                      <p:cBhvr>
                                        <p:cTn id="75" dur="1" fill="hold">
                                          <p:stCondLst>
                                            <p:cond delay="0"/>
                                          </p:stCondLst>
                                        </p:cTn>
                                        <p:tgtEl>
                                          <p:spTgt spid="927780">
                                            <p:txEl>
                                              <p:pRg st="3" end="3"/>
                                            </p:txEl>
                                          </p:spTgt>
                                        </p:tgtEl>
                                        <p:attrNameLst>
                                          <p:attrName>style.visibility</p:attrName>
                                        </p:attrNameLst>
                                      </p:cBhvr>
                                      <p:to>
                                        <p:strVal val="visible"/>
                                      </p:to>
                                    </p:set>
                                    <p:animEffect transition="in" filter="box(out)">
                                      <p:cBhvr>
                                        <p:cTn id="76" dur="500"/>
                                        <p:tgtEl>
                                          <p:spTgt spid="927780">
                                            <p:txEl>
                                              <p:pRg st="3" end="3"/>
                                            </p:txEl>
                                          </p:spTgt>
                                        </p:tgtEl>
                                      </p:cBhvr>
                                    </p:animEffect>
                                  </p:childTnLst>
                                  <p:subTnLst>
                                    <p:audio>
                                      <p:cMediaNode>
                                        <p:cTn display="0" masterRel="sameClick">
                                          <p:stCondLst>
                                            <p:cond evt="begin" delay="0">
                                              <p:tn val="74"/>
                                            </p:cond>
                                          </p:stCondLst>
                                          <p:endCondLst>
                                            <p:cond evt="onStopAudio" delay="0">
                                              <p:tgtEl>
                                                <p:sldTgt/>
                                              </p:tgtEl>
                                            </p:cond>
                                          </p:endCondLst>
                                        </p:cTn>
                                        <p:tgtEl>
                                          <p:sndTgt r:embed="rId2" name="camera.wav"/>
                                        </p:tgtEl>
                                      </p:cMediaNode>
                                    </p:audio>
                                  </p:subTnLst>
                                </p:cTn>
                              </p:par>
                              <p:par>
                                <p:cTn id="77" presetID="4" presetClass="entr" presetSubtype="32" fill="hold" grpId="0" nodeType="withEffect">
                                  <p:stCondLst>
                                    <p:cond delay="0"/>
                                  </p:stCondLst>
                                  <p:childTnLst>
                                    <p:set>
                                      <p:cBhvr>
                                        <p:cTn id="78" dur="1" fill="hold">
                                          <p:stCondLst>
                                            <p:cond delay="0"/>
                                          </p:stCondLst>
                                        </p:cTn>
                                        <p:tgtEl>
                                          <p:spTgt spid="927780">
                                            <p:txEl>
                                              <p:pRg st="4" end="4"/>
                                            </p:txEl>
                                          </p:spTgt>
                                        </p:tgtEl>
                                        <p:attrNameLst>
                                          <p:attrName>style.visibility</p:attrName>
                                        </p:attrNameLst>
                                      </p:cBhvr>
                                      <p:to>
                                        <p:strVal val="visible"/>
                                      </p:to>
                                    </p:set>
                                    <p:animEffect transition="in" filter="box(out)">
                                      <p:cBhvr>
                                        <p:cTn id="79" dur="500"/>
                                        <p:tgtEl>
                                          <p:spTgt spid="927780">
                                            <p:txEl>
                                              <p:pRg st="4" end="4"/>
                                            </p:txEl>
                                          </p:spTgt>
                                        </p:tgtEl>
                                      </p:cBhvr>
                                    </p:animEffect>
                                  </p:childTnLst>
                                  <p:subTnLst>
                                    <p:audio>
                                      <p:cMediaNode>
                                        <p:cTn display="0" masterRel="sameClick">
                                          <p:stCondLst>
                                            <p:cond evt="begin" delay="0">
                                              <p:tn val="77"/>
                                            </p:cond>
                                          </p:stCondLst>
                                          <p:endCondLst>
                                            <p:cond evt="onStopAudio" delay="0">
                                              <p:tgtEl>
                                                <p:sldTgt/>
                                              </p:tgtEl>
                                            </p:cond>
                                          </p:endCondLst>
                                        </p:cTn>
                                        <p:tgtEl>
                                          <p:sndTgt r:embed="rId2" name="camera.wav"/>
                                        </p:tgtEl>
                                      </p:cMediaNode>
                                    </p:audio>
                                  </p:subTnLst>
                                </p:cTn>
                              </p:par>
                              <p:par>
                                <p:cTn id="80" presetID="4" presetClass="entr" presetSubtype="32" fill="hold" grpId="0" nodeType="withEffect">
                                  <p:stCondLst>
                                    <p:cond delay="0"/>
                                  </p:stCondLst>
                                  <p:childTnLst>
                                    <p:set>
                                      <p:cBhvr>
                                        <p:cTn id="81" dur="1" fill="hold">
                                          <p:stCondLst>
                                            <p:cond delay="0"/>
                                          </p:stCondLst>
                                        </p:cTn>
                                        <p:tgtEl>
                                          <p:spTgt spid="927780">
                                            <p:txEl>
                                              <p:pRg st="5" end="5"/>
                                            </p:txEl>
                                          </p:spTgt>
                                        </p:tgtEl>
                                        <p:attrNameLst>
                                          <p:attrName>style.visibility</p:attrName>
                                        </p:attrNameLst>
                                      </p:cBhvr>
                                      <p:to>
                                        <p:strVal val="visible"/>
                                      </p:to>
                                    </p:set>
                                    <p:animEffect transition="in" filter="box(out)">
                                      <p:cBhvr>
                                        <p:cTn id="82" dur="500"/>
                                        <p:tgtEl>
                                          <p:spTgt spid="927780">
                                            <p:txEl>
                                              <p:pRg st="5" end="5"/>
                                            </p:txEl>
                                          </p:spTgt>
                                        </p:tgtEl>
                                      </p:cBhvr>
                                    </p:animEffect>
                                  </p:childTnLst>
                                  <p:subTnLst>
                                    <p:audio>
                                      <p:cMediaNode>
                                        <p:cTn display="0" masterRel="sameClick">
                                          <p:stCondLst>
                                            <p:cond evt="begin" delay="0">
                                              <p:tn val="80"/>
                                            </p:cond>
                                          </p:stCondLst>
                                          <p:endCondLst>
                                            <p:cond evt="onStopAudio" delay="0">
                                              <p:tgtEl>
                                                <p:sldTgt/>
                                              </p:tgtEl>
                                            </p:cond>
                                          </p:endCondLst>
                                        </p:cTn>
                                        <p:tgtEl>
                                          <p:sndTgt r:embed="rId2" name="camera.wav"/>
                                        </p:tgtEl>
                                      </p:cMediaNode>
                                    </p:audio>
                                  </p:subTnLst>
                                </p:cTn>
                              </p:par>
                              <p:par>
                                <p:cTn id="83" presetID="4" presetClass="entr" presetSubtype="32" fill="hold" grpId="0" nodeType="withEffect">
                                  <p:stCondLst>
                                    <p:cond delay="0"/>
                                  </p:stCondLst>
                                  <p:childTnLst>
                                    <p:set>
                                      <p:cBhvr>
                                        <p:cTn id="84" dur="1" fill="hold">
                                          <p:stCondLst>
                                            <p:cond delay="0"/>
                                          </p:stCondLst>
                                        </p:cTn>
                                        <p:tgtEl>
                                          <p:spTgt spid="927780">
                                            <p:txEl>
                                              <p:pRg st="6" end="6"/>
                                            </p:txEl>
                                          </p:spTgt>
                                        </p:tgtEl>
                                        <p:attrNameLst>
                                          <p:attrName>style.visibility</p:attrName>
                                        </p:attrNameLst>
                                      </p:cBhvr>
                                      <p:to>
                                        <p:strVal val="visible"/>
                                      </p:to>
                                    </p:set>
                                    <p:animEffect transition="in" filter="box(out)">
                                      <p:cBhvr>
                                        <p:cTn id="85" dur="500"/>
                                        <p:tgtEl>
                                          <p:spTgt spid="927780">
                                            <p:txEl>
                                              <p:pRg st="6" end="6"/>
                                            </p:txEl>
                                          </p:spTgt>
                                        </p:tgtEl>
                                      </p:cBhvr>
                                    </p:animEffect>
                                  </p:childTnLst>
                                  <p:subTnLst>
                                    <p:audio>
                                      <p:cMediaNode>
                                        <p:cTn display="0" masterRel="sameClick">
                                          <p:stCondLst>
                                            <p:cond evt="begin" delay="0">
                                              <p:tn val="83"/>
                                            </p:cond>
                                          </p:stCondLst>
                                          <p:endCondLst>
                                            <p:cond evt="onStopAudio" delay="0">
                                              <p:tgtEl>
                                                <p:sldTgt/>
                                              </p:tgtEl>
                                            </p:cond>
                                          </p:endCondLst>
                                        </p:cTn>
                                        <p:tgtEl>
                                          <p:sndTgt r:embed="rId2" name="camera.wav"/>
                                        </p:tgtEl>
                                      </p:cMediaNode>
                                    </p:audio>
                                  </p:subTnLst>
                                </p:cTn>
                              </p:par>
                              <p:par>
                                <p:cTn id="86" presetID="4" presetClass="entr" presetSubtype="32" fill="hold" grpId="0" nodeType="withEffect">
                                  <p:stCondLst>
                                    <p:cond delay="0"/>
                                  </p:stCondLst>
                                  <p:childTnLst>
                                    <p:set>
                                      <p:cBhvr>
                                        <p:cTn id="87" dur="1" fill="hold">
                                          <p:stCondLst>
                                            <p:cond delay="0"/>
                                          </p:stCondLst>
                                        </p:cTn>
                                        <p:tgtEl>
                                          <p:spTgt spid="927780">
                                            <p:txEl>
                                              <p:pRg st="7" end="7"/>
                                            </p:txEl>
                                          </p:spTgt>
                                        </p:tgtEl>
                                        <p:attrNameLst>
                                          <p:attrName>style.visibility</p:attrName>
                                        </p:attrNameLst>
                                      </p:cBhvr>
                                      <p:to>
                                        <p:strVal val="visible"/>
                                      </p:to>
                                    </p:set>
                                    <p:animEffect transition="in" filter="box(out)">
                                      <p:cBhvr>
                                        <p:cTn id="88" dur="500"/>
                                        <p:tgtEl>
                                          <p:spTgt spid="927780">
                                            <p:txEl>
                                              <p:pRg st="7" end="7"/>
                                            </p:txEl>
                                          </p:spTgt>
                                        </p:tgtEl>
                                      </p:cBhvr>
                                    </p:animEffect>
                                  </p:childTnLst>
                                  <p:subTnLst>
                                    <p:audio>
                                      <p:cMediaNode>
                                        <p:cTn display="0" masterRel="sameClick">
                                          <p:stCondLst>
                                            <p:cond evt="begin" delay="0">
                                              <p:tn val="86"/>
                                            </p:cond>
                                          </p:stCondLst>
                                          <p:endCondLst>
                                            <p:cond evt="onStopAudio" delay="0">
                                              <p:tgtEl>
                                                <p:sldTgt/>
                                              </p:tgtEl>
                                            </p:cond>
                                          </p:endCondLst>
                                        </p:cTn>
                                        <p:tgtEl>
                                          <p:sndTgt r:embed="rId2" name="camera.wav"/>
                                        </p:tgtEl>
                                      </p:cMediaNode>
                                    </p:audio>
                                  </p:subTnLst>
                                </p:cTn>
                              </p:par>
                              <p:par>
                                <p:cTn id="89" presetID="4" presetClass="entr" presetSubtype="32" fill="hold" grpId="0" nodeType="withEffect">
                                  <p:stCondLst>
                                    <p:cond delay="0"/>
                                  </p:stCondLst>
                                  <p:childTnLst>
                                    <p:set>
                                      <p:cBhvr>
                                        <p:cTn id="90" dur="1" fill="hold">
                                          <p:stCondLst>
                                            <p:cond delay="0"/>
                                          </p:stCondLst>
                                        </p:cTn>
                                        <p:tgtEl>
                                          <p:spTgt spid="927780">
                                            <p:txEl>
                                              <p:pRg st="8" end="8"/>
                                            </p:txEl>
                                          </p:spTgt>
                                        </p:tgtEl>
                                        <p:attrNameLst>
                                          <p:attrName>style.visibility</p:attrName>
                                        </p:attrNameLst>
                                      </p:cBhvr>
                                      <p:to>
                                        <p:strVal val="visible"/>
                                      </p:to>
                                    </p:set>
                                    <p:animEffect transition="in" filter="box(out)">
                                      <p:cBhvr>
                                        <p:cTn id="91" dur="500"/>
                                        <p:tgtEl>
                                          <p:spTgt spid="927780">
                                            <p:txEl>
                                              <p:pRg st="8" end="8"/>
                                            </p:txEl>
                                          </p:spTgt>
                                        </p:tgtEl>
                                      </p:cBhvr>
                                    </p:animEffect>
                                  </p:childTnLst>
                                  <p:subTnLst>
                                    <p:audio>
                                      <p:cMediaNode>
                                        <p:cTn display="0" masterRel="sameClick">
                                          <p:stCondLst>
                                            <p:cond evt="begin" delay="0">
                                              <p:tn val="89"/>
                                            </p:cond>
                                          </p:stCondLst>
                                          <p:endCondLst>
                                            <p:cond evt="onStopAudio" delay="0">
                                              <p:tgtEl>
                                                <p:sldTgt/>
                                              </p:tgtEl>
                                            </p:cond>
                                          </p:endCondLst>
                                        </p:cTn>
                                        <p:tgtEl>
                                          <p:sndTgt r:embed="rId2" name="camera.wav"/>
                                        </p:tgtEl>
                                      </p:cMediaNode>
                                    </p:audio>
                                  </p:subTnLst>
                                </p:cTn>
                              </p:par>
                              <p:par>
                                <p:cTn id="92" presetID="4" presetClass="entr" presetSubtype="32" fill="hold" grpId="0" nodeType="withEffect">
                                  <p:stCondLst>
                                    <p:cond delay="0"/>
                                  </p:stCondLst>
                                  <p:childTnLst>
                                    <p:set>
                                      <p:cBhvr>
                                        <p:cTn id="93" dur="1" fill="hold">
                                          <p:stCondLst>
                                            <p:cond delay="0"/>
                                          </p:stCondLst>
                                        </p:cTn>
                                        <p:tgtEl>
                                          <p:spTgt spid="927780">
                                            <p:txEl>
                                              <p:pRg st="9" end="9"/>
                                            </p:txEl>
                                          </p:spTgt>
                                        </p:tgtEl>
                                        <p:attrNameLst>
                                          <p:attrName>style.visibility</p:attrName>
                                        </p:attrNameLst>
                                      </p:cBhvr>
                                      <p:to>
                                        <p:strVal val="visible"/>
                                      </p:to>
                                    </p:set>
                                    <p:animEffect transition="in" filter="box(out)">
                                      <p:cBhvr>
                                        <p:cTn id="94" dur="500"/>
                                        <p:tgtEl>
                                          <p:spTgt spid="927780">
                                            <p:txEl>
                                              <p:pRg st="9" end="9"/>
                                            </p:txEl>
                                          </p:spTgt>
                                        </p:tgtEl>
                                      </p:cBhvr>
                                    </p:animEffect>
                                  </p:childTnLst>
                                  <p:subTnLst>
                                    <p:audio>
                                      <p:cMediaNode>
                                        <p:cTn display="0" masterRel="sameClick">
                                          <p:stCondLst>
                                            <p:cond evt="begin" delay="0">
                                              <p:tn val="92"/>
                                            </p:cond>
                                          </p:stCondLst>
                                          <p:endCondLst>
                                            <p:cond evt="onStopAudio" delay="0">
                                              <p:tgtEl>
                                                <p:sldTgt/>
                                              </p:tgtEl>
                                            </p:cond>
                                          </p:endCondLst>
                                        </p:cTn>
                                        <p:tgtEl>
                                          <p:sndTgt r:embed="rId2" name="camera.wav"/>
                                        </p:tgtEl>
                                      </p:cMediaNode>
                                    </p:audio>
                                  </p:subTnLst>
                                </p:cTn>
                              </p:par>
                              <p:par>
                                <p:cTn id="95" presetID="4" presetClass="entr" presetSubtype="32" fill="hold" grpId="0" nodeType="withEffect">
                                  <p:stCondLst>
                                    <p:cond delay="0"/>
                                  </p:stCondLst>
                                  <p:childTnLst>
                                    <p:set>
                                      <p:cBhvr>
                                        <p:cTn id="96" dur="1" fill="hold">
                                          <p:stCondLst>
                                            <p:cond delay="0"/>
                                          </p:stCondLst>
                                        </p:cTn>
                                        <p:tgtEl>
                                          <p:spTgt spid="927780">
                                            <p:txEl>
                                              <p:pRg st="10" end="10"/>
                                            </p:txEl>
                                          </p:spTgt>
                                        </p:tgtEl>
                                        <p:attrNameLst>
                                          <p:attrName>style.visibility</p:attrName>
                                        </p:attrNameLst>
                                      </p:cBhvr>
                                      <p:to>
                                        <p:strVal val="visible"/>
                                      </p:to>
                                    </p:set>
                                    <p:animEffect transition="in" filter="box(out)">
                                      <p:cBhvr>
                                        <p:cTn id="97" dur="500"/>
                                        <p:tgtEl>
                                          <p:spTgt spid="927780">
                                            <p:txEl>
                                              <p:pRg st="10" end="10"/>
                                            </p:txEl>
                                          </p:spTgt>
                                        </p:tgtEl>
                                      </p:cBhvr>
                                    </p:animEffect>
                                  </p:childTnLst>
                                  <p:subTnLst>
                                    <p:audio>
                                      <p:cMediaNode>
                                        <p:cTn display="0" masterRel="sameClick">
                                          <p:stCondLst>
                                            <p:cond evt="begin" delay="0">
                                              <p:tn val="95"/>
                                            </p:cond>
                                          </p:stCondLst>
                                          <p:endCondLst>
                                            <p:cond evt="onStopAudio" delay="0">
                                              <p:tgtEl>
                                                <p:sldTgt/>
                                              </p:tgtEl>
                                            </p:cond>
                                          </p:endCondLst>
                                        </p:cTn>
                                        <p:tgtEl>
                                          <p:sndTgt r:embed="rId2" name="camera.wav"/>
                                        </p:tgtEl>
                                      </p:cMediaNode>
                                    </p:audio>
                                  </p:subTnLst>
                                </p:cTn>
                              </p:par>
                              <p:par>
                                <p:cTn id="98" presetID="4" presetClass="entr" presetSubtype="32" fill="hold" grpId="0" nodeType="withEffect">
                                  <p:stCondLst>
                                    <p:cond delay="0"/>
                                  </p:stCondLst>
                                  <p:childTnLst>
                                    <p:set>
                                      <p:cBhvr>
                                        <p:cTn id="99" dur="1" fill="hold">
                                          <p:stCondLst>
                                            <p:cond delay="0"/>
                                          </p:stCondLst>
                                        </p:cTn>
                                        <p:tgtEl>
                                          <p:spTgt spid="927780">
                                            <p:txEl>
                                              <p:pRg st="11" end="11"/>
                                            </p:txEl>
                                          </p:spTgt>
                                        </p:tgtEl>
                                        <p:attrNameLst>
                                          <p:attrName>style.visibility</p:attrName>
                                        </p:attrNameLst>
                                      </p:cBhvr>
                                      <p:to>
                                        <p:strVal val="visible"/>
                                      </p:to>
                                    </p:set>
                                    <p:animEffect transition="in" filter="box(out)">
                                      <p:cBhvr>
                                        <p:cTn id="100" dur="500"/>
                                        <p:tgtEl>
                                          <p:spTgt spid="927780">
                                            <p:txEl>
                                              <p:pRg st="11" end="11"/>
                                            </p:txEl>
                                          </p:spTgt>
                                        </p:tgtEl>
                                      </p:cBhvr>
                                    </p:animEffect>
                                  </p:childTnLst>
                                  <p:subTnLst>
                                    <p:audio>
                                      <p:cMediaNode>
                                        <p:cTn display="0" masterRel="sameClick">
                                          <p:stCondLst>
                                            <p:cond evt="begin" delay="0">
                                              <p:tn val="98"/>
                                            </p:cond>
                                          </p:stCondLst>
                                          <p:endCondLst>
                                            <p:cond evt="onStopAudio" delay="0">
                                              <p:tgtEl>
                                                <p:sldTgt/>
                                              </p:tgtEl>
                                            </p:cond>
                                          </p:endCondLst>
                                        </p:cTn>
                                        <p:tgtEl>
                                          <p:sndTgt r:embed="rId2" name="camera.wav"/>
                                        </p:tgtEl>
                                      </p:cMediaNode>
                                    </p:audio>
                                  </p:subTnLst>
                                </p:cTn>
                              </p:par>
                              <p:par>
                                <p:cTn id="101" presetID="4" presetClass="entr" presetSubtype="32" fill="hold" grpId="0" nodeType="withEffect">
                                  <p:stCondLst>
                                    <p:cond delay="0"/>
                                  </p:stCondLst>
                                  <p:childTnLst>
                                    <p:set>
                                      <p:cBhvr>
                                        <p:cTn id="102" dur="1" fill="hold">
                                          <p:stCondLst>
                                            <p:cond delay="0"/>
                                          </p:stCondLst>
                                        </p:cTn>
                                        <p:tgtEl>
                                          <p:spTgt spid="927780">
                                            <p:txEl>
                                              <p:pRg st="12" end="12"/>
                                            </p:txEl>
                                          </p:spTgt>
                                        </p:tgtEl>
                                        <p:attrNameLst>
                                          <p:attrName>style.visibility</p:attrName>
                                        </p:attrNameLst>
                                      </p:cBhvr>
                                      <p:to>
                                        <p:strVal val="visible"/>
                                      </p:to>
                                    </p:set>
                                    <p:animEffect transition="in" filter="box(out)">
                                      <p:cBhvr>
                                        <p:cTn id="103" dur="500"/>
                                        <p:tgtEl>
                                          <p:spTgt spid="927780">
                                            <p:txEl>
                                              <p:pRg st="12" end="12"/>
                                            </p:txEl>
                                          </p:spTgt>
                                        </p:tgtEl>
                                      </p:cBhvr>
                                    </p:animEffect>
                                  </p:childTnLst>
                                  <p:subTnLst>
                                    <p:audio>
                                      <p:cMediaNode>
                                        <p:cTn display="0" masterRel="sameClick">
                                          <p:stCondLst>
                                            <p:cond evt="begin" delay="0">
                                              <p:tn val="101"/>
                                            </p:cond>
                                          </p:stCondLst>
                                          <p:endCondLst>
                                            <p:cond evt="onStopAudio" delay="0">
                                              <p:tgtEl>
                                                <p:sldTgt/>
                                              </p:tgtEl>
                                            </p:cond>
                                          </p:endCondLst>
                                        </p:cTn>
                                        <p:tgtEl>
                                          <p:sndTgt r:embed="rId2" name="camera.wav"/>
                                        </p:tgtEl>
                                      </p:cMediaNode>
                                    </p:audio>
                                  </p:subTnLst>
                                </p:cTn>
                              </p:par>
                              <p:par>
                                <p:cTn id="104" presetID="4" presetClass="entr" presetSubtype="32" fill="hold" grpId="0" nodeType="withEffect">
                                  <p:stCondLst>
                                    <p:cond delay="0"/>
                                  </p:stCondLst>
                                  <p:childTnLst>
                                    <p:set>
                                      <p:cBhvr>
                                        <p:cTn id="105" dur="1" fill="hold">
                                          <p:stCondLst>
                                            <p:cond delay="0"/>
                                          </p:stCondLst>
                                        </p:cTn>
                                        <p:tgtEl>
                                          <p:spTgt spid="927780">
                                            <p:txEl>
                                              <p:pRg st="13" end="13"/>
                                            </p:txEl>
                                          </p:spTgt>
                                        </p:tgtEl>
                                        <p:attrNameLst>
                                          <p:attrName>style.visibility</p:attrName>
                                        </p:attrNameLst>
                                      </p:cBhvr>
                                      <p:to>
                                        <p:strVal val="visible"/>
                                      </p:to>
                                    </p:set>
                                    <p:animEffect transition="in" filter="box(out)">
                                      <p:cBhvr>
                                        <p:cTn id="106" dur="500"/>
                                        <p:tgtEl>
                                          <p:spTgt spid="927780">
                                            <p:txEl>
                                              <p:pRg st="13" end="13"/>
                                            </p:txEl>
                                          </p:spTgt>
                                        </p:tgtEl>
                                      </p:cBhvr>
                                    </p:animEffect>
                                  </p:childTnLst>
                                  <p:subTnLst>
                                    <p:audio>
                                      <p:cMediaNode>
                                        <p:cTn display="0" masterRel="sameClick">
                                          <p:stCondLst>
                                            <p:cond evt="begin" delay="0">
                                              <p:tn val="104"/>
                                            </p:cond>
                                          </p:stCondLst>
                                          <p:endCondLst>
                                            <p:cond evt="onStopAudio" delay="0">
                                              <p:tgtEl>
                                                <p:sldTgt/>
                                              </p:tgtEl>
                                            </p:cond>
                                          </p:endCondLst>
                                        </p:cTn>
                                        <p:tgtEl>
                                          <p:sndTgt r:embed="rId2" name="camera.wav"/>
                                        </p:tgtEl>
                                      </p:cMediaNode>
                                    </p:audio>
                                  </p:subTnLst>
                                </p:cTn>
                              </p:par>
                              <p:par>
                                <p:cTn id="107" presetID="4" presetClass="entr" presetSubtype="32" fill="hold" grpId="0" nodeType="withEffect">
                                  <p:stCondLst>
                                    <p:cond delay="0"/>
                                  </p:stCondLst>
                                  <p:childTnLst>
                                    <p:set>
                                      <p:cBhvr>
                                        <p:cTn id="108" dur="1" fill="hold">
                                          <p:stCondLst>
                                            <p:cond delay="0"/>
                                          </p:stCondLst>
                                        </p:cTn>
                                        <p:tgtEl>
                                          <p:spTgt spid="927780">
                                            <p:txEl>
                                              <p:pRg st="14" end="14"/>
                                            </p:txEl>
                                          </p:spTgt>
                                        </p:tgtEl>
                                        <p:attrNameLst>
                                          <p:attrName>style.visibility</p:attrName>
                                        </p:attrNameLst>
                                      </p:cBhvr>
                                      <p:to>
                                        <p:strVal val="visible"/>
                                      </p:to>
                                    </p:set>
                                    <p:animEffect transition="in" filter="box(out)">
                                      <p:cBhvr>
                                        <p:cTn id="109" dur="500"/>
                                        <p:tgtEl>
                                          <p:spTgt spid="927780">
                                            <p:txEl>
                                              <p:pRg st="14" end="14"/>
                                            </p:txEl>
                                          </p:spTgt>
                                        </p:tgtEl>
                                      </p:cBhvr>
                                    </p:animEffect>
                                  </p:childTnLst>
                                  <p:subTnLst>
                                    <p:audio>
                                      <p:cMediaNode>
                                        <p:cTn display="0" masterRel="sameClick">
                                          <p:stCondLst>
                                            <p:cond evt="begin" delay="0">
                                              <p:tn val="107"/>
                                            </p:cond>
                                          </p:stCondLst>
                                          <p:endCondLst>
                                            <p:cond evt="onStopAudio" delay="0">
                                              <p:tgtEl>
                                                <p:sldTgt/>
                                              </p:tgtEl>
                                            </p:cond>
                                          </p:endCondLst>
                                        </p:cTn>
                                        <p:tgtEl>
                                          <p:sndTgt r:embed="rId2" name="camera.wav"/>
                                        </p:tgtEl>
                                      </p:cMediaNode>
                                    </p:audio>
                                  </p:subTnLst>
                                </p:cTn>
                              </p:par>
                              <p:par>
                                <p:cTn id="110" presetID="4" presetClass="entr" presetSubtype="32" fill="hold" grpId="0" nodeType="withEffect">
                                  <p:stCondLst>
                                    <p:cond delay="0"/>
                                  </p:stCondLst>
                                  <p:childTnLst>
                                    <p:set>
                                      <p:cBhvr>
                                        <p:cTn id="111" dur="1" fill="hold">
                                          <p:stCondLst>
                                            <p:cond delay="0"/>
                                          </p:stCondLst>
                                        </p:cTn>
                                        <p:tgtEl>
                                          <p:spTgt spid="927780">
                                            <p:txEl>
                                              <p:pRg st="15" end="15"/>
                                            </p:txEl>
                                          </p:spTgt>
                                        </p:tgtEl>
                                        <p:attrNameLst>
                                          <p:attrName>style.visibility</p:attrName>
                                        </p:attrNameLst>
                                      </p:cBhvr>
                                      <p:to>
                                        <p:strVal val="visible"/>
                                      </p:to>
                                    </p:set>
                                    <p:animEffect transition="in" filter="box(out)">
                                      <p:cBhvr>
                                        <p:cTn id="112" dur="500"/>
                                        <p:tgtEl>
                                          <p:spTgt spid="927780">
                                            <p:txEl>
                                              <p:pRg st="15" end="15"/>
                                            </p:txEl>
                                          </p:spTgt>
                                        </p:tgtEl>
                                      </p:cBhvr>
                                    </p:animEffect>
                                  </p:childTnLst>
                                  <p:subTnLst>
                                    <p:audio>
                                      <p:cMediaNode>
                                        <p:cTn display="0" masterRel="sameClick">
                                          <p:stCondLst>
                                            <p:cond evt="begin" delay="0">
                                              <p:tn val="110"/>
                                            </p:cond>
                                          </p:stCondLst>
                                          <p:endCondLst>
                                            <p:cond evt="onStopAudio" delay="0">
                                              <p:tgtEl>
                                                <p:sldTgt/>
                                              </p:tgtEl>
                                            </p:cond>
                                          </p:endCondLst>
                                        </p:cTn>
                                        <p:tgtEl>
                                          <p:sndTgt r:embed="rId2" name="camera.wav"/>
                                        </p:tgtEl>
                                      </p:cMediaNode>
                                    </p:audio>
                                  </p:subTnLst>
                                </p:cTn>
                              </p:par>
                              <p:par>
                                <p:cTn id="113" presetID="4" presetClass="entr" presetSubtype="32" fill="hold" grpId="0" nodeType="withEffect">
                                  <p:stCondLst>
                                    <p:cond delay="0"/>
                                  </p:stCondLst>
                                  <p:childTnLst>
                                    <p:set>
                                      <p:cBhvr>
                                        <p:cTn id="114" dur="1" fill="hold">
                                          <p:stCondLst>
                                            <p:cond delay="0"/>
                                          </p:stCondLst>
                                        </p:cTn>
                                        <p:tgtEl>
                                          <p:spTgt spid="927780">
                                            <p:txEl>
                                              <p:pRg st="16" end="16"/>
                                            </p:txEl>
                                          </p:spTgt>
                                        </p:tgtEl>
                                        <p:attrNameLst>
                                          <p:attrName>style.visibility</p:attrName>
                                        </p:attrNameLst>
                                      </p:cBhvr>
                                      <p:to>
                                        <p:strVal val="visible"/>
                                      </p:to>
                                    </p:set>
                                    <p:animEffect transition="in" filter="box(out)">
                                      <p:cBhvr>
                                        <p:cTn id="115" dur="500"/>
                                        <p:tgtEl>
                                          <p:spTgt spid="927780">
                                            <p:txEl>
                                              <p:pRg st="16" end="16"/>
                                            </p:txEl>
                                          </p:spTgt>
                                        </p:tgtEl>
                                      </p:cBhvr>
                                    </p:animEffect>
                                  </p:childTnLst>
                                  <p:subTnLst>
                                    <p:audio>
                                      <p:cMediaNode>
                                        <p:cTn display="0" masterRel="sameClick">
                                          <p:stCondLst>
                                            <p:cond evt="begin" delay="0">
                                              <p:tn val="113"/>
                                            </p:cond>
                                          </p:stCondLst>
                                          <p:endCondLst>
                                            <p:cond evt="onStopAudio" delay="0">
                                              <p:tgtEl>
                                                <p:sldTgt/>
                                              </p:tgtEl>
                                            </p:cond>
                                          </p:endCondLst>
                                        </p:cTn>
                                        <p:tgtEl>
                                          <p:sndTgt r:embed="rId2" name="camera.wav"/>
                                        </p:tgtEl>
                                      </p:cMediaNode>
                                    </p:audio>
                                  </p:subTnLst>
                                </p:cTn>
                              </p:par>
                            </p:childTnLst>
                          </p:cTn>
                        </p:par>
                      </p:childTnLst>
                    </p:cTn>
                  </p:par>
                  <p:par>
                    <p:cTn id="116" fill="hold">
                      <p:stCondLst>
                        <p:cond delay="indefinite"/>
                      </p:stCondLst>
                      <p:childTnLst>
                        <p:par>
                          <p:cTn id="117" fill="hold">
                            <p:stCondLst>
                              <p:cond delay="0"/>
                            </p:stCondLst>
                            <p:childTnLst>
                              <p:par>
                                <p:cTn id="118" presetID="18" presetClass="entr" presetSubtype="6" fill="hold" nodeType="clickEffect">
                                  <p:stCondLst>
                                    <p:cond delay="0"/>
                                  </p:stCondLst>
                                  <p:childTnLst>
                                    <p:set>
                                      <p:cBhvr>
                                        <p:cTn id="119" dur="1" fill="hold">
                                          <p:stCondLst>
                                            <p:cond delay="0"/>
                                          </p:stCondLst>
                                        </p:cTn>
                                        <p:tgtEl>
                                          <p:spTgt spid="927780">
                                            <p:txEl>
                                              <p:pRg st="9" end="9"/>
                                            </p:txEl>
                                          </p:spTgt>
                                        </p:tgtEl>
                                        <p:attrNameLst>
                                          <p:attrName>style.visibility</p:attrName>
                                        </p:attrNameLst>
                                      </p:cBhvr>
                                      <p:to>
                                        <p:strVal val="visible"/>
                                      </p:to>
                                    </p:set>
                                    <p:animEffect transition="in" filter="strips(downRight)">
                                      <p:cBhvr>
                                        <p:cTn id="120" dur="500"/>
                                        <p:tgtEl>
                                          <p:spTgt spid="927780">
                                            <p:txEl>
                                              <p:pRg st="9" end="9"/>
                                            </p:txEl>
                                          </p:spTgt>
                                        </p:tgtEl>
                                      </p:cBhvr>
                                    </p:animEffect>
                                  </p:childTnLst>
                                  <p:subTnLst>
                                    <p:animClr clrSpc="rgb" dir="cw">
                                      <p:cBhvr override="childStyle">
                                        <p:cTn dur="1" fill="hold" display="0" masterRel="nextClick" afterEffect="1"/>
                                        <p:tgtEl>
                                          <p:spTgt spid="927780">
                                            <p:txEl>
                                              <p:pRg st="9" end="9"/>
                                            </p:txEl>
                                          </p:spTgt>
                                        </p:tgtEl>
                                        <p:attrNameLst>
                                          <p:attrName>ppt_c</p:attrName>
                                        </p:attrNameLst>
                                      </p:cBhvr>
                                      <p:to>
                                        <a:srgbClr val="FF3300"/>
                                      </p:to>
                                    </p:animClr>
                                    <p:audio>
                                      <p:cMediaNode>
                                        <p:cTn display="0" masterRel="sameClick">
                                          <p:stCondLst>
                                            <p:cond evt="begin" delay="0">
                                              <p:tn val="118"/>
                                            </p:cond>
                                          </p:stCondLst>
                                          <p:endCondLst>
                                            <p:cond evt="onStopAudio" delay="0">
                                              <p:tgtEl>
                                                <p:sldTgt/>
                                              </p:tgtEl>
                                            </p:cond>
                                          </p:endCondLst>
                                        </p:cTn>
                                        <p:tgtEl>
                                          <p:sndTgt r:embed="rId2" name="camera.wav"/>
                                        </p:tgtEl>
                                      </p:cMediaNode>
                                    </p:audio>
                                  </p:subTnLst>
                                </p:cTn>
                              </p:par>
                            </p:childTnLst>
                          </p:cTn>
                        </p:par>
                        <p:par>
                          <p:cTn id="121" fill="hold">
                            <p:stCondLst>
                              <p:cond delay="500"/>
                            </p:stCondLst>
                            <p:childTnLst>
                              <p:par>
                                <p:cTn id="122" presetID="18" presetClass="entr" presetSubtype="12" fill="hold" nodeType="afterEffect">
                                  <p:stCondLst>
                                    <p:cond delay="0"/>
                                  </p:stCondLst>
                                  <p:childTnLst>
                                    <p:set>
                                      <p:cBhvr>
                                        <p:cTn id="123" dur="1" fill="hold">
                                          <p:stCondLst>
                                            <p:cond delay="0"/>
                                          </p:stCondLst>
                                        </p:cTn>
                                        <p:tgtEl>
                                          <p:spTgt spid="927791"/>
                                        </p:tgtEl>
                                        <p:attrNameLst>
                                          <p:attrName>style.visibility</p:attrName>
                                        </p:attrNameLst>
                                      </p:cBhvr>
                                      <p:to>
                                        <p:strVal val="visible"/>
                                      </p:to>
                                    </p:set>
                                    <p:animEffect transition="in" filter="strips(downLeft)">
                                      <p:cBhvr>
                                        <p:cTn id="124" dur="500"/>
                                        <p:tgtEl>
                                          <p:spTgt spid="927791"/>
                                        </p:tgtEl>
                                      </p:cBhvr>
                                    </p:animEffect>
                                  </p:childTnLst>
                                  <p:subTnLst>
                                    <p:audio>
                                      <p:cMediaNode>
                                        <p:cTn display="0" masterRel="sameClick">
                                          <p:stCondLst>
                                            <p:cond evt="begin" delay="0">
                                              <p:tn val="122"/>
                                            </p:cond>
                                          </p:stCondLst>
                                          <p:endCondLst>
                                            <p:cond evt="onStopAudio" delay="0">
                                              <p:tgtEl>
                                                <p:sldTgt/>
                                              </p:tgtEl>
                                            </p:cond>
                                          </p:endCondLst>
                                        </p:cTn>
                                        <p:tgtEl>
                                          <p:sndTgt r:embed="rId2" name="camera.wav"/>
                                        </p:tgtEl>
                                      </p:cMediaNode>
                                    </p:audio>
                                  </p:subTnLst>
                                </p:cTn>
                              </p:par>
                            </p:childTnLst>
                          </p:cTn>
                        </p:par>
                        <p:par>
                          <p:cTn id="125" fill="hold">
                            <p:stCondLst>
                              <p:cond delay="1000"/>
                            </p:stCondLst>
                            <p:childTnLst>
                              <p:par>
                                <p:cTn id="126" presetID="18" presetClass="entr" presetSubtype="12" fill="hold" nodeType="afterEffect">
                                  <p:stCondLst>
                                    <p:cond delay="0"/>
                                  </p:stCondLst>
                                  <p:childTnLst>
                                    <p:set>
                                      <p:cBhvr>
                                        <p:cTn id="127" dur="1" fill="hold">
                                          <p:stCondLst>
                                            <p:cond delay="0"/>
                                          </p:stCondLst>
                                        </p:cTn>
                                        <p:tgtEl>
                                          <p:spTgt spid="927780">
                                            <p:txEl>
                                              <p:pRg st="13" end="13"/>
                                            </p:txEl>
                                          </p:spTgt>
                                        </p:tgtEl>
                                        <p:attrNameLst>
                                          <p:attrName>style.visibility</p:attrName>
                                        </p:attrNameLst>
                                      </p:cBhvr>
                                      <p:to>
                                        <p:strVal val="visible"/>
                                      </p:to>
                                    </p:set>
                                    <p:animEffect transition="in" filter="strips(downLeft)">
                                      <p:cBhvr>
                                        <p:cTn id="128" dur="500"/>
                                        <p:tgtEl>
                                          <p:spTgt spid="927780">
                                            <p:txEl>
                                              <p:pRg st="13" end="13"/>
                                            </p:txEl>
                                          </p:spTgt>
                                        </p:tgtEl>
                                      </p:cBhvr>
                                    </p:animEffect>
                                  </p:childTnLst>
                                  <p:subTnLst>
                                    <p:animClr clrSpc="rgb" dir="cw">
                                      <p:cBhvr override="childStyle">
                                        <p:cTn dur="1" fill="hold" display="0" masterRel="nextClick" afterEffect="1"/>
                                        <p:tgtEl>
                                          <p:spTgt spid="927780">
                                            <p:txEl>
                                              <p:pRg st="13" end="13"/>
                                            </p:txEl>
                                          </p:spTgt>
                                        </p:tgtEl>
                                        <p:attrNameLst>
                                          <p:attrName>ppt_c</p:attrName>
                                        </p:attrNameLst>
                                      </p:cBhvr>
                                      <p:to>
                                        <a:srgbClr val="FF3300"/>
                                      </p:to>
                                    </p:animClr>
                                    <p:audio>
                                      <p:cMediaNode>
                                        <p:cTn display="0" masterRel="sameClick">
                                          <p:stCondLst>
                                            <p:cond evt="begin" delay="0">
                                              <p:tn val="126"/>
                                            </p:cond>
                                          </p:stCondLst>
                                          <p:endCondLst>
                                            <p:cond evt="onStopAudio" delay="0">
                                              <p:tgtEl>
                                                <p:sldTgt/>
                                              </p:tgtEl>
                                            </p:cond>
                                          </p:endCondLst>
                                        </p:cTn>
                                        <p:tgtEl>
                                          <p:sndTgt r:embed="rId2" name="camera.wav"/>
                                        </p:tgtEl>
                                      </p:cMediaNode>
                                    </p:audio>
                                  </p:subTnLst>
                                </p:cTn>
                              </p:par>
                            </p:childTnLst>
                          </p:cTn>
                        </p:par>
                        <p:par>
                          <p:cTn id="129" fill="hold">
                            <p:stCondLst>
                              <p:cond delay="1500"/>
                            </p:stCondLst>
                            <p:childTnLst>
                              <p:par>
                                <p:cTn id="130" presetID="18" presetClass="entr" presetSubtype="12" fill="hold" nodeType="afterEffect">
                                  <p:stCondLst>
                                    <p:cond delay="0"/>
                                  </p:stCondLst>
                                  <p:childTnLst>
                                    <p:set>
                                      <p:cBhvr>
                                        <p:cTn id="131" dur="1" fill="hold">
                                          <p:stCondLst>
                                            <p:cond delay="0"/>
                                          </p:stCondLst>
                                        </p:cTn>
                                        <p:tgtEl>
                                          <p:spTgt spid="927789"/>
                                        </p:tgtEl>
                                        <p:attrNameLst>
                                          <p:attrName>style.visibility</p:attrName>
                                        </p:attrNameLst>
                                      </p:cBhvr>
                                      <p:to>
                                        <p:strVal val="visible"/>
                                      </p:to>
                                    </p:set>
                                    <p:animEffect transition="in" filter="strips(downLeft)">
                                      <p:cBhvr>
                                        <p:cTn id="132" dur="500"/>
                                        <p:tgtEl>
                                          <p:spTgt spid="927789"/>
                                        </p:tgtEl>
                                      </p:cBhvr>
                                    </p:animEffect>
                                  </p:childTnLst>
                                  <p:subTnLst>
                                    <p:audio>
                                      <p:cMediaNode>
                                        <p:cTn display="0" masterRel="sameClick">
                                          <p:stCondLst>
                                            <p:cond evt="begin" delay="0">
                                              <p:tn val="130"/>
                                            </p:cond>
                                          </p:stCondLst>
                                          <p:endCondLst>
                                            <p:cond evt="onStopAudio" delay="0">
                                              <p:tgtEl>
                                                <p:sldTgt/>
                                              </p:tgtEl>
                                            </p:cond>
                                          </p:endCondLst>
                                        </p:cTn>
                                        <p:tgtEl>
                                          <p:sndTgt r:embed="rId2" name="camera.wav"/>
                                        </p:tgtEl>
                                      </p:cMediaNode>
                                    </p:audio>
                                  </p:subTnLst>
                                </p:cTn>
                              </p:par>
                            </p:childTnLst>
                          </p:cTn>
                        </p:par>
                        <p:par>
                          <p:cTn id="133" fill="hold">
                            <p:stCondLst>
                              <p:cond delay="2000"/>
                            </p:stCondLst>
                            <p:childTnLst>
                              <p:par>
                                <p:cTn id="134" presetID="18" presetClass="entr" presetSubtype="12" fill="hold" nodeType="afterEffect">
                                  <p:stCondLst>
                                    <p:cond delay="0"/>
                                  </p:stCondLst>
                                  <p:childTnLst>
                                    <p:set>
                                      <p:cBhvr>
                                        <p:cTn id="135" dur="1" fill="hold">
                                          <p:stCondLst>
                                            <p:cond delay="0"/>
                                          </p:stCondLst>
                                        </p:cTn>
                                        <p:tgtEl>
                                          <p:spTgt spid="927780">
                                            <p:txEl>
                                              <p:pRg st="16" end="16"/>
                                            </p:txEl>
                                          </p:spTgt>
                                        </p:tgtEl>
                                        <p:attrNameLst>
                                          <p:attrName>style.visibility</p:attrName>
                                        </p:attrNameLst>
                                      </p:cBhvr>
                                      <p:to>
                                        <p:strVal val="visible"/>
                                      </p:to>
                                    </p:set>
                                    <p:animEffect transition="in" filter="strips(downLeft)">
                                      <p:cBhvr>
                                        <p:cTn id="136" dur="500"/>
                                        <p:tgtEl>
                                          <p:spTgt spid="927780">
                                            <p:txEl>
                                              <p:pRg st="16" end="16"/>
                                            </p:txEl>
                                          </p:spTgt>
                                        </p:tgtEl>
                                      </p:cBhvr>
                                    </p:animEffect>
                                  </p:childTnLst>
                                  <p:subTnLst>
                                    <p:animClr clrSpc="rgb" dir="cw">
                                      <p:cBhvr override="childStyle">
                                        <p:cTn dur="1" fill="hold" display="0" masterRel="nextClick" afterEffect="1"/>
                                        <p:tgtEl>
                                          <p:spTgt spid="927780">
                                            <p:txEl>
                                              <p:pRg st="16" end="16"/>
                                            </p:txEl>
                                          </p:spTgt>
                                        </p:tgtEl>
                                        <p:attrNameLst>
                                          <p:attrName>ppt_c</p:attrName>
                                        </p:attrNameLst>
                                      </p:cBhvr>
                                      <p:to>
                                        <a:srgbClr val="FF3300"/>
                                      </p:to>
                                    </p:animClr>
                                    <p:audio>
                                      <p:cMediaNode>
                                        <p:cTn display="0" masterRel="sameClick">
                                          <p:stCondLst>
                                            <p:cond evt="begin" delay="0">
                                              <p:tn val="134"/>
                                            </p:cond>
                                          </p:stCondLst>
                                          <p:endCondLst>
                                            <p:cond evt="onStopAudio" delay="0">
                                              <p:tgtEl>
                                                <p:sldTgt/>
                                              </p:tgtEl>
                                            </p:cond>
                                          </p:endCondLst>
                                        </p:cTn>
                                        <p:tgtEl>
                                          <p:sndTgt r:embed="rId2" name="camera.wav"/>
                                        </p:tgtEl>
                                      </p:cMediaNode>
                                    </p:audio>
                                  </p:subTnLst>
                                </p:cTn>
                              </p:par>
                            </p:childTnLst>
                          </p:cTn>
                        </p:par>
                        <p:par>
                          <p:cTn id="137" fill="hold">
                            <p:stCondLst>
                              <p:cond delay="2500"/>
                            </p:stCondLst>
                            <p:childTnLst>
                              <p:par>
                                <p:cTn id="138" presetID="3" presetClass="entr" presetSubtype="10" fill="hold" grpId="0" nodeType="afterEffect" nodePh="1">
                                  <p:stCondLst>
                                    <p:cond delay="0"/>
                                  </p:stCondLst>
                                  <p:endCondLst>
                                    <p:cond evt="begin" delay="0">
                                      <p:tn val="138"/>
                                    </p:cond>
                                  </p:endCondLst>
                                  <p:childTnLst>
                                    <p:set>
                                      <p:cBhvr>
                                        <p:cTn id="139" dur="1" fill="hold">
                                          <p:stCondLst>
                                            <p:cond delay="0"/>
                                          </p:stCondLst>
                                        </p:cTn>
                                        <p:tgtEl>
                                          <p:spTgt spid="927794"/>
                                        </p:tgtEl>
                                        <p:attrNameLst>
                                          <p:attrName>style.visibility</p:attrName>
                                        </p:attrNameLst>
                                      </p:cBhvr>
                                      <p:to>
                                        <p:strVal val="visible"/>
                                      </p:to>
                                    </p:set>
                                    <p:animEffect transition="in" filter="blinds(horizontal)">
                                      <p:cBhvr>
                                        <p:cTn id="140" dur="500"/>
                                        <p:tgtEl>
                                          <p:spTgt spid="9277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7767" grpId="0" animBg="1"/>
      <p:bldP spid="927771" grpId="0" build="allAtOnce" animBg="1"/>
      <p:bldP spid="927780" grpId="0" build="allAtOnce" animBg="1"/>
      <p:bldP spid="927793" grpId="0" animBg="1"/>
      <p:bldP spid="92779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0822" name="Rectangle 6"/>
          <p:cNvSpPr>
            <a:spLocks noChangeArrowheads="1"/>
          </p:cNvSpPr>
          <p:nvPr/>
        </p:nvSpPr>
        <p:spPr bwMode="auto">
          <a:xfrm>
            <a:off x="751297" y="219075"/>
            <a:ext cx="10601287" cy="2677656"/>
          </a:xfrm>
          <a:prstGeom prst="rect">
            <a:avLst/>
          </a:prstGeom>
          <a:noFill/>
          <a:ln w="9525">
            <a:noFill/>
            <a:miter lim="800000"/>
            <a:headEnd/>
            <a:tailEnd/>
          </a:ln>
          <a:effectLst/>
        </p:spPr>
        <p:txBody>
          <a:bodyPr wrap="square">
            <a:spAutoFit/>
          </a:bodyPr>
          <a:lstStyle/>
          <a:p>
            <a:pPr marL="457200" indent="-457200">
              <a:buFont typeface="Wingdings" pitchFamily="2" charset="2"/>
              <a:buChar char="Ø"/>
            </a:pPr>
            <a:r>
              <a:rPr lang="en-US" altLang="zh-CN" b="1" dirty="0">
                <a:solidFill>
                  <a:srgbClr val="FF33CC"/>
                </a:solidFill>
                <a:effectLst>
                  <a:outerShdw blurRad="38100" dist="38100" dir="2700000" algn="tl">
                    <a:srgbClr val="000000"/>
                  </a:outerShdw>
                </a:effectLst>
                <a:latin typeface="+mn-lt"/>
                <a:ea typeface="楷体" pitchFamily="49" charset="-122"/>
                <a:sym typeface="Symbol" pitchFamily="18" charset="2"/>
              </a:rPr>
              <a:t>continue</a:t>
            </a:r>
            <a:r>
              <a:rPr lang="zh-CN" altLang="zh-CN" b="1" dirty="0">
                <a:solidFill>
                  <a:srgbClr val="FF33CC"/>
                </a:solidFill>
                <a:effectLst>
                  <a:outerShdw blurRad="38100" dist="38100" dir="2700000" algn="tl">
                    <a:srgbClr val="000000"/>
                  </a:outerShdw>
                </a:effectLst>
                <a:latin typeface="+mn-lt"/>
                <a:ea typeface="楷体" pitchFamily="49" charset="-122"/>
                <a:sym typeface="Symbol" pitchFamily="18" charset="2"/>
              </a:rPr>
              <a:t>语句</a:t>
            </a:r>
          </a:p>
          <a:p>
            <a:pPr marL="1341438" lvl="1" indent="-890588"/>
            <a:r>
              <a:rPr lang="zh-CN" altLang="zh-CN" b="1" dirty="0">
                <a:solidFill>
                  <a:srgbClr val="339933"/>
                </a:solidFill>
                <a:effectLst>
                  <a:outerShdw blurRad="38100" dist="38100" dir="2700000" algn="tl">
                    <a:srgbClr val="000000"/>
                  </a:outerShdw>
                </a:effectLst>
                <a:latin typeface="+mn-lt"/>
                <a:ea typeface="楷体" pitchFamily="49" charset="-122"/>
                <a:sym typeface="Symbol" pitchFamily="18" charset="2"/>
              </a:rPr>
              <a:t>功能：</a:t>
            </a:r>
            <a:r>
              <a:rPr lang="zh-CN" altLang="en-US" b="1" dirty="0">
                <a:effectLst>
                  <a:outerShdw blurRad="38100" dist="38100" dir="2700000" algn="tl">
                    <a:srgbClr val="FFFFFF"/>
                  </a:outerShdw>
                </a:effectLst>
                <a:latin typeface="+mn-lt"/>
                <a:ea typeface="楷体" pitchFamily="49" charset="-122"/>
              </a:rPr>
              <a:t>结束本次循环，跳过</a:t>
            </a:r>
            <a:r>
              <a:rPr lang="zh-CN" altLang="en-US" b="1" dirty="0">
                <a:solidFill>
                  <a:srgbClr val="FF3300"/>
                </a:solidFill>
                <a:effectLst>
                  <a:outerShdw blurRad="38100" dist="38100" dir="2700000" algn="tl">
                    <a:srgbClr val="000000"/>
                  </a:outerShdw>
                </a:effectLst>
                <a:latin typeface="+mn-lt"/>
                <a:ea typeface="楷体" pitchFamily="49" charset="-122"/>
              </a:rPr>
              <a:t>循环体中</a:t>
            </a:r>
            <a:r>
              <a:rPr lang="zh-CN" altLang="en-US" b="1" dirty="0">
                <a:effectLst>
                  <a:outerShdw blurRad="38100" dist="38100" dir="2700000" algn="tl">
                    <a:srgbClr val="FFFFFF"/>
                  </a:outerShdw>
                </a:effectLst>
                <a:latin typeface="+mn-lt"/>
                <a:ea typeface="楷体" pitchFamily="49" charset="-122"/>
              </a:rPr>
              <a:t>尚未执行的语句，进行下一次是否执行循环体的判断。</a:t>
            </a:r>
          </a:p>
          <a:p>
            <a:pPr marL="914400" lvl="1" indent="-457200"/>
            <a:r>
              <a:rPr lang="zh-CN" altLang="zh-CN" b="1" dirty="0">
                <a:solidFill>
                  <a:srgbClr val="339933"/>
                </a:solidFill>
                <a:effectLst>
                  <a:outerShdw blurRad="38100" dist="38100" dir="2700000" algn="tl">
                    <a:srgbClr val="000000"/>
                  </a:outerShdw>
                </a:effectLst>
                <a:latin typeface="+mn-lt"/>
                <a:ea typeface="楷体" pitchFamily="49" charset="-122"/>
                <a:sym typeface="Symbol" pitchFamily="18" charset="2"/>
              </a:rPr>
              <a:t>说明：</a:t>
            </a:r>
            <a:endParaRPr lang="en-US" altLang="zh-CN" b="1" dirty="0">
              <a:solidFill>
                <a:srgbClr val="339933"/>
              </a:solidFill>
              <a:effectLst>
                <a:outerShdw blurRad="38100" dist="38100" dir="2700000" algn="tl">
                  <a:srgbClr val="000000"/>
                </a:outerShdw>
              </a:effectLst>
              <a:latin typeface="+mn-lt"/>
              <a:ea typeface="楷体" pitchFamily="49" charset="-122"/>
              <a:sym typeface="Symbol" pitchFamily="18" charset="2"/>
            </a:endParaRPr>
          </a:p>
          <a:p>
            <a:pPr marL="1371600" lvl="2" indent="-457200">
              <a:buClr>
                <a:srgbClr val="0000FF"/>
              </a:buClr>
              <a:buFont typeface="Wingdings" panose="05000000000000000000" pitchFamily="2" charset="2"/>
              <a:buChar char="l"/>
            </a:pPr>
            <a:r>
              <a:rPr lang="zh-CN" altLang="en-US" b="1" dirty="0">
                <a:effectLst>
                  <a:outerShdw blurRad="38100" dist="38100" dir="2700000" algn="tl">
                    <a:srgbClr val="FFFFFF"/>
                  </a:outerShdw>
                </a:effectLst>
                <a:latin typeface="+mn-lt"/>
                <a:ea typeface="楷体" pitchFamily="49" charset="-122"/>
              </a:rPr>
              <a:t>仅用于循环语句中</a:t>
            </a:r>
            <a:r>
              <a:rPr lang="zh-CN" altLang="zh-CN" b="1" dirty="0">
                <a:effectLst>
                  <a:outerShdw blurRad="38100" dist="38100" dir="2700000" algn="tl">
                    <a:srgbClr val="FFFFFF"/>
                  </a:outerShdw>
                </a:effectLst>
                <a:latin typeface="+mn-lt"/>
                <a:ea typeface="楷体" pitchFamily="49" charset="-122"/>
                <a:sym typeface="Symbol" pitchFamily="18" charset="2"/>
              </a:rPr>
              <a:t>。 </a:t>
            </a:r>
            <a:endParaRPr lang="en-US" altLang="zh-CN" b="1" dirty="0">
              <a:effectLst>
                <a:outerShdw blurRad="38100" dist="38100" dir="2700000" algn="tl">
                  <a:srgbClr val="FFFFFF"/>
                </a:outerShdw>
              </a:effectLst>
              <a:latin typeface="+mn-lt"/>
              <a:ea typeface="楷体" pitchFamily="49" charset="-122"/>
              <a:sym typeface="Symbol" pitchFamily="18" charset="2"/>
            </a:endParaRPr>
          </a:p>
          <a:p>
            <a:pPr marL="1371600" lvl="2" indent="-457200">
              <a:buClr>
                <a:srgbClr val="0000FF"/>
              </a:buClr>
              <a:buFont typeface="Wingdings" panose="05000000000000000000" pitchFamily="2" charset="2"/>
              <a:buChar char="l"/>
            </a:pPr>
            <a:r>
              <a:rPr lang="zh-CN" altLang="en-US" b="1" dirty="0">
                <a:effectLst>
                  <a:outerShdw blurRad="38100" dist="38100" dir="2700000" algn="tl">
                    <a:srgbClr val="FFFFFF"/>
                  </a:outerShdw>
                </a:effectLst>
                <a:latin typeface="+mn-lt"/>
                <a:ea typeface="楷体" pitchFamily="49" charset="-122"/>
                <a:sym typeface="Symbol" pitchFamily="18" charset="2"/>
              </a:rPr>
              <a:t>在嵌套循环的情况下，</a:t>
            </a:r>
            <a:r>
              <a:rPr lang="en-US" altLang="zh-CN" b="1" dirty="0">
                <a:effectLst>
                  <a:outerShdw blurRad="38100" dist="38100" dir="2700000" algn="tl">
                    <a:srgbClr val="FFFFFF"/>
                  </a:outerShdw>
                </a:effectLst>
                <a:latin typeface="+mn-lt"/>
                <a:ea typeface="楷体" pitchFamily="49" charset="-122"/>
                <a:sym typeface="Symbol" pitchFamily="18" charset="2"/>
              </a:rPr>
              <a:t>continue</a:t>
            </a:r>
            <a:r>
              <a:rPr lang="zh-CN" altLang="en-US" b="1" dirty="0">
                <a:effectLst>
                  <a:outerShdw blurRad="38100" dist="38100" dir="2700000" algn="tl">
                    <a:srgbClr val="FFFFFF"/>
                  </a:outerShdw>
                </a:effectLst>
                <a:latin typeface="+mn-lt"/>
                <a:ea typeface="楷体" pitchFamily="49" charset="-122"/>
                <a:sym typeface="Symbol" pitchFamily="18" charset="2"/>
              </a:rPr>
              <a:t>语句只对包含它的</a:t>
            </a:r>
            <a:r>
              <a:rPr lang="zh-CN" altLang="en-US" b="1" dirty="0">
                <a:solidFill>
                  <a:srgbClr val="FF3300"/>
                </a:solidFill>
                <a:effectLst>
                  <a:outerShdw blurRad="38100" dist="38100" dir="2700000" algn="tl">
                    <a:srgbClr val="000000"/>
                  </a:outerShdw>
                </a:effectLst>
                <a:latin typeface="+mn-lt"/>
                <a:ea typeface="楷体" pitchFamily="49" charset="-122"/>
                <a:sym typeface="Symbol" pitchFamily="18" charset="2"/>
              </a:rPr>
              <a:t>最内层</a:t>
            </a:r>
            <a:r>
              <a:rPr lang="zh-CN" altLang="en-US" b="1" dirty="0">
                <a:effectLst>
                  <a:outerShdw blurRad="38100" dist="38100" dir="2700000" algn="tl">
                    <a:srgbClr val="FFFFFF"/>
                  </a:outerShdw>
                </a:effectLst>
                <a:latin typeface="+mn-lt"/>
                <a:ea typeface="楷体" pitchFamily="49" charset="-122"/>
                <a:sym typeface="Symbol" pitchFamily="18" charset="2"/>
              </a:rPr>
              <a:t>的循环体语句起作用。 </a:t>
            </a:r>
            <a:endParaRPr lang="zh-CN" altLang="zh-CN" b="1" dirty="0">
              <a:effectLst>
                <a:outerShdw blurRad="38100" dist="38100" dir="2700000" algn="tl">
                  <a:srgbClr val="FFFFFF"/>
                </a:outerShdw>
              </a:effectLst>
              <a:latin typeface="+mn-lt"/>
              <a:ea typeface="楷体" pitchFamily="49" charset="-122"/>
              <a:sym typeface="Symbol" pitchFamily="18" charset="2"/>
            </a:endParaRPr>
          </a:p>
        </p:txBody>
      </p:sp>
      <p:sp>
        <p:nvSpPr>
          <p:cNvPr id="930840" name="Text Box 24" descr="信纸"/>
          <p:cNvSpPr txBox="1">
            <a:spLocks noChangeArrowheads="1"/>
          </p:cNvSpPr>
          <p:nvPr/>
        </p:nvSpPr>
        <p:spPr bwMode="auto">
          <a:xfrm>
            <a:off x="3051186" y="3014664"/>
            <a:ext cx="6501198" cy="3527425"/>
          </a:xfrm>
          <a:prstGeom prst="rect">
            <a:avLst/>
          </a:prstGeom>
          <a:blipFill dpi="0" rotWithShape="1">
            <a:blip r:embed="rId3" cstate="print"/>
            <a:srcRect/>
            <a:tile tx="0" ty="0" sx="100000" sy="100000" flip="none" algn="tl"/>
          </a:blipFill>
          <a:ln w="38100">
            <a:solidFill>
              <a:srgbClr val="00800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a:lstStyle/>
          <a:p>
            <a:pPr algn="just" eaLnBrk="0" hangingPunct="0"/>
            <a:r>
              <a:rPr lang="en-US" altLang="zh-CN" sz="2000" b="1" dirty="0">
                <a:effectLst>
                  <a:outerShdw blurRad="38100" dist="38100" dir="2700000" algn="tl">
                    <a:srgbClr val="FFFFFF"/>
                  </a:outerShdw>
                </a:effectLst>
              </a:rPr>
              <a:t>for (…)</a:t>
            </a:r>
          </a:p>
          <a:p>
            <a:pPr algn="just" eaLnBrk="0" hangingPunct="0"/>
            <a:r>
              <a:rPr lang="en-US" altLang="zh-CN" sz="2000" b="1" dirty="0">
                <a:effectLst>
                  <a:outerShdw blurRad="38100" dist="38100" dir="2700000" algn="tl">
                    <a:srgbClr val="FFFFFF"/>
                  </a:outerShdw>
                </a:effectLst>
              </a:rPr>
              <a:t>{</a:t>
            </a:r>
          </a:p>
          <a:p>
            <a:pPr algn="just" eaLnBrk="0" hangingPunct="0"/>
            <a:r>
              <a:rPr lang="en-US" altLang="zh-CN" sz="2000" b="1" dirty="0">
                <a:effectLst>
                  <a:outerShdw blurRad="38100" dist="38100" dir="2700000" algn="tl">
                    <a:srgbClr val="FFFFFF"/>
                  </a:outerShdw>
                </a:effectLst>
              </a:rPr>
              <a:t>   while (…)</a:t>
            </a:r>
          </a:p>
          <a:p>
            <a:pPr algn="just" eaLnBrk="0" hangingPunct="0"/>
            <a:r>
              <a:rPr lang="en-US" altLang="zh-CN" sz="2000" b="1" dirty="0">
                <a:effectLst>
                  <a:outerShdw blurRad="38100" dist="38100" dir="2700000" algn="tl">
                    <a:srgbClr val="FFFFFF"/>
                  </a:outerShdw>
                </a:effectLst>
              </a:rPr>
              <a:t>   {</a:t>
            </a:r>
          </a:p>
          <a:p>
            <a:pPr algn="just" eaLnBrk="0" hangingPunct="0"/>
            <a:r>
              <a:rPr lang="en-US" altLang="zh-CN" sz="2000" b="1" dirty="0">
                <a:effectLst>
                  <a:outerShdw blurRad="38100" dist="38100" dir="2700000" algn="tl">
                    <a:srgbClr val="FFFFFF"/>
                  </a:outerShdw>
                </a:effectLst>
              </a:rPr>
              <a:t>      ……</a:t>
            </a:r>
          </a:p>
          <a:p>
            <a:pPr algn="just" eaLnBrk="0" hangingPunct="0"/>
            <a:r>
              <a:rPr lang="en-US" altLang="zh-CN" sz="2000" b="1" dirty="0">
                <a:effectLst>
                  <a:outerShdw blurRad="38100" dist="38100" dir="2700000" algn="tl">
                    <a:srgbClr val="FFFFFF"/>
                  </a:outerShdw>
                </a:effectLst>
              </a:rPr>
              <a:t>      if (…)  </a:t>
            </a:r>
          </a:p>
          <a:p>
            <a:pPr algn="just" eaLnBrk="0" hangingPunct="0"/>
            <a:r>
              <a:rPr lang="en-US" altLang="zh-CN" sz="2000" b="1" dirty="0">
                <a:effectLst>
                  <a:outerShdw blurRad="38100" dist="38100" dir="2700000" algn="tl">
                    <a:srgbClr val="FFFFFF"/>
                  </a:outerShdw>
                </a:effectLst>
              </a:rPr>
              <a:t>         continue;</a:t>
            </a:r>
          </a:p>
          <a:p>
            <a:pPr algn="just" eaLnBrk="0" hangingPunct="0"/>
            <a:r>
              <a:rPr lang="en-US" altLang="zh-CN" sz="2000" b="1" dirty="0">
                <a:effectLst>
                  <a:outerShdw blurRad="38100" dist="38100" dir="2700000" algn="tl">
                    <a:srgbClr val="FFFFFF"/>
                  </a:outerShdw>
                </a:effectLst>
              </a:rPr>
              <a:t>      ……</a:t>
            </a:r>
          </a:p>
          <a:p>
            <a:pPr algn="just" eaLnBrk="0" hangingPunct="0"/>
            <a:r>
              <a:rPr lang="en-US" altLang="zh-CN" sz="2000" b="1" dirty="0">
                <a:effectLst>
                  <a:outerShdw blurRad="38100" dist="38100" dir="2700000" algn="tl">
                    <a:srgbClr val="FFFFFF"/>
                  </a:outerShdw>
                </a:effectLst>
              </a:rPr>
              <a:t>   }  </a:t>
            </a:r>
          </a:p>
          <a:p>
            <a:pPr algn="just" eaLnBrk="0" hangingPunct="0"/>
            <a:r>
              <a:rPr lang="en-US" altLang="zh-CN" sz="2000" b="1" dirty="0">
                <a:effectLst>
                  <a:outerShdw blurRad="38100" dist="38100" dir="2700000" algn="tl">
                    <a:srgbClr val="FFFFFF"/>
                  </a:outerShdw>
                </a:effectLst>
              </a:rPr>
              <a:t>   while</a:t>
            </a:r>
            <a:r>
              <a:rPr lang="zh-CN" altLang="en-US" sz="2000" b="1" dirty="0">
                <a:effectLst>
                  <a:outerShdw blurRad="38100" dist="38100" dir="2700000" algn="tl">
                    <a:srgbClr val="FFFFFF"/>
                  </a:outerShdw>
                </a:effectLst>
                <a:latin typeface="楷体" pitchFamily="49" charset="-122"/>
                <a:ea typeface="楷体" pitchFamily="49" charset="-122"/>
              </a:rPr>
              <a:t>循环后的第一条语句</a:t>
            </a:r>
          </a:p>
          <a:p>
            <a:pPr algn="just" eaLnBrk="0" hangingPunct="0"/>
            <a:r>
              <a:rPr lang="en-US" altLang="zh-CN" sz="2000" b="1" dirty="0">
                <a:effectLst>
                  <a:outerShdw blurRad="38100" dist="38100" dir="2700000" algn="tl">
                    <a:srgbClr val="FFFFFF"/>
                  </a:outerShdw>
                </a:effectLst>
              </a:rPr>
              <a:t>}  </a:t>
            </a:r>
          </a:p>
        </p:txBody>
      </p:sp>
      <p:grpSp>
        <p:nvGrpSpPr>
          <p:cNvPr id="930848" name="Group 32"/>
          <p:cNvGrpSpPr>
            <a:grpSpLocks/>
          </p:cNvGrpSpPr>
          <p:nvPr/>
        </p:nvGrpSpPr>
        <p:grpSpPr bwMode="auto">
          <a:xfrm>
            <a:off x="3529024" y="5094288"/>
            <a:ext cx="2328862" cy="601662"/>
            <a:chOff x="1503" y="3209"/>
            <a:chExt cx="1467" cy="379"/>
          </a:xfrm>
        </p:grpSpPr>
        <p:sp>
          <p:nvSpPr>
            <p:cNvPr id="930842" name="Line 26"/>
            <p:cNvSpPr>
              <a:spLocks noChangeShapeType="1"/>
            </p:cNvSpPr>
            <p:nvPr/>
          </p:nvSpPr>
          <p:spPr bwMode="auto">
            <a:xfrm>
              <a:off x="2324" y="3209"/>
              <a:ext cx="643" cy="0"/>
            </a:xfrm>
            <a:prstGeom prst="line">
              <a:avLst/>
            </a:prstGeom>
            <a:noFill/>
            <a:ln w="28575">
              <a:solidFill>
                <a:srgbClr val="FF0000"/>
              </a:solidFill>
              <a:round/>
              <a:headEnd/>
              <a:tailEnd/>
            </a:ln>
            <a:effectLst>
              <a:outerShdw dist="35921" dir="2700000" algn="ctr" rotWithShape="0">
                <a:srgbClr val="808080">
                  <a:alpha val="50000"/>
                </a:srgbClr>
              </a:outerShdw>
            </a:effectLst>
          </p:spPr>
          <p:txBody>
            <a:bodyPr/>
            <a:lstStyle/>
            <a:p>
              <a:endParaRPr lang="zh-CN" altLang="en-US"/>
            </a:p>
          </p:txBody>
        </p:sp>
        <p:sp>
          <p:nvSpPr>
            <p:cNvPr id="930843" name="Line 27"/>
            <p:cNvSpPr>
              <a:spLocks noChangeShapeType="1"/>
            </p:cNvSpPr>
            <p:nvPr/>
          </p:nvSpPr>
          <p:spPr bwMode="auto">
            <a:xfrm flipH="1">
              <a:off x="1503" y="3588"/>
              <a:ext cx="1467" cy="0"/>
            </a:xfrm>
            <a:prstGeom prst="line">
              <a:avLst/>
            </a:prstGeom>
            <a:noFill/>
            <a:ln w="28575">
              <a:solidFill>
                <a:srgbClr val="FF0000"/>
              </a:solidFill>
              <a:round/>
              <a:headEnd/>
              <a:tailEnd type="stealth" w="lg" len="lg"/>
            </a:ln>
            <a:effectLst>
              <a:outerShdw dist="35921" dir="2700000" algn="ctr" rotWithShape="0">
                <a:srgbClr val="808080">
                  <a:alpha val="50000"/>
                </a:srgbClr>
              </a:outerShdw>
            </a:effectLst>
          </p:spPr>
          <p:txBody>
            <a:bodyPr/>
            <a:lstStyle/>
            <a:p>
              <a:endParaRPr lang="zh-CN" altLang="en-US"/>
            </a:p>
          </p:txBody>
        </p:sp>
        <p:sp>
          <p:nvSpPr>
            <p:cNvPr id="930844" name="Line 28"/>
            <p:cNvSpPr>
              <a:spLocks noChangeShapeType="1"/>
            </p:cNvSpPr>
            <p:nvPr/>
          </p:nvSpPr>
          <p:spPr bwMode="auto">
            <a:xfrm>
              <a:off x="2967" y="3211"/>
              <a:ext cx="0" cy="375"/>
            </a:xfrm>
            <a:prstGeom prst="line">
              <a:avLst/>
            </a:prstGeom>
            <a:noFill/>
            <a:ln w="28575">
              <a:solidFill>
                <a:srgbClr val="FF0000"/>
              </a:solidFill>
              <a:round/>
              <a:headEnd/>
              <a:tailEnd/>
            </a:ln>
            <a:effectLst>
              <a:outerShdw dist="35921" dir="2700000" algn="ctr" rotWithShape="0">
                <a:srgbClr val="808080">
                  <a:alpha val="50000"/>
                </a:srgbClr>
              </a:outerShdw>
            </a:effectLst>
          </p:spPr>
          <p:txBody>
            <a:bodyPr/>
            <a:lstStyle/>
            <a:p>
              <a:endParaRPr lang="zh-CN" altLang="en-US"/>
            </a:p>
          </p:txBody>
        </p:sp>
      </p:grpSp>
      <p:sp>
        <p:nvSpPr>
          <p:cNvPr id="930847" name="Text Box 31"/>
          <p:cNvSpPr txBox="1">
            <a:spLocks noChangeArrowheads="1"/>
          </p:cNvSpPr>
          <p:nvPr/>
        </p:nvSpPr>
        <p:spPr bwMode="auto">
          <a:xfrm>
            <a:off x="7710896" y="4221163"/>
            <a:ext cx="184150" cy="457200"/>
          </a:xfrm>
          <a:prstGeom prst="rect">
            <a:avLst/>
          </a:prstGeom>
          <a:noFill/>
          <a:ln w="9525">
            <a:noFill/>
            <a:miter lim="800000"/>
            <a:headEnd/>
            <a:tailEnd/>
          </a:ln>
          <a:effectLst/>
        </p:spPr>
        <p:txBody>
          <a:bodyPr wrap="none">
            <a:spAutoFit/>
          </a:bodyPr>
          <a:lstStyle/>
          <a:p>
            <a:endParaRPr lang="zh-CN" altLang="zh-CN"/>
          </a:p>
        </p:txBody>
      </p:sp>
      <p:grpSp>
        <p:nvGrpSpPr>
          <p:cNvPr id="930849" name="Group 33"/>
          <p:cNvGrpSpPr>
            <a:grpSpLocks/>
          </p:cNvGrpSpPr>
          <p:nvPr/>
        </p:nvGrpSpPr>
        <p:grpSpPr bwMode="auto">
          <a:xfrm>
            <a:off x="-9117" y="0"/>
            <a:ext cx="446088" cy="6858000"/>
            <a:chOff x="0" y="0"/>
            <a:chExt cx="281" cy="4320"/>
          </a:xfrm>
        </p:grpSpPr>
        <p:sp>
          <p:nvSpPr>
            <p:cNvPr id="930850" name="Text Box 3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30851" name="Text Box 3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30822">
                                            <p:txEl>
                                              <p:pRg st="0" end="0"/>
                                            </p:txEl>
                                          </p:spTgt>
                                        </p:tgtEl>
                                        <p:attrNameLst>
                                          <p:attrName>style.visibility</p:attrName>
                                        </p:attrNameLst>
                                      </p:cBhvr>
                                      <p:to>
                                        <p:strVal val="visible"/>
                                      </p:to>
                                    </p:set>
                                    <p:anim calcmode="lin" valueType="num">
                                      <p:cBhvr additive="base">
                                        <p:cTn id="7" dur="500" fill="hold"/>
                                        <p:tgtEl>
                                          <p:spTgt spid="93082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3082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930822">
                                            <p:txEl>
                                              <p:pRg st="1" end="1"/>
                                            </p:txEl>
                                          </p:spTgt>
                                        </p:tgtEl>
                                        <p:attrNameLst>
                                          <p:attrName>style.visibility</p:attrName>
                                        </p:attrNameLst>
                                      </p:cBhvr>
                                      <p:to>
                                        <p:strVal val="visible"/>
                                      </p:to>
                                    </p:set>
                                    <p:animEffect transition="in" filter="box(out)">
                                      <p:cBhvr>
                                        <p:cTn id="13" dur="500"/>
                                        <p:tgtEl>
                                          <p:spTgt spid="930822">
                                            <p:txEl>
                                              <p:pRg st="1" end="1"/>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930822">
                                            <p:txEl>
                                              <p:pRg st="2" end="2"/>
                                            </p:txEl>
                                          </p:spTgt>
                                        </p:tgtEl>
                                        <p:attrNameLst>
                                          <p:attrName>style.visibility</p:attrName>
                                        </p:attrNameLst>
                                      </p:cBhvr>
                                      <p:to>
                                        <p:strVal val="visible"/>
                                      </p:to>
                                    </p:set>
                                    <p:animEffect transition="in" filter="box(out)">
                                      <p:cBhvr>
                                        <p:cTn id="18" dur="500"/>
                                        <p:tgtEl>
                                          <p:spTgt spid="930822">
                                            <p:txEl>
                                              <p:pRg st="2" end="2"/>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930822">
                                            <p:txEl>
                                              <p:pRg st="3" end="3"/>
                                            </p:txEl>
                                          </p:spTgt>
                                        </p:tgtEl>
                                        <p:attrNameLst>
                                          <p:attrName>style.visibility</p:attrName>
                                        </p:attrNameLst>
                                      </p:cBhvr>
                                      <p:to>
                                        <p:strVal val="visible"/>
                                      </p:to>
                                    </p:set>
                                    <p:animEffect transition="in" filter="box(out)">
                                      <p:cBhvr>
                                        <p:cTn id="23" dur="500"/>
                                        <p:tgtEl>
                                          <p:spTgt spid="930822">
                                            <p:txEl>
                                              <p:pRg st="3" end="3"/>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930822">
                                            <p:txEl>
                                              <p:pRg st="4" end="4"/>
                                            </p:txEl>
                                          </p:spTgt>
                                        </p:tgtEl>
                                        <p:attrNameLst>
                                          <p:attrName>style.visibility</p:attrName>
                                        </p:attrNameLst>
                                      </p:cBhvr>
                                      <p:to>
                                        <p:strVal val="visible"/>
                                      </p:to>
                                    </p:set>
                                    <p:animEffect transition="in" filter="box(out)">
                                      <p:cBhvr>
                                        <p:cTn id="28" dur="500"/>
                                        <p:tgtEl>
                                          <p:spTgt spid="930822">
                                            <p:txEl>
                                              <p:pRg st="4" end="4"/>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930840">
                                            <p:bg/>
                                          </p:spTgt>
                                        </p:tgtEl>
                                        <p:attrNameLst>
                                          <p:attrName>style.visibility</p:attrName>
                                        </p:attrNameLst>
                                      </p:cBhvr>
                                      <p:to>
                                        <p:strVal val="visible"/>
                                      </p:to>
                                    </p:set>
                                    <p:animEffect transition="in" filter="box(out)">
                                      <p:cBhvr>
                                        <p:cTn id="33" dur="500"/>
                                        <p:tgtEl>
                                          <p:spTgt spid="930840">
                                            <p:bg/>
                                          </p:spTgt>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par>
                                <p:cTn id="34" presetID="4" presetClass="entr" presetSubtype="32" fill="hold" grpId="0" nodeType="withEffect">
                                  <p:stCondLst>
                                    <p:cond delay="0"/>
                                  </p:stCondLst>
                                  <p:childTnLst>
                                    <p:set>
                                      <p:cBhvr>
                                        <p:cTn id="35" dur="1" fill="hold">
                                          <p:stCondLst>
                                            <p:cond delay="0"/>
                                          </p:stCondLst>
                                        </p:cTn>
                                        <p:tgtEl>
                                          <p:spTgt spid="930840">
                                            <p:txEl>
                                              <p:pRg st="0" end="0"/>
                                            </p:txEl>
                                          </p:spTgt>
                                        </p:tgtEl>
                                        <p:attrNameLst>
                                          <p:attrName>style.visibility</p:attrName>
                                        </p:attrNameLst>
                                      </p:cBhvr>
                                      <p:to>
                                        <p:strVal val="visible"/>
                                      </p:to>
                                    </p:set>
                                    <p:animEffect transition="in" filter="box(out)">
                                      <p:cBhvr>
                                        <p:cTn id="36" dur="500"/>
                                        <p:tgtEl>
                                          <p:spTgt spid="930840">
                                            <p:txEl>
                                              <p:pRg st="0" end="0"/>
                                            </p:txEl>
                                          </p:spTgt>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par>
                                <p:cTn id="37" presetID="4" presetClass="entr" presetSubtype="32" fill="hold" grpId="0" nodeType="withEffect">
                                  <p:stCondLst>
                                    <p:cond delay="0"/>
                                  </p:stCondLst>
                                  <p:childTnLst>
                                    <p:set>
                                      <p:cBhvr>
                                        <p:cTn id="38" dur="1" fill="hold">
                                          <p:stCondLst>
                                            <p:cond delay="0"/>
                                          </p:stCondLst>
                                        </p:cTn>
                                        <p:tgtEl>
                                          <p:spTgt spid="930840">
                                            <p:txEl>
                                              <p:pRg st="1" end="1"/>
                                            </p:txEl>
                                          </p:spTgt>
                                        </p:tgtEl>
                                        <p:attrNameLst>
                                          <p:attrName>style.visibility</p:attrName>
                                        </p:attrNameLst>
                                      </p:cBhvr>
                                      <p:to>
                                        <p:strVal val="visible"/>
                                      </p:to>
                                    </p:set>
                                    <p:animEffect transition="in" filter="box(out)">
                                      <p:cBhvr>
                                        <p:cTn id="39" dur="500"/>
                                        <p:tgtEl>
                                          <p:spTgt spid="930840">
                                            <p:txEl>
                                              <p:pRg st="1" end="1"/>
                                            </p:txEl>
                                          </p:spTgt>
                                        </p:tgtEl>
                                      </p:cBhvr>
                                    </p:animEffect>
                                  </p:childTnLst>
                                  <p:subTnLst>
                                    <p:audio>
                                      <p:cMediaNode>
                                        <p:cTn display="0" masterRel="sameClick">
                                          <p:stCondLst>
                                            <p:cond evt="begin" delay="0">
                                              <p:tn val="37"/>
                                            </p:cond>
                                          </p:stCondLst>
                                          <p:endCondLst>
                                            <p:cond evt="onStopAudio" delay="0">
                                              <p:tgtEl>
                                                <p:sldTgt/>
                                              </p:tgtEl>
                                            </p:cond>
                                          </p:endCondLst>
                                        </p:cTn>
                                        <p:tgtEl>
                                          <p:sndTgt r:embed="rId2" name="camera.wav"/>
                                        </p:tgtEl>
                                      </p:cMediaNode>
                                    </p:audio>
                                  </p:subTnLst>
                                </p:cTn>
                              </p:par>
                              <p:par>
                                <p:cTn id="40" presetID="4" presetClass="entr" presetSubtype="32" fill="hold" grpId="0" nodeType="withEffect">
                                  <p:stCondLst>
                                    <p:cond delay="0"/>
                                  </p:stCondLst>
                                  <p:childTnLst>
                                    <p:set>
                                      <p:cBhvr>
                                        <p:cTn id="41" dur="1" fill="hold">
                                          <p:stCondLst>
                                            <p:cond delay="0"/>
                                          </p:stCondLst>
                                        </p:cTn>
                                        <p:tgtEl>
                                          <p:spTgt spid="930840">
                                            <p:txEl>
                                              <p:pRg st="2" end="2"/>
                                            </p:txEl>
                                          </p:spTgt>
                                        </p:tgtEl>
                                        <p:attrNameLst>
                                          <p:attrName>style.visibility</p:attrName>
                                        </p:attrNameLst>
                                      </p:cBhvr>
                                      <p:to>
                                        <p:strVal val="visible"/>
                                      </p:to>
                                    </p:set>
                                    <p:animEffect transition="in" filter="box(out)">
                                      <p:cBhvr>
                                        <p:cTn id="42" dur="500"/>
                                        <p:tgtEl>
                                          <p:spTgt spid="930840">
                                            <p:txEl>
                                              <p:pRg st="2" end="2"/>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par>
                                <p:cTn id="43" presetID="4" presetClass="entr" presetSubtype="32" fill="hold" grpId="0" nodeType="withEffect">
                                  <p:stCondLst>
                                    <p:cond delay="0"/>
                                  </p:stCondLst>
                                  <p:childTnLst>
                                    <p:set>
                                      <p:cBhvr>
                                        <p:cTn id="44" dur="1" fill="hold">
                                          <p:stCondLst>
                                            <p:cond delay="0"/>
                                          </p:stCondLst>
                                        </p:cTn>
                                        <p:tgtEl>
                                          <p:spTgt spid="930840">
                                            <p:txEl>
                                              <p:pRg st="3" end="3"/>
                                            </p:txEl>
                                          </p:spTgt>
                                        </p:tgtEl>
                                        <p:attrNameLst>
                                          <p:attrName>style.visibility</p:attrName>
                                        </p:attrNameLst>
                                      </p:cBhvr>
                                      <p:to>
                                        <p:strVal val="visible"/>
                                      </p:to>
                                    </p:set>
                                    <p:animEffect transition="in" filter="box(out)">
                                      <p:cBhvr>
                                        <p:cTn id="45" dur="500"/>
                                        <p:tgtEl>
                                          <p:spTgt spid="930840">
                                            <p:txEl>
                                              <p:pRg st="3" end="3"/>
                                            </p:txEl>
                                          </p:spTgt>
                                        </p:tgtEl>
                                      </p:cBhvr>
                                    </p:animEffect>
                                  </p:childTnLst>
                                  <p:subTnLst>
                                    <p:audio>
                                      <p:cMediaNode>
                                        <p:cTn display="0" masterRel="sameClick">
                                          <p:stCondLst>
                                            <p:cond evt="begin" delay="0">
                                              <p:tn val="43"/>
                                            </p:cond>
                                          </p:stCondLst>
                                          <p:endCondLst>
                                            <p:cond evt="onStopAudio" delay="0">
                                              <p:tgtEl>
                                                <p:sldTgt/>
                                              </p:tgtEl>
                                            </p:cond>
                                          </p:endCondLst>
                                        </p:cTn>
                                        <p:tgtEl>
                                          <p:sndTgt r:embed="rId2" name="camera.wav"/>
                                        </p:tgtEl>
                                      </p:cMediaNode>
                                    </p:audio>
                                  </p:subTnLst>
                                </p:cTn>
                              </p:par>
                              <p:par>
                                <p:cTn id="46" presetID="4" presetClass="entr" presetSubtype="32" fill="hold" grpId="0" nodeType="withEffect">
                                  <p:stCondLst>
                                    <p:cond delay="0"/>
                                  </p:stCondLst>
                                  <p:childTnLst>
                                    <p:set>
                                      <p:cBhvr>
                                        <p:cTn id="47" dur="1" fill="hold">
                                          <p:stCondLst>
                                            <p:cond delay="0"/>
                                          </p:stCondLst>
                                        </p:cTn>
                                        <p:tgtEl>
                                          <p:spTgt spid="930840">
                                            <p:txEl>
                                              <p:pRg st="4" end="4"/>
                                            </p:txEl>
                                          </p:spTgt>
                                        </p:tgtEl>
                                        <p:attrNameLst>
                                          <p:attrName>style.visibility</p:attrName>
                                        </p:attrNameLst>
                                      </p:cBhvr>
                                      <p:to>
                                        <p:strVal val="visible"/>
                                      </p:to>
                                    </p:set>
                                    <p:animEffect transition="in" filter="box(out)">
                                      <p:cBhvr>
                                        <p:cTn id="48" dur="500"/>
                                        <p:tgtEl>
                                          <p:spTgt spid="930840">
                                            <p:txEl>
                                              <p:pRg st="4" end="4"/>
                                            </p:txEl>
                                          </p:spTgt>
                                        </p:tgtEl>
                                      </p:cBhvr>
                                    </p:animEffect>
                                  </p:childTnLst>
                                  <p:subTnLst>
                                    <p:audio>
                                      <p:cMediaNode>
                                        <p:cTn display="0" masterRel="sameClick">
                                          <p:stCondLst>
                                            <p:cond evt="begin" delay="0">
                                              <p:tn val="46"/>
                                            </p:cond>
                                          </p:stCondLst>
                                          <p:endCondLst>
                                            <p:cond evt="onStopAudio" delay="0">
                                              <p:tgtEl>
                                                <p:sldTgt/>
                                              </p:tgtEl>
                                            </p:cond>
                                          </p:endCondLst>
                                        </p:cTn>
                                        <p:tgtEl>
                                          <p:sndTgt r:embed="rId2" name="camera.wav"/>
                                        </p:tgtEl>
                                      </p:cMediaNode>
                                    </p:audio>
                                  </p:subTnLst>
                                </p:cTn>
                              </p:par>
                              <p:par>
                                <p:cTn id="49" presetID="4" presetClass="entr" presetSubtype="32" fill="hold" grpId="0" nodeType="withEffect">
                                  <p:stCondLst>
                                    <p:cond delay="0"/>
                                  </p:stCondLst>
                                  <p:childTnLst>
                                    <p:set>
                                      <p:cBhvr>
                                        <p:cTn id="50" dur="1" fill="hold">
                                          <p:stCondLst>
                                            <p:cond delay="0"/>
                                          </p:stCondLst>
                                        </p:cTn>
                                        <p:tgtEl>
                                          <p:spTgt spid="930840">
                                            <p:txEl>
                                              <p:pRg st="5" end="5"/>
                                            </p:txEl>
                                          </p:spTgt>
                                        </p:tgtEl>
                                        <p:attrNameLst>
                                          <p:attrName>style.visibility</p:attrName>
                                        </p:attrNameLst>
                                      </p:cBhvr>
                                      <p:to>
                                        <p:strVal val="visible"/>
                                      </p:to>
                                    </p:set>
                                    <p:animEffect transition="in" filter="box(out)">
                                      <p:cBhvr>
                                        <p:cTn id="51" dur="500"/>
                                        <p:tgtEl>
                                          <p:spTgt spid="930840">
                                            <p:txEl>
                                              <p:pRg st="5" end="5"/>
                                            </p:txEl>
                                          </p:spTgt>
                                        </p:tgtEl>
                                      </p:cBhvr>
                                    </p:animEffect>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par>
                                <p:cTn id="52" presetID="4" presetClass="entr" presetSubtype="32" fill="hold" grpId="0" nodeType="withEffect">
                                  <p:stCondLst>
                                    <p:cond delay="0"/>
                                  </p:stCondLst>
                                  <p:childTnLst>
                                    <p:set>
                                      <p:cBhvr>
                                        <p:cTn id="53" dur="1" fill="hold">
                                          <p:stCondLst>
                                            <p:cond delay="0"/>
                                          </p:stCondLst>
                                        </p:cTn>
                                        <p:tgtEl>
                                          <p:spTgt spid="930840">
                                            <p:txEl>
                                              <p:pRg st="6" end="6"/>
                                            </p:txEl>
                                          </p:spTgt>
                                        </p:tgtEl>
                                        <p:attrNameLst>
                                          <p:attrName>style.visibility</p:attrName>
                                        </p:attrNameLst>
                                      </p:cBhvr>
                                      <p:to>
                                        <p:strVal val="visible"/>
                                      </p:to>
                                    </p:set>
                                    <p:animEffect transition="in" filter="box(out)">
                                      <p:cBhvr>
                                        <p:cTn id="54" dur="500"/>
                                        <p:tgtEl>
                                          <p:spTgt spid="930840">
                                            <p:txEl>
                                              <p:pRg st="6" end="6"/>
                                            </p:txEl>
                                          </p:spTgt>
                                        </p:tgtEl>
                                      </p:cBhvr>
                                    </p:animEffect>
                                  </p:childTnLst>
                                  <p:subTnLst>
                                    <p:audio>
                                      <p:cMediaNode>
                                        <p:cTn display="0" masterRel="sameClick">
                                          <p:stCondLst>
                                            <p:cond evt="begin" delay="0">
                                              <p:tn val="52"/>
                                            </p:cond>
                                          </p:stCondLst>
                                          <p:endCondLst>
                                            <p:cond evt="onStopAudio" delay="0">
                                              <p:tgtEl>
                                                <p:sldTgt/>
                                              </p:tgtEl>
                                            </p:cond>
                                          </p:endCondLst>
                                        </p:cTn>
                                        <p:tgtEl>
                                          <p:sndTgt r:embed="rId2" name="camera.wav"/>
                                        </p:tgtEl>
                                      </p:cMediaNode>
                                    </p:audio>
                                  </p:subTnLst>
                                </p:cTn>
                              </p:par>
                              <p:par>
                                <p:cTn id="55" presetID="4" presetClass="entr" presetSubtype="32" fill="hold" grpId="0" nodeType="withEffect">
                                  <p:stCondLst>
                                    <p:cond delay="0"/>
                                  </p:stCondLst>
                                  <p:childTnLst>
                                    <p:set>
                                      <p:cBhvr>
                                        <p:cTn id="56" dur="1" fill="hold">
                                          <p:stCondLst>
                                            <p:cond delay="0"/>
                                          </p:stCondLst>
                                        </p:cTn>
                                        <p:tgtEl>
                                          <p:spTgt spid="930840">
                                            <p:txEl>
                                              <p:pRg st="7" end="7"/>
                                            </p:txEl>
                                          </p:spTgt>
                                        </p:tgtEl>
                                        <p:attrNameLst>
                                          <p:attrName>style.visibility</p:attrName>
                                        </p:attrNameLst>
                                      </p:cBhvr>
                                      <p:to>
                                        <p:strVal val="visible"/>
                                      </p:to>
                                    </p:set>
                                    <p:animEffect transition="in" filter="box(out)">
                                      <p:cBhvr>
                                        <p:cTn id="57" dur="500"/>
                                        <p:tgtEl>
                                          <p:spTgt spid="930840">
                                            <p:txEl>
                                              <p:pRg st="7" end="7"/>
                                            </p:txEl>
                                          </p:spTgt>
                                        </p:tgtEl>
                                      </p:cBhvr>
                                    </p:animEffect>
                                  </p:childTnLst>
                                  <p:subTnLst>
                                    <p:audio>
                                      <p:cMediaNode>
                                        <p:cTn display="0" masterRel="sameClick">
                                          <p:stCondLst>
                                            <p:cond evt="begin" delay="0">
                                              <p:tn val="55"/>
                                            </p:cond>
                                          </p:stCondLst>
                                          <p:endCondLst>
                                            <p:cond evt="onStopAudio" delay="0">
                                              <p:tgtEl>
                                                <p:sldTgt/>
                                              </p:tgtEl>
                                            </p:cond>
                                          </p:endCondLst>
                                        </p:cTn>
                                        <p:tgtEl>
                                          <p:sndTgt r:embed="rId2" name="camera.wav"/>
                                        </p:tgtEl>
                                      </p:cMediaNode>
                                    </p:audio>
                                  </p:subTnLst>
                                </p:cTn>
                              </p:par>
                              <p:par>
                                <p:cTn id="58" presetID="4" presetClass="entr" presetSubtype="32" fill="hold" grpId="0" nodeType="withEffect">
                                  <p:stCondLst>
                                    <p:cond delay="0"/>
                                  </p:stCondLst>
                                  <p:childTnLst>
                                    <p:set>
                                      <p:cBhvr>
                                        <p:cTn id="59" dur="1" fill="hold">
                                          <p:stCondLst>
                                            <p:cond delay="0"/>
                                          </p:stCondLst>
                                        </p:cTn>
                                        <p:tgtEl>
                                          <p:spTgt spid="930840">
                                            <p:txEl>
                                              <p:pRg st="8" end="8"/>
                                            </p:txEl>
                                          </p:spTgt>
                                        </p:tgtEl>
                                        <p:attrNameLst>
                                          <p:attrName>style.visibility</p:attrName>
                                        </p:attrNameLst>
                                      </p:cBhvr>
                                      <p:to>
                                        <p:strVal val="visible"/>
                                      </p:to>
                                    </p:set>
                                    <p:animEffect transition="in" filter="box(out)">
                                      <p:cBhvr>
                                        <p:cTn id="60" dur="500"/>
                                        <p:tgtEl>
                                          <p:spTgt spid="930840">
                                            <p:txEl>
                                              <p:pRg st="8" end="8"/>
                                            </p:txEl>
                                          </p:spTgt>
                                        </p:tgtEl>
                                      </p:cBhvr>
                                    </p:animEffect>
                                  </p:childTnLst>
                                  <p:subTnLst>
                                    <p:audio>
                                      <p:cMediaNode>
                                        <p:cTn display="0" masterRel="sameClick">
                                          <p:stCondLst>
                                            <p:cond evt="begin" delay="0">
                                              <p:tn val="58"/>
                                            </p:cond>
                                          </p:stCondLst>
                                          <p:endCondLst>
                                            <p:cond evt="onStopAudio" delay="0">
                                              <p:tgtEl>
                                                <p:sldTgt/>
                                              </p:tgtEl>
                                            </p:cond>
                                          </p:endCondLst>
                                        </p:cTn>
                                        <p:tgtEl>
                                          <p:sndTgt r:embed="rId2" name="camera.wav"/>
                                        </p:tgtEl>
                                      </p:cMediaNode>
                                    </p:audio>
                                  </p:subTnLst>
                                </p:cTn>
                              </p:par>
                              <p:par>
                                <p:cTn id="61" presetID="4" presetClass="entr" presetSubtype="32" fill="hold" grpId="0" nodeType="withEffect">
                                  <p:stCondLst>
                                    <p:cond delay="0"/>
                                  </p:stCondLst>
                                  <p:childTnLst>
                                    <p:set>
                                      <p:cBhvr>
                                        <p:cTn id="62" dur="1" fill="hold">
                                          <p:stCondLst>
                                            <p:cond delay="0"/>
                                          </p:stCondLst>
                                        </p:cTn>
                                        <p:tgtEl>
                                          <p:spTgt spid="930840">
                                            <p:txEl>
                                              <p:pRg st="9" end="9"/>
                                            </p:txEl>
                                          </p:spTgt>
                                        </p:tgtEl>
                                        <p:attrNameLst>
                                          <p:attrName>style.visibility</p:attrName>
                                        </p:attrNameLst>
                                      </p:cBhvr>
                                      <p:to>
                                        <p:strVal val="visible"/>
                                      </p:to>
                                    </p:set>
                                    <p:animEffect transition="in" filter="box(out)">
                                      <p:cBhvr>
                                        <p:cTn id="63" dur="500"/>
                                        <p:tgtEl>
                                          <p:spTgt spid="930840">
                                            <p:txEl>
                                              <p:pRg st="9" end="9"/>
                                            </p:txEl>
                                          </p:spTgt>
                                        </p:tgtEl>
                                      </p:cBhvr>
                                    </p:animEffect>
                                  </p:childTnLst>
                                  <p:subTnLst>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par>
                                <p:cTn id="64" presetID="4" presetClass="entr" presetSubtype="32" fill="hold" grpId="0" nodeType="withEffect">
                                  <p:stCondLst>
                                    <p:cond delay="0"/>
                                  </p:stCondLst>
                                  <p:childTnLst>
                                    <p:set>
                                      <p:cBhvr>
                                        <p:cTn id="65" dur="1" fill="hold">
                                          <p:stCondLst>
                                            <p:cond delay="0"/>
                                          </p:stCondLst>
                                        </p:cTn>
                                        <p:tgtEl>
                                          <p:spTgt spid="930840">
                                            <p:txEl>
                                              <p:pRg st="10" end="10"/>
                                            </p:txEl>
                                          </p:spTgt>
                                        </p:tgtEl>
                                        <p:attrNameLst>
                                          <p:attrName>style.visibility</p:attrName>
                                        </p:attrNameLst>
                                      </p:cBhvr>
                                      <p:to>
                                        <p:strVal val="visible"/>
                                      </p:to>
                                    </p:set>
                                    <p:animEffect transition="in" filter="box(out)">
                                      <p:cBhvr>
                                        <p:cTn id="66" dur="500"/>
                                        <p:tgtEl>
                                          <p:spTgt spid="930840">
                                            <p:txEl>
                                              <p:pRg st="10" end="10"/>
                                            </p:txEl>
                                          </p:spTgt>
                                        </p:tgtEl>
                                      </p:cBhvr>
                                    </p:animEffect>
                                  </p:childTnLst>
                                  <p:subTnLst>
                                    <p:audio>
                                      <p:cMediaNode>
                                        <p:cTn display="0" masterRel="sameClick">
                                          <p:stCondLst>
                                            <p:cond evt="begin" delay="0">
                                              <p:tn val="64"/>
                                            </p:cond>
                                          </p:stCondLst>
                                          <p:endCondLst>
                                            <p:cond evt="onStopAudio" delay="0">
                                              <p:tgtEl>
                                                <p:sldTgt/>
                                              </p:tgtEl>
                                            </p:cond>
                                          </p:endCondLst>
                                        </p:cTn>
                                        <p:tgtEl>
                                          <p:sndTgt r:embed="rId2" name="camera.wav"/>
                                        </p:tgtEl>
                                      </p:cMediaNode>
                                    </p:audio>
                                  </p:subTnLst>
                                </p:cTn>
                              </p:par>
                            </p:childTnLst>
                          </p:cTn>
                        </p:par>
                      </p:childTnLst>
                    </p:cTn>
                  </p:par>
                  <p:par>
                    <p:cTn id="67" fill="hold">
                      <p:stCondLst>
                        <p:cond delay="indefinite"/>
                      </p:stCondLst>
                      <p:childTnLst>
                        <p:par>
                          <p:cTn id="68" fill="hold">
                            <p:stCondLst>
                              <p:cond delay="0"/>
                            </p:stCondLst>
                            <p:childTnLst>
                              <p:par>
                                <p:cTn id="69" presetID="18" presetClass="entr" presetSubtype="6" fill="hold" nodeType="clickEffect">
                                  <p:stCondLst>
                                    <p:cond delay="0"/>
                                  </p:stCondLst>
                                  <p:childTnLst>
                                    <p:set>
                                      <p:cBhvr>
                                        <p:cTn id="70" dur="1" fill="hold">
                                          <p:stCondLst>
                                            <p:cond delay="0"/>
                                          </p:stCondLst>
                                        </p:cTn>
                                        <p:tgtEl>
                                          <p:spTgt spid="930840">
                                            <p:txEl>
                                              <p:pRg st="6" end="6"/>
                                            </p:txEl>
                                          </p:spTgt>
                                        </p:tgtEl>
                                        <p:attrNameLst>
                                          <p:attrName>style.visibility</p:attrName>
                                        </p:attrNameLst>
                                      </p:cBhvr>
                                      <p:to>
                                        <p:strVal val="visible"/>
                                      </p:to>
                                    </p:set>
                                    <p:animEffect transition="in" filter="strips(downRight)">
                                      <p:cBhvr>
                                        <p:cTn id="71" dur="500"/>
                                        <p:tgtEl>
                                          <p:spTgt spid="930840">
                                            <p:txEl>
                                              <p:pRg st="6" end="6"/>
                                            </p:txEl>
                                          </p:spTgt>
                                        </p:tgtEl>
                                      </p:cBhvr>
                                    </p:animEffect>
                                  </p:childTnLst>
                                  <p:subTnLst>
                                    <p:animClr clrSpc="rgb" dir="cw">
                                      <p:cBhvr override="childStyle">
                                        <p:cTn dur="1" fill="hold" display="0" masterRel="nextClick" afterEffect="1"/>
                                        <p:tgtEl>
                                          <p:spTgt spid="930840">
                                            <p:txEl>
                                              <p:pRg st="6" end="6"/>
                                            </p:txEl>
                                          </p:spTgt>
                                        </p:tgtEl>
                                        <p:attrNameLst>
                                          <p:attrName>ppt_c</p:attrName>
                                        </p:attrNameLst>
                                      </p:cBhvr>
                                      <p:to>
                                        <a:srgbClr val="FF3300"/>
                                      </p:to>
                                    </p:animClr>
                                    <p:audio>
                                      <p:cMediaNode>
                                        <p:cTn display="0" masterRel="sameClick">
                                          <p:stCondLst>
                                            <p:cond evt="begin" delay="0">
                                              <p:tn val="69"/>
                                            </p:cond>
                                          </p:stCondLst>
                                          <p:endCondLst>
                                            <p:cond evt="onStopAudio" delay="0">
                                              <p:tgtEl>
                                                <p:sldTgt/>
                                              </p:tgtEl>
                                            </p:cond>
                                          </p:endCondLst>
                                        </p:cTn>
                                        <p:tgtEl>
                                          <p:sndTgt r:embed="rId2" name="camera.wav"/>
                                        </p:tgtEl>
                                      </p:cMediaNode>
                                    </p:audio>
                                  </p:subTnLst>
                                </p:cTn>
                              </p:par>
                            </p:childTnLst>
                          </p:cTn>
                        </p:par>
                        <p:par>
                          <p:cTn id="72" fill="hold">
                            <p:stCondLst>
                              <p:cond delay="500"/>
                            </p:stCondLst>
                            <p:childTnLst>
                              <p:par>
                                <p:cTn id="73" presetID="18" presetClass="entr" presetSubtype="12" fill="hold" nodeType="afterEffect">
                                  <p:stCondLst>
                                    <p:cond delay="0"/>
                                  </p:stCondLst>
                                  <p:childTnLst>
                                    <p:set>
                                      <p:cBhvr>
                                        <p:cTn id="74" dur="1" fill="hold">
                                          <p:stCondLst>
                                            <p:cond delay="0"/>
                                          </p:stCondLst>
                                        </p:cTn>
                                        <p:tgtEl>
                                          <p:spTgt spid="930848"/>
                                        </p:tgtEl>
                                        <p:attrNameLst>
                                          <p:attrName>style.visibility</p:attrName>
                                        </p:attrNameLst>
                                      </p:cBhvr>
                                      <p:to>
                                        <p:strVal val="visible"/>
                                      </p:to>
                                    </p:set>
                                    <p:animEffect transition="in" filter="strips(downLeft)">
                                      <p:cBhvr>
                                        <p:cTn id="75" dur="500"/>
                                        <p:tgtEl>
                                          <p:spTgt spid="930848"/>
                                        </p:tgtEl>
                                      </p:cBhvr>
                                    </p:animEffect>
                                  </p:childTnLst>
                                  <p:subTnLst>
                                    <p:audio>
                                      <p:cMediaNode>
                                        <p:cTn display="0" masterRel="sameClick">
                                          <p:stCondLst>
                                            <p:cond evt="begin" delay="0">
                                              <p:tn val="73"/>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0840" grpId="0" build="allAtOnce"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1845" name="Rectangle 5"/>
          <p:cNvSpPr>
            <a:spLocks noChangeArrowheads="1"/>
          </p:cNvSpPr>
          <p:nvPr/>
        </p:nvSpPr>
        <p:spPr bwMode="auto">
          <a:xfrm>
            <a:off x="563930" y="140383"/>
            <a:ext cx="8532812" cy="519113"/>
          </a:xfrm>
          <a:prstGeom prst="rect">
            <a:avLst/>
          </a:prstGeom>
          <a:noFill/>
          <a:ln w="9525">
            <a:noFill/>
            <a:miter lim="800000"/>
            <a:headEnd/>
            <a:tailEnd/>
          </a:ln>
          <a:effectLst/>
        </p:spPr>
        <p:txBody>
          <a:bodyPr anchor="ctr">
            <a:spAutoFit/>
          </a:bodyPr>
          <a:lstStyle/>
          <a:p>
            <a:r>
              <a:rPr lang="en-US" altLang="zh-CN" sz="2800" b="1" dirty="0">
                <a:solidFill>
                  <a:srgbClr val="D60093"/>
                </a:solidFill>
                <a:effectLst>
                  <a:outerShdw blurRad="38100" dist="38100" dir="2700000" algn="tl">
                    <a:srgbClr val="000000"/>
                  </a:outerShdw>
                </a:effectLst>
                <a:latin typeface="隶书" pitchFamily="49" charset="-122"/>
                <a:ea typeface="隶书" pitchFamily="49" charset="-122"/>
              </a:rPr>
              <a:t>【</a:t>
            </a:r>
            <a:r>
              <a:rPr lang="zh-CN" altLang="en-US" sz="2800" b="1" dirty="0">
                <a:solidFill>
                  <a:srgbClr val="D60093"/>
                </a:solidFill>
                <a:effectLst>
                  <a:outerShdw blurRad="38100" dist="38100" dir="2700000" algn="tl">
                    <a:srgbClr val="000000"/>
                  </a:outerShdw>
                </a:effectLst>
                <a:latin typeface="隶书" pitchFamily="49" charset="-122"/>
                <a:ea typeface="隶书" pitchFamily="49" charset="-122"/>
              </a:rPr>
              <a:t>例</a:t>
            </a:r>
            <a:r>
              <a:rPr lang="en-US" altLang="zh-CN" sz="2800" b="1" dirty="0">
                <a:solidFill>
                  <a:srgbClr val="D60093"/>
                </a:solidFill>
                <a:effectLst>
                  <a:outerShdw blurRad="38100" dist="38100" dir="2700000" algn="tl">
                    <a:srgbClr val="000000"/>
                  </a:outerShdw>
                </a:effectLst>
                <a:latin typeface="隶书" pitchFamily="49" charset="-122"/>
                <a:ea typeface="隶书" pitchFamily="49" charset="-122"/>
              </a:rPr>
              <a:t>】</a:t>
            </a:r>
            <a:r>
              <a:rPr lang="zh-CN" altLang="en-US" sz="2800" b="1" dirty="0">
                <a:solidFill>
                  <a:srgbClr val="FF33CC"/>
                </a:solidFill>
                <a:effectLst>
                  <a:outerShdw blurRad="38100" dist="38100" dir="2700000" algn="tl">
                    <a:srgbClr val="000000"/>
                  </a:outerShdw>
                </a:effectLst>
                <a:ea typeface="隶书" pitchFamily="49" charset="-122"/>
              </a:rPr>
              <a:t>求输入的十个整数中正数的个数及其平均值。</a:t>
            </a:r>
          </a:p>
        </p:txBody>
      </p:sp>
      <p:grpSp>
        <p:nvGrpSpPr>
          <p:cNvPr id="931849" name="Group 9"/>
          <p:cNvGrpSpPr>
            <a:grpSpLocks/>
          </p:cNvGrpSpPr>
          <p:nvPr/>
        </p:nvGrpSpPr>
        <p:grpSpPr bwMode="auto">
          <a:xfrm>
            <a:off x="-47258" y="0"/>
            <a:ext cx="446088" cy="6858000"/>
            <a:chOff x="0" y="0"/>
            <a:chExt cx="281" cy="4320"/>
          </a:xfrm>
        </p:grpSpPr>
        <p:sp>
          <p:nvSpPr>
            <p:cNvPr id="931850" name="Text Box 1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31851" name="Text Box 1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9" name="矩形 8"/>
          <p:cNvSpPr/>
          <p:nvPr/>
        </p:nvSpPr>
        <p:spPr>
          <a:xfrm>
            <a:off x="900140" y="765462"/>
            <a:ext cx="10729187" cy="1976760"/>
          </a:xfrm>
          <a:prstGeom prst="rect">
            <a:avLst/>
          </a:prstGeom>
          <a:ln/>
        </p:spPr>
        <p:style>
          <a:lnRef idx="1">
            <a:schemeClr val="accent1"/>
          </a:lnRef>
          <a:fillRef idx="2">
            <a:schemeClr val="accent1"/>
          </a:fillRef>
          <a:effectRef idx="1">
            <a:schemeClr val="accent1"/>
          </a:effectRef>
          <a:fontRef idx="minor">
            <a:schemeClr val="dk1"/>
          </a:fontRef>
        </p:style>
        <p:txBody>
          <a:bodyPr wrap="square">
            <a:spAutoFit/>
          </a:bodyPr>
          <a:lstStyle/>
          <a:p>
            <a:pPr>
              <a:lnSpc>
                <a:spcPts val="3000"/>
              </a:lnSpc>
            </a:pPr>
            <a:r>
              <a:rPr lang="en-US" altLang="zh-CN" b="1" dirty="0">
                <a:effectLst>
                  <a:outerShdw blurRad="50800" dist="38100" dir="13500000" algn="br" rotWithShape="0">
                    <a:prstClr val="black">
                      <a:alpha val="40000"/>
                    </a:prstClr>
                  </a:outerShdw>
                </a:effectLst>
                <a:ea typeface="楷体" pitchFamily="49" charset="-122"/>
              </a:rPr>
              <a:t>       </a:t>
            </a:r>
            <a:r>
              <a:rPr lang="zh-CN" altLang="zh-CN" b="1" dirty="0">
                <a:solidFill>
                  <a:srgbClr val="FF0000"/>
                </a:solidFill>
                <a:effectLst>
                  <a:outerShdw blurRad="50800" dist="38100" dir="13500000" algn="br" rotWithShape="0">
                    <a:prstClr val="black">
                      <a:alpha val="40000"/>
                    </a:prstClr>
                  </a:outerShdw>
                </a:effectLst>
                <a:ea typeface="隶书" pitchFamily="49" charset="-122"/>
              </a:rPr>
              <a:t>解题思路：</a:t>
            </a:r>
            <a:r>
              <a:rPr lang="zh-CN" altLang="zh-CN" sz="2000" b="1" dirty="0">
                <a:solidFill>
                  <a:srgbClr val="0000FF"/>
                </a:solidFill>
                <a:effectLst>
                  <a:outerShdw blurRad="50800" dist="38100" dir="13500000" algn="br" rotWithShape="0">
                    <a:prstClr val="black">
                      <a:alpha val="40000"/>
                    </a:prstClr>
                  </a:outerShdw>
                </a:effectLst>
                <a:ea typeface="楷体" pitchFamily="49" charset="-122"/>
              </a:rPr>
              <a:t>定义两个变量</a:t>
            </a:r>
            <a:r>
              <a:rPr lang="en-US" altLang="zh-CN" sz="2000" b="1" dirty="0">
                <a:solidFill>
                  <a:srgbClr val="0000FF"/>
                </a:solidFill>
                <a:effectLst>
                  <a:outerShdw blurRad="50800" dist="38100" dir="13500000" algn="br" rotWithShape="0">
                    <a:prstClr val="black">
                      <a:alpha val="40000"/>
                    </a:prstClr>
                  </a:outerShdw>
                </a:effectLst>
                <a:ea typeface="楷体" pitchFamily="49" charset="-122"/>
              </a:rPr>
              <a:t>num</a:t>
            </a:r>
            <a:r>
              <a:rPr lang="zh-CN" altLang="zh-CN" sz="2000" b="1" dirty="0">
                <a:solidFill>
                  <a:srgbClr val="0000FF"/>
                </a:solidFill>
                <a:effectLst>
                  <a:outerShdw blurRad="50800" dist="38100" dir="13500000" algn="br" rotWithShape="0">
                    <a:prstClr val="black">
                      <a:alpha val="40000"/>
                    </a:prstClr>
                  </a:outerShdw>
                </a:effectLst>
                <a:ea typeface="楷体" pitchFamily="49" charset="-122"/>
              </a:rPr>
              <a:t>和</a:t>
            </a:r>
            <a:r>
              <a:rPr lang="en-US" altLang="zh-CN" sz="2000" b="1" dirty="0">
                <a:solidFill>
                  <a:srgbClr val="0000FF"/>
                </a:solidFill>
                <a:effectLst>
                  <a:outerShdw blurRad="50800" dist="38100" dir="13500000" algn="br" rotWithShape="0">
                    <a:prstClr val="black">
                      <a:alpha val="40000"/>
                    </a:prstClr>
                  </a:outerShdw>
                </a:effectLst>
                <a:ea typeface="楷体" pitchFamily="49" charset="-122"/>
              </a:rPr>
              <a:t>sum</a:t>
            </a:r>
            <a:r>
              <a:rPr lang="zh-CN" altLang="zh-CN" sz="2000" b="1" dirty="0">
                <a:solidFill>
                  <a:srgbClr val="0000FF"/>
                </a:solidFill>
                <a:effectLst>
                  <a:outerShdw blurRad="50800" dist="38100" dir="13500000" algn="br" rotWithShape="0">
                    <a:prstClr val="black">
                      <a:alpha val="40000"/>
                    </a:prstClr>
                  </a:outerShdw>
                </a:effectLst>
                <a:ea typeface="楷体" pitchFamily="49" charset="-122"/>
              </a:rPr>
              <a:t>（初始值均为</a:t>
            </a:r>
            <a:r>
              <a:rPr lang="en-US" altLang="zh-CN" sz="2000" b="1" dirty="0">
                <a:solidFill>
                  <a:srgbClr val="0000FF"/>
                </a:solidFill>
                <a:effectLst>
                  <a:outerShdw blurRad="50800" dist="38100" dir="13500000" algn="br" rotWithShape="0">
                    <a:prstClr val="black">
                      <a:alpha val="40000"/>
                    </a:prstClr>
                  </a:outerShdw>
                </a:effectLst>
                <a:ea typeface="楷体" pitchFamily="49" charset="-122"/>
              </a:rPr>
              <a:t>0</a:t>
            </a:r>
            <a:r>
              <a:rPr lang="zh-CN" altLang="zh-CN" sz="2000" b="1" dirty="0">
                <a:solidFill>
                  <a:srgbClr val="0000FF"/>
                </a:solidFill>
                <a:effectLst>
                  <a:outerShdw blurRad="50800" dist="38100" dir="13500000" algn="br" rotWithShape="0">
                    <a:prstClr val="black">
                      <a:alpha val="40000"/>
                    </a:prstClr>
                  </a:outerShdw>
                </a:effectLst>
                <a:ea typeface="楷体" pitchFamily="49" charset="-122"/>
              </a:rPr>
              <a:t>），分别用于正数的计数和正数的和数，使用循环结构通过调用</a:t>
            </a:r>
            <a:r>
              <a:rPr lang="en-US" altLang="zh-CN" sz="2000" b="1" dirty="0" err="1">
                <a:solidFill>
                  <a:srgbClr val="0000FF"/>
                </a:solidFill>
                <a:effectLst>
                  <a:outerShdw blurRad="50800" dist="38100" dir="13500000" algn="br" rotWithShape="0">
                    <a:prstClr val="black">
                      <a:alpha val="40000"/>
                    </a:prstClr>
                  </a:outerShdw>
                </a:effectLst>
                <a:ea typeface="楷体" pitchFamily="49" charset="-122"/>
              </a:rPr>
              <a:t>scanf</a:t>
            </a:r>
            <a:r>
              <a:rPr lang="zh-CN" altLang="zh-CN" sz="2000" b="1" dirty="0">
                <a:solidFill>
                  <a:srgbClr val="0000FF"/>
                </a:solidFill>
                <a:effectLst>
                  <a:outerShdw blurRad="50800" dist="38100" dir="13500000" algn="br" rotWithShape="0">
                    <a:prstClr val="black">
                      <a:alpha val="40000"/>
                    </a:prstClr>
                  </a:outerShdw>
                </a:effectLst>
                <a:ea typeface="楷体" pitchFamily="49" charset="-122"/>
              </a:rPr>
              <a:t>函数完成十个整数的输入，每输入一个整数，判断是否为非正数，若是则利用</a:t>
            </a:r>
            <a:r>
              <a:rPr lang="en-US" altLang="zh-CN" sz="2000" b="1" dirty="0">
                <a:solidFill>
                  <a:srgbClr val="0000FF"/>
                </a:solidFill>
                <a:effectLst>
                  <a:outerShdw blurRad="50800" dist="38100" dir="13500000" algn="br" rotWithShape="0">
                    <a:prstClr val="black">
                      <a:alpha val="40000"/>
                    </a:prstClr>
                  </a:outerShdw>
                </a:effectLst>
                <a:ea typeface="楷体" pitchFamily="49" charset="-122"/>
              </a:rPr>
              <a:t>continue</a:t>
            </a:r>
            <a:r>
              <a:rPr lang="zh-CN" altLang="zh-CN" sz="2000" b="1" dirty="0">
                <a:solidFill>
                  <a:srgbClr val="0000FF"/>
                </a:solidFill>
                <a:effectLst>
                  <a:outerShdw blurRad="50800" dist="38100" dir="13500000" algn="br" rotWithShape="0">
                    <a:prstClr val="black">
                      <a:alpha val="40000"/>
                    </a:prstClr>
                  </a:outerShdw>
                </a:effectLst>
                <a:ea typeface="楷体" pitchFamily="49" charset="-122"/>
              </a:rPr>
              <a:t>语句结束本次循环，进入下一轮循环输入下一个整数，若是正数则</a:t>
            </a:r>
            <a:r>
              <a:rPr lang="en-US" altLang="zh-CN" sz="2000" b="1" dirty="0">
                <a:solidFill>
                  <a:srgbClr val="0000FF"/>
                </a:solidFill>
                <a:effectLst>
                  <a:outerShdw blurRad="50800" dist="38100" dir="13500000" algn="br" rotWithShape="0">
                    <a:prstClr val="black">
                      <a:alpha val="40000"/>
                    </a:prstClr>
                  </a:outerShdw>
                </a:effectLst>
                <a:ea typeface="楷体" pitchFamily="49" charset="-122"/>
              </a:rPr>
              <a:t>num</a:t>
            </a:r>
            <a:r>
              <a:rPr lang="zh-CN" altLang="zh-CN" sz="2000" b="1" dirty="0">
                <a:solidFill>
                  <a:srgbClr val="0000FF"/>
                </a:solidFill>
                <a:effectLst>
                  <a:outerShdw blurRad="50800" dist="38100" dir="13500000" algn="br" rotWithShape="0">
                    <a:prstClr val="black">
                      <a:alpha val="40000"/>
                    </a:prstClr>
                  </a:outerShdw>
                </a:effectLst>
                <a:ea typeface="楷体" pitchFamily="49" charset="-122"/>
              </a:rPr>
              <a:t>计数加</a:t>
            </a:r>
            <a:r>
              <a:rPr lang="en-US" altLang="zh-CN" sz="2000" b="1" dirty="0">
                <a:solidFill>
                  <a:srgbClr val="0000FF"/>
                </a:solidFill>
                <a:effectLst>
                  <a:outerShdw blurRad="50800" dist="38100" dir="13500000" algn="br" rotWithShape="0">
                    <a:prstClr val="black">
                      <a:alpha val="40000"/>
                    </a:prstClr>
                  </a:outerShdw>
                </a:effectLst>
                <a:ea typeface="楷体" pitchFamily="49" charset="-122"/>
              </a:rPr>
              <a:t>1</a:t>
            </a:r>
            <a:r>
              <a:rPr lang="zh-CN" altLang="zh-CN" sz="2000" b="1" dirty="0">
                <a:solidFill>
                  <a:srgbClr val="0000FF"/>
                </a:solidFill>
                <a:effectLst>
                  <a:outerShdw blurRad="50800" dist="38100" dir="13500000" algn="br" rotWithShape="0">
                    <a:prstClr val="black">
                      <a:alpha val="40000"/>
                    </a:prstClr>
                  </a:outerShdw>
                </a:effectLst>
                <a:ea typeface="楷体" pitchFamily="49" charset="-122"/>
              </a:rPr>
              <a:t>，</a:t>
            </a:r>
            <a:r>
              <a:rPr lang="en-US" altLang="zh-CN" sz="2000" b="1" dirty="0">
                <a:solidFill>
                  <a:srgbClr val="0000FF"/>
                </a:solidFill>
                <a:effectLst>
                  <a:outerShdw blurRad="50800" dist="38100" dir="13500000" algn="br" rotWithShape="0">
                    <a:prstClr val="black">
                      <a:alpha val="40000"/>
                    </a:prstClr>
                  </a:outerShdw>
                </a:effectLst>
                <a:ea typeface="楷体" pitchFamily="49" charset="-122"/>
              </a:rPr>
              <a:t>sum</a:t>
            </a:r>
            <a:r>
              <a:rPr lang="zh-CN" altLang="zh-CN" sz="2000" b="1" dirty="0">
                <a:solidFill>
                  <a:srgbClr val="0000FF"/>
                </a:solidFill>
                <a:effectLst>
                  <a:outerShdw blurRad="50800" dist="38100" dir="13500000" algn="br" rotWithShape="0">
                    <a:prstClr val="black">
                      <a:alpha val="40000"/>
                    </a:prstClr>
                  </a:outerShdw>
                </a:effectLst>
                <a:ea typeface="楷体" pitchFamily="49" charset="-122"/>
              </a:rPr>
              <a:t>累计求和，然后进入下一轮循环。循环结束后，输出正数的个数</a:t>
            </a:r>
            <a:r>
              <a:rPr lang="en-US" altLang="zh-CN" sz="2000" b="1" dirty="0">
                <a:solidFill>
                  <a:srgbClr val="0000FF"/>
                </a:solidFill>
                <a:effectLst>
                  <a:outerShdw blurRad="50800" dist="38100" dir="13500000" algn="br" rotWithShape="0">
                    <a:prstClr val="black">
                      <a:alpha val="40000"/>
                    </a:prstClr>
                  </a:outerShdw>
                </a:effectLst>
                <a:ea typeface="楷体" pitchFamily="49" charset="-122"/>
              </a:rPr>
              <a:t>num</a:t>
            </a:r>
            <a:r>
              <a:rPr lang="zh-CN" altLang="zh-CN" sz="2000" b="1" dirty="0">
                <a:solidFill>
                  <a:srgbClr val="0000FF"/>
                </a:solidFill>
                <a:effectLst>
                  <a:outerShdw blurRad="50800" dist="38100" dir="13500000" algn="br" rotWithShape="0">
                    <a:prstClr val="black">
                      <a:alpha val="40000"/>
                    </a:prstClr>
                  </a:outerShdw>
                </a:effectLst>
                <a:ea typeface="楷体" pitchFamily="49" charset="-122"/>
              </a:rPr>
              <a:t>及平均值</a:t>
            </a:r>
            <a:r>
              <a:rPr lang="en-US" altLang="zh-CN" sz="2000" b="1" dirty="0">
                <a:solidFill>
                  <a:srgbClr val="0000FF"/>
                </a:solidFill>
                <a:effectLst>
                  <a:outerShdw blurRad="50800" dist="38100" dir="13500000" algn="br" rotWithShape="0">
                    <a:prstClr val="black">
                      <a:alpha val="40000"/>
                    </a:prstClr>
                  </a:outerShdw>
                </a:effectLst>
                <a:ea typeface="楷体" pitchFamily="49" charset="-122"/>
              </a:rPr>
              <a:t>sum/num</a:t>
            </a:r>
            <a:r>
              <a:rPr lang="zh-CN" altLang="zh-CN" sz="2000" b="1" dirty="0">
                <a:solidFill>
                  <a:srgbClr val="0000FF"/>
                </a:solidFill>
                <a:effectLst>
                  <a:outerShdw blurRad="50800" dist="38100" dir="13500000" algn="br" rotWithShape="0">
                    <a:prstClr val="black">
                      <a:alpha val="40000"/>
                    </a:prstClr>
                  </a:outerShdw>
                </a:effectLst>
                <a:ea typeface="楷体" pitchFamily="49" charset="-122"/>
              </a:rPr>
              <a:t>。</a:t>
            </a:r>
            <a:endParaRPr lang="zh-CN" altLang="en-US" sz="2000" b="1" dirty="0">
              <a:solidFill>
                <a:srgbClr val="0000FF"/>
              </a:solidFill>
              <a:effectLst>
                <a:outerShdw blurRad="50800" dist="38100" dir="13500000" algn="br" rotWithShape="0">
                  <a:prstClr val="black">
                    <a:alpha val="40000"/>
                  </a:prstClr>
                </a:outerShdw>
              </a:effectLst>
              <a:ea typeface="楷体" pitchFamily="49" charset="-122"/>
            </a:endParaRPr>
          </a:p>
        </p:txBody>
      </p:sp>
      <p:grpSp>
        <p:nvGrpSpPr>
          <p:cNvPr id="683" name="组合 683"/>
          <p:cNvGrpSpPr>
            <a:grpSpLocks/>
          </p:cNvGrpSpPr>
          <p:nvPr/>
        </p:nvGrpSpPr>
        <p:grpSpPr bwMode="auto">
          <a:xfrm>
            <a:off x="3575720" y="3002330"/>
            <a:ext cx="3948602" cy="3799154"/>
            <a:chOff x="0" y="86"/>
            <a:chExt cx="23690" cy="27474"/>
          </a:xfrm>
        </p:grpSpPr>
        <p:grpSp>
          <p:nvGrpSpPr>
            <p:cNvPr id="653" name="组合 653"/>
            <p:cNvGrpSpPr>
              <a:grpSpLocks/>
            </p:cNvGrpSpPr>
            <p:nvPr/>
          </p:nvGrpSpPr>
          <p:grpSpPr bwMode="auto">
            <a:xfrm>
              <a:off x="0" y="552"/>
              <a:ext cx="23186" cy="27008"/>
              <a:chOff x="0" y="0"/>
              <a:chExt cx="23186" cy="27008"/>
            </a:xfrm>
          </p:grpSpPr>
          <p:grpSp>
            <p:nvGrpSpPr>
              <p:cNvPr id="627" name="组合 627"/>
              <p:cNvGrpSpPr>
                <a:grpSpLocks/>
              </p:cNvGrpSpPr>
              <p:nvPr/>
            </p:nvGrpSpPr>
            <p:grpSpPr bwMode="auto">
              <a:xfrm>
                <a:off x="0" y="0"/>
                <a:ext cx="23186" cy="27008"/>
                <a:chOff x="0" y="0"/>
                <a:chExt cx="23186" cy="27008"/>
              </a:xfrm>
            </p:grpSpPr>
            <p:grpSp>
              <p:nvGrpSpPr>
                <p:cNvPr id="625" name="组合 625"/>
                <p:cNvGrpSpPr>
                  <a:grpSpLocks/>
                </p:cNvGrpSpPr>
                <p:nvPr/>
              </p:nvGrpSpPr>
              <p:grpSpPr bwMode="auto">
                <a:xfrm>
                  <a:off x="1871" y="0"/>
                  <a:ext cx="21315" cy="23446"/>
                  <a:chOff x="0" y="0"/>
                  <a:chExt cx="21315" cy="23446"/>
                </a:xfrm>
              </p:grpSpPr>
              <p:sp>
                <p:nvSpPr>
                  <p:cNvPr id="655" name="AutoShape 14"/>
                  <p:cNvSpPr>
                    <a:spLocks noChangeArrowheads="1"/>
                  </p:cNvSpPr>
                  <p:nvPr/>
                </p:nvSpPr>
                <p:spPr bwMode="auto">
                  <a:xfrm>
                    <a:off x="306" y="12273"/>
                    <a:ext cx="8655" cy="2070"/>
                  </a:xfrm>
                  <a:prstGeom prst="flowChartDecision">
                    <a:avLst/>
                  </a:prstGeom>
                  <a:gradFill flip="none" rotWithShape="1">
                    <a:gsLst>
                      <a:gs pos="0">
                        <a:srgbClr val="FF33CC">
                          <a:tint val="66000"/>
                          <a:satMod val="160000"/>
                        </a:srgbClr>
                      </a:gs>
                      <a:gs pos="50000">
                        <a:srgbClr val="FF33CC">
                          <a:tint val="44500"/>
                          <a:satMod val="160000"/>
                        </a:srgbClr>
                      </a:gs>
                      <a:gs pos="100000">
                        <a:srgbClr val="FF33CC">
                          <a:tint val="23500"/>
                          <a:satMod val="160000"/>
                        </a:srgbClr>
                      </a:gs>
                    </a:gsLst>
                    <a:lin ang="13500000" scaled="1"/>
                    <a:tileRect/>
                  </a:gradFill>
                  <a:ln>
                    <a:headEnd/>
                    <a:tailEnd/>
                  </a:ln>
                  <a:effectLst>
                    <a:outerShdw blurRad="50800" dist="38100" dir="2700000" algn="tl"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
                <p:nvSpPr>
                  <p:cNvPr id="657" name="矩形 657"/>
                  <p:cNvSpPr>
                    <a:spLocks noChangeArrowheads="1"/>
                  </p:cNvSpPr>
                  <p:nvPr/>
                </p:nvSpPr>
                <p:spPr bwMode="auto">
                  <a:xfrm>
                    <a:off x="122" y="16140"/>
                    <a:ext cx="8954" cy="3187"/>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a:headEnd/>
                    <a:tailEnd/>
                  </a:ln>
                  <a:effectLst>
                    <a:outerShdw blurRad="50800" dist="38100" dir="2700000" algn="tl"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anchor="ctr" anchorCtr="0" compatLnSpc="1">
                    <a:prstTxWarp prst="textNoShape">
                      <a:avLst/>
                    </a:prstTxWarp>
                  </a:bodyPr>
                  <a:lstStyle/>
                  <a:p>
                    <a:endParaRPr lang="zh-CN" altLang="en-US"/>
                  </a:p>
                </p:txBody>
              </p:sp>
              <p:sp>
                <p:nvSpPr>
                  <p:cNvPr id="661" name="矩形 661"/>
                  <p:cNvSpPr>
                    <a:spLocks noChangeArrowheads="1"/>
                  </p:cNvSpPr>
                  <p:nvPr/>
                </p:nvSpPr>
                <p:spPr bwMode="auto">
                  <a:xfrm>
                    <a:off x="92" y="21325"/>
                    <a:ext cx="8953" cy="2121"/>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a:headEnd/>
                    <a:tailEnd/>
                  </a:ln>
                  <a:effectLst>
                    <a:outerShdw blurRad="50800" dist="38100" dir="2700000" algn="tl"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anchor="ctr" anchorCtr="0" compatLnSpc="1">
                    <a:prstTxWarp prst="textNoShape">
                      <a:avLst/>
                    </a:prstTxWarp>
                  </a:bodyPr>
                  <a:lstStyle/>
                  <a:p>
                    <a:endParaRPr lang="zh-CN" altLang="en-US"/>
                  </a:p>
                </p:txBody>
              </p:sp>
              <p:sp>
                <p:nvSpPr>
                  <p:cNvPr id="676" name="矩形 676"/>
                  <p:cNvSpPr>
                    <a:spLocks noChangeArrowheads="1"/>
                  </p:cNvSpPr>
                  <p:nvPr/>
                </p:nvSpPr>
                <p:spPr bwMode="auto">
                  <a:xfrm>
                    <a:off x="12244" y="8499"/>
                    <a:ext cx="9071" cy="2121"/>
                  </a:xfrm>
                  <a:prstGeom prst="rect">
                    <a:avLst/>
                  </a:prstGeom>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13500000" scaled="1"/>
                    <a:tileRect/>
                  </a:gradFill>
                  <a:ln>
                    <a:headEnd/>
                    <a:tailEnd/>
                  </a:ln>
                  <a:effectLst>
                    <a:outerShdw blurRad="50800" dist="38100" dir="2700000" algn="tl"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anchor="ctr" anchorCtr="0" compatLnSpc="1">
                    <a:prstTxWarp prst="textNoShape">
                      <a:avLst/>
                    </a:prstTxWarp>
                  </a:bodyPr>
                  <a:lstStyle/>
                  <a:p>
                    <a:endParaRPr lang="zh-CN" altLang="en-US"/>
                  </a:p>
                </p:txBody>
              </p:sp>
              <p:sp>
                <p:nvSpPr>
                  <p:cNvPr id="679" name="矩形 679"/>
                  <p:cNvSpPr>
                    <a:spLocks noChangeArrowheads="1"/>
                  </p:cNvSpPr>
                  <p:nvPr/>
                </p:nvSpPr>
                <p:spPr bwMode="auto">
                  <a:xfrm>
                    <a:off x="12167" y="12795"/>
                    <a:ext cx="9072" cy="4358"/>
                  </a:xfrm>
                  <a:prstGeom prst="rect">
                    <a:avLst/>
                  </a:prstGeom>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13500000" scaled="1"/>
                    <a:tileRect/>
                  </a:gradFill>
                  <a:ln>
                    <a:headEnd/>
                    <a:tailEnd/>
                  </a:ln>
                  <a:effectLst>
                    <a:outerShdw blurRad="50800" dist="38100" dir="2700000" algn="tl"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anchor="ctr" anchorCtr="0" compatLnSpc="1">
                    <a:prstTxWarp prst="textNoShape">
                      <a:avLst/>
                    </a:prstTxWarp>
                  </a:bodyPr>
                  <a:lstStyle/>
                  <a:p>
                    <a:endParaRPr lang="zh-CN" altLang="en-US"/>
                  </a:p>
                </p:txBody>
              </p:sp>
              <p:sp>
                <p:nvSpPr>
                  <p:cNvPr id="650" name="AutoShape 14"/>
                  <p:cNvSpPr>
                    <a:spLocks noChangeArrowheads="1"/>
                  </p:cNvSpPr>
                  <p:nvPr/>
                </p:nvSpPr>
                <p:spPr bwMode="auto">
                  <a:xfrm>
                    <a:off x="337" y="4694"/>
                    <a:ext cx="8655" cy="2070"/>
                  </a:xfrm>
                  <a:prstGeom prst="flowChartDecision">
                    <a:avLst/>
                  </a:prstGeom>
                  <a:gradFill flip="none" rotWithShape="1">
                    <a:gsLst>
                      <a:gs pos="0">
                        <a:srgbClr val="FF33CC">
                          <a:tint val="66000"/>
                          <a:satMod val="160000"/>
                        </a:srgbClr>
                      </a:gs>
                      <a:gs pos="50000">
                        <a:srgbClr val="FF33CC">
                          <a:tint val="44500"/>
                          <a:satMod val="160000"/>
                        </a:srgbClr>
                      </a:gs>
                      <a:gs pos="100000">
                        <a:srgbClr val="FF33CC">
                          <a:tint val="23500"/>
                          <a:satMod val="160000"/>
                        </a:srgbClr>
                      </a:gs>
                    </a:gsLst>
                    <a:lin ang="13500000" scaled="1"/>
                    <a:tileRect/>
                  </a:gradFill>
                  <a:ln>
                    <a:headEnd/>
                    <a:tailEnd/>
                  </a:ln>
                  <a:effectLst>
                    <a:outerShdw blurRad="50800" dist="38100" dir="2700000" algn="t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
                <p:nvSpPr>
                  <p:cNvPr id="648" name="矩形 648"/>
                  <p:cNvSpPr>
                    <a:spLocks noChangeArrowheads="1"/>
                  </p:cNvSpPr>
                  <p:nvPr/>
                </p:nvSpPr>
                <p:spPr bwMode="auto">
                  <a:xfrm>
                    <a:off x="0" y="0"/>
                    <a:ext cx="9296" cy="3129"/>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l="100000" b="100000"/>
                    </a:path>
                    <a:tileRect t="-100000" r="-100000"/>
                  </a:gradFill>
                  <a:ln>
                    <a:solidFill>
                      <a:schemeClr val="tx1"/>
                    </a:solidFill>
                    <a:headEnd/>
                    <a:tailEn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ctr" anchorCtr="0" compatLnSpc="1">
                    <a:prstTxWarp prst="textNoShape">
                      <a:avLst/>
                    </a:prstTxWarp>
                  </a:bodyPr>
                  <a:lstStyle/>
                  <a:p>
                    <a:endParaRPr lang="zh-CN" altLang="en-US"/>
                  </a:p>
                </p:txBody>
              </p:sp>
              <p:sp>
                <p:nvSpPr>
                  <p:cNvPr id="654" name="矩形 654"/>
                  <p:cNvSpPr>
                    <a:spLocks noChangeArrowheads="1"/>
                  </p:cNvSpPr>
                  <p:nvPr/>
                </p:nvSpPr>
                <p:spPr bwMode="auto">
                  <a:xfrm>
                    <a:off x="368" y="8530"/>
                    <a:ext cx="8953" cy="2121"/>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a:headEnd/>
                    <a:tailEnd/>
                  </a:ln>
                  <a:effectLst>
                    <a:outerShdw blurRad="50800" dist="38100" dir="2700000" algn="t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ctr" anchorCtr="0" compatLnSpc="1">
                    <a:prstTxWarp prst="textNoShape">
                      <a:avLst/>
                    </a:prstTxWarp>
                  </a:bodyPr>
                  <a:lstStyle/>
                  <a:p>
                    <a:endParaRPr lang="zh-CN" altLang="en-US"/>
                  </a:p>
                </p:txBody>
              </p:sp>
            </p:grpSp>
            <p:grpSp>
              <p:nvGrpSpPr>
                <p:cNvPr id="624" name="组合 624"/>
                <p:cNvGrpSpPr>
                  <a:grpSpLocks/>
                </p:cNvGrpSpPr>
                <p:nvPr/>
              </p:nvGrpSpPr>
              <p:grpSpPr bwMode="auto">
                <a:xfrm>
                  <a:off x="0" y="3129"/>
                  <a:ext cx="18625" cy="23879"/>
                  <a:chOff x="0" y="0"/>
                  <a:chExt cx="18625" cy="23878"/>
                </a:xfrm>
              </p:grpSpPr>
              <p:sp>
                <p:nvSpPr>
                  <p:cNvPr id="663" name="Line 20"/>
                  <p:cNvSpPr>
                    <a:spLocks noChangeShapeType="1"/>
                  </p:cNvSpPr>
                  <p:nvPr/>
                </p:nvSpPr>
                <p:spPr bwMode="auto">
                  <a:xfrm>
                    <a:off x="6443" y="0"/>
                    <a:ext cx="0" cy="1607"/>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sp>
                <p:nvSpPr>
                  <p:cNvPr id="664" name="Line 20"/>
                  <p:cNvSpPr>
                    <a:spLocks noChangeShapeType="1"/>
                  </p:cNvSpPr>
                  <p:nvPr/>
                </p:nvSpPr>
                <p:spPr bwMode="auto">
                  <a:xfrm>
                    <a:off x="6474" y="3620"/>
                    <a:ext cx="0" cy="1749"/>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sp>
                <p:nvSpPr>
                  <p:cNvPr id="668" name="Line 20"/>
                  <p:cNvSpPr>
                    <a:spLocks noChangeShapeType="1"/>
                  </p:cNvSpPr>
                  <p:nvPr/>
                </p:nvSpPr>
                <p:spPr bwMode="auto">
                  <a:xfrm>
                    <a:off x="6443" y="7548"/>
                    <a:ext cx="0" cy="1607"/>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sp>
                <p:nvSpPr>
                  <p:cNvPr id="669" name="Line 20"/>
                  <p:cNvSpPr>
                    <a:spLocks noChangeShapeType="1"/>
                  </p:cNvSpPr>
                  <p:nvPr/>
                </p:nvSpPr>
                <p:spPr bwMode="auto">
                  <a:xfrm>
                    <a:off x="6474" y="11230"/>
                    <a:ext cx="0" cy="1749"/>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sp>
                <p:nvSpPr>
                  <p:cNvPr id="670" name="Line 20"/>
                  <p:cNvSpPr>
                    <a:spLocks noChangeShapeType="1"/>
                  </p:cNvSpPr>
                  <p:nvPr/>
                </p:nvSpPr>
                <p:spPr bwMode="auto">
                  <a:xfrm>
                    <a:off x="6474" y="16170"/>
                    <a:ext cx="0" cy="202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sp>
                <p:nvSpPr>
                  <p:cNvPr id="671" name="Line 26"/>
                  <p:cNvSpPr>
                    <a:spLocks noChangeShapeType="1"/>
                  </p:cNvSpPr>
                  <p:nvPr/>
                </p:nvSpPr>
                <p:spPr bwMode="auto">
                  <a:xfrm>
                    <a:off x="6413" y="20313"/>
                    <a:ext cx="0" cy="1742"/>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72" name="直接连接符 672"/>
                  <p:cNvSpPr>
                    <a:spLocks noChangeShapeType="1"/>
                  </p:cNvSpPr>
                  <p:nvPr/>
                </p:nvSpPr>
                <p:spPr bwMode="auto">
                  <a:xfrm flipH="1">
                    <a:off x="0" y="22062"/>
                    <a:ext cx="6430"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73" name="直接连接符 673"/>
                  <p:cNvSpPr>
                    <a:spLocks noChangeShapeType="1"/>
                  </p:cNvSpPr>
                  <p:nvPr/>
                </p:nvSpPr>
                <p:spPr bwMode="auto">
                  <a:xfrm flipV="1">
                    <a:off x="0" y="644"/>
                    <a:ext cx="0" cy="21437"/>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75" name="Line 23"/>
                  <p:cNvSpPr>
                    <a:spLocks noChangeShapeType="1"/>
                  </p:cNvSpPr>
                  <p:nvPr/>
                </p:nvSpPr>
                <p:spPr bwMode="auto">
                  <a:xfrm flipV="1">
                    <a:off x="0" y="644"/>
                    <a:ext cx="6400" cy="0"/>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sp>
                <p:nvSpPr>
                  <p:cNvPr id="680" name="直接连接符 680"/>
                  <p:cNvSpPr>
                    <a:spLocks noChangeShapeType="1"/>
                  </p:cNvSpPr>
                  <p:nvPr/>
                </p:nvSpPr>
                <p:spPr bwMode="auto">
                  <a:xfrm flipH="1">
                    <a:off x="10616" y="2577"/>
                    <a:ext cx="8009"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08" name="Line 20"/>
                  <p:cNvSpPr>
                    <a:spLocks noChangeShapeType="1"/>
                  </p:cNvSpPr>
                  <p:nvPr/>
                </p:nvSpPr>
                <p:spPr bwMode="auto">
                  <a:xfrm>
                    <a:off x="18625" y="2577"/>
                    <a:ext cx="0" cy="2820"/>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sp>
                <p:nvSpPr>
                  <p:cNvPr id="609" name="Line 20"/>
                  <p:cNvSpPr>
                    <a:spLocks noChangeShapeType="1"/>
                  </p:cNvSpPr>
                  <p:nvPr/>
                </p:nvSpPr>
                <p:spPr bwMode="auto">
                  <a:xfrm>
                    <a:off x="18564" y="7517"/>
                    <a:ext cx="0" cy="2148"/>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sp>
                <p:nvSpPr>
                  <p:cNvPr id="611" name="直接连接符 611"/>
                  <p:cNvSpPr>
                    <a:spLocks noChangeShapeType="1"/>
                  </p:cNvSpPr>
                  <p:nvPr/>
                </p:nvSpPr>
                <p:spPr bwMode="auto">
                  <a:xfrm flipV="1">
                    <a:off x="18594" y="14023"/>
                    <a:ext cx="0" cy="7578"/>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16" name="直接连接符 616"/>
                  <p:cNvSpPr>
                    <a:spLocks noChangeShapeType="1"/>
                  </p:cNvSpPr>
                  <p:nvPr/>
                </p:nvSpPr>
                <p:spPr bwMode="auto">
                  <a:xfrm flipH="1">
                    <a:off x="7824" y="21601"/>
                    <a:ext cx="10783"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22" name="Line 20"/>
                  <p:cNvSpPr>
                    <a:spLocks noChangeShapeType="1"/>
                  </p:cNvSpPr>
                  <p:nvPr/>
                </p:nvSpPr>
                <p:spPr bwMode="auto">
                  <a:xfrm>
                    <a:off x="7864" y="21485"/>
                    <a:ext cx="0" cy="2393"/>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634" name="组合 634"/>
              <p:cNvGrpSpPr>
                <a:grpSpLocks/>
              </p:cNvGrpSpPr>
              <p:nvPr/>
            </p:nvGrpSpPr>
            <p:grpSpPr bwMode="auto">
              <a:xfrm>
                <a:off x="6494" y="13286"/>
                <a:ext cx="5898" cy="6965"/>
                <a:chOff x="51" y="0"/>
                <a:chExt cx="5898" cy="6965"/>
              </a:xfrm>
            </p:grpSpPr>
            <p:sp>
              <p:nvSpPr>
                <p:cNvPr id="628" name="直接连接符 628"/>
                <p:cNvSpPr>
                  <a:spLocks noChangeShapeType="1"/>
                </p:cNvSpPr>
                <p:nvPr/>
              </p:nvSpPr>
              <p:spPr bwMode="auto">
                <a:xfrm flipH="1">
                  <a:off x="4050" y="30"/>
                  <a:ext cx="1899"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30" name="直接连接符 630"/>
                <p:cNvSpPr>
                  <a:spLocks noChangeShapeType="1"/>
                </p:cNvSpPr>
                <p:nvPr/>
              </p:nvSpPr>
              <p:spPr bwMode="auto">
                <a:xfrm flipV="1">
                  <a:off x="5922" y="0"/>
                  <a:ext cx="0" cy="6965"/>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cxnSp>
              <p:nvCxnSpPr>
                <p:cNvPr id="633" name="直接箭头连接符 633"/>
                <p:cNvCxnSpPr>
                  <a:cxnSpLocks noChangeShapeType="1"/>
                </p:cNvCxnSpPr>
                <p:nvPr/>
              </p:nvCxnSpPr>
              <p:spPr bwMode="auto">
                <a:xfrm flipH="1">
                  <a:off x="51" y="6934"/>
                  <a:ext cx="5892" cy="0"/>
                </a:xfrm>
                <a:prstGeom prst="straightConnector1">
                  <a:avLst/>
                </a:prstGeom>
                <a:noFill/>
                <a:ln w="19050">
                  <a:solidFill>
                    <a:srgbClr val="000000"/>
                  </a:solidFill>
                  <a:miter lim="800000"/>
                  <a:headEnd/>
                  <a:tailEnd type="stealth" w="med" len="lg"/>
                </a:ln>
              </p:spPr>
            </p:cxnSp>
          </p:grpSp>
        </p:grpSp>
        <p:grpSp>
          <p:nvGrpSpPr>
            <p:cNvPr id="682" name="组合 682"/>
            <p:cNvGrpSpPr>
              <a:grpSpLocks/>
            </p:cNvGrpSpPr>
            <p:nvPr/>
          </p:nvGrpSpPr>
          <p:grpSpPr bwMode="auto">
            <a:xfrm>
              <a:off x="1215" y="86"/>
              <a:ext cx="22475" cy="24098"/>
              <a:chOff x="142" y="86"/>
              <a:chExt cx="22474" cy="24098"/>
            </a:xfrm>
          </p:grpSpPr>
          <p:sp>
            <p:nvSpPr>
              <p:cNvPr id="652" name="文本框 2"/>
              <p:cNvSpPr txBox="1">
                <a:spLocks noChangeArrowheads="1"/>
              </p:cNvSpPr>
              <p:nvPr/>
            </p:nvSpPr>
            <p:spPr bwMode="auto">
              <a:xfrm>
                <a:off x="888" y="8767"/>
                <a:ext cx="9703" cy="2718"/>
              </a:xfrm>
              <a:prstGeom prst="rect">
                <a:avLst/>
              </a:prstGeom>
              <a:no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pPr algn="ctr"/>
                <a:r>
                  <a:rPr kumimoji="0" lang="zh-CN" altLang="en-US"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输入整数</a:t>
                </a:r>
                <a:r>
                  <a:rPr kumimoji="0" lang="en-US" altLang="zh-CN"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=&gt;a</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647" name="文本框 2"/>
              <p:cNvSpPr txBox="1">
                <a:spLocks noChangeArrowheads="1"/>
              </p:cNvSpPr>
              <p:nvPr/>
            </p:nvSpPr>
            <p:spPr bwMode="auto">
              <a:xfrm>
                <a:off x="142" y="86"/>
                <a:ext cx="10591" cy="271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num=0, sum=0</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649" name="文本框 2"/>
              <p:cNvSpPr txBox="1">
                <a:spLocks noChangeArrowheads="1"/>
              </p:cNvSpPr>
              <p:nvPr/>
            </p:nvSpPr>
            <p:spPr bwMode="auto">
              <a:xfrm>
                <a:off x="3238" y="1471"/>
                <a:ext cx="4508" cy="27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err="1">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 = 0</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659" name="文本框 2"/>
              <p:cNvSpPr txBox="1">
                <a:spLocks noChangeArrowheads="1"/>
              </p:cNvSpPr>
              <p:nvPr/>
            </p:nvSpPr>
            <p:spPr bwMode="auto">
              <a:xfrm>
                <a:off x="1595" y="16127"/>
                <a:ext cx="7976" cy="27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num++</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660" name="文本框 2"/>
              <p:cNvSpPr txBox="1">
                <a:spLocks noChangeArrowheads="1"/>
              </p:cNvSpPr>
              <p:nvPr/>
            </p:nvSpPr>
            <p:spPr bwMode="auto">
              <a:xfrm>
                <a:off x="1963" y="17508"/>
                <a:ext cx="7976" cy="27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000000"/>
                    </a:solidFill>
                    <a:effectLst>
                      <a:outerShdw blurRad="38100" dist="38100" dir="2700000" algn="tl">
                        <a:srgbClr val="000000">
                          <a:alpha val="43137"/>
                        </a:srgbClr>
                      </a:outerShdw>
                    </a:effectLst>
                    <a:latin typeface="+mn-lt"/>
                    <a:cs typeface="宋体" pitchFamily="2" charset="-122"/>
                  </a:rPr>
                  <a:t>sum += a</a:t>
                </a:r>
                <a:endParaRPr kumimoji="0" lang="zh-CN" altLang="zh-CN" sz="1800" b="1" dirty="0">
                  <a:effectLst>
                    <a:outerShdw blurRad="38100" dist="38100" dir="2700000" algn="tl">
                      <a:srgbClr val="000000">
                        <a:alpha val="43137"/>
                      </a:srgbClr>
                    </a:outerShdw>
                  </a:effectLst>
                  <a:latin typeface="+mn-lt"/>
                  <a:cs typeface="宋体" pitchFamily="2" charset="-122"/>
                </a:endParaRPr>
              </a:p>
            </p:txBody>
          </p:sp>
          <p:sp>
            <p:nvSpPr>
              <p:cNvPr id="662" name="文本框 2"/>
              <p:cNvSpPr txBox="1">
                <a:spLocks noChangeArrowheads="1"/>
              </p:cNvSpPr>
              <p:nvPr/>
            </p:nvSpPr>
            <p:spPr bwMode="auto">
              <a:xfrm>
                <a:off x="2239" y="21467"/>
                <a:ext cx="6444" cy="271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err="1">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 = </a:t>
                </a:r>
                <a:r>
                  <a:rPr kumimoji="0" lang="en-US" altLang="zh-CN" sz="1800" b="1" dirty="0" err="1">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 + 1</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677" name="文本框 2"/>
              <p:cNvSpPr txBox="1">
                <a:spLocks noChangeArrowheads="1"/>
              </p:cNvSpPr>
              <p:nvPr/>
            </p:nvSpPr>
            <p:spPr bwMode="auto">
              <a:xfrm>
                <a:off x="12680" y="8681"/>
                <a:ext cx="9936" cy="254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800" b="1" dirty="0">
                    <a:solidFill>
                      <a:srgbClr val="CC00FF"/>
                    </a:solidFill>
                    <a:effectLst>
                      <a:outerShdw blurRad="38100" dist="38100" dir="2700000" algn="tl">
                        <a:srgbClr val="000000">
                          <a:alpha val="43137"/>
                        </a:srgbClr>
                      </a:outerShdw>
                    </a:effectLst>
                    <a:latin typeface="+mn-lt"/>
                    <a:ea typeface="楷体" pitchFamily="49" charset="-122"/>
                    <a:cs typeface="宋体" pitchFamily="2" charset="-122"/>
                  </a:rPr>
                  <a:t>输出</a:t>
                </a:r>
                <a:r>
                  <a:rPr kumimoji="0" lang="en-US" altLang="zh-CN" sz="1800" b="1" dirty="0">
                    <a:solidFill>
                      <a:srgbClr val="CC00FF"/>
                    </a:solidFill>
                    <a:effectLst>
                      <a:outerShdw blurRad="38100" dist="38100" dir="2700000" algn="tl">
                        <a:srgbClr val="000000">
                          <a:alpha val="43137"/>
                        </a:srgbClr>
                      </a:outerShdw>
                    </a:effectLst>
                    <a:latin typeface="+mn-lt"/>
                    <a:ea typeface="楷体" pitchFamily="49" charset="-122"/>
                    <a:cs typeface="宋体" pitchFamily="2" charset="-122"/>
                  </a:rPr>
                  <a:t>num, sum</a:t>
                </a:r>
              </a:p>
              <a:p>
                <a:endParaRPr kumimoji="0" lang="zh-CN" altLang="zh-CN" sz="1800" b="1" dirty="0">
                  <a:solidFill>
                    <a:srgbClr val="CC00FF"/>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678" name="文本框 2"/>
              <p:cNvSpPr txBox="1">
                <a:spLocks noChangeArrowheads="1"/>
              </p:cNvSpPr>
              <p:nvPr/>
            </p:nvSpPr>
            <p:spPr bwMode="auto">
              <a:xfrm>
                <a:off x="13397" y="13024"/>
                <a:ext cx="8208" cy="468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800" b="1" dirty="0">
                    <a:solidFill>
                      <a:srgbClr val="CC00FF"/>
                    </a:solidFill>
                    <a:effectLst>
                      <a:outerShdw blurRad="38100" dist="38100" dir="2700000" algn="tl">
                        <a:srgbClr val="000000">
                          <a:alpha val="43137"/>
                        </a:srgbClr>
                      </a:outerShdw>
                    </a:effectLst>
                    <a:latin typeface="+mn-lt"/>
                    <a:ea typeface="楷体" pitchFamily="49" charset="-122"/>
                    <a:cs typeface="宋体" pitchFamily="2" charset="-122"/>
                  </a:rPr>
                  <a:t>输出平均值</a:t>
                </a:r>
                <a:endParaRPr kumimoji="0" lang="en-US" altLang="zh-CN" sz="1800" b="1" dirty="0">
                  <a:solidFill>
                    <a:srgbClr val="CC00FF"/>
                  </a:solidFill>
                  <a:effectLst>
                    <a:outerShdw blurRad="38100" dist="38100" dir="2700000" algn="tl">
                      <a:srgbClr val="000000">
                        <a:alpha val="43137"/>
                      </a:srgbClr>
                    </a:outerShdw>
                  </a:effectLst>
                  <a:latin typeface="+mn-lt"/>
                  <a:ea typeface="楷体" pitchFamily="49" charset="-122"/>
                  <a:cs typeface="宋体" pitchFamily="2" charset="-122"/>
                </a:endParaRPr>
              </a:p>
              <a:p>
                <a:pPr algn="ctr"/>
                <a:r>
                  <a:rPr kumimoji="0" lang="en-US" altLang="zh-CN" sz="1800" b="1" dirty="0">
                    <a:solidFill>
                      <a:srgbClr val="CC00FF"/>
                    </a:solidFill>
                    <a:effectLst>
                      <a:outerShdw blurRad="38100" dist="38100" dir="2700000" algn="tl">
                        <a:srgbClr val="000000">
                          <a:alpha val="43137"/>
                        </a:srgbClr>
                      </a:outerShdw>
                    </a:effectLst>
                    <a:latin typeface="+mn-lt"/>
                    <a:ea typeface="楷体" pitchFamily="49" charset="-122"/>
                    <a:cs typeface="宋体" pitchFamily="2" charset="-122"/>
                  </a:rPr>
                  <a:t>sum/num</a:t>
                </a:r>
              </a:p>
              <a:p>
                <a:endParaRPr kumimoji="0" lang="zh-CN" altLang="zh-CN" sz="1800" b="1" dirty="0">
                  <a:solidFill>
                    <a:srgbClr val="CC00FF"/>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656" name="文本框 2"/>
              <p:cNvSpPr txBox="1">
                <a:spLocks noChangeArrowheads="1"/>
              </p:cNvSpPr>
              <p:nvPr/>
            </p:nvSpPr>
            <p:spPr bwMode="auto">
              <a:xfrm>
                <a:off x="3099" y="12304"/>
                <a:ext cx="4725" cy="27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a≤0</a:t>
                </a:r>
                <a:endParaRPr kumimoji="0" lang="zh-CN" altLang="zh-CN" sz="1800" b="1">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651" name="文本框 2"/>
              <p:cNvSpPr txBox="1">
                <a:spLocks noChangeArrowheads="1"/>
              </p:cNvSpPr>
              <p:nvPr/>
            </p:nvSpPr>
            <p:spPr bwMode="auto">
              <a:xfrm>
                <a:off x="2915" y="4842"/>
                <a:ext cx="5369" cy="271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err="1">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 &lt; 10</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658" name="文本框 2"/>
              <p:cNvSpPr txBox="1">
                <a:spLocks noChangeArrowheads="1"/>
              </p:cNvSpPr>
              <p:nvPr/>
            </p:nvSpPr>
            <p:spPr bwMode="auto">
              <a:xfrm>
                <a:off x="10591" y="17597"/>
                <a:ext cx="6719" cy="25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FF0000"/>
                    </a:solidFill>
                    <a:effectLst>
                      <a:outerShdw blurRad="38100" dist="38100" dir="2700000" algn="tl">
                        <a:srgbClr val="000000">
                          <a:alpha val="43137"/>
                        </a:srgbClr>
                      </a:outerShdw>
                    </a:effectLst>
                    <a:latin typeface="+mn-lt"/>
                    <a:ea typeface="楷体" pitchFamily="49" charset="-122"/>
                    <a:cs typeface="宋体" pitchFamily="2" charset="-122"/>
                  </a:rPr>
                  <a:t>continue</a:t>
                </a:r>
              </a:p>
              <a:p>
                <a:endParaRPr kumimoji="0" lang="zh-CN" altLang="zh-CN" sz="1800" b="1" dirty="0">
                  <a:solidFill>
                    <a:srgbClr val="FF0000"/>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665" name="Text Box 19"/>
              <p:cNvSpPr txBox="1">
                <a:spLocks noChangeArrowheads="1"/>
              </p:cNvSpPr>
              <p:nvPr/>
            </p:nvSpPr>
            <p:spPr bwMode="auto">
              <a:xfrm>
                <a:off x="9174" y="11721"/>
                <a:ext cx="2527" cy="24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50000"/>
                      </a:schemeClr>
                    </a:solidFill>
                    <a:effectLst>
                      <a:outerShdw blurRad="38100" dist="38100" dir="2700000" algn="tl">
                        <a:srgbClr val="000000">
                          <a:alpha val="43137"/>
                        </a:srgbClr>
                      </a:outerShdw>
                    </a:effectLst>
                    <a:latin typeface="+mn-lt"/>
                    <a:cs typeface="宋体" pitchFamily="2" charset="-122"/>
                  </a:rPr>
                  <a:t>T</a:t>
                </a:r>
                <a:endParaRPr kumimoji="0" lang="zh-CN" altLang="zh-CN" sz="1400" b="1" dirty="0">
                  <a:solidFill>
                    <a:schemeClr val="accent1">
                      <a:lumMod val="50000"/>
                    </a:schemeClr>
                  </a:solidFill>
                  <a:effectLst>
                    <a:outerShdw blurRad="38100" dist="38100" dir="2700000" algn="tl">
                      <a:srgbClr val="000000">
                        <a:alpha val="43137"/>
                      </a:srgbClr>
                    </a:outerShdw>
                  </a:effectLst>
                  <a:latin typeface="+mn-lt"/>
                  <a:cs typeface="宋体" pitchFamily="2" charset="-122"/>
                </a:endParaRPr>
              </a:p>
            </p:txBody>
          </p:sp>
          <p:sp>
            <p:nvSpPr>
              <p:cNvPr id="666" name="Text Box 19"/>
              <p:cNvSpPr txBox="1">
                <a:spLocks noChangeArrowheads="1"/>
              </p:cNvSpPr>
              <p:nvPr/>
            </p:nvSpPr>
            <p:spPr bwMode="auto">
              <a:xfrm>
                <a:off x="3690" y="14685"/>
                <a:ext cx="1570" cy="205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effectLst>
                      <a:outerShdw blurRad="38100" dist="38100" dir="2700000" algn="tl">
                        <a:srgbClr val="000000">
                          <a:alpha val="43137"/>
                        </a:srgbClr>
                      </a:outerShdw>
                    </a:effectLst>
                    <a:latin typeface="+mn-lt"/>
                    <a:cs typeface="宋体" pitchFamily="2" charset="-122"/>
                  </a:rPr>
                  <a:t>F</a:t>
                </a:r>
                <a:endParaRPr kumimoji="0" lang="zh-CN" altLang="zh-CN" sz="1400" b="1" dirty="0">
                  <a:solidFill>
                    <a:srgbClr val="7030A0"/>
                  </a:solidFill>
                  <a:effectLst>
                    <a:outerShdw blurRad="38100" dist="38100" dir="2700000" algn="tl">
                      <a:srgbClr val="000000">
                        <a:alpha val="43137"/>
                      </a:srgbClr>
                    </a:outerShdw>
                  </a:effectLst>
                  <a:latin typeface="+mn-lt"/>
                  <a:cs typeface="宋体" pitchFamily="2" charset="-122"/>
                </a:endParaRPr>
              </a:p>
            </p:txBody>
          </p:sp>
          <p:sp>
            <p:nvSpPr>
              <p:cNvPr id="667" name="Text Box 19"/>
              <p:cNvSpPr txBox="1">
                <a:spLocks noChangeArrowheads="1"/>
              </p:cNvSpPr>
              <p:nvPr/>
            </p:nvSpPr>
            <p:spPr bwMode="auto">
              <a:xfrm>
                <a:off x="3766" y="6941"/>
                <a:ext cx="2002" cy="191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50000"/>
                      </a:schemeClr>
                    </a:solidFill>
                    <a:effectLst>
                      <a:outerShdw blurRad="38100" dist="38100" dir="2700000" algn="tl">
                        <a:srgbClr val="000000">
                          <a:alpha val="43137"/>
                        </a:srgbClr>
                      </a:outerShdw>
                    </a:effectLst>
                    <a:latin typeface="+mn-lt"/>
                    <a:cs typeface="宋体" pitchFamily="2" charset="-122"/>
                  </a:rPr>
                  <a:t>T</a:t>
                </a:r>
                <a:endParaRPr kumimoji="0" lang="zh-CN" altLang="zh-CN" sz="1400" b="1" dirty="0">
                  <a:solidFill>
                    <a:schemeClr val="accent1">
                      <a:lumMod val="50000"/>
                    </a:schemeClr>
                  </a:solidFill>
                  <a:effectLst>
                    <a:outerShdw blurRad="38100" dist="38100" dir="2700000" algn="tl">
                      <a:srgbClr val="000000">
                        <a:alpha val="43137"/>
                      </a:srgbClr>
                    </a:outerShdw>
                  </a:effectLst>
                  <a:latin typeface="+mn-lt"/>
                  <a:cs typeface="宋体" pitchFamily="2" charset="-122"/>
                </a:endParaRPr>
              </a:p>
            </p:txBody>
          </p:sp>
          <p:sp>
            <p:nvSpPr>
              <p:cNvPr id="681" name="Text Box 19"/>
              <p:cNvSpPr txBox="1">
                <a:spLocks noChangeArrowheads="1"/>
              </p:cNvSpPr>
              <p:nvPr/>
            </p:nvSpPr>
            <p:spPr bwMode="auto">
              <a:xfrm>
                <a:off x="12059" y="4191"/>
                <a:ext cx="1988" cy="17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effectLst>
                      <a:outerShdw blurRad="38100" dist="38100" dir="2700000" algn="tl">
                        <a:srgbClr val="000000">
                          <a:alpha val="43137"/>
                        </a:srgbClr>
                      </a:outerShdw>
                    </a:effectLst>
                    <a:latin typeface="+mn-lt"/>
                    <a:cs typeface="宋体" pitchFamily="2" charset="-122"/>
                  </a:rPr>
                  <a:t>F</a:t>
                </a:r>
                <a:endParaRPr kumimoji="0" lang="zh-CN" altLang="zh-CN" sz="1400" b="1" dirty="0">
                  <a:solidFill>
                    <a:srgbClr val="7030A0"/>
                  </a:solidFill>
                  <a:effectLst>
                    <a:outerShdw blurRad="38100" dist="38100" dir="2700000" algn="tl">
                      <a:srgbClr val="000000">
                        <a:alpha val="43137"/>
                      </a:srgbClr>
                    </a:outerShdw>
                  </a:effectLst>
                  <a:latin typeface="+mn-lt"/>
                  <a:cs typeface="宋体" pitchFamily="2" charset="-122"/>
                </a:endParaRPr>
              </a:p>
            </p:txBody>
          </p:sp>
        </p:grpSp>
      </p:grpSp>
      <p:grpSp>
        <p:nvGrpSpPr>
          <p:cNvPr id="942131" name="组合 726"/>
          <p:cNvGrpSpPr>
            <a:grpSpLocks/>
          </p:cNvGrpSpPr>
          <p:nvPr/>
        </p:nvGrpSpPr>
        <p:grpSpPr bwMode="auto">
          <a:xfrm>
            <a:off x="8443616" y="3501009"/>
            <a:ext cx="3185711" cy="2945577"/>
            <a:chOff x="1472" y="79"/>
            <a:chExt cx="20496" cy="19554"/>
          </a:xfrm>
        </p:grpSpPr>
        <p:grpSp>
          <p:nvGrpSpPr>
            <p:cNvPr id="723" name="组合 723"/>
            <p:cNvGrpSpPr>
              <a:grpSpLocks/>
            </p:cNvGrpSpPr>
            <p:nvPr/>
          </p:nvGrpSpPr>
          <p:grpSpPr bwMode="auto">
            <a:xfrm>
              <a:off x="1472" y="79"/>
              <a:ext cx="20496" cy="19554"/>
              <a:chOff x="0" y="79"/>
              <a:chExt cx="20495" cy="19559"/>
            </a:xfrm>
          </p:grpSpPr>
          <p:grpSp>
            <p:nvGrpSpPr>
              <p:cNvPr id="722" name="组合 722"/>
              <p:cNvGrpSpPr>
                <a:grpSpLocks/>
              </p:cNvGrpSpPr>
              <p:nvPr/>
            </p:nvGrpSpPr>
            <p:grpSpPr bwMode="auto">
              <a:xfrm>
                <a:off x="0" y="276"/>
                <a:ext cx="20495" cy="19362"/>
                <a:chOff x="0" y="0"/>
                <a:chExt cx="20495" cy="19361"/>
              </a:xfrm>
            </p:grpSpPr>
            <p:grpSp>
              <p:nvGrpSpPr>
                <p:cNvPr id="720" name="组合 720"/>
                <p:cNvGrpSpPr>
                  <a:grpSpLocks/>
                </p:cNvGrpSpPr>
                <p:nvPr/>
              </p:nvGrpSpPr>
              <p:grpSpPr bwMode="auto">
                <a:xfrm>
                  <a:off x="0" y="0"/>
                  <a:ext cx="20495" cy="19361"/>
                  <a:chOff x="0" y="0"/>
                  <a:chExt cx="20495" cy="19361"/>
                </a:xfrm>
              </p:grpSpPr>
              <p:sp>
                <p:nvSpPr>
                  <p:cNvPr id="694" name="矩形 694"/>
                  <p:cNvSpPr>
                    <a:spLocks noChangeArrowheads="1"/>
                  </p:cNvSpPr>
                  <p:nvPr/>
                </p:nvSpPr>
                <p:spPr bwMode="auto">
                  <a:xfrm>
                    <a:off x="0" y="0"/>
                    <a:ext cx="20434" cy="19361"/>
                  </a:xfrm>
                  <a:prstGeom prst="rect">
                    <a:avLst/>
                  </a:prstGeom>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13500000" scaled="1"/>
                    <a:tileRect/>
                  </a:gradFill>
                  <a:ln w="19050">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bodyPr>
                  <a:lstStyle/>
                  <a:p>
                    <a:endParaRPr lang="zh-CN" altLang="en-US"/>
                  </a:p>
                </p:txBody>
              </p:sp>
              <p:sp>
                <p:nvSpPr>
                  <p:cNvPr id="695" name="直接连接符 695"/>
                  <p:cNvSpPr>
                    <a:spLocks noChangeShapeType="1"/>
                  </p:cNvSpPr>
                  <p:nvPr/>
                </p:nvSpPr>
                <p:spPr bwMode="auto">
                  <a:xfrm>
                    <a:off x="0" y="2424"/>
                    <a:ext cx="20431"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96" name="直接连接符 696"/>
                  <p:cNvSpPr>
                    <a:spLocks noChangeShapeType="1"/>
                  </p:cNvSpPr>
                  <p:nvPr/>
                </p:nvSpPr>
                <p:spPr bwMode="auto">
                  <a:xfrm>
                    <a:off x="1933" y="4835"/>
                    <a:ext cx="18501"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98" name="直接连接符 698"/>
                  <p:cNvSpPr>
                    <a:spLocks noChangeShapeType="1"/>
                  </p:cNvSpPr>
                  <p:nvPr/>
                </p:nvSpPr>
                <p:spPr bwMode="auto">
                  <a:xfrm>
                    <a:off x="2025" y="7026"/>
                    <a:ext cx="8868" cy="2146"/>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99" name="直接连接符 699"/>
                  <p:cNvSpPr>
                    <a:spLocks noChangeShapeType="1"/>
                  </p:cNvSpPr>
                  <p:nvPr/>
                </p:nvSpPr>
                <p:spPr bwMode="auto">
                  <a:xfrm flipH="1">
                    <a:off x="10893" y="7057"/>
                    <a:ext cx="9511" cy="2117"/>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87" name="直接连接符 687"/>
                  <p:cNvSpPr>
                    <a:spLocks noChangeShapeType="1"/>
                  </p:cNvSpPr>
                  <p:nvPr/>
                </p:nvSpPr>
                <p:spPr bwMode="auto">
                  <a:xfrm>
                    <a:off x="10923" y="9113"/>
                    <a:ext cx="0" cy="3091"/>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07" name="直接连接符 707"/>
                  <p:cNvSpPr>
                    <a:spLocks noChangeShapeType="1"/>
                  </p:cNvSpPr>
                  <p:nvPr/>
                </p:nvSpPr>
                <p:spPr bwMode="auto">
                  <a:xfrm>
                    <a:off x="1994" y="7026"/>
                    <a:ext cx="18501"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10" name="直接连接符 710"/>
                  <p:cNvSpPr>
                    <a:spLocks noChangeShapeType="1"/>
                  </p:cNvSpPr>
                  <p:nvPr/>
                </p:nvSpPr>
                <p:spPr bwMode="auto">
                  <a:xfrm>
                    <a:off x="1902" y="12181"/>
                    <a:ext cx="18501"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15" name="直接连接符 715"/>
                  <p:cNvSpPr>
                    <a:spLocks noChangeShapeType="1"/>
                  </p:cNvSpPr>
                  <p:nvPr/>
                </p:nvSpPr>
                <p:spPr bwMode="auto">
                  <a:xfrm>
                    <a:off x="0" y="14421"/>
                    <a:ext cx="20430"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17" name="直接连接符 717"/>
                  <p:cNvSpPr>
                    <a:spLocks noChangeShapeType="1"/>
                  </p:cNvSpPr>
                  <p:nvPr/>
                </p:nvSpPr>
                <p:spPr bwMode="auto">
                  <a:xfrm>
                    <a:off x="30" y="16784"/>
                    <a:ext cx="20431"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89" name="直接连接符 689"/>
                  <p:cNvSpPr>
                    <a:spLocks noChangeShapeType="1"/>
                  </p:cNvSpPr>
                  <p:nvPr/>
                </p:nvSpPr>
                <p:spPr bwMode="auto">
                  <a:xfrm>
                    <a:off x="1963" y="4817"/>
                    <a:ext cx="0" cy="9572"/>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274" name="Text Box 19"/>
                <p:cNvSpPr txBox="1">
                  <a:spLocks noChangeArrowheads="1"/>
                </p:cNvSpPr>
                <p:nvPr/>
              </p:nvSpPr>
              <p:spPr bwMode="auto">
                <a:xfrm>
                  <a:off x="17654" y="6999"/>
                  <a:ext cx="1955" cy="22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effectLst>
                        <a:outerShdw blurRad="38100" dist="38100" dir="2700000" algn="tl">
                          <a:srgbClr val="000000">
                            <a:alpha val="43137"/>
                          </a:srgbClr>
                        </a:outerShdw>
                      </a:effectLst>
                      <a:latin typeface="+mn-lt"/>
                      <a:cs typeface="宋体" pitchFamily="2" charset="-122"/>
                    </a:rPr>
                    <a:t>T</a:t>
                  </a:r>
                  <a:endParaRPr kumimoji="0" lang="zh-CN" altLang="zh-CN" sz="1800" b="1" dirty="0">
                    <a:effectLst>
                      <a:outerShdw blurRad="38100" dist="38100" dir="2700000" algn="tl">
                        <a:srgbClr val="000000">
                          <a:alpha val="43137"/>
                        </a:srgbClr>
                      </a:outerShdw>
                    </a:effectLst>
                    <a:latin typeface="+mn-lt"/>
                    <a:cs typeface="宋体" pitchFamily="2" charset="-122"/>
                  </a:endParaRPr>
                </a:p>
              </p:txBody>
            </p:sp>
            <p:sp>
              <p:nvSpPr>
                <p:cNvPr id="705" name="Text Box 19"/>
                <p:cNvSpPr txBox="1">
                  <a:spLocks noChangeArrowheads="1"/>
                </p:cNvSpPr>
                <p:nvPr/>
              </p:nvSpPr>
              <p:spPr bwMode="auto">
                <a:xfrm>
                  <a:off x="2530" y="7018"/>
                  <a:ext cx="2249" cy="23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effectLst>
                        <a:outerShdw blurRad="38100" dist="38100" dir="2700000" algn="tl">
                          <a:srgbClr val="000000">
                            <a:alpha val="43137"/>
                          </a:srgbClr>
                        </a:outerShdw>
                      </a:effectLst>
                      <a:latin typeface="+mn-lt"/>
                      <a:cs typeface="宋体" pitchFamily="2" charset="-122"/>
                    </a:rPr>
                    <a:t>F</a:t>
                  </a:r>
                  <a:endParaRPr kumimoji="0" lang="zh-CN" altLang="zh-CN" sz="1800" b="1" dirty="0">
                    <a:effectLst>
                      <a:outerShdw blurRad="38100" dist="38100" dir="2700000" algn="tl">
                        <a:srgbClr val="000000">
                          <a:alpha val="43137"/>
                        </a:srgbClr>
                      </a:outerShdw>
                    </a:effectLst>
                    <a:latin typeface="+mn-lt"/>
                    <a:cs typeface="宋体" pitchFamily="2" charset="-122"/>
                  </a:endParaRPr>
                </a:p>
              </p:txBody>
            </p:sp>
          </p:grpSp>
          <p:grpSp>
            <p:nvGrpSpPr>
              <p:cNvPr id="721" name="组合 721"/>
              <p:cNvGrpSpPr>
                <a:grpSpLocks/>
              </p:cNvGrpSpPr>
              <p:nvPr/>
            </p:nvGrpSpPr>
            <p:grpSpPr bwMode="auto">
              <a:xfrm>
                <a:off x="76" y="79"/>
                <a:ext cx="18835" cy="19470"/>
                <a:chOff x="-1611" y="79"/>
                <a:chExt cx="18834" cy="19470"/>
              </a:xfrm>
            </p:grpSpPr>
            <p:sp>
              <p:nvSpPr>
                <p:cNvPr id="701" name="Text Box 15"/>
                <p:cNvSpPr txBox="1">
                  <a:spLocks noChangeArrowheads="1"/>
                </p:cNvSpPr>
                <p:nvPr/>
              </p:nvSpPr>
              <p:spPr bwMode="auto">
                <a:xfrm>
                  <a:off x="0" y="79"/>
                  <a:ext cx="16692" cy="21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num = 0, sum = 0, </a:t>
                  </a:r>
                  <a:r>
                    <a:rPr kumimoji="0" lang="en-US" altLang="zh-CN" sz="1800" b="1" dirty="0" err="1">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 = 0</a:t>
                  </a:r>
                </a:p>
                <a:p>
                  <a:pPr algn="ctr"/>
                  <a:endParaRPr kumimoji="0" lang="en-US" altLang="zh-CN"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endParaRPr>
                </a:p>
                <a:p>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703" name="文本框 2"/>
                <p:cNvSpPr txBox="1">
                  <a:spLocks noChangeArrowheads="1"/>
                </p:cNvSpPr>
                <p:nvPr/>
              </p:nvSpPr>
              <p:spPr bwMode="auto">
                <a:xfrm>
                  <a:off x="-1611" y="2503"/>
                  <a:ext cx="6559" cy="271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8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当</a:t>
                  </a:r>
                  <a:r>
                    <a:rPr kumimoji="0" lang="en-US" altLang="zh-CN" sz="1800" b="1" dirty="0" err="1">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8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 &lt; 10</a:t>
                  </a:r>
                </a:p>
                <a:p>
                  <a:endParaRPr kumimoji="0" lang="zh-CN" altLang="zh-CN" sz="18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708" name="文本框 2"/>
                <p:cNvSpPr txBox="1">
                  <a:spLocks noChangeArrowheads="1"/>
                </p:cNvSpPr>
                <p:nvPr/>
              </p:nvSpPr>
              <p:spPr bwMode="auto">
                <a:xfrm>
                  <a:off x="4569" y="4981"/>
                  <a:ext cx="11112" cy="27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输入整数</a:t>
                  </a:r>
                  <a:r>
                    <a:rPr kumimoji="0" lang="en-US" altLang="zh-CN"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==&gt;a</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711" name="文本框 2"/>
                <p:cNvSpPr txBox="1">
                  <a:spLocks noChangeArrowheads="1"/>
                </p:cNvSpPr>
                <p:nvPr/>
              </p:nvSpPr>
              <p:spPr bwMode="auto">
                <a:xfrm>
                  <a:off x="7149" y="6877"/>
                  <a:ext cx="4725" cy="27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a ≤ 0</a:t>
                  </a:r>
                  <a:endParaRPr kumimoji="0" lang="zh-CN" altLang="zh-CN" sz="18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712" name="文本框 2"/>
                <p:cNvSpPr txBox="1">
                  <a:spLocks noChangeArrowheads="1"/>
                </p:cNvSpPr>
                <p:nvPr/>
              </p:nvSpPr>
              <p:spPr bwMode="auto">
                <a:xfrm>
                  <a:off x="1225" y="8950"/>
                  <a:ext cx="6886" cy="20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000000"/>
                      </a:solidFill>
                      <a:effectLst>
                        <a:outerShdw blurRad="38100" dist="38100" dir="2700000" algn="tl">
                          <a:srgbClr val="000000">
                            <a:alpha val="43137"/>
                          </a:srgbClr>
                        </a:outerShdw>
                      </a:effectLst>
                      <a:latin typeface="+mn-lt"/>
                      <a:cs typeface="宋体" pitchFamily="2" charset="-122"/>
                    </a:rPr>
                    <a:t>num++</a:t>
                  </a:r>
                  <a:endParaRPr kumimoji="0" lang="zh-CN" altLang="zh-CN" sz="1800" b="1" dirty="0">
                    <a:effectLst>
                      <a:outerShdw blurRad="38100" dist="38100" dir="2700000" algn="tl">
                        <a:srgbClr val="000000">
                          <a:alpha val="43137"/>
                        </a:srgbClr>
                      </a:outerShdw>
                    </a:effectLst>
                    <a:latin typeface="+mn-lt"/>
                    <a:cs typeface="宋体" pitchFamily="2" charset="-122"/>
                  </a:endParaRPr>
                </a:p>
              </p:txBody>
            </p:sp>
            <p:sp>
              <p:nvSpPr>
                <p:cNvPr id="713" name="文本框 2"/>
                <p:cNvSpPr txBox="1">
                  <a:spLocks noChangeArrowheads="1"/>
                </p:cNvSpPr>
                <p:nvPr/>
              </p:nvSpPr>
              <p:spPr bwMode="auto">
                <a:xfrm>
                  <a:off x="1478" y="10250"/>
                  <a:ext cx="7412" cy="19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sum += a</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714" name="文本框 2"/>
                <p:cNvSpPr txBox="1">
                  <a:spLocks noChangeArrowheads="1"/>
                </p:cNvSpPr>
                <p:nvPr/>
              </p:nvSpPr>
              <p:spPr bwMode="auto">
                <a:xfrm>
                  <a:off x="10647" y="9626"/>
                  <a:ext cx="6576" cy="23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FF0000"/>
                      </a:solidFill>
                      <a:effectLst>
                        <a:outerShdw blurRad="38100" dist="38100" dir="2700000" algn="tl">
                          <a:srgbClr val="000000">
                            <a:alpha val="43137"/>
                          </a:srgbClr>
                        </a:outerShdw>
                      </a:effectLst>
                      <a:latin typeface="+mn-lt"/>
                      <a:ea typeface="楷体" pitchFamily="49" charset="-122"/>
                      <a:cs typeface="宋体" pitchFamily="2" charset="-122"/>
                    </a:rPr>
                    <a:t>continue</a:t>
                  </a:r>
                </a:p>
                <a:p>
                  <a:endParaRPr kumimoji="0" lang="zh-CN" altLang="zh-CN" sz="1800" b="1" dirty="0">
                    <a:solidFill>
                      <a:srgbClr val="FF0000"/>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716" name="文本框 2"/>
                <p:cNvSpPr txBox="1">
                  <a:spLocks noChangeArrowheads="1"/>
                </p:cNvSpPr>
                <p:nvPr/>
              </p:nvSpPr>
              <p:spPr bwMode="auto">
                <a:xfrm>
                  <a:off x="6505" y="12296"/>
                  <a:ext cx="6444" cy="271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err="1">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 = </a:t>
                  </a:r>
                  <a:r>
                    <a:rPr kumimoji="0" lang="en-US" altLang="zh-CN" sz="1800" b="1" dirty="0" err="1">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 + 1</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718" name="文本框 2"/>
                <p:cNvSpPr txBox="1">
                  <a:spLocks noChangeArrowheads="1"/>
                </p:cNvSpPr>
                <p:nvPr/>
              </p:nvSpPr>
              <p:spPr bwMode="auto">
                <a:xfrm>
                  <a:off x="3058" y="14531"/>
                  <a:ext cx="11940" cy="254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800" b="1" dirty="0">
                      <a:solidFill>
                        <a:srgbClr val="CC00FF"/>
                      </a:solidFill>
                      <a:effectLst>
                        <a:outerShdw blurRad="38100" dist="38100" dir="2700000" algn="tl">
                          <a:srgbClr val="000000">
                            <a:alpha val="43137"/>
                          </a:srgbClr>
                        </a:outerShdw>
                      </a:effectLst>
                      <a:latin typeface="+mn-lt"/>
                      <a:ea typeface="楷体" pitchFamily="49" charset="-122"/>
                      <a:cs typeface="宋体" pitchFamily="2" charset="-122"/>
                    </a:rPr>
                    <a:t>输出</a:t>
                  </a:r>
                  <a:r>
                    <a:rPr kumimoji="0" lang="en-US" altLang="zh-CN" sz="1800" b="1" dirty="0">
                      <a:solidFill>
                        <a:srgbClr val="CC00FF"/>
                      </a:solidFill>
                      <a:effectLst>
                        <a:outerShdw blurRad="38100" dist="38100" dir="2700000" algn="tl">
                          <a:srgbClr val="000000">
                            <a:alpha val="43137"/>
                          </a:srgbClr>
                        </a:outerShdw>
                      </a:effectLst>
                      <a:latin typeface="+mn-lt"/>
                      <a:ea typeface="楷体" pitchFamily="49" charset="-122"/>
                      <a:cs typeface="宋体" pitchFamily="2" charset="-122"/>
                    </a:rPr>
                    <a:t>num, sum</a:t>
                  </a:r>
                </a:p>
                <a:p>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719" name="文本框 2"/>
                <p:cNvSpPr txBox="1">
                  <a:spLocks noChangeArrowheads="1"/>
                </p:cNvSpPr>
                <p:nvPr/>
              </p:nvSpPr>
              <p:spPr bwMode="auto">
                <a:xfrm>
                  <a:off x="776" y="17003"/>
                  <a:ext cx="15637" cy="254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800" b="1" dirty="0">
                      <a:solidFill>
                        <a:srgbClr val="CC00FF"/>
                      </a:solidFill>
                      <a:effectLst>
                        <a:outerShdw blurRad="38100" dist="38100" dir="2700000" algn="tl">
                          <a:srgbClr val="000000">
                            <a:alpha val="43137"/>
                          </a:srgbClr>
                        </a:outerShdw>
                      </a:effectLst>
                      <a:latin typeface="+mn-lt"/>
                      <a:ea typeface="楷体" pitchFamily="49" charset="-122"/>
                      <a:cs typeface="宋体" pitchFamily="2" charset="-122"/>
                    </a:rPr>
                    <a:t>输出平均值</a:t>
                  </a:r>
                  <a:r>
                    <a:rPr kumimoji="0" lang="en-US" altLang="zh-CN" sz="1800" b="1" dirty="0">
                      <a:solidFill>
                        <a:srgbClr val="CC00FF"/>
                      </a:solidFill>
                      <a:effectLst>
                        <a:outerShdw blurRad="38100" dist="38100" dir="2700000" algn="tl">
                          <a:srgbClr val="000000">
                            <a:alpha val="43137"/>
                          </a:srgbClr>
                        </a:outerShdw>
                      </a:effectLst>
                      <a:latin typeface="+mn-lt"/>
                      <a:ea typeface="楷体" pitchFamily="49" charset="-122"/>
                      <a:cs typeface="宋体" pitchFamily="2" charset="-122"/>
                    </a:rPr>
                    <a:t>sum/num</a:t>
                  </a:r>
                </a:p>
                <a:p>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sp>
          <p:nvSpPr>
            <p:cNvPr id="709" name="直接连接符 709"/>
            <p:cNvSpPr>
              <a:spLocks noChangeShapeType="1"/>
            </p:cNvSpPr>
            <p:nvPr/>
          </p:nvSpPr>
          <p:spPr bwMode="auto">
            <a:xfrm>
              <a:off x="3405" y="9512"/>
              <a:ext cx="18498"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91" name="TextBox 90"/>
          <p:cNvSpPr txBox="1"/>
          <p:nvPr/>
        </p:nvSpPr>
        <p:spPr>
          <a:xfrm>
            <a:off x="911424" y="2967336"/>
            <a:ext cx="2016224" cy="461665"/>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zh-CN" altLang="en-US" b="1" dirty="0">
                <a:solidFill>
                  <a:srgbClr val="FF0000"/>
                </a:solidFill>
                <a:effectLst>
                  <a:outerShdw blurRad="38100" dist="38100" dir="2700000" algn="tl">
                    <a:srgbClr val="000000">
                      <a:alpha val="43137"/>
                    </a:srgbClr>
                  </a:outerShdw>
                </a:effectLst>
                <a:latin typeface="隶书" pitchFamily="49" charset="-122"/>
                <a:ea typeface="隶书" pitchFamily="49" charset="-122"/>
              </a:rPr>
              <a:t>算法流程图</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1"/>
                                        </p:tgtEl>
                                        <p:attrNameLst>
                                          <p:attrName>style.visibility</p:attrName>
                                        </p:attrNameLst>
                                      </p:cBhvr>
                                      <p:to>
                                        <p:strVal val="visible"/>
                                      </p:to>
                                    </p:set>
                                    <p:animEffect transition="in" filter="box(in)">
                                      <p:cBhvr>
                                        <p:cTn id="12" dur="500"/>
                                        <p:tgtEl>
                                          <p:spTgt spid="91"/>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683"/>
                                        </p:tgtEl>
                                        <p:attrNameLst>
                                          <p:attrName>style.visibility</p:attrName>
                                        </p:attrNameLst>
                                      </p:cBhvr>
                                      <p:to>
                                        <p:strVal val="visible"/>
                                      </p:to>
                                    </p:set>
                                    <p:animEffect transition="in" filter="strips(downRight)">
                                      <p:cBhvr>
                                        <p:cTn id="17" dur="500"/>
                                        <p:tgtEl>
                                          <p:spTgt spid="683"/>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942131"/>
                                        </p:tgtEl>
                                        <p:attrNameLst>
                                          <p:attrName>style.visibility</p:attrName>
                                        </p:attrNameLst>
                                      </p:cBhvr>
                                      <p:to>
                                        <p:strVal val="visible"/>
                                      </p:to>
                                    </p:set>
                                    <p:animEffect transition="in" filter="strips(downRight)">
                                      <p:cBhvr>
                                        <p:cTn id="22" dur="500"/>
                                        <p:tgtEl>
                                          <p:spTgt spid="942131"/>
                                        </p:tgtEl>
                                      </p:cBhvr>
                                    </p:animEffect>
                                  </p:childTnLst>
                                  <p:subTnLst>
                                    <p:audio>
                                      <p:cMediaNode>
                                        <p:cTn display="0" masterRel="sameClick">
                                          <p:stCondLst>
                                            <p:cond evt="begin" delay="0">
                                              <p:tn val="2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1"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1846" name="Rectangle 6" descr="信纸"/>
          <p:cNvSpPr>
            <a:spLocks noChangeArrowheads="1"/>
          </p:cNvSpPr>
          <p:nvPr/>
        </p:nvSpPr>
        <p:spPr bwMode="auto">
          <a:xfrm>
            <a:off x="1129078" y="692696"/>
            <a:ext cx="10223556" cy="6001643"/>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wrap="square" anchor="ctr">
            <a:spAutoFit/>
          </a:bodyPr>
          <a:lstStyle/>
          <a:p>
            <a:pPr indent="190500">
              <a:tabLst>
                <a:tab pos="800100" algn="l"/>
              </a:tabLst>
            </a:pPr>
            <a:r>
              <a:rPr lang="en-US" altLang="zh-CN" b="1" dirty="0">
                <a:effectLst>
                  <a:outerShdw blurRad="38100" dist="38100" dir="2700000" algn="tl">
                    <a:srgbClr val="FFFFFF"/>
                  </a:outerShdw>
                </a:effectLst>
                <a:ea typeface="楷体_GB2312" pitchFamily="49" charset="-122"/>
              </a:rPr>
              <a:t>#include &lt;</a:t>
            </a:r>
            <a:r>
              <a:rPr lang="en-US" altLang="zh-CN" b="1" dirty="0" err="1">
                <a:effectLst>
                  <a:outerShdw blurRad="38100" dist="38100" dir="2700000" algn="tl">
                    <a:srgbClr val="FFFFFF"/>
                  </a:outerShdw>
                </a:effectLst>
                <a:ea typeface="楷体_GB2312" pitchFamily="49" charset="-122"/>
              </a:rPr>
              <a:t>stdio.h</a:t>
            </a:r>
            <a:r>
              <a:rPr lang="en-US" altLang="zh-CN" b="1" dirty="0">
                <a:effectLst>
                  <a:outerShdw blurRad="38100" dist="38100" dir="2700000" algn="tl">
                    <a:srgbClr val="FFFFFF"/>
                  </a:outerShdw>
                </a:effectLst>
                <a:ea typeface="楷体_GB2312" pitchFamily="49" charset="-122"/>
              </a:rPr>
              <a:t>&gt;</a:t>
            </a:r>
          </a:p>
          <a:p>
            <a:pPr indent="190500">
              <a:tabLst>
                <a:tab pos="800100" algn="l"/>
              </a:tabLst>
            </a:pPr>
            <a:r>
              <a:rPr lang="en-US" altLang="zh-CN" b="1" dirty="0" err="1">
                <a:solidFill>
                  <a:srgbClr val="CC3300"/>
                </a:solidFill>
                <a:effectLst>
                  <a:outerShdw blurRad="38100" dist="38100" dir="2700000" algn="tl">
                    <a:srgbClr val="000000"/>
                  </a:outerShdw>
                </a:effectLst>
                <a:ea typeface="楷体_GB2312" pitchFamily="49" charset="-122"/>
              </a:rPr>
              <a:t>int</a:t>
            </a:r>
            <a:r>
              <a:rPr lang="en-US" altLang="zh-CN" b="1" dirty="0">
                <a:solidFill>
                  <a:srgbClr val="CC3300"/>
                </a:solidFill>
                <a:effectLst>
                  <a:outerShdw blurRad="38100" dist="38100" dir="2700000" algn="tl">
                    <a:srgbClr val="000000"/>
                  </a:outerShdw>
                </a:effectLst>
                <a:ea typeface="楷体_GB2312" pitchFamily="49" charset="-122"/>
              </a:rPr>
              <a:t> main ( )</a:t>
            </a:r>
          </a:p>
          <a:p>
            <a:pPr indent="190500">
              <a:tabLst>
                <a:tab pos="800100" algn="l"/>
              </a:tabLst>
            </a:pPr>
            <a:r>
              <a:rPr lang="en-US" altLang="zh-CN" b="1" dirty="0">
                <a:effectLst>
                  <a:outerShdw blurRad="38100" dist="38100" dir="2700000" algn="tl">
                    <a:srgbClr val="FFFFFF"/>
                  </a:outerShdw>
                </a:effectLst>
                <a:ea typeface="楷体_GB2312" pitchFamily="49" charset="-122"/>
              </a:rPr>
              <a:t>{    </a:t>
            </a:r>
          </a:p>
          <a:p>
            <a:pPr indent="190500">
              <a:tabLst>
                <a:tab pos="800100" algn="l"/>
              </a:tabLst>
            </a:pPr>
            <a:r>
              <a:rPr lang="en-US" altLang="zh-CN" b="1" dirty="0">
                <a:effectLst>
                  <a:outerShdw blurRad="38100" dist="38100" dir="2700000" algn="tl">
                    <a:srgbClr val="FFFFFF"/>
                  </a:outerShdw>
                </a:effectLst>
                <a:ea typeface="楷体_GB2312" pitchFamily="49" charset="-122"/>
              </a:rPr>
              <a:t>  </a:t>
            </a:r>
            <a:r>
              <a:rPr lang="en-US" altLang="zh-CN" b="1" dirty="0" err="1">
                <a:effectLst>
                  <a:outerShdw blurRad="38100" dist="38100" dir="2700000" algn="tl">
                    <a:srgbClr val="FFFFFF"/>
                  </a:outerShdw>
                </a:effectLst>
                <a:ea typeface="楷体_GB2312" pitchFamily="49" charset="-122"/>
              </a:rPr>
              <a:t>int</a:t>
            </a:r>
            <a:r>
              <a:rPr lang="en-US" altLang="zh-CN" b="1" dirty="0">
                <a:effectLst>
                  <a:outerShdw blurRad="38100" dist="38100" dir="2700000" algn="tl">
                    <a:srgbClr val="FFFFFF"/>
                  </a:outerShdw>
                </a:effectLst>
                <a:ea typeface="楷体_GB2312" pitchFamily="49" charset="-122"/>
              </a:rPr>
              <a:t> </a:t>
            </a:r>
            <a:r>
              <a:rPr lang="en-US" altLang="zh-CN" b="1" dirty="0" err="1">
                <a:effectLst>
                  <a:outerShdw blurRad="38100" dist="38100" dir="2700000" algn="tl">
                    <a:srgbClr val="FFFFFF"/>
                  </a:outerShdw>
                </a:effectLst>
                <a:ea typeface="楷体_GB2312" pitchFamily="49" charset="-122"/>
              </a:rPr>
              <a:t>i</a:t>
            </a:r>
            <a:r>
              <a:rPr lang="en-US" altLang="zh-CN" b="1" dirty="0">
                <a:effectLst>
                  <a:outerShdw blurRad="38100" dist="38100" dir="2700000" algn="tl">
                    <a:srgbClr val="FFFFFF"/>
                  </a:outerShdw>
                </a:effectLst>
                <a:ea typeface="楷体_GB2312" pitchFamily="49" charset="-122"/>
              </a:rPr>
              <a:t>, a, num = 0;</a:t>
            </a:r>
          </a:p>
          <a:p>
            <a:pPr indent="190500">
              <a:tabLst>
                <a:tab pos="800100" algn="l"/>
              </a:tabLst>
            </a:pPr>
            <a:r>
              <a:rPr lang="en-US" altLang="zh-CN" b="1" dirty="0">
                <a:effectLst>
                  <a:outerShdw blurRad="38100" dist="38100" dir="2700000" algn="tl">
                    <a:srgbClr val="FFFFFF"/>
                  </a:outerShdw>
                </a:effectLst>
                <a:ea typeface="楷体_GB2312" pitchFamily="49" charset="-122"/>
              </a:rPr>
              <a:t>  float sum = 0;</a:t>
            </a:r>
          </a:p>
          <a:p>
            <a:pPr indent="190500">
              <a:tabLst>
                <a:tab pos="800100" algn="l"/>
              </a:tabLst>
            </a:pPr>
            <a:r>
              <a:rPr lang="en-US" altLang="zh-CN" b="1" dirty="0">
                <a:effectLst>
                  <a:outerShdw blurRad="38100" dist="38100" dir="2700000" algn="tl">
                    <a:srgbClr val="FFFFFF"/>
                  </a:outerShdw>
                </a:effectLst>
                <a:ea typeface="楷体_GB2312" pitchFamily="49" charset="-122"/>
              </a:rPr>
              <a:t>  for (</a:t>
            </a:r>
            <a:r>
              <a:rPr lang="en-US" altLang="zh-CN" b="1" dirty="0" err="1">
                <a:effectLst>
                  <a:outerShdw blurRad="38100" dist="38100" dir="2700000" algn="tl">
                    <a:srgbClr val="FFFFFF"/>
                  </a:outerShdw>
                </a:effectLst>
                <a:ea typeface="楷体_GB2312" pitchFamily="49" charset="-122"/>
              </a:rPr>
              <a:t>i</a:t>
            </a:r>
            <a:r>
              <a:rPr lang="en-US" altLang="zh-CN" b="1" dirty="0">
                <a:effectLst>
                  <a:outerShdw blurRad="38100" dist="38100" dir="2700000" algn="tl">
                    <a:srgbClr val="FFFFFF"/>
                  </a:outerShdw>
                </a:effectLst>
                <a:ea typeface="楷体_GB2312" pitchFamily="49" charset="-122"/>
              </a:rPr>
              <a:t> = 0; </a:t>
            </a:r>
            <a:r>
              <a:rPr lang="en-US" altLang="zh-CN" b="1" dirty="0" err="1">
                <a:effectLst>
                  <a:outerShdw blurRad="38100" dist="38100" dir="2700000" algn="tl">
                    <a:srgbClr val="FFFFFF"/>
                  </a:outerShdw>
                </a:effectLst>
                <a:ea typeface="楷体_GB2312" pitchFamily="49" charset="-122"/>
              </a:rPr>
              <a:t>i</a:t>
            </a:r>
            <a:r>
              <a:rPr lang="en-US" altLang="zh-CN" b="1" dirty="0">
                <a:effectLst>
                  <a:outerShdw blurRad="38100" dist="38100" dir="2700000" algn="tl">
                    <a:srgbClr val="FFFFFF"/>
                  </a:outerShdw>
                </a:effectLst>
                <a:ea typeface="楷体_GB2312" pitchFamily="49" charset="-122"/>
              </a:rPr>
              <a:t> &lt; 10; </a:t>
            </a:r>
            <a:r>
              <a:rPr lang="en-US" altLang="zh-CN" b="1" dirty="0" err="1">
                <a:effectLst>
                  <a:outerShdw blurRad="38100" dist="38100" dir="2700000" algn="tl">
                    <a:srgbClr val="FFFFFF"/>
                  </a:outerShdw>
                </a:effectLst>
                <a:ea typeface="楷体_GB2312" pitchFamily="49" charset="-122"/>
              </a:rPr>
              <a:t>i</a:t>
            </a:r>
            <a:r>
              <a:rPr lang="en-US" altLang="zh-CN" b="1" dirty="0">
                <a:effectLst>
                  <a:outerShdw blurRad="38100" dist="38100" dir="2700000" algn="tl">
                    <a:srgbClr val="FFFFFF"/>
                  </a:outerShdw>
                </a:effectLst>
                <a:ea typeface="楷体_GB2312" pitchFamily="49" charset="-122"/>
              </a:rPr>
              <a:t>++)</a:t>
            </a:r>
          </a:p>
          <a:p>
            <a:pPr indent="190500">
              <a:tabLst>
                <a:tab pos="800100" algn="l"/>
              </a:tabLst>
            </a:pPr>
            <a:r>
              <a:rPr lang="en-US" altLang="zh-CN" b="1" dirty="0">
                <a:effectLst>
                  <a:outerShdw blurRad="38100" dist="38100" dir="2700000" algn="tl">
                    <a:srgbClr val="FFFFFF"/>
                  </a:outerShdw>
                </a:effectLst>
                <a:ea typeface="楷体_GB2312" pitchFamily="49" charset="-122"/>
              </a:rPr>
              <a:t>  {  </a:t>
            </a:r>
          </a:p>
          <a:p>
            <a:pPr indent="190500">
              <a:tabLst>
                <a:tab pos="800100" algn="l"/>
              </a:tabLst>
            </a:pPr>
            <a:r>
              <a:rPr lang="en-US" altLang="zh-CN" b="1" dirty="0">
                <a:effectLst>
                  <a:outerShdw blurRad="38100" dist="38100" dir="2700000" algn="tl">
                    <a:srgbClr val="FFFFFF"/>
                  </a:outerShdw>
                </a:effectLst>
                <a:ea typeface="楷体_GB2312" pitchFamily="49" charset="-122"/>
              </a:rPr>
              <a:t>    </a:t>
            </a:r>
            <a:r>
              <a:rPr lang="en-US" altLang="zh-CN" b="1" dirty="0" err="1">
                <a:effectLst>
                  <a:outerShdw blurRad="38100" dist="38100" dir="2700000" algn="tl">
                    <a:srgbClr val="FFFFFF"/>
                  </a:outerShdw>
                </a:effectLst>
                <a:ea typeface="楷体_GB2312" pitchFamily="49" charset="-122"/>
              </a:rPr>
              <a:t>scanf</a:t>
            </a:r>
            <a:r>
              <a:rPr lang="en-US" altLang="zh-CN" b="1" dirty="0">
                <a:effectLst>
                  <a:outerShdw blurRad="38100" dist="38100" dir="2700000" algn="tl">
                    <a:srgbClr val="FFFFFF"/>
                  </a:outerShdw>
                </a:effectLst>
                <a:ea typeface="楷体_GB2312" pitchFamily="49" charset="-122"/>
              </a:rPr>
              <a:t> ("%d", &amp;a);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输入一整数</a:t>
            </a:r>
          </a:p>
          <a:p>
            <a:pPr indent="190500">
              <a:tabLst>
                <a:tab pos="800100" algn="l"/>
              </a:tabLst>
            </a:pPr>
            <a:r>
              <a:rPr lang="zh-CN" altLang="en-US" b="1" dirty="0">
                <a:effectLst>
                  <a:outerShdw blurRad="38100" dist="38100" dir="2700000" algn="tl">
                    <a:srgbClr val="FFFFFF"/>
                  </a:outerShdw>
                </a:effectLst>
                <a:ea typeface="楷体_GB2312" pitchFamily="49" charset="-122"/>
              </a:rPr>
              <a:t>    </a:t>
            </a:r>
            <a:r>
              <a:rPr lang="en-US" altLang="zh-CN" b="1" dirty="0">
                <a:effectLst>
                  <a:outerShdw blurRad="38100" dist="38100" dir="2700000" algn="tl">
                    <a:srgbClr val="FFFFFF"/>
                  </a:outerShdw>
                </a:effectLst>
                <a:ea typeface="楷体_GB2312" pitchFamily="49" charset="-122"/>
              </a:rPr>
              <a:t>if (a &lt;= 0)  </a:t>
            </a:r>
            <a:r>
              <a:rPr lang="en-US" altLang="zh-CN" b="1" dirty="0">
                <a:solidFill>
                  <a:srgbClr val="FF3300"/>
                </a:solidFill>
                <a:effectLst>
                  <a:outerShdw blurRad="38100" dist="38100" dir="2700000" algn="tl">
                    <a:srgbClr val="000000"/>
                  </a:outerShdw>
                </a:effectLst>
                <a:ea typeface="楷体_GB2312" pitchFamily="49" charset="-122"/>
              </a:rPr>
              <a:t>continue;</a:t>
            </a:r>
            <a:r>
              <a:rPr lang="en-US" altLang="zh-CN" b="1" dirty="0">
                <a:effectLst>
                  <a:outerShdw blurRad="38100" dist="38100" dir="2700000" algn="tl">
                    <a:srgbClr val="FFFFFF"/>
                  </a:outerShdw>
                </a:effectLst>
                <a:ea typeface="楷体_GB2312" pitchFamily="49" charset="-122"/>
              </a:rPr>
              <a:t>    </a:t>
            </a:r>
            <a:r>
              <a:rPr lang="en-US" altLang="zh-CN" sz="2000" b="1" dirty="0">
                <a:solidFill>
                  <a:srgbClr val="0033CC"/>
                </a:solidFill>
                <a:effectLst>
                  <a:outerShdw blurRad="38100" dist="38100" dir="2700000" algn="tl">
                    <a:srgbClr val="000000"/>
                  </a:outerShdw>
                </a:effectLst>
                <a:ea typeface="楷体_GB2312"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如果为负，则输入下一个整数</a:t>
            </a:r>
          </a:p>
          <a:p>
            <a:pPr indent="190500">
              <a:tabLst>
                <a:tab pos="800100" algn="l"/>
              </a:tabLst>
            </a:pPr>
            <a:r>
              <a:rPr lang="zh-CN" altLang="en-US" b="1" dirty="0">
                <a:effectLst>
                  <a:outerShdw blurRad="38100" dist="38100" dir="2700000" algn="tl">
                    <a:srgbClr val="FFFFFF"/>
                  </a:outerShdw>
                </a:effectLst>
                <a:ea typeface="楷体_GB2312" pitchFamily="49" charset="-122"/>
              </a:rPr>
              <a:t>    </a:t>
            </a:r>
            <a:r>
              <a:rPr lang="en-US" altLang="zh-CN" b="1" dirty="0">
                <a:effectLst>
                  <a:outerShdw blurRad="38100" dist="38100" dir="2700000" algn="tl">
                    <a:srgbClr val="FFFFFF"/>
                  </a:outerShdw>
                </a:effectLst>
                <a:ea typeface="楷体_GB2312" pitchFamily="49" charset="-122"/>
              </a:rPr>
              <a:t>num++;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正数个数增</a:t>
            </a:r>
            <a:r>
              <a:rPr lang="en-US" altLang="zh-CN" sz="2000" b="1" dirty="0">
                <a:solidFill>
                  <a:srgbClr val="0033CC"/>
                </a:solidFill>
                <a:effectLst>
                  <a:outerShdw blurRad="38100" dist="38100" dir="2700000" algn="tl">
                    <a:srgbClr val="000000"/>
                  </a:outerShdw>
                </a:effectLst>
                <a:latin typeface="+mn-lt"/>
                <a:ea typeface="楷体" pitchFamily="49" charset="-122"/>
              </a:rPr>
              <a:t>1</a:t>
            </a:r>
          </a:p>
          <a:p>
            <a:pPr indent="190500">
              <a:tabLst>
                <a:tab pos="800100" algn="l"/>
              </a:tabLst>
            </a:pPr>
            <a:r>
              <a:rPr lang="en-US" altLang="zh-CN" b="1" dirty="0">
                <a:effectLst>
                  <a:outerShdw blurRad="38100" dist="38100" dir="2700000" algn="tl">
                    <a:srgbClr val="FFFFFF"/>
                  </a:outerShdw>
                </a:effectLst>
                <a:ea typeface="楷体_GB2312" pitchFamily="49" charset="-122"/>
              </a:rPr>
              <a:t>    sum += a;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正数和累加</a:t>
            </a:r>
          </a:p>
          <a:p>
            <a:pPr indent="190500">
              <a:tabLst>
                <a:tab pos="800100" algn="l"/>
              </a:tabLst>
            </a:pPr>
            <a:r>
              <a:rPr lang="zh-CN" altLang="en-US" b="1" dirty="0">
                <a:effectLst>
                  <a:outerShdw blurRad="38100" dist="38100" dir="2700000" algn="tl">
                    <a:srgbClr val="FFFFFF"/>
                  </a:outerShdw>
                </a:effectLst>
                <a:ea typeface="楷体_GB2312" pitchFamily="49" charset="-122"/>
              </a:rPr>
              <a:t>  </a:t>
            </a:r>
            <a:r>
              <a:rPr lang="en-US" altLang="zh-CN" b="1" dirty="0">
                <a:effectLst>
                  <a:outerShdw blurRad="38100" dist="38100" dir="2700000" algn="tl">
                    <a:srgbClr val="FFFFFF"/>
                  </a:outerShdw>
                </a:effectLst>
                <a:ea typeface="楷体_GB2312" pitchFamily="49" charset="-122"/>
              </a:rPr>
              <a:t>}</a:t>
            </a:r>
          </a:p>
          <a:p>
            <a:pPr indent="190500">
              <a:tabLst>
                <a:tab pos="800100" algn="l"/>
              </a:tabLst>
            </a:pPr>
            <a:r>
              <a:rPr lang="en-US" altLang="zh-CN" b="1" dirty="0">
                <a:effectLst>
                  <a:outerShdw blurRad="38100" dist="38100" dir="2700000" algn="tl">
                    <a:srgbClr val="FFFFFF"/>
                  </a:outerShdw>
                </a:effectLst>
                <a:ea typeface="楷体_GB2312" pitchFamily="49" charset="-122"/>
              </a:rPr>
              <a:t>  </a:t>
            </a:r>
            <a:r>
              <a:rPr lang="en-US" altLang="zh-CN" b="1" dirty="0" err="1">
                <a:effectLst>
                  <a:outerShdw blurRad="38100" dist="38100" dir="2700000" algn="tl">
                    <a:srgbClr val="FFFFFF"/>
                  </a:outerShdw>
                </a:effectLst>
                <a:ea typeface="楷体_GB2312" pitchFamily="49" charset="-122"/>
              </a:rPr>
              <a:t>printf</a:t>
            </a:r>
            <a:r>
              <a:rPr lang="en-US" altLang="zh-CN" b="1" dirty="0">
                <a:effectLst>
                  <a:outerShdw blurRad="38100" dist="38100" dir="2700000" algn="tl">
                    <a:srgbClr val="FFFFFF"/>
                  </a:outerShdw>
                </a:effectLst>
                <a:ea typeface="楷体_GB2312" pitchFamily="49" charset="-122"/>
              </a:rPr>
              <a:t> ("%d plus integer's sum: %.0f\n", num, sum);</a:t>
            </a:r>
          </a:p>
          <a:p>
            <a:pPr indent="190500">
              <a:tabLst>
                <a:tab pos="800100" algn="l"/>
              </a:tabLst>
            </a:pPr>
            <a:r>
              <a:rPr lang="en-US" altLang="zh-CN" b="1" dirty="0">
                <a:effectLst>
                  <a:outerShdw blurRad="38100" dist="38100" dir="2700000" algn="tl">
                    <a:srgbClr val="FFFFFF"/>
                  </a:outerShdw>
                </a:effectLst>
                <a:ea typeface="楷体_GB2312" pitchFamily="49" charset="-122"/>
              </a:rPr>
              <a:t>  </a:t>
            </a:r>
            <a:r>
              <a:rPr lang="en-US" altLang="zh-CN" b="1" dirty="0" err="1">
                <a:effectLst>
                  <a:outerShdw blurRad="38100" dist="38100" dir="2700000" algn="tl">
                    <a:srgbClr val="FFFFFF"/>
                  </a:outerShdw>
                </a:effectLst>
                <a:ea typeface="楷体_GB2312" pitchFamily="49" charset="-122"/>
              </a:rPr>
              <a:t>printf</a:t>
            </a:r>
            <a:r>
              <a:rPr lang="en-US" altLang="zh-CN" b="1" dirty="0">
                <a:effectLst>
                  <a:outerShdw blurRad="38100" dist="38100" dir="2700000" algn="tl">
                    <a:srgbClr val="FFFFFF"/>
                  </a:outerShdw>
                </a:effectLst>
                <a:ea typeface="楷体_GB2312" pitchFamily="49" charset="-122"/>
              </a:rPr>
              <a:t> ("average value: %.2f\n", sum / num);</a:t>
            </a:r>
          </a:p>
          <a:p>
            <a:pPr indent="190500">
              <a:tabLst>
                <a:tab pos="800100" algn="l"/>
              </a:tabLst>
            </a:pPr>
            <a:r>
              <a:rPr lang="en-US" altLang="zh-CN" b="1" dirty="0">
                <a:effectLst>
                  <a:outerShdw blurRad="38100" dist="38100" dir="2700000" algn="tl">
                    <a:srgbClr val="FFFFFF"/>
                  </a:outerShdw>
                </a:effectLst>
                <a:ea typeface="楷体_GB2312" pitchFamily="49" charset="-122"/>
              </a:rPr>
              <a:t>  return 0;</a:t>
            </a:r>
          </a:p>
          <a:p>
            <a:pPr indent="190500">
              <a:tabLst>
                <a:tab pos="800100" algn="l"/>
              </a:tabLst>
            </a:pPr>
            <a:r>
              <a:rPr lang="en-US" altLang="zh-CN" b="1" dirty="0">
                <a:effectLst>
                  <a:outerShdw blurRad="38100" dist="38100" dir="2700000" algn="tl">
                    <a:srgbClr val="FFFFFF"/>
                  </a:outerShdw>
                </a:effectLst>
                <a:ea typeface="楷体_GB2312" pitchFamily="49" charset="-122"/>
              </a:rPr>
              <a:t>}</a:t>
            </a:r>
          </a:p>
        </p:txBody>
      </p:sp>
      <p:sp>
        <p:nvSpPr>
          <p:cNvPr id="931847" name="Text Box 7"/>
          <p:cNvSpPr txBox="1">
            <a:spLocks noChangeArrowheads="1"/>
          </p:cNvSpPr>
          <p:nvPr/>
        </p:nvSpPr>
        <p:spPr bwMode="auto">
          <a:xfrm>
            <a:off x="7485050" y="2204864"/>
            <a:ext cx="3600450" cy="1296987"/>
          </a:xfrm>
          <a:prstGeom prst="rect">
            <a:avLst/>
          </a:prstGeom>
          <a:solidFill>
            <a:srgbClr val="FFFFFF"/>
          </a:solidFill>
          <a:ln w="38100">
            <a:solidFill>
              <a:srgbClr val="FF00FF"/>
            </a:solidFill>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a:lstStyle/>
          <a:p>
            <a:pPr algn="just"/>
            <a:r>
              <a:rPr lang="zh-CN" altLang="en-US" b="1" dirty="0">
                <a:solidFill>
                  <a:srgbClr val="FF3300"/>
                </a:solidFill>
                <a:effectLst>
                  <a:outerShdw blurRad="38100" dist="38100" dir="2700000" algn="tl">
                    <a:srgbClr val="C0C0C0"/>
                  </a:outerShdw>
                </a:effectLst>
                <a:ea typeface="隶书" pitchFamily="49" charset="-122"/>
              </a:rPr>
              <a:t>运行结果：</a:t>
            </a:r>
          </a:p>
          <a:p>
            <a:r>
              <a:rPr lang="en-US" altLang="zh-CN" b="1" dirty="0">
                <a:solidFill>
                  <a:srgbClr val="0033CC"/>
                </a:solidFill>
                <a:effectLst>
                  <a:outerShdw blurRad="38100" dist="38100" dir="2700000" algn="tl">
                    <a:srgbClr val="C0C0C0"/>
                  </a:outerShdw>
                </a:effectLst>
              </a:rPr>
              <a:t>8 plus integer's sum: 45</a:t>
            </a:r>
          </a:p>
          <a:p>
            <a:r>
              <a:rPr lang="en-US" altLang="zh-CN" b="1" dirty="0">
                <a:solidFill>
                  <a:srgbClr val="0033CC"/>
                </a:solidFill>
                <a:effectLst>
                  <a:outerShdw blurRad="38100" dist="38100" dir="2700000" algn="tl">
                    <a:srgbClr val="C0C0C0"/>
                  </a:outerShdw>
                </a:effectLst>
              </a:rPr>
              <a:t>average value: 5.63</a:t>
            </a:r>
          </a:p>
        </p:txBody>
      </p:sp>
      <p:sp>
        <p:nvSpPr>
          <p:cNvPr id="931848" name="Rectangle 8"/>
          <p:cNvSpPr>
            <a:spLocks noChangeArrowheads="1"/>
          </p:cNvSpPr>
          <p:nvPr/>
        </p:nvSpPr>
        <p:spPr bwMode="auto">
          <a:xfrm>
            <a:off x="4439816" y="1311151"/>
            <a:ext cx="7127272" cy="461665"/>
          </a:xfrm>
          <a:prstGeom prst="rect">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path path="circle">
              <a:fillToRect l="100000" b="100000"/>
            </a:path>
            <a:tileRect t="-100000" r="-100000"/>
          </a:gradFill>
          <a:ln w="38100">
            <a:solidFill>
              <a:srgbClr val="FF00FF"/>
            </a:solidFill>
            <a:miter lim="800000"/>
            <a:headEnd/>
            <a:tailEnd/>
          </a:ln>
          <a:effectLst/>
          <a:scene3d>
            <a:camera prst="isometricOffAxis1Right"/>
            <a:lightRig rig="threePt" dir="t"/>
          </a:scene3d>
          <a:sp3d>
            <a:bevelT w="114300" prst="hardEdge"/>
          </a:sp3d>
        </p:spPr>
        <p:txBody>
          <a:bodyPr wrap="none" anchor="ctr">
            <a:spAutoFit/>
          </a:bodyPr>
          <a:lstStyle/>
          <a:p>
            <a:r>
              <a:rPr lang="zh-CN" altLang="en-US" b="1" dirty="0">
                <a:solidFill>
                  <a:srgbClr val="D60093"/>
                </a:solidFill>
                <a:effectLst>
                  <a:outerShdw blurRad="38100" dist="38100" dir="2700000" algn="tl">
                    <a:srgbClr val="000000"/>
                  </a:outerShdw>
                </a:effectLst>
                <a:latin typeface="+mn-lt"/>
                <a:ea typeface="楷体" pitchFamily="49" charset="-122"/>
              </a:rPr>
              <a:t>假设输入的</a:t>
            </a:r>
            <a:r>
              <a:rPr lang="en-US" altLang="zh-CN" b="1" dirty="0">
                <a:solidFill>
                  <a:srgbClr val="D60093"/>
                </a:solidFill>
                <a:effectLst>
                  <a:outerShdw blurRad="38100" dist="38100" dir="2700000" algn="tl">
                    <a:srgbClr val="000000"/>
                  </a:outerShdw>
                </a:effectLst>
                <a:latin typeface="+mn-lt"/>
                <a:ea typeface="楷体" pitchFamily="49" charset="-122"/>
              </a:rPr>
              <a:t>10</a:t>
            </a:r>
            <a:r>
              <a:rPr lang="zh-CN" altLang="en-US" b="1" dirty="0">
                <a:solidFill>
                  <a:srgbClr val="D60093"/>
                </a:solidFill>
                <a:effectLst>
                  <a:outerShdw blurRad="38100" dist="38100" dir="2700000" algn="tl">
                    <a:srgbClr val="000000"/>
                  </a:outerShdw>
                </a:effectLst>
                <a:latin typeface="+mn-lt"/>
                <a:ea typeface="楷体" pitchFamily="49" charset="-122"/>
              </a:rPr>
              <a:t>个整数为：１ </a:t>
            </a:r>
            <a:r>
              <a:rPr lang="en-US" altLang="zh-CN" b="1" dirty="0">
                <a:solidFill>
                  <a:srgbClr val="D60093"/>
                </a:solidFill>
                <a:effectLst>
                  <a:outerShdw blurRad="38100" dist="38100" dir="2700000" algn="tl">
                    <a:srgbClr val="000000"/>
                  </a:outerShdw>
                </a:effectLst>
                <a:latin typeface="+mn-lt"/>
                <a:ea typeface="楷体" pitchFamily="49" charset="-122"/>
              </a:rPr>
              <a:t>2  3  –4  5  –6  7  8  9  10</a:t>
            </a:r>
            <a:r>
              <a:rPr lang="en-US" altLang="zh-CN" dirty="0">
                <a:latin typeface="+mn-lt"/>
                <a:ea typeface="楷体" pitchFamily="49" charset="-122"/>
              </a:rPr>
              <a:t> </a:t>
            </a:r>
          </a:p>
        </p:txBody>
      </p:sp>
      <p:grpSp>
        <p:nvGrpSpPr>
          <p:cNvPr id="2" name="Group 9"/>
          <p:cNvGrpSpPr>
            <a:grpSpLocks/>
          </p:cNvGrpSpPr>
          <p:nvPr/>
        </p:nvGrpSpPr>
        <p:grpSpPr bwMode="auto">
          <a:xfrm>
            <a:off x="-9117" y="0"/>
            <a:ext cx="446088" cy="6858000"/>
            <a:chOff x="0" y="0"/>
            <a:chExt cx="281" cy="4320"/>
          </a:xfrm>
        </p:grpSpPr>
        <p:sp>
          <p:nvSpPr>
            <p:cNvPr id="931850" name="Text Box 1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31851" name="Text Box 1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9" name="TextBox 8"/>
          <p:cNvSpPr txBox="1"/>
          <p:nvPr/>
        </p:nvSpPr>
        <p:spPr>
          <a:xfrm>
            <a:off x="1127448" y="87015"/>
            <a:ext cx="2304256" cy="461665"/>
          </a:xfrm>
          <a:prstGeom prst="rect">
            <a:avLst/>
          </a:prstGeom>
          <a:ln>
            <a:noFill/>
          </a:ln>
          <a:effectLst>
            <a:outerShdw blurRad="190500" dist="228600" dir="2700000" algn="ctr">
              <a:srgbClr val="000000">
                <a:alpha val="30000"/>
              </a:srgbClr>
            </a:outerShdw>
          </a:effectLst>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zh-CN" altLang="en-US" b="1" dirty="0">
                <a:solidFill>
                  <a:srgbClr val="FF33CC"/>
                </a:solidFill>
                <a:effectLst>
                  <a:outerShdw blurRad="38100" dist="38100" dir="2700000" algn="tl">
                    <a:srgbClr val="000000">
                      <a:alpha val="43137"/>
                    </a:srgbClr>
                  </a:outerShdw>
                </a:effectLst>
                <a:latin typeface="隶书" pitchFamily="49" charset="-122"/>
                <a:ea typeface="隶书" pitchFamily="49" charset="-122"/>
              </a:rPr>
              <a:t>具体程序如下：</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31846"/>
                                        </p:tgtEl>
                                        <p:attrNameLst>
                                          <p:attrName>style.visibility</p:attrName>
                                        </p:attrNameLst>
                                      </p:cBhvr>
                                      <p:to>
                                        <p:strVal val="visible"/>
                                      </p:to>
                                    </p:set>
                                    <p:animEffect transition="in" filter="box(out)">
                                      <p:cBhvr>
                                        <p:cTn id="7" dur="500"/>
                                        <p:tgtEl>
                                          <p:spTgt spid="931846"/>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31848"/>
                                        </p:tgtEl>
                                        <p:attrNameLst>
                                          <p:attrName>style.visibility</p:attrName>
                                        </p:attrNameLst>
                                      </p:cBhvr>
                                      <p:to>
                                        <p:strVal val="visible"/>
                                      </p:to>
                                    </p:set>
                                    <p:animEffect transition="in" filter="box(out)">
                                      <p:cBhvr>
                                        <p:cTn id="12" dur="500"/>
                                        <p:tgtEl>
                                          <p:spTgt spid="931848"/>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3" fill="hold">
                            <p:stCondLst>
                              <p:cond delay="500"/>
                            </p:stCondLst>
                            <p:childTnLst>
                              <p:par>
                                <p:cTn id="14" presetID="4" presetClass="entr" presetSubtype="32" fill="hold" grpId="0" nodeType="afterEffect">
                                  <p:stCondLst>
                                    <p:cond delay="0"/>
                                  </p:stCondLst>
                                  <p:childTnLst>
                                    <p:set>
                                      <p:cBhvr>
                                        <p:cTn id="15" dur="1" fill="hold">
                                          <p:stCondLst>
                                            <p:cond delay="0"/>
                                          </p:stCondLst>
                                        </p:cTn>
                                        <p:tgtEl>
                                          <p:spTgt spid="931847"/>
                                        </p:tgtEl>
                                        <p:attrNameLst>
                                          <p:attrName>style.visibility</p:attrName>
                                        </p:attrNameLst>
                                      </p:cBhvr>
                                      <p:to>
                                        <p:strVal val="visible"/>
                                      </p:to>
                                    </p:set>
                                    <p:animEffect transition="in" filter="box(out)">
                                      <p:cBhvr>
                                        <p:cTn id="16" dur="500"/>
                                        <p:tgtEl>
                                          <p:spTgt spid="931847"/>
                                        </p:tgtEl>
                                      </p:cBhvr>
                                    </p:animEffect>
                                  </p:childTnLst>
                                  <p:subTnLst>
                                    <p:audio>
                                      <p:cMediaNode>
                                        <p:cTn display="0" masterRel="sameClick">
                                          <p:stCondLst>
                                            <p:cond evt="begin" delay="0">
                                              <p:tn val="14"/>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46" grpId="0" animBg="1"/>
      <p:bldP spid="931847" grpId="0" animBg="1"/>
      <p:bldP spid="93184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3893" name="Rectangle 5"/>
          <p:cNvSpPr>
            <a:spLocks noChangeArrowheads="1"/>
          </p:cNvSpPr>
          <p:nvPr/>
        </p:nvSpPr>
        <p:spPr bwMode="auto">
          <a:xfrm>
            <a:off x="602072" y="155903"/>
            <a:ext cx="2088604" cy="523220"/>
          </a:xfrm>
          <a:prstGeom prst="rect">
            <a:avLst/>
          </a:prstGeom>
          <a:noFill/>
          <a:ln w="9525">
            <a:noFill/>
            <a:miter lim="800000"/>
            <a:headEnd/>
            <a:tailEnd/>
          </a:ln>
          <a:effectLst/>
        </p:spPr>
        <p:txBody>
          <a:bodyPr wrap="square" anchor="ctr">
            <a:spAutoFit/>
          </a:bodyPr>
          <a:lstStyle/>
          <a:p>
            <a:r>
              <a:rPr lang="en-US" altLang="zh-CN" sz="2800" b="1" dirty="0">
                <a:solidFill>
                  <a:srgbClr val="CC3300"/>
                </a:solidFill>
                <a:effectLst>
                  <a:outerShdw blurRad="38100" dist="38100" dir="2700000" algn="tl">
                    <a:srgbClr val="000000"/>
                  </a:outerShdw>
                </a:effectLst>
                <a:latin typeface="+mn-lt"/>
                <a:ea typeface="隶书" pitchFamily="49" charset="-122"/>
              </a:rPr>
              <a:t>6.  </a:t>
            </a:r>
            <a:r>
              <a:rPr lang="en-US" altLang="zh-CN" sz="2800" b="1" dirty="0" err="1">
                <a:solidFill>
                  <a:srgbClr val="CC3300"/>
                </a:solidFill>
                <a:effectLst>
                  <a:outerShdw blurRad="38100" dist="38100" dir="2700000" algn="tl">
                    <a:srgbClr val="000000"/>
                  </a:outerShdw>
                </a:effectLst>
                <a:latin typeface="+mn-lt"/>
                <a:ea typeface="隶书" pitchFamily="49" charset="-122"/>
              </a:rPr>
              <a:t>goto</a:t>
            </a:r>
            <a:r>
              <a:rPr lang="zh-CN" altLang="en-US" sz="2800" b="1" dirty="0">
                <a:solidFill>
                  <a:srgbClr val="CC3300"/>
                </a:solidFill>
                <a:effectLst>
                  <a:outerShdw blurRad="38100" dist="38100" dir="2700000" algn="tl">
                    <a:srgbClr val="000000"/>
                  </a:outerShdw>
                </a:effectLst>
                <a:latin typeface="+mn-lt"/>
                <a:ea typeface="隶书" pitchFamily="49" charset="-122"/>
              </a:rPr>
              <a:t>语句</a:t>
            </a:r>
            <a:r>
              <a:rPr lang="zh-CN" altLang="en-US" sz="2800" dirty="0">
                <a:solidFill>
                  <a:srgbClr val="CC3300"/>
                </a:solidFill>
                <a:latin typeface="+mn-lt"/>
                <a:ea typeface="隶书" pitchFamily="49" charset="-122"/>
              </a:rPr>
              <a:t> </a:t>
            </a:r>
          </a:p>
        </p:txBody>
      </p:sp>
      <p:sp>
        <p:nvSpPr>
          <p:cNvPr id="933910" name="Text Box 22"/>
          <p:cNvSpPr txBox="1">
            <a:spLocks noChangeArrowheads="1"/>
          </p:cNvSpPr>
          <p:nvPr/>
        </p:nvSpPr>
        <p:spPr bwMode="auto">
          <a:xfrm>
            <a:off x="1106897" y="765175"/>
            <a:ext cx="2160587"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339933"/>
                </a:solidFill>
                <a:effectLst>
                  <a:outerShdw blurRad="38100" dist="38100" dir="2700000" algn="tl">
                    <a:srgbClr val="000000"/>
                  </a:outerShdw>
                </a:effectLst>
                <a:latin typeface="+mn-lt"/>
                <a:ea typeface="楷体" pitchFamily="49" charset="-122"/>
              </a:rPr>
              <a:t> </a:t>
            </a:r>
            <a:r>
              <a:rPr lang="zh-CN" altLang="en-US" b="1" dirty="0">
                <a:solidFill>
                  <a:srgbClr val="339933"/>
                </a:solidFill>
                <a:effectLst>
                  <a:outerShdw blurRad="38100" dist="38100" dir="2700000" algn="tl">
                    <a:srgbClr val="000000"/>
                  </a:outerShdw>
                </a:effectLst>
                <a:latin typeface="+mn-lt"/>
                <a:ea typeface="楷体" pitchFamily="49" charset="-122"/>
              </a:rPr>
              <a:t>一般形式</a:t>
            </a:r>
          </a:p>
        </p:txBody>
      </p:sp>
      <p:sp>
        <p:nvSpPr>
          <p:cNvPr id="933913" name="Text Box 25" descr="信纸"/>
          <p:cNvSpPr txBox="1">
            <a:spLocks noChangeArrowheads="1"/>
          </p:cNvSpPr>
          <p:nvPr/>
        </p:nvSpPr>
        <p:spPr bwMode="auto">
          <a:xfrm>
            <a:off x="1587108" y="1331914"/>
            <a:ext cx="4149171" cy="1152525"/>
          </a:xfrm>
          <a:prstGeom prst="rect">
            <a:avLst/>
          </a:prstGeom>
          <a:gradFill flip="none" rotWithShape="1">
            <a:gsLst>
              <a:gs pos="0">
                <a:srgbClr val="FFFFCD">
                  <a:shade val="30000"/>
                  <a:satMod val="115000"/>
                </a:srgbClr>
              </a:gs>
              <a:gs pos="50000">
                <a:srgbClr val="FFFFCD">
                  <a:shade val="67500"/>
                  <a:satMod val="115000"/>
                </a:srgbClr>
              </a:gs>
              <a:gs pos="100000">
                <a:srgbClr val="FFFFCD">
                  <a:shade val="100000"/>
                  <a:satMod val="115000"/>
                </a:srgbClr>
              </a:gs>
            </a:gsLst>
            <a:lin ang="16200000" scaled="1"/>
            <a:tileRect/>
          </a:gradFill>
          <a:ln w="38100">
            <a:solidFill>
              <a:srgbClr val="00800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a:lstStyle/>
          <a:p>
            <a:pPr algn="just"/>
            <a:r>
              <a:rPr lang="en-US" altLang="zh-CN" sz="2000" b="1" dirty="0">
                <a:effectLst>
                  <a:outerShdw blurRad="38100" dist="38100" dir="2700000" algn="tl">
                    <a:srgbClr val="FFFFFF"/>
                  </a:outerShdw>
                </a:effectLst>
                <a:latin typeface="+mn-lt"/>
                <a:ea typeface="楷体" pitchFamily="49" charset="-122"/>
              </a:rPr>
              <a:t>                  </a:t>
            </a:r>
            <a:r>
              <a:rPr lang="en-US" altLang="zh-CN" sz="2000" b="1" dirty="0" err="1">
                <a:effectLst>
                  <a:outerShdw blurRad="38100" dist="38100" dir="2700000" algn="tl">
                    <a:srgbClr val="FFFFFF"/>
                  </a:outerShdw>
                </a:effectLst>
                <a:latin typeface="+mn-lt"/>
                <a:ea typeface="楷体" pitchFamily="49" charset="-122"/>
              </a:rPr>
              <a:t>goto</a:t>
            </a:r>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语句标号</a:t>
            </a:r>
            <a:r>
              <a:rPr lang="en-US" altLang="zh-CN" sz="2000" b="1" dirty="0">
                <a:effectLst>
                  <a:outerShdw blurRad="38100" dist="38100" dir="2700000" algn="tl">
                    <a:srgbClr val="FFFFFF"/>
                  </a:outerShdw>
                </a:effectLst>
                <a:latin typeface="+mn-lt"/>
                <a:ea typeface="楷体" pitchFamily="49" charset="-122"/>
              </a:rPr>
              <a:t>;</a:t>
            </a:r>
          </a:p>
          <a:p>
            <a:pPr algn="just"/>
            <a:r>
              <a:rPr lang="en-US" altLang="zh-CN" sz="2000" b="1" dirty="0">
                <a:effectLst>
                  <a:outerShdw blurRad="38100" dist="38100" dir="2700000" algn="tl">
                    <a:srgbClr val="FFFFFF"/>
                  </a:outerShdw>
                </a:effectLst>
                <a:latin typeface="+mn-lt"/>
                <a:ea typeface="楷体" pitchFamily="49" charset="-122"/>
              </a:rPr>
              <a:t>                   ……</a:t>
            </a:r>
          </a:p>
          <a:p>
            <a:pPr algn="just"/>
            <a:r>
              <a:rPr lang="zh-CN" altLang="en-US" sz="2000" b="1" dirty="0">
                <a:effectLst>
                  <a:outerShdw blurRad="38100" dist="38100" dir="2700000" algn="tl">
                    <a:srgbClr val="FFFFFF"/>
                  </a:outerShdw>
                </a:effectLst>
                <a:latin typeface="+mn-lt"/>
                <a:ea typeface="楷体" pitchFamily="49" charset="-122"/>
              </a:rPr>
              <a:t>语句标号</a:t>
            </a:r>
            <a:r>
              <a:rPr lang="en-US" altLang="zh-CN" sz="2000" b="1" dirty="0">
                <a:effectLst>
                  <a:outerShdw blurRad="38100" dist="38100" dir="2700000" algn="tl">
                    <a:srgbClr val="FFFFFF"/>
                  </a:outerShdw>
                </a:effectLst>
                <a:latin typeface="+mn-lt"/>
                <a:ea typeface="楷体" pitchFamily="49" charset="-122"/>
              </a:rPr>
              <a:t>: ……</a:t>
            </a:r>
          </a:p>
        </p:txBody>
      </p:sp>
      <p:grpSp>
        <p:nvGrpSpPr>
          <p:cNvPr id="933924" name="Group 36"/>
          <p:cNvGrpSpPr>
            <a:grpSpLocks/>
          </p:cNvGrpSpPr>
          <p:nvPr/>
        </p:nvGrpSpPr>
        <p:grpSpPr bwMode="auto">
          <a:xfrm>
            <a:off x="3458770" y="1562100"/>
            <a:ext cx="1708150" cy="700088"/>
            <a:chOff x="1927" y="1080"/>
            <a:chExt cx="1076" cy="441"/>
          </a:xfrm>
        </p:grpSpPr>
        <p:sp>
          <p:nvSpPr>
            <p:cNvPr id="933914" name="Line 26" descr="信纸"/>
            <p:cNvSpPr>
              <a:spLocks noChangeShapeType="1"/>
            </p:cNvSpPr>
            <p:nvPr/>
          </p:nvSpPr>
          <p:spPr bwMode="auto">
            <a:xfrm>
              <a:off x="2674" y="1082"/>
              <a:ext cx="329" cy="0"/>
            </a:xfrm>
            <a:prstGeom prst="line">
              <a:avLst/>
            </a:prstGeom>
            <a:noFill/>
            <a:ln w="38100">
              <a:solidFill>
                <a:srgbClr val="FF0000"/>
              </a:solidFill>
              <a:round/>
              <a:headEnd/>
              <a:tailEnd/>
            </a:ln>
            <a:effectLst>
              <a:outerShdw dist="35921" dir="2700000" algn="ctr" rotWithShape="0">
                <a:srgbClr val="808080">
                  <a:alpha val="50000"/>
                </a:srgbClr>
              </a:outerShdw>
            </a:effectLst>
          </p:spPr>
          <p:txBody>
            <a:bodyPr/>
            <a:lstStyle/>
            <a:p>
              <a:endParaRPr lang="zh-CN" altLang="en-US"/>
            </a:p>
          </p:txBody>
        </p:sp>
        <p:sp>
          <p:nvSpPr>
            <p:cNvPr id="933915" name="Line 27" descr="信纸"/>
            <p:cNvSpPr>
              <a:spLocks noChangeShapeType="1"/>
            </p:cNvSpPr>
            <p:nvPr/>
          </p:nvSpPr>
          <p:spPr bwMode="auto">
            <a:xfrm flipH="1">
              <a:off x="1927" y="1509"/>
              <a:ext cx="1061" cy="0"/>
            </a:xfrm>
            <a:prstGeom prst="line">
              <a:avLst/>
            </a:prstGeom>
            <a:noFill/>
            <a:ln w="38100">
              <a:solidFill>
                <a:srgbClr val="FF0000"/>
              </a:solidFill>
              <a:round/>
              <a:headEnd/>
              <a:tailEnd type="stealth" w="lg" len="lg"/>
            </a:ln>
            <a:effectLst>
              <a:outerShdw dist="35921" dir="2700000" algn="ctr" rotWithShape="0">
                <a:srgbClr val="808080">
                  <a:alpha val="50000"/>
                </a:srgbClr>
              </a:outerShdw>
            </a:effectLst>
          </p:spPr>
          <p:txBody>
            <a:bodyPr/>
            <a:lstStyle/>
            <a:p>
              <a:endParaRPr lang="zh-CN" altLang="en-US"/>
            </a:p>
          </p:txBody>
        </p:sp>
        <p:sp>
          <p:nvSpPr>
            <p:cNvPr id="933916" name="Line 28" descr="信纸"/>
            <p:cNvSpPr>
              <a:spLocks noChangeShapeType="1"/>
            </p:cNvSpPr>
            <p:nvPr/>
          </p:nvSpPr>
          <p:spPr bwMode="auto">
            <a:xfrm>
              <a:off x="2994" y="1080"/>
              <a:ext cx="0" cy="441"/>
            </a:xfrm>
            <a:prstGeom prst="line">
              <a:avLst/>
            </a:prstGeom>
            <a:noFill/>
            <a:ln w="38100">
              <a:solidFill>
                <a:srgbClr val="FF0000"/>
              </a:solidFill>
              <a:round/>
              <a:headEnd/>
              <a:tailEnd/>
            </a:ln>
            <a:effectLst>
              <a:outerShdw dist="35921" dir="2700000" algn="ctr" rotWithShape="0">
                <a:srgbClr val="808080">
                  <a:alpha val="50000"/>
                </a:srgbClr>
              </a:outerShdw>
            </a:effectLst>
          </p:spPr>
          <p:txBody>
            <a:bodyPr/>
            <a:lstStyle/>
            <a:p>
              <a:endParaRPr lang="zh-CN" altLang="en-US"/>
            </a:p>
          </p:txBody>
        </p:sp>
      </p:grpSp>
      <p:sp>
        <p:nvSpPr>
          <p:cNvPr id="933918" name="Text Box 30" descr="信纸"/>
          <p:cNvSpPr txBox="1">
            <a:spLocks noChangeArrowheads="1"/>
          </p:cNvSpPr>
          <p:nvPr/>
        </p:nvSpPr>
        <p:spPr bwMode="auto">
          <a:xfrm>
            <a:off x="6697728" y="1331913"/>
            <a:ext cx="4150800" cy="1160462"/>
          </a:xfrm>
          <a:prstGeom prst="rect">
            <a:avLst/>
          </a:prstGeom>
          <a:gradFill flip="none" rotWithShape="1">
            <a:gsLst>
              <a:gs pos="0">
                <a:srgbClr val="FFFFCD">
                  <a:shade val="30000"/>
                  <a:satMod val="115000"/>
                </a:srgbClr>
              </a:gs>
              <a:gs pos="50000">
                <a:srgbClr val="FFFFCD">
                  <a:shade val="67500"/>
                  <a:satMod val="115000"/>
                </a:srgbClr>
              </a:gs>
              <a:gs pos="100000">
                <a:srgbClr val="FFFFCD">
                  <a:shade val="100000"/>
                  <a:satMod val="115000"/>
                </a:srgbClr>
              </a:gs>
            </a:gsLst>
            <a:lin ang="16200000" scaled="1"/>
            <a:tileRect/>
          </a:gradFill>
          <a:ln w="38100">
            <a:solidFill>
              <a:srgbClr val="00800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a:lstStyle/>
          <a:p>
            <a:pPr algn="just"/>
            <a:r>
              <a:rPr lang="zh-CN" altLang="en-US" sz="2000" b="1" dirty="0">
                <a:effectLst>
                  <a:outerShdw blurRad="38100" dist="38100" dir="2700000" algn="tl">
                    <a:srgbClr val="FFFFFF"/>
                  </a:outerShdw>
                </a:effectLst>
                <a:latin typeface="+mn-lt"/>
                <a:ea typeface="楷体" pitchFamily="49" charset="-122"/>
              </a:rPr>
              <a:t>语句标号</a:t>
            </a:r>
            <a:r>
              <a:rPr lang="en-US" altLang="zh-CN" sz="2000" b="1" dirty="0">
                <a:effectLst>
                  <a:outerShdw blurRad="38100" dist="38100" dir="2700000" algn="tl">
                    <a:srgbClr val="FFFFFF"/>
                  </a:outerShdw>
                </a:effectLst>
                <a:latin typeface="+mn-lt"/>
                <a:ea typeface="楷体" pitchFamily="49" charset="-122"/>
              </a:rPr>
              <a:t>: ……</a:t>
            </a:r>
          </a:p>
          <a:p>
            <a:pPr algn="just"/>
            <a:r>
              <a:rPr lang="en-US" altLang="zh-CN" sz="2000" b="1" dirty="0">
                <a:effectLst>
                  <a:outerShdw blurRad="38100" dist="38100" dir="2700000" algn="tl">
                    <a:srgbClr val="FFFFFF"/>
                  </a:outerShdw>
                </a:effectLst>
                <a:latin typeface="+mn-lt"/>
                <a:ea typeface="楷体" pitchFamily="49" charset="-122"/>
              </a:rPr>
              <a:t>                  ……</a:t>
            </a:r>
          </a:p>
          <a:p>
            <a:pPr algn="just"/>
            <a:r>
              <a:rPr lang="en-US" altLang="zh-CN" sz="2000" b="1" dirty="0">
                <a:effectLst>
                  <a:outerShdw blurRad="38100" dist="38100" dir="2700000" algn="tl">
                    <a:srgbClr val="FFFFFF"/>
                  </a:outerShdw>
                </a:effectLst>
                <a:latin typeface="+mn-lt"/>
                <a:ea typeface="楷体" pitchFamily="49" charset="-122"/>
              </a:rPr>
              <a:t>                  </a:t>
            </a:r>
            <a:r>
              <a:rPr lang="en-US" altLang="zh-CN" sz="2000" b="1" dirty="0" err="1">
                <a:effectLst>
                  <a:outerShdw blurRad="38100" dist="38100" dir="2700000" algn="tl">
                    <a:srgbClr val="FFFFFF"/>
                  </a:outerShdw>
                </a:effectLst>
                <a:latin typeface="+mn-lt"/>
                <a:ea typeface="楷体" pitchFamily="49" charset="-122"/>
              </a:rPr>
              <a:t>goto</a:t>
            </a:r>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语句标号</a:t>
            </a:r>
            <a:r>
              <a:rPr lang="en-US" altLang="zh-CN" sz="2000" b="1" dirty="0">
                <a:effectLst>
                  <a:outerShdw blurRad="38100" dist="38100" dir="2700000" algn="tl">
                    <a:srgbClr val="FFFFFF"/>
                  </a:outerShdw>
                </a:effectLst>
                <a:latin typeface="+mn-lt"/>
                <a:ea typeface="楷体" pitchFamily="49" charset="-122"/>
              </a:rPr>
              <a:t>;</a:t>
            </a:r>
          </a:p>
        </p:txBody>
      </p:sp>
      <p:grpSp>
        <p:nvGrpSpPr>
          <p:cNvPr id="933925" name="Group 37"/>
          <p:cNvGrpSpPr>
            <a:grpSpLocks/>
          </p:cNvGrpSpPr>
          <p:nvPr/>
        </p:nvGrpSpPr>
        <p:grpSpPr bwMode="auto">
          <a:xfrm>
            <a:off x="8737666" y="1603376"/>
            <a:ext cx="1438275" cy="601663"/>
            <a:chOff x="4464" y="1010"/>
            <a:chExt cx="906" cy="470"/>
          </a:xfrm>
        </p:grpSpPr>
        <p:sp>
          <p:nvSpPr>
            <p:cNvPr id="933919" name="Line 31" descr="信纸"/>
            <p:cNvSpPr>
              <a:spLocks noChangeShapeType="1"/>
            </p:cNvSpPr>
            <p:nvPr/>
          </p:nvSpPr>
          <p:spPr bwMode="auto">
            <a:xfrm>
              <a:off x="5047" y="1478"/>
              <a:ext cx="318" cy="0"/>
            </a:xfrm>
            <a:prstGeom prst="line">
              <a:avLst/>
            </a:prstGeom>
            <a:noFill/>
            <a:ln w="38100">
              <a:solidFill>
                <a:srgbClr val="FF0000"/>
              </a:solidFill>
              <a:round/>
              <a:headEnd/>
              <a:tailEnd/>
            </a:ln>
            <a:effectLst>
              <a:outerShdw dist="35921" dir="2700000" algn="ctr" rotWithShape="0">
                <a:srgbClr val="808080">
                  <a:alpha val="50000"/>
                </a:srgbClr>
              </a:outerShdw>
            </a:effectLst>
          </p:spPr>
          <p:txBody>
            <a:bodyPr/>
            <a:lstStyle/>
            <a:p>
              <a:endParaRPr lang="zh-CN" altLang="en-US"/>
            </a:p>
          </p:txBody>
        </p:sp>
        <p:sp>
          <p:nvSpPr>
            <p:cNvPr id="933920" name="Line 32" descr="信纸"/>
            <p:cNvSpPr>
              <a:spLocks noChangeShapeType="1"/>
            </p:cNvSpPr>
            <p:nvPr/>
          </p:nvSpPr>
          <p:spPr bwMode="auto">
            <a:xfrm flipH="1">
              <a:off x="4464" y="1021"/>
              <a:ext cx="897" cy="0"/>
            </a:xfrm>
            <a:prstGeom prst="line">
              <a:avLst/>
            </a:prstGeom>
            <a:noFill/>
            <a:ln w="38100">
              <a:solidFill>
                <a:srgbClr val="FF0000"/>
              </a:solidFill>
              <a:round/>
              <a:headEnd/>
              <a:tailEnd type="stealth" w="lg" len="lg"/>
            </a:ln>
            <a:effectLst>
              <a:outerShdw dist="35921" dir="2700000" algn="ctr" rotWithShape="0">
                <a:srgbClr val="808080">
                  <a:alpha val="50000"/>
                </a:srgbClr>
              </a:outerShdw>
            </a:effectLst>
          </p:spPr>
          <p:txBody>
            <a:bodyPr/>
            <a:lstStyle/>
            <a:p>
              <a:endParaRPr lang="zh-CN" altLang="en-US"/>
            </a:p>
          </p:txBody>
        </p:sp>
        <p:sp>
          <p:nvSpPr>
            <p:cNvPr id="933921" name="Line 33" descr="信纸"/>
            <p:cNvSpPr>
              <a:spLocks noChangeShapeType="1"/>
            </p:cNvSpPr>
            <p:nvPr/>
          </p:nvSpPr>
          <p:spPr bwMode="auto">
            <a:xfrm>
              <a:off x="5370" y="1010"/>
              <a:ext cx="0" cy="470"/>
            </a:xfrm>
            <a:prstGeom prst="line">
              <a:avLst/>
            </a:prstGeom>
            <a:noFill/>
            <a:ln w="38100">
              <a:solidFill>
                <a:srgbClr val="FF0000"/>
              </a:solidFill>
              <a:round/>
              <a:headEnd/>
              <a:tailEnd/>
            </a:ln>
            <a:effectLst>
              <a:outerShdw dist="35921" dir="2700000" algn="ctr" rotWithShape="0">
                <a:srgbClr val="808080">
                  <a:alpha val="50000"/>
                </a:srgbClr>
              </a:outerShdw>
            </a:effectLst>
          </p:spPr>
          <p:txBody>
            <a:bodyPr/>
            <a:lstStyle/>
            <a:p>
              <a:endParaRPr lang="zh-CN" altLang="en-US"/>
            </a:p>
          </p:txBody>
        </p:sp>
      </p:grpSp>
      <p:sp>
        <p:nvSpPr>
          <p:cNvPr id="933926" name="Text Box 38"/>
          <p:cNvSpPr txBox="1">
            <a:spLocks noChangeArrowheads="1"/>
          </p:cNvSpPr>
          <p:nvPr/>
        </p:nvSpPr>
        <p:spPr bwMode="auto">
          <a:xfrm>
            <a:off x="5971821" y="1654175"/>
            <a:ext cx="431800" cy="457200"/>
          </a:xfrm>
          <a:prstGeom prst="rect">
            <a:avLst/>
          </a:prstGeom>
          <a:noFill/>
          <a:ln w="9525">
            <a:noFill/>
            <a:miter lim="800000"/>
            <a:headEnd/>
            <a:tailEnd/>
          </a:ln>
          <a:effectLst/>
        </p:spPr>
        <p:txBody>
          <a:bodyPr>
            <a:spAutoFit/>
          </a:bodyPr>
          <a:lstStyle/>
          <a:p>
            <a:pPr>
              <a:spcBef>
                <a:spcPct val="50000"/>
              </a:spcBef>
            </a:pPr>
            <a:r>
              <a:rPr lang="zh-CN" altLang="en-US" b="1" dirty="0">
                <a:solidFill>
                  <a:srgbClr val="0000FF"/>
                </a:solidFill>
                <a:effectLst>
                  <a:outerShdw blurRad="38100" dist="38100" dir="2700000" algn="tl">
                    <a:srgbClr val="FFFFFF"/>
                  </a:outerShdw>
                </a:effectLst>
                <a:latin typeface="+mn-lt"/>
                <a:ea typeface="楷体" pitchFamily="49" charset="-122"/>
              </a:rPr>
              <a:t>或</a:t>
            </a:r>
          </a:p>
        </p:txBody>
      </p:sp>
      <p:sp>
        <p:nvSpPr>
          <p:cNvPr id="933927" name="Text Box 39"/>
          <p:cNvSpPr txBox="1">
            <a:spLocks noChangeArrowheads="1"/>
          </p:cNvSpPr>
          <p:nvPr/>
        </p:nvSpPr>
        <p:spPr bwMode="auto">
          <a:xfrm>
            <a:off x="1094550" y="2670175"/>
            <a:ext cx="2160587"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339933"/>
                </a:solidFill>
                <a:effectLst>
                  <a:outerShdw blurRad="38100" dist="38100" dir="2700000" algn="tl">
                    <a:srgbClr val="000000"/>
                  </a:outerShdw>
                </a:effectLst>
                <a:latin typeface="+mn-lt"/>
                <a:ea typeface="楷体" pitchFamily="49" charset="-122"/>
              </a:rPr>
              <a:t> </a:t>
            </a:r>
            <a:r>
              <a:rPr lang="zh-CN" altLang="en-US" b="1" dirty="0">
                <a:solidFill>
                  <a:srgbClr val="339933"/>
                </a:solidFill>
                <a:effectLst>
                  <a:outerShdw blurRad="38100" dist="38100" dir="2700000" algn="tl">
                    <a:srgbClr val="000000"/>
                  </a:outerShdw>
                </a:effectLst>
                <a:latin typeface="+mn-lt"/>
                <a:ea typeface="楷体" pitchFamily="49" charset="-122"/>
              </a:rPr>
              <a:t>说明</a:t>
            </a:r>
          </a:p>
        </p:txBody>
      </p:sp>
      <p:sp>
        <p:nvSpPr>
          <p:cNvPr id="933928" name="Text Box 40"/>
          <p:cNvSpPr txBox="1">
            <a:spLocks noChangeArrowheads="1"/>
          </p:cNvSpPr>
          <p:nvPr/>
        </p:nvSpPr>
        <p:spPr bwMode="auto">
          <a:xfrm>
            <a:off x="763996" y="3073401"/>
            <a:ext cx="10588588" cy="878895"/>
          </a:xfrm>
          <a:prstGeom prst="rect">
            <a:avLst/>
          </a:prstGeom>
          <a:noFill/>
          <a:ln w="9525">
            <a:noFill/>
            <a:miter lim="800000"/>
            <a:headEnd/>
            <a:tailEnd/>
          </a:ln>
          <a:effectLst/>
        </p:spPr>
        <p:txBody>
          <a:bodyPr wrap="square">
            <a:spAutoFit/>
          </a:bodyPr>
          <a:lstStyle/>
          <a:p>
            <a:pPr>
              <a:lnSpc>
                <a:spcPts val="3200"/>
              </a:lnSpc>
              <a:spcBef>
                <a:spcPct val="50000"/>
              </a:spcBef>
              <a:buFont typeface="Wingdings" pitchFamily="2" charset="2"/>
              <a:buNone/>
            </a:pPr>
            <a:r>
              <a:rPr lang="en-US" altLang="zh-CN" b="1" dirty="0">
                <a:effectLst>
                  <a:outerShdw blurRad="38100" dist="38100" dir="2700000" algn="tl">
                    <a:srgbClr val="FFFFFF"/>
                  </a:outerShdw>
                </a:effectLst>
                <a:latin typeface="+mn-lt"/>
                <a:ea typeface="楷体" pitchFamily="49" charset="-122"/>
              </a:rPr>
              <a:t>         </a:t>
            </a:r>
            <a:r>
              <a:rPr lang="zh-CN" altLang="en-US" b="1" dirty="0">
                <a:solidFill>
                  <a:srgbClr val="FF3300"/>
                </a:solidFill>
                <a:effectLst>
                  <a:outerShdw blurRad="38100" dist="38100" dir="2700000" algn="tl">
                    <a:srgbClr val="000000"/>
                  </a:outerShdw>
                </a:effectLst>
                <a:latin typeface="+mn-lt"/>
                <a:ea typeface="楷体" pitchFamily="49" charset="-122"/>
              </a:rPr>
              <a:t>语句标号</a:t>
            </a:r>
            <a:r>
              <a:rPr lang="zh-CN" altLang="en-US" b="1" dirty="0">
                <a:effectLst>
                  <a:outerShdw blurRad="38100" dist="38100" dir="2700000" algn="tl">
                    <a:srgbClr val="FFFFFF"/>
                  </a:outerShdw>
                </a:effectLst>
                <a:latin typeface="+mn-lt"/>
                <a:ea typeface="楷体" pitchFamily="49" charset="-122"/>
              </a:rPr>
              <a:t>是按标识符规定书写的符号，放在某一语句行的前面，标号后加冒号</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。语句标号起标识语句的作用，与</a:t>
            </a:r>
            <a:r>
              <a:rPr lang="en-US" altLang="zh-CN" b="1" dirty="0" err="1">
                <a:effectLst>
                  <a:outerShdw blurRad="38100" dist="38100" dir="2700000" algn="tl">
                    <a:srgbClr val="FFFFFF"/>
                  </a:outerShdw>
                </a:effectLst>
                <a:latin typeface="+mn-lt"/>
                <a:ea typeface="楷体" pitchFamily="49" charset="-122"/>
              </a:rPr>
              <a:t>goto</a:t>
            </a: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语句配合使用。</a:t>
            </a:r>
            <a:r>
              <a:rPr lang="zh-CN" altLang="en-US" dirty="0">
                <a:latin typeface="+mn-lt"/>
                <a:ea typeface="楷体" pitchFamily="49" charset="-122"/>
              </a:rPr>
              <a:t> </a:t>
            </a:r>
          </a:p>
        </p:txBody>
      </p:sp>
      <p:sp>
        <p:nvSpPr>
          <p:cNvPr id="933929" name="Text Box 41"/>
          <p:cNvSpPr txBox="1">
            <a:spLocks noChangeArrowheads="1"/>
          </p:cNvSpPr>
          <p:nvPr/>
        </p:nvSpPr>
        <p:spPr bwMode="auto">
          <a:xfrm>
            <a:off x="1106897" y="4149080"/>
            <a:ext cx="2160587"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339933"/>
                </a:solidFill>
                <a:effectLst>
                  <a:outerShdw blurRad="38100" dist="38100" dir="2700000" algn="tl">
                    <a:srgbClr val="000000"/>
                  </a:outerShdw>
                </a:effectLst>
                <a:latin typeface="+mn-lt"/>
                <a:ea typeface="楷体" pitchFamily="49" charset="-122"/>
              </a:rPr>
              <a:t> </a:t>
            </a:r>
            <a:r>
              <a:rPr lang="zh-CN" altLang="en-US" b="1" dirty="0">
                <a:solidFill>
                  <a:srgbClr val="339933"/>
                </a:solidFill>
                <a:effectLst>
                  <a:outerShdw blurRad="38100" dist="38100" dir="2700000" algn="tl">
                    <a:srgbClr val="000000"/>
                  </a:outerShdw>
                </a:effectLst>
                <a:latin typeface="+mn-lt"/>
                <a:ea typeface="楷体" pitchFamily="49" charset="-122"/>
              </a:rPr>
              <a:t>作用</a:t>
            </a:r>
          </a:p>
        </p:txBody>
      </p:sp>
      <p:sp>
        <p:nvSpPr>
          <p:cNvPr id="933930" name="Text Box 42"/>
          <p:cNvSpPr txBox="1">
            <a:spLocks noChangeArrowheads="1"/>
          </p:cNvSpPr>
          <p:nvPr/>
        </p:nvSpPr>
        <p:spPr bwMode="auto">
          <a:xfrm>
            <a:off x="760821" y="4494817"/>
            <a:ext cx="10324282" cy="878895"/>
          </a:xfrm>
          <a:prstGeom prst="rect">
            <a:avLst/>
          </a:prstGeom>
          <a:noFill/>
          <a:ln w="9525">
            <a:noFill/>
            <a:miter lim="800000"/>
            <a:headEnd/>
            <a:tailEnd/>
          </a:ln>
          <a:effectLst/>
        </p:spPr>
        <p:txBody>
          <a:bodyPr wrap="square">
            <a:spAutoFit/>
          </a:bodyPr>
          <a:lstStyle/>
          <a:p>
            <a:pPr>
              <a:lnSpc>
                <a:spcPts val="3200"/>
              </a:lnSpc>
              <a:spcBef>
                <a:spcPct val="50000"/>
              </a:spcBef>
              <a:buFont typeface="Wingdings" pitchFamily="2" charset="2"/>
              <a:buNone/>
            </a:pPr>
            <a:r>
              <a:rPr lang="en-US" altLang="zh-CN" b="1" dirty="0">
                <a:effectLst>
                  <a:outerShdw blurRad="38100" dist="38100" dir="2700000" algn="tl">
                    <a:srgbClr val="FFFFFF"/>
                  </a:outerShdw>
                </a:effectLst>
                <a:latin typeface="+mn-lt"/>
                <a:ea typeface="楷体" pitchFamily="49" charset="-122"/>
              </a:rPr>
              <a:t>         </a:t>
            </a:r>
            <a:r>
              <a:rPr lang="en-US" altLang="zh-CN" b="1" dirty="0" err="1">
                <a:effectLst>
                  <a:outerShdw blurRad="38100" dist="38100" dir="2700000" algn="tl">
                    <a:srgbClr val="FFFFFF"/>
                  </a:outerShdw>
                </a:effectLst>
                <a:latin typeface="+mn-lt"/>
                <a:ea typeface="楷体" pitchFamily="49" charset="-122"/>
              </a:rPr>
              <a:t>goto</a:t>
            </a:r>
            <a:r>
              <a:rPr lang="zh-CN" altLang="en-US" b="1" dirty="0">
                <a:effectLst>
                  <a:outerShdw blurRad="38100" dist="38100" dir="2700000" algn="tl">
                    <a:srgbClr val="FFFFFF"/>
                  </a:outerShdw>
                </a:effectLst>
                <a:latin typeface="+mn-lt"/>
                <a:ea typeface="楷体" pitchFamily="49" charset="-122"/>
              </a:rPr>
              <a:t>语句的作用是在不需要任何条件的情况下直接使程序跳转到该语句标号所标识的语句去执行。</a:t>
            </a:r>
            <a:r>
              <a:rPr lang="zh-CN" altLang="en-US" dirty="0">
                <a:latin typeface="+mn-lt"/>
                <a:ea typeface="楷体" pitchFamily="49" charset="-122"/>
              </a:rPr>
              <a:t> </a:t>
            </a:r>
          </a:p>
        </p:txBody>
      </p:sp>
      <p:grpSp>
        <p:nvGrpSpPr>
          <p:cNvPr id="933931" name="Group 43"/>
          <p:cNvGrpSpPr>
            <a:grpSpLocks/>
          </p:cNvGrpSpPr>
          <p:nvPr/>
        </p:nvGrpSpPr>
        <p:grpSpPr bwMode="auto">
          <a:xfrm>
            <a:off x="-9117" y="0"/>
            <a:ext cx="446088" cy="6858000"/>
            <a:chOff x="0" y="0"/>
            <a:chExt cx="281" cy="4320"/>
          </a:xfrm>
        </p:grpSpPr>
        <p:sp>
          <p:nvSpPr>
            <p:cNvPr id="933932" name="Text Box 4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33933" name="Text Box 4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33910"/>
                                        </p:tgtEl>
                                        <p:attrNameLst>
                                          <p:attrName>style.visibility</p:attrName>
                                        </p:attrNameLst>
                                      </p:cBhvr>
                                      <p:to>
                                        <p:strVal val="visible"/>
                                      </p:to>
                                    </p:set>
                                    <p:anim calcmode="lin" valueType="num">
                                      <p:cBhvr additive="base">
                                        <p:cTn id="7" dur="500" fill="hold"/>
                                        <p:tgtEl>
                                          <p:spTgt spid="933910"/>
                                        </p:tgtEl>
                                        <p:attrNameLst>
                                          <p:attrName>ppt_x</p:attrName>
                                        </p:attrNameLst>
                                      </p:cBhvr>
                                      <p:tavLst>
                                        <p:tav tm="0">
                                          <p:val>
                                            <p:strVal val="0-#ppt_w/2"/>
                                          </p:val>
                                        </p:tav>
                                        <p:tav tm="100000">
                                          <p:val>
                                            <p:strVal val="#ppt_x"/>
                                          </p:val>
                                        </p:tav>
                                      </p:tavLst>
                                    </p:anim>
                                    <p:anim calcmode="lin" valueType="num">
                                      <p:cBhvr additive="base">
                                        <p:cTn id="8" dur="500" fill="hold"/>
                                        <p:tgtEl>
                                          <p:spTgt spid="93391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933913">
                                            <p:bg/>
                                          </p:spTgt>
                                        </p:tgtEl>
                                        <p:attrNameLst>
                                          <p:attrName>style.visibility</p:attrName>
                                        </p:attrNameLst>
                                      </p:cBhvr>
                                      <p:to>
                                        <p:strVal val="visible"/>
                                      </p:to>
                                    </p:set>
                                    <p:animEffect transition="in" filter="box(out)">
                                      <p:cBhvr>
                                        <p:cTn id="13" dur="500"/>
                                        <p:tgtEl>
                                          <p:spTgt spid="933913">
                                            <p:bg/>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par>
                                <p:cTn id="14" presetID="4" presetClass="entr" presetSubtype="32" fill="hold" grpId="0" nodeType="withEffect">
                                  <p:stCondLst>
                                    <p:cond delay="0"/>
                                  </p:stCondLst>
                                  <p:childTnLst>
                                    <p:set>
                                      <p:cBhvr>
                                        <p:cTn id="15" dur="1" fill="hold">
                                          <p:stCondLst>
                                            <p:cond delay="0"/>
                                          </p:stCondLst>
                                        </p:cTn>
                                        <p:tgtEl>
                                          <p:spTgt spid="933913">
                                            <p:txEl>
                                              <p:pRg st="0" end="0"/>
                                            </p:txEl>
                                          </p:spTgt>
                                        </p:tgtEl>
                                        <p:attrNameLst>
                                          <p:attrName>style.visibility</p:attrName>
                                        </p:attrNameLst>
                                      </p:cBhvr>
                                      <p:to>
                                        <p:strVal val="visible"/>
                                      </p:to>
                                    </p:set>
                                    <p:animEffect transition="in" filter="box(out)">
                                      <p:cBhvr>
                                        <p:cTn id="16" dur="500"/>
                                        <p:tgtEl>
                                          <p:spTgt spid="933913">
                                            <p:txEl>
                                              <p:pRg st="0" end="0"/>
                                            </p:txEl>
                                          </p:spTgt>
                                        </p:tgtEl>
                                      </p:cBhvr>
                                    </p:animEffect>
                                  </p:childTnLst>
                                  <p:subTnLst>
                                    <p:audio>
                                      <p:cMediaNode>
                                        <p:cTn display="0" masterRel="sameClick">
                                          <p:stCondLst>
                                            <p:cond evt="begin" delay="0">
                                              <p:tn val="14"/>
                                            </p:cond>
                                          </p:stCondLst>
                                          <p:endCondLst>
                                            <p:cond evt="onStopAudio" delay="0">
                                              <p:tgtEl>
                                                <p:sldTgt/>
                                              </p:tgtEl>
                                            </p:cond>
                                          </p:endCondLst>
                                        </p:cTn>
                                        <p:tgtEl>
                                          <p:sndTgt r:embed="rId2" name="camera.wav"/>
                                        </p:tgtEl>
                                      </p:cMediaNode>
                                    </p:audio>
                                  </p:subTnLst>
                                </p:cTn>
                              </p:par>
                              <p:par>
                                <p:cTn id="17" presetID="4" presetClass="entr" presetSubtype="32" fill="hold" grpId="0" nodeType="withEffect">
                                  <p:stCondLst>
                                    <p:cond delay="0"/>
                                  </p:stCondLst>
                                  <p:childTnLst>
                                    <p:set>
                                      <p:cBhvr>
                                        <p:cTn id="18" dur="1" fill="hold">
                                          <p:stCondLst>
                                            <p:cond delay="0"/>
                                          </p:stCondLst>
                                        </p:cTn>
                                        <p:tgtEl>
                                          <p:spTgt spid="933913">
                                            <p:txEl>
                                              <p:pRg st="1" end="1"/>
                                            </p:txEl>
                                          </p:spTgt>
                                        </p:tgtEl>
                                        <p:attrNameLst>
                                          <p:attrName>style.visibility</p:attrName>
                                        </p:attrNameLst>
                                      </p:cBhvr>
                                      <p:to>
                                        <p:strVal val="visible"/>
                                      </p:to>
                                    </p:set>
                                    <p:animEffect transition="in" filter="box(out)">
                                      <p:cBhvr>
                                        <p:cTn id="19" dur="500"/>
                                        <p:tgtEl>
                                          <p:spTgt spid="933913">
                                            <p:txEl>
                                              <p:pRg st="1" end="1"/>
                                            </p:txEl>
                                          </p:spTgt>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par>
                                <p:cTn id="20" presetID="4" presetClass="entr" presetSubtype="32" fill="hold" grpId="0" nodeType="withEffect">
                                  <p:stCondLst>
                                    <p:cond delay="0"/>
                                  </p:stCondLst>
                                  <p:childTnLst>
                                    <p:set>
                                      <p:cBhvr>
                                        <p:cTn id="21" dur="1" fill="hold">
                                          <p:stCondLst>
                                            <p:cond delay="0"/>
                                          </p:stCondLst>
                                        </p:cTn>
                                        <p:tgtEl>
                                          <p:spTgt spid="933913">
                                            <p:txEl>
                                              <p:pRg st="2" end="2"/>
                                            </p:txEl>
                                          </p:spTgt>
                                        </p:tgtEl>
                                        <p:attrNameLst>
                                          <p:attrName>style.visibility</p:attrName>
                                        </p:attrNameLst>
                                      </p:cBhvr>
                                      <p:to>
                                        <p:strVal val="visible"/>
                                      </p:to>
                                    </p:set>
                                    <p:animEffect transition="in" filter="box(out)">
                                      <p:cBhvr>
                                        <p:cTn id="22" dur="500"/>
                                        <p:tgtEl>
                                          <p:spTgt spid="933913">
                                            <p:txEl>
                                              <p:pRg st="2" end="2"/>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933913">
                                            <p:txEl>
                                              <p:pRg st="0" end="0"/>
                                            </p:txEl>
                                          </p:spTgt>
                                        </p:tgtEl>
                                        <p:attrNameLst>
                                          <p:attrName>style.visibility</p:attrName>
                                        </p:attrNameLst>
                                      </p:cBhvr>
                                      <p:to>
                                        <p:strVal val="visible"/>
                                      </p:to>
                                    </p:set>
                                    <p:animEffect transition="in" filter="strips(downRight)">
                                      <p:cBhvr>
                                        <p:cTn id="27" dur="500"/>
                                        <p:tgtEl>
                                          <p:spTgt spid="933913">
                                            <p:txEl>
                                              <p:pRg st="0" end="0"/>
                                            </p:txEl>
                                          </p:spTgt>
                                        </p:tgtEl>
                                      </p:cBhvr>
                                    </p:animEffect>
                                  </p:childTnLst>
                                  <p:subTnLst>
                                    <p:animClr clrSpc="rgb" dir="cw">
                                      <p:cBhvr override="childStyle">
                                        <p:cTn dur="1" fill="hold" display="0" masterRel="nextClick" afterEffect="1"/>
                                        <p:tgtEl>
                                          <p:spTgt spid="933913">
                                            <p:txEl>
                                              <p:pRg st="0" end="0"/>
                                            </p:txEl>
                                          </p:spTgt>
                                        </p:tgtEl>
                                        <p:attrNameLst>
                                          <p:attrName>ppt_c</p:attrName>
                                        </p:attrNameLst>
                                      </p:cBhvr>
                                      <p:to>
                                        <a:srgbClr val="FF3300"/>
                                      </p:to>
                                    </p:animClr>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par>
                          <p:cTn id="28" fill="hold">
                            <p:stCondLst>
                              <p:cond delay="500"/>
                            </p:stCondLst>
                            <p:childTnLst>
                              <p:par>
                                <p:cTn id="29" presetID="18" presetClass="entr" presetSubtype="12" fill="hold" nodeType="afterEffect">
                                  <p:stCondLst>
                                    <p:cond delay="0"/>
                                  </p:stCondLst>
                                  <p:childTnLst>
                                    <p:set>
                                      <p:cBhvr>
                                        <p:cTn id="30" dur="1" fill="hold">
                                          <p:stCondLst>
                                            <p:cond delay="0"/>
                                          </p:stCondLst>
                                        </p:cTn>
                                        <p:tgtEl>
                                          <p:spTgt spid="933924"/>
                                        </p:tgtEl>
                                        <p:attrNameLst>
                                          <p:attrName>style.visibility</p:attrName>
                                        </p:attrNameLst>
                                      </p:cBhvr>
                                      <p:to>
                                        <p:strVal val="visible"/>
                                      </p:to>
                                    </p:set>
                                    <p:animEffect transition="in" filter="strips(downLeft)">
                                      <p:cBhvr>
                                        <p:cTn id="31" dur="500"/>
                                        <p:tgtEl>
                                          <p:spTgt spid="933924"/>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933926"/>
                                        </p:tgtEl>
                                        <p:attrNameLst>
                                          <p:attrName>style.visibility</p:attrName>
                                        </p:attrNameLst>
                                      </p:cBhvr>
                                      <p:to>
                                        <p:strVal val="visible"/>
                                      </p:to>
                                    </p:set>
                                    <p:animEffect transition="in" filter="blinds(horizontal)">
                                      <p:cBhvr>
                                        <p:cTn id="36" dur="500"/>
                                        <p:tgtEl>
                                          <p:spTgt spid="933926"/>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par>
                          <p:cTn id="37" fill="hold">
                            <p:stCondLst>
                              <p:cond delay="500"/>
                            </p:stCondLst>
                            <p:childTnLst>
                              <p:par>
                                <p:cTn id="38" presetID="4" presetClass="entr" presetSubtype="32" fill="hold" grpId="0" nodeType="afterEffect">
                                  <p:stCondLst>
                                    <p:cond delay="0"/>
                                  </p:stCondLst>
                                  <p:childTnLst>
                                    <p:set>
                                      <p:cBhvr>
                                        <p:cTn id="39" dur="1" fill="hold">
                                          <p:stCondLst>
                                            <p:cond delay="0"/>
                                          </p:stCondLst>
                                        </p:cTn>
                                        <p:tgtEl>
                                          <p:spTgt spid="933918">
                                            <p:bg/>
                                          </p:spTgt>
                                        </p:tgtEl>
                                        <p:attrNameLst>
                                          <p:attrName>style.visibility</p:attrName>
                                        </p:attrNameLst>
                                      </p:cBhvr>
                                      <p:to>
                                        <p:strVal val="visible"/>
                                      </p:to>
                                    </p:set>
                                    <p:animEffect transition="in" filter="box(out)">
                                      <p:cBhvr>
                                        <p:cTn id="40" dur="500"/>
                                        <p:tgtEl>
                                          <p:spTgt spid="933918">
                                            <p:bg/>
                                          </p:spTgt>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par>
                                <p:cTn id="41" presetID="4" presetClass="entr" presetSubtype="32" fill="hold" grpId="0" nodeType="withEffect">
                                  <p:stCondLst>
                                    <p:cond delay="0"/>
                                  </p:stCondLst>
                                  <p:childTnLst>
                                    <p:set>
                                      <p:cBhvr>
                                        <p:cTn id="42" dur="1" fill="hold">
                                          <p:stCondLst>
                                            <p:cond delay="0"/>
                                          </p:stCondLst>
                                        </p:cTn>
                                        <p:tgtEl>
                                          <p:spTgt spid="933918">
                                            <p:txEl>
                                              <p:pRg st="0" end="0"/>
                                            </p:txEl>
                                          </p:spTgt>
                                        </p:tgtEl>
                                        <p:attrNameLst>
                                          <p:attrName>style.visibility</p:attrName>
                                        </p:attrNameLst>
                                      </p:cBhvr>
                                      <p:to>
                                        <p:strVal val="visible"/>
                                      </p:to>
                                    </p:set>
                                    <p:animEffect transition="in" filter="box(out)">
                                      <p:cBhvr>
                                        <p:cTn id="43" dur="500"/>
                                        <p:tgtEl>
                                          <p:spTgt spid="933918">
                                            <p:txEl>
                                              <p:pRg st="0" end="0"/>
                                            </p:txEl>
                                          </p:spTgt>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par>
                                <p:cTn id="44" presetID="4" presetClass="entr" presetSubtype="32" fill="hold" grpId="0" nodeType="withEffect">
                                  <p:stCondLst>
                                    <p:cond delay="0"/>
                                  </p:stCondLst>
                                  <p:childTnLst>
                                    <p:set>
                                      <p:cBhvr>
                                        <p:cTn id="45" dur="1" fill="hold">
                                          <p:stCondLst>
                                            <p:cond delay="0"/>
                                          </p:stCondLst>
                                        </p:cTn>
                                        <p:tgtEl>
                                          <p:spTgt spid="933918">
                                            <p:txEl>
                                              <p:pRg st="1" end="1"/>
                                            </p:txEl>
                                          </p:spTgt>
                                        </p:tgtEl>
                                        <p:attrNameLst>
                                          <p:attrName>style.visibility</p:attrName>
                                        </p:attrNameLst>
                                      </p:cBhvr>
                                      <p:to>
                                        <p:strVal val="visible"/>
                                      </p:to>
                                    </p:set>
                                    <p:animEffect transition="in" filter="box(out)">
                                      <p:cBhvr>
                                        <p:cTn id="46" dur="500"/>
                                        <p:tgtEl>
                                          <p:spTgt spid="933918">
                                            <p:txEl>
                                              <p:pRg st="1" end="1"/>
                                            </p:txEl>
                                          </p:spTgt>
                                        </p:tgtEl>
                                      </p:cBhvr>
                                    </p:animEffect>
                                  </p:childTnLst>
                                  <p:subTnLst>
                                    <p:audio>
                                      <p:cMediaNode>
                                        <p:cTn display="0" masterRel="sameClick">
                                          <p:stCondLst>
                                            <p:cond evt="begin" delay="0">
                                              <p:tn val="44"/>
                                            </p:cond>
                                          </p:stCondLst>
                                          <p:endCondLst>
                                            <p:cond evt="onStopAudio" delay="0">
                                              <p:tgtEl>
                                                <p:sldTgt/>
                                              </p:tgtEl>
                                            </p:cond>
                                          </p:endCondLst>
                                        </p:cTn>
                                        <p:tgtEl>
                                          <p:sndTgt r:embed="rId2" name="camera.wav"/>
                                        </p:tgtEl>
                                      </p:cMediaNode>
                                    </p:audio>
                                  </p:subTnLst>
                                </p:cTn>
                              </p:par>
                              <p:par>
                                <p:cTn id="47" presetID="4" presetClass="entr" presetSubtype="32" fill="hold" grpId="0" nodeType="withEffect">
                                  <p:stCondLst>
                                    <p:cond delay="0"/>
                                  </p:stCondLst>
                                  <p:childTnLst>
                                    <p:set>
                                      <p:cBhvr>
                                        <p:cTn id="48" dur="1" fill="hold">
                                          <p:stCondLst>
                                            <p:cond delay="0"/>
                                          </p:stCondLst>
                                        </p:cTn>
                                        <p:tgtEl>
                                          <p:spTgt spid="933918">
                                            <p:txEl>
                                              <p:pRg st="2" end="2"/>
                                            </p:txEl>
                                          </p:spTgt>
                                        </p:tgtEl>
                                        <p:attrNameLst>
                                          <p:attrName>style.visibility</p:attrName>
                                        </p:attrNameLst>
                                      </p:cBhvr>
                                      <p:to>
                                        <p:strVal val="visible"/>
                                      </p:to>
                                    </p:set>
                                    <p:animEffect transition="in" filter="box(out)">
                                      <p:cBhvr>
                                        <p:cTn id="49" dur="500"/>
                                        <p:tgtEl>
                                          <p:spTgt spid="933918">
                                            <p:txEl>
                                              <p:pRg st="2" end="2"/>
                                            </p:txEl>
                                          </p:spTgt>
                                        </p:tgtEl>
                                      </p:cBhvr>
                                    </p:animEffect>
                                  </p:childTnLst>
                                  <p:subTnLst>
                                    <p:audio>
                                      <p:cMediaNode>
                                        <p:cTn display="0" masterRel="sameClick">
                                          <p:stCondLst>
                                            <p:cond evt="begin" delay="0">
                                              <p:tn val="47"/>
                                            </p:cond>
                                          </p:stCondLst>
                                          <p:endCondLst>
                                            <p:cond evt="onStopAudio" delay="0">
                                              <p:tgtEl>
                                                <p:sldTgt/>
                                              </p:tgtEl>
                                            </p:cond>
                                          </p:endCondLst>
                                        </p:cTn>
                                        <p:tgtEl>
                                          <p:sndTgt r:embed="rId2" name="camera.wav"/>
                                        </p:tgtEl>
                                      </p:cMediaNode>
                                    </p:audio>
                                  </p:subTnLst>
                                </p:cTn>
                              </p:par>
                            </p:childTnLst>
                          </p:cTn>
                        </p:par>
                      </p:childTnLst>
                    </p:cTn>
                  </p:par>
                  <p:par>
                    <p:cTn id="50" fill="hold">
                      <p:stCondLst>
                        <p:cond delay="indefinite"/>
                      </p:stCondLst>
                      <p:childTnLst>
                        <p:par>
                          <p:cTn id="51" fill="hold">
                            <p:stCondLst>
                              <p:cond delay="0"/>
                            </p:stCondLst>
                            <p:childTnLst>
                              <p:par>
                                <p:cTn id="52" presetID="18" presetClass="entr" presetSubtype="12" fill="hold" nodeType="clickEffect">
                                  <p:stCondLst>
                                    <p:cond delay="0"/>
                                  </p:stCondLst>
                                  <p:childTnLst>
                                    <p:set>
                                      <p:cBhvr>
                                        <p:cTn id="53" dur="1" fill="hold">
                                          <p:stCondLst>
                                            <p:cond delay="0"/>
                                          </p:stCondLst>
                                        </p:cTn>
                                        <p:tgtEl>
                                          <p:spTgt spid="933918">
                                            <p:txEl>
                                              <p:pRg st="2" end="2"/>
                                            </p:txEl>
                                          </p:spTgt>
                                        </p:tgtEl>
                                        <p:attrNameLst>
                                          <p:attrName>style.visibility</p:attrName>
                                        </p:attrNameLst>
                                      </p:cBhvr>
                                      <p:to>
                                        <p:strVal val="visible"/>
                                      </p:to>
                                    </p:set>
                                    <p:animEffect transition="in" filter="strips(downLeft)">
                                      <p:cBhvr>
                                        <p:cTn id="54" dur="500"/>
                                        <p:tgtEl>
                                          <p:spTgt spid="933918">
                                            <p:txEl>
                                              <p:pRg st="2" end="2"/>
                                            </p:txEl>
                                          </p:spTgt>
                                        </p:tgtEl>
                                      </p:cBhvr>
                                    </p:animEffect>
                                  </p:childTnLst>
                                  <p:subTnLst>
                                    <p:animClr clrSpc="rgb" dir="cw">
                                      <p:cBhvr override="childStyle">
                                        <p:cTn dur="1" fill="hold" display="0" masterRel="nextClick" afterEffect="1"/>
                                        <p:tgtEl>
                                          <p:spTgt spid="933918">
                                            <p:txEl>
                                              <p:pRg st="2" end="2"/>
                                            </p:txEl>
                                          </p:spTgt>
                                        </p:tgtEl>
                                        <p:attrNameLst>
                                          <p:attrName>ppt_c</p:attrName>
                                        </p:attrNameLst>
                                      </p:cBhvr>
                                      <p:to>
                                        <a:srgbClr val="FF3300"/>
                                      </p:to>
                                    </p:animClr>
                                    <p:audio>
                                      <p:cMediaNode>
                                        <p:cTn display="0" masterRel="sameClick">
                                          <p:stCondLst>
                                            <p:cond evt="begin" delay="0">
                                              <p:tn val="52"/>
                                            </p:cond>
                                          </p:stCondLst>
                                          <p:endCondLst>
                                            <p:cond evt="onStopAudio" delay="0">
                                              <p:tgtEl>
                                                <p:sldTgt/>
                                              </p:tgtEl>
                                            </p:cond>
                                          </p:endCondLst>
                                        </p:cTn>
                                        <p:tgtEl>
                                          <p:sndTgt r:embed="rId2" name="camera.wav"/>
                                        </p:tgtEl>
                                      </p:cMediaNode>
                                    </p:audio>
                                  </p:subTnLst>
                                </p:cTn>
                              </p:par>
                            </p:childTnLst>
                          </p:cTn>
                        </p:par>
                        <p:par>
                          <p:cTn id="55" fill="hold">
                            <p:stCondLst>
                              <p:cond delay="500"/>
                            </p:stCondLst>
                            <p:childTnLst>
                              <p:par>
                                <p:cTn id="56" presetID="18" presetClass="entr" presetSubtype="12" fill="hold" nodeType="afterEffect">
                                  <p:stCondLst>
                                    <p:cond delay="0"/>
                                  </p:stCondLst>
                                  <p:childTnLst>
                                    <p:set>
                                      <p:cBhvr>
                                        <p:cTn id="57" dur="1" fill="hold">
                                          <p:stCondLst>
                                            <p:cond delay="0"/>
                                          </p:stCondLst>
                                        </p:cTn>
                                        <p:tgtEl>
                                          <p:spTgt spid="933925"/>
                                        </p:tgtEl>
                                        <p:attrNameLst>
                                          <p:attrName>style.visibility</p:attrName>
                                        </p:attrNameLst>
                                      </p:cBhvr>
                                      <p:to>
                                        <p:strVal val="visible"/>
                                      </p:to>
                                    </p:set>
                                    <p:animEffect transition="in" filter="strips(downLeft)">
                                      <p:cBhvr>
                                        <p:cTn id="58" dur="500"/>
                                        <p:tgtEl>
                                          <p:spTgt spid="933925"/>
                                        </p:tgtEl>
                                      </p:cBhvr>
                                    </p:animEffect>
                                  </p:childTnLst>
                                  <p:subTnLst>
                                    <p:audio>
                                      <p:cMediaNode>
                                        <p:cTn display="0" masterRel="sameClick">
                                          <p:stCondLst>
                                            <p:cond evt="begin" delay="0">
                                              <p:tn val="56"/>
                                            </p:cond>
                                          </p:stCondLst>
                                          <p:endCondLst>
                                            <p:cond evt="onStopAudio" delay="0">
                                              <p:tgtEl>
                                                <p:sldTgt/>
                                              </p:tgtEl>
                                            </p:cond>
                                          </p:endCondLst>
                                        </p:cTn>
                                        <p:tgtEl>
                                          <p:sndTgt r:embed="rId2" name="camera.wav"/>
                                        </p:tgtEl>
                                      </p:cMediaNode>
                                    </p:audio>
                                  </p:subTnLst>
                                </p:cTn>
                              </p:par>
                            </p:childTnLst>
                          </p:cTn>
                        </p:par>
                      </p:childTnLst>
                    </p:cTn>
                  </p:par>
                  <p:par>
                    <p:cTn id="59" fill="hold">
                      <p:stCondLst>
                        <p:cond delay="indefinite"/>
                      </p:stCondLst>
                      <p:childTnLst>
                        <p:par>
                          <p:cTn id="60" fill="hold">
                            <p:stCondLst>
                              <p:cond delay="0"/>
                            </p:stCondLst>
                            <p:childTnLst>
                              <p:par>
                                <p:cTn id="61" presetID="2" presetClass="entr" presetSubtype="8" fill="hold" grpId="0" nodeType="clickEffect">
                                  <p:stCondLst>
                                    <p:cond delay="0"/>
                                  </p:stCondLst>
                                  <p:childTnLst>
                                    <p:set>
                                      <p:cBhvr>
                                        <p:cTn id="62" dur="1" fill="hold">
                                          <p:stCondLst>
                                            <p:cond delay="0"/>
                                          </p:stCondLst>
                                        </p:cTn>
                                        <p:tgtEl>
                                          <p:spTgt spid="933927"/>
                                        </p:tgtEl>
                                        <p:attrNameLst>
                                          <p:attrName>style.visibility</p:attrName>
                                        </p:attrNameLst>
                                      </p:cBhvr>
                                      <p:to>
                                        <p:strVal val="visible"/>
                                      </p:to>
                                    </p:set>
                                    <p:anim calcmode="lin" valueType="num">
                                      <p:cBhvr additive="base">
                                        <p:cTn id="63" dur="500" fill="hold"/>
                                        <p:tgtEl>
                                          <p:spTgt spid="933927"/>
                                        </p:tgtEl>
                                        <p:attrNameLst>
                                          <p:attrName>ppt_x</p:attrName>
                                        </p:attrNameLst>
                                      </p:cBhvr>
                                      <p:tavLst>
                                        <p:tav tm="0">
                                          <p:val>
                                            <p:strVal val="0-#ppt_w/2"/>
                                          </p:val>
                                        </p:tav>
                                        <p:tav tm="100000">
                                          <p:val>
                                            <p:strVal val="#ppt_x"/>
                                          </p:val>
                                        </p:tav>
                                      </p:tavLst>
                                    </p:anim>
                                    <p:anim calcmode="lin" valueType="num">
                                      <p:cBhvr additive="base">
                                        <p:cTn id="64" dur="500" fill="hold"/>
                                        <p:tgtEl>
                                          <p:spTgt spid="93392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childTnLst>
                          </p:cTn>
                        </p:par>
                      </p:childTnLst>
                    </p:cTn>
                  </p:par>
                  <p:par>
                    <p:cTn id="65" fill="hold">
                      <p:stCondLst>
                        <p:cond delay="indefinite"/>
                      </p:stCondLst>
                      <p:childTnLst>
                        <p:par>
                          <p:cTn id="66" fill="hold">
                            <p:stCondLst>
                              <p:cond delay="0"/>
                            </p:stCondLst>
                            <p:childTnLst>
                              <p:par>
                                <p:cTn id="67" presetID="2" presetClass="entr" presetSubtype="8" fill="hold" grpId="0" nodeType="clickEffect">
                                  <p:stCondLst>
                                    <p:cond delay="0"/>
                                  </p:stCondLst>
                                  <p:childTnLst>
                                    <p:set>
                                      <p:cBhvr>
                                        <p:cTn id="68" dur="1" fill="hold">
                                          <p:stCondLst>
                                            <p:cond delay="0"/>
                                          </p:stCondLst>
                                        </p:cTn>
                                        <p:tgtEl>
                                          <p:spTgt spid="933928"/>
                                        </p:tgtEl>
                                        <p:attrNameLst>
                                          <p:attrName>style.visibility</p:attrName>
                                        </p:attrNameLst>
                                      </p:cBhvr>
                                      <p:to>
                                        <p:strVal val="visible"/>
                                      </p:to>
                                    </p:set>
                                    <p:anim calcmode="lin" valueType="num">
                                      <p:cBhvr additive="base">
                                        <p:cTn id="69" dur="500" fill="hold"/>
                                        <p:tgtEl>
                                          <p:spTgt spid="933928"/>
                                        </p:tgtEl>
                                        <p:attrNameLst>
                                          <p:attrName>ppt_x</p:attrName>
                                        </p:attrNameLst>
                                      </p:cBhvr>
                                      <p:tavLst>
                                        <p:tav tm="0">
                                          <p:val>
                                            <p:strVal val="0-#ppt_w/2"/>
                                          </p:val>
                                        </p:tav>
                                        <p:tav tm="100000">
                                          <p:val>
                                            <p:strVal val="#ppt_x"/>
                                          </p:val>
                                        </p:tav>
                                      </p:tavLst>
                                    </p:anim>
                                    <p:anim calcmode="lin" valueType="num">
                                      <p:cBhvr additive="base">
                                        <p:cTn id="70" dur="500" fill="hold"/>
                                        <p:tgtEl>
                                          <p:spTgt spid="93392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7"/>
                                            </p:cond>
                                          </p:stCondLst>
                                          <p:endCondLst>
                                            <p:cond evt="onStopAudio" delay="0">
                                              <p:tgtEl>
                                                <p:sldTgt/>
                                              </p:tgtEl>
                                            </p:cond>
                                          </p:endCondLst>
                                        </p:cTn>
                                        <p:tgtEl>
                                          <p:sndTgt r:embed="rId2" name="camera.wav"/>
                                        </p:tgtEl>
                                      </p:cMediaNode>
                                    </p:audio>
                                  </p:subTnLst>
                                </p:cTn>
                              </p:par>
                            </p:childTnLst>
                          </p:cTn>
                        </p:par>
                      </p:childTnLst>
                    </p:cTn>
                  </p:par>
                  <p:par>
                    <p:cTn id="71" fill="hold">
                      <p:stCondLst>
                        <p:cond delay="indefinite"/>
                      </p:stCondLst>
                      <p:childTnLst>
                        <p:par>
                          <p:cTn id="72" fill="hold">
                            <p:stCondLst>
                              <p:cond delay="0"/>
                            </p:stCondLst>
                            <p:childTnLst>
                              <p:par>
                                <p:cTn id="73" presetID="2" presetClass="entr" presetSubtype="8" fill="hold" grpId="0" nodeType="clickEffect">
                                  <p:stCondLst>
                                    <p:cond delay="0"/>
                                  </p:stCondLst>
                                  <p:childTnLst>
                                    <p:set>
                                      <p:cBhvr>
                                        <p:cTn id="74" dur="1" fill="hold">
                                          <p:stCondLst>
                                            <p:cond delay="0"/>
                                          </p:stCondLst>
                                        </p:cTn>
                                        <p:tgtEl>
                                          <p:spTgt spid="933929"/>
                                        </p:tgtEl>
                                        <p:attrNameLst>
                                          <p:attrName>style.visibility</p:attrName>
                                        </p:attrNameLst>
                                      </p:cBhvr>
                                      <p:to>
                                        <p:strVal val="visible"/>
                                      </p:to>
                                    </p:set>
                                    <p:anim calcmode="lin" valueType="num">
                                      <p:cBhvr additive="base">
                                        <p:cTn id="75" dur="500" fill="hold"/>
                                        <p:tgtEl>
                                          <p:spTgt spid="933929"/>
                                        </p:tgtEl>
                                        <p:attrNameLst>
                                          <p:attrName>ppt_x</p:attrName>
                                        </p:attrNameLst>
                                      </p:cBhvr>
                                      <p:tavLst>
                                        <p:tav tm="0">
                                          <p:val>
                                            <p:strVal val="0-#ppt_w/2"/>
                                          </p:val>
                                        </p:tav>
                                        <p:tav tm="100000">
                                          <p:val>
                                            <p:strVal val="#ppt_x"/>
                                          </p:val>
                                        </p:tav>
                                      </p:tavLst>
                                    </p:anim>
                                    <p:anim calcmode="lin" valueType="num">
                                      <p:cBhvr additive="base">
                                        <p:cTn id="76" dur="500" fill="hold"/>
                                        <p:tgtEl>
                                          <p:spTgt spid="93392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3"/>
                                            </p:cond>
                                          </p:stCondLst>
                                          <p:endCondLst>
                                            <p:cond evt="onStopAudio" delay="0">
                                              <p:tgtEl>
                                                <p:sldTgt/>
                                              </p:tgtEl>
                                            </p:cond>
                                          </p:endCondLst>
                                        </p:cTn>
                                        <p:tgtEl>
                                          <p:sndTgt r:embed="rId2" name="camera.wav"/>
                                        </p:tgtEl>
                                      </p:cMediaNode>
                                    </p:audio>
                                  </p:subTnLst>
                                </p:cTn>
                              </p:par>
                            </p:childTnLst>
                          </p:cTn>
                        </p:par>
                      </p:childTnLst>
                    </p:cTn>
                  </p:par>
                  <p:par>
                    <p:cTn id="77" fill="hold">
                      <p:stCondLst>
                        <p:cond delay="indefinite"/>
                      </p:stCondLst>
                      <p:childTnLst>
                        <p:par>
                          <p:cTn id="78" fill="hold">
                            <p:stCondLst>
                              <p:cond delay="0"/>
                            </p:stCondLst>
                            <p:childTnLst>
                              <p:par>
                                <p:cTn id="79" presetID="2" presetClass="entr" presetSubtype="8" fill="hold" grpId="0" nodeType="clickEffect">
                                  <p:stCondLst>
                                    <p:cond delay="0"/>
                                  </p:stCondLst>
                                  <p:childTnLst>
                                    <p:set>
                                      <p:cBhvr>
                                        <p:cTn id="80" dur="1" fill="hold">
                                          <p:stCondLst>
                                            <p:cond delay="0"/>
                                          </p:stCondLst>
                                        </p:cTn>
                                        <p:tgtEl>
                                          <p:spTgt spid="933930"/>
                                        </p:tgtEl>
                                        <p:attrNameLst>
                                          <p:attrName>style.visibility</p:attrName>
                                        </p:attrNameLst>
                                      </p:cBhvr>
                                      <p:to>
                                        <p:strVal val="visible"/>
                                      </p:to>
                                    </p:set>
                                    <p:anim calcmode="lin" valueType="num">
                                      <p:cBhvr additive="base">
                                        <p:cTn id="81" dur="500" fill="hold"/>
                                        <p:tgtEl>
                                          <p:spTgt spid="933930"/>
                                        </p:tgtEl>
                                        <p:attrNameLst>
                                          <p:attrName>ppt_x</p:attrName>
                                        </p:attrNameLst>
                                      </p:cBhvr>
                                      <p:tavLst>
                                        <p:tav tm="0">
                                          <p:val>
                                            <p:strVal val="0-#ppt_w/2"/>
                                          </p:val>
                                        </p:tav>
                                        <p:tav tm="100000">
                                          <p:val>
                                            <p:strVal val="#ppt_x"/>
                                          </p:val>
                                        </p:tav>
                                      </p:tavLst>
                                    </p:anim>
                                    <p:anim calcmode="lin" valueType="num">
                                      <p:cBhvr additive="base">
                                        <p:cTn id="82" dur="500" fill="hold"/>
                                        <p:tgtEl>
                                          <p:spTgt spid="93393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9"/>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3910" grpId="0"/>
      <p:bldP spid="933913" grpId="0" build="allAtOnce" animBg="1"/>
      <p:bldP spid="933918" grpId="0" build="allAtOnce" animBg="1"/>
      <p:bldP spid="933926" grpId="0"/>
      <p:bldP spid="933927" grpId="0"/>
      <p:bldP spid="933928" grpId="0"/>
      <p:bldP spid="933929" grpId="0"/>
      <p:bldP spid="93393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4935" name="Text Box 23" descr="信纸"/>
          <p:cNvSpPr txBox="1">
            <a:spLocks noChangeArrowheads="1"/>
          </p:cNvSpPr>
          <p:nvPr/>
        </p:nvSpPr>
        <p:spPr bwMode="auto">
          <a:xfrm>
            <a:off x="2207149" y="1412305"/>
            <a:ext cx="7561259" cy="4248943"/>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ctr" rotWithShape="0">
              <a:schemeClr val="tx1">
                <a:alpha val="43000"/>
              </a:schemeClr>
            </a:outerShdw>
          </a:effectLst>
          <a:scene3d>
            <a:camera prst="orthographicFront"/>
            <a:lightRig rig="threePt" dir="t"/>
          </a:scene3d>
          <a:sp3d>
            <a:bevelT w="114300" prst="hardEdge"/>
          </a:sp3d>
        </p:spPr>
        <p:txBody>
          <a:bodyPr/>
          <a:lstStyle/>
          <a:p>
            <a:pPr lvl="1" indent="-457200"/>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例：</a:t>
            </a:r>
            <a:r>
              <a:rPr lang="zh-CN" altLang="en-US" b="1" dirty="0">
                <a:solidFill>
                  <a:srgbClr val="FF33CC"/>
                </a:solidFill>
                <a:effectLst>
                  <a:outerShdw blurRad="38100" dist="38100" dir="2700000" algn="tl">
                    <a:srgbClr val="000000"/>
                  </a:outerShdw>
                </a:effectLst>
                <a:latin typeface="+mn-lt"/>
                <a:ea typeface="隶书" pitchFamily="49" charset="-122"/>
              </a:rPr>
              <a:t>求</a:t>
            </a:r>
            <a:r>
              <a:rPr lang="en-US" altLang="zh-CN" b="1" dirty="0">
                <a:solidFill>
                  <a:srgbClr val="FF33CC"/>
                </a:solidFill>
                <a:effectLst>
                  <a:outerShdw blurRad="38100" dist="38100" dir="2700000" algn="tl">
                    <a:srgbClr val="000000"/>
                  </a:outerShdw>
                </a:effectLst>
                <a:latin typeface="+mn-lt"/>
                <a:ea typeface="隶书" pitchFamily="49" charset="-122"/>
              </a:rPr>
              <a:t>1</a:t>
            </a:r>
            <a:r>
              <a:rPr lang="zh-CN" altLang="en-US" b="1" dirty="0">
                <a:solidFill>
                  <a:srgbClr val="FF33CC"/>
                </a:solidFill>
                <a:effectLst>
                  <a:outerShdw blurRad="38100" dist="38100" dir="2700000" algn="tl">
                    <a:srgbClr val="000000"/>
                  </a:outerShdw>
                </a:effectLst>
                <a:latin typeface="+mn-lt"/>
              </a:rPr>
              <a:t>～</a:t>
            </a:r>
            <a:r>
              <a:rPr lang="en-US" altLang="zh-CN" b="1" dirty="0">
                <a:solidFill>
                  <a:srgbClr val="FF33CC"/>
                </a:solidFill>
                <a:effectLst>
                  <a:outerShdw blurRad="38100" dist="38100" dir="2700000" algn="tl">
                    <a:srgbClr val="000000"/>
                  </a:outerShdw>
                </a:effectLst>
                <a:latin typeface="+mn-lt"/>
                <a:ea typeface="隶书" pitchFamily="49" charset="-122"/>
              </a:rPr>
              <a:t>100</a:t>
            </a:r>
            <a:r>
              <a:rPr lang="zh-CN" altLang="en-US" b="1" dirty="0">
                <a:solidFill>
                  <a:srgbClr val="FF33CC"/>
                </a:solidFill>
                <a:effectLst>
                  <a:outerShdw blurRad="38100" dist="38100" dir="2700000" algn="tl">
                    <a:srgbClr val="000000"/>
                  </a:outerShdw>
                </a:effectLst>
                <a:latin typeface="+mn-lt"/>
                <a:ea typeface="隶书" pitchFamily="49" charset="-122"/>
              </a:rPr>
              <a:t>的累计和</a:t>
            </a:r>
            <a:r>
              <a:rPr lang="zh-CN" altLang="en-US" dirty="0">
                <a:latin typeface="+mn-lt"/>
              </a:rPr>
              <a:t> </a:t>
            </a:r>
            <a:endParaRPr lang="zh-CN" altLang="en-US" b="1" dirty="0">
              <a:effectLst>
                <a:outerShdw blurRad="38100" dist="38100" dir="2700000" algn="tl">
                  <a:srgbClr val="FFFFFF"/>
                </a:outerShdw>
              </a:effectLst>
              <a:latin typeface="+mn-lt"/>
              <a:ea typeface="楷体_GB2312" pitchFamily="49" charset="-122"/>
            </a:endParaRPr>
          </a:p>
          <a:p>
            <a:pPr lvl="1" indent="-457200"/>
            <a:r>
              <a:rPr lang="en-US" altLang="zh-CN" b="1" dirty="0">
                <a:effectLst>
                  <a:outerShdw blurRad="38100" dist="38100" dir="2700000" algn="tl">
                    <a:srgbClr val="FFFFFF"/>
                  </a:outerShdw>
                </a:effectLst>
                <a:ea typeface="楷体_GB2312" pitchFamily="49" charset="-122"/>
              </a:rPr>
              <a:t>#include &lt;</a:t>
            </a:r>
            <a:r>
              <a:rPr lang="en-US" altLang="zh-CN" b="1" dirty="0" err="1">
                <a:effectLst>
                  <a:outerShdw blurRad="38100" dist="38100" dir="2700000" algn="tl">
                    <a:srgbClr val="FFFFFF"/>
                  </a:outerShdw>
                </a:effectLst>
                <a:ea typeface="楷体_GB2312" pitchFamily="49" charset="-122"/>
              </a:rPr>
              <a:t>stdio.h</a:t>
            </a:r>
            <a:r>
              <a:rPr lang="en-US" altLang="zh-CN" b="1" dirty="0">
                <a:effectLst>
                  <a:outerShdw blurRad="38100" dist="38100" dir="2700000" algn="tl">
                    <a:srgbClr val="FFFFFF"/>
                  </a:outerShdw>
                </a:effectLst>
                <a:ea typeface="楷体_GB2312" pitchFamily="49" charset="-122"/>
              </a:rPr>
              <a:t>&gt;</a:t>
            </a:r>
          </a:p>
          <a:p>
            <a:pPr lvl="1" indent="-457200"/>
            <a:r>
              <a:rPr lang="en-US" altLang="zh-CN" b="1" dirty="0" err="1">
                <a:solidFill>
                  <a:srgbClr val="CC3300"/>
                </a:solidFill>
                <a:effectLst>
                  <a:outerShdw blurRad="38100" dist="38100" dir="2700000" algn="tl">
                    <a:srgbClr val="000000"/>
                  </a:outerShdw>
                </a:effectLst>
                <a:ea typeface="楷体_GB2312" pitchFamily="49" charset="-122"/>
              </a:rPr>
              <a:t>int</a:t>
            </a:r>
            <a:r>
              <a:rPr lang="en-US" altLang="zh-CN" b="1" dirty="0">
                <a:solidFill>
                  <a:srgbClr val="CC3300"/>
                </a:solidFill>
                <a:effectLst>
                  <a:outerShdw blurRad="38100" dist="38100" dir="2700000" algn="tl">
                    <a:srgbClr val="000000"/>
                  </a:outerShdw>
                </a:effectLst>
                <a:ea typeface="楷体_GB2312" pitchFamily="49" charset="-122"/>
              </a:rPr>
              <a:t> main ( )</a:t>
            </a:r>
          </a:p>
          <a:p>
            <a:pPr lvl="1" indent="-457200"/>
            <a:r>
              <a:rPr lang="en-US" altLang="zh-CN" b="1" dirty="0">
                <a:effectLst>
                  <a:outerShdw blurRad="38100" dist="38100" dir="2700000" algn="tl">
                    <a:srgbClr val="FFFFFF"/>
                  </a:outerShdw>
                </a:effectLst>
                <a:ea typeface="楷体_GB2312" pitchFamily="49" charset="-122"/>
              </a:rPr>
              <a:t>{</a:t>
            </a:r>
          </a:p>
          <a:p>
            <a:pPr lvl="1" indent="-457200"/>
            <a:r>
              <a:rPr lang="en-US" altLang="zh-CN" b="1" dirty="0">
                <a:effectLst>
                  <a:outerShdw blurRad="38100" dist="38100" dir="2700000" algn="tl">
                    <a:srgbClr val="FFFFFF"/>
                  </a:outerShdw>
                </a:effectLst>
                <a:ea typeface="楷体_GB2312" pitchFamily="49" charset="-122"/>
              </a:rPr>
              <a:t>   </a:t>
            </a:r>
            <a:r>
              <a:rPr lang="en-US" altLang="zh-CN" b="1" dirty="0" err="1">
                <a:effectLst>
                  <a:outerShdw blurRad="38100" dist="38100" dir="2700000" algn="tl">
                    <a:srgbClr val="FFFFFF"/>
                  </a:outerShdw>
                </a:effectLst>
                <a:ea typeface="楷体_GB2312" pitchFamily="49" charset="-122"/>
              </a:rPr>
              <a:t>int</a:t>
            </a:r>
            <a:r>
              <a:rPr lang="en-US" altLang="zh-CN" b="1" dirty="0">
                <a:effectLst>
                  <a:outerShdw blurRad="38100" dist="38100" dir="2700000" algn="tl">
                    <a:srgbClr val="FFFFFF"/>
                  </a:outerShdw>
                </a:effectLst>
                <a:ea typeface="楷体_GB2312" pitchFamily="49" charset="-122"/>
              </a:rPr>
              <a:t> </a:t>
            </a:r>
            <a:r>
              <a:rPr lang="en-US" altLang="zh-CN" b="1" dirty="0" err="1">
                <a:effectLst>
                  <a:outerShdw blurRad="38100" dist="38100" dir="2700000" algn="tl">
                    <a:srgbClr val="FFFFFF"/>
                  </a:outerShdw>
                </a:effectLst>
                <a:ea typeface="楷体_GB2312" pitchFamily="49" charset="-122"/>
              </a:rPr>
              <a:t>i</a:t>
            </a:r>
            <a:r>
              <a:rPr lang="en-US" altLang="zh-CN" b="1" dirty="0">
                <a:effectLst>
                  <a:outerShdw blurRad="38100" dist="38100" dir="2700000" algn="tl">
                    <a:srgbClr val="FFFFFF"/>
                  </a:outerShdw>
                </a:effectLst>
                <a:ea typeface="楷体_GB2312" pitchFamily="49" charset="-122"/>
              </a:rPr>
              <a:t> = 1, sum = 0; </a:t>
            </a:r>
          </a:p>
          <a:p>
            <a:pPr lvl="1" indent="-457200"/>
            <a:r>
              <a:rPr lang="en-US" altLang="zh-CN" b="1" dirty="0">
                <a:effectLst>
                  <a:outerShdw blurRad="38100" dist="38100" dir="2700000" algn="tl">
                    <a:srgbClr val="FFFFFF"/>
                  </a:outerShdw>
                </a:effectLst>
                <a:ea typeface="楷体_GB2312" pitchFamily="49" charset="-122"/>
              </a:rPr>
              <a:t>   </a:t>
            </a:r>
            <a:r>
              <a:rPr lang="en-US" altLang="zh-CN" b="1" dirty="0">
                <a:solidFill>
                  <a:srgbClr val="FF3300"/>
                </a:solidFill>
                <a:effectLst>
                  <a:outerShdw blurRad="38100" dist="38100" dir="2700000" algn="tl">
                    <a:srgbClr val="000000"/>
                  </a:outerShdw>
                </a:effectLst>
                <a:ea typeface="楷体_GB2312" pitchFamily="49" charset="-122"/>
              </a:rPr>
              <a:t>loop:</a:t>
            </a:r>
            <a:r>
              <a:rPr lang="en-US" altLang="zh-CN" b="1" dirty="0">
                <a:effectLst>
                  <a:outerShdw blurRad="38100" dist="38100" dir="2700000" algn="tl">
                    <a:srgbClr val="FFFFFF"/>
                  </a:outerShdw>
                </a:effectLst>
                <a:ea typeface="楷体_GB2312" pitchFamily="49" charset="-122"/>
              </a:rPr>
              <a:t>  sum += </a:t>
            </a:r>
            <a:r>
              <a:rPr lang="en-US" altLang="zh-CN" b="1" dirty="0" err="1">
                <a:effectLst>
                  <a:outerShdw blurRad="38100" dist="38100" dir="2700000" algn="tl">
                    <a:srgbClr val="FFFFFF"/>
                  </a:outerShdw>
                </a:effectLst>
                <a:ea typeface="楷体_GB2312" pitchFamily="49" charset="-122"/>
              </a:rPr>
              <a:t>i</a:t>
            </a:r>
            <a:r>
              <a:rPr lang="en-US" altLang="zh-CN" b="1" dirty="0">
                <a:effectLst>
                  <a:outerShdw blurRad="38100" dist="38100" dir="2700000" algn="tl">
                    <a:srgbClr val="FFFFFF"/>
                  </a:outerShdw>
                </a:effectLst>
                <a:ea typeface="楷体_GB2312" pitchFamily="49" charset="-122"/>
              </a:rPr>
              <a:t>++;</a:t>
            </a:r>
          </a:p>
          <a:p>
            <a:pPr lvl="1" indent="-457200"/>
            <a:r>
              <a:rPr lang="en-US" altLang="zh-CN" b="1" dirty="0">
                <a:effectLst>
                  <a:outerShdw blurRad="38100" dist="38100" dir="2700000" algn="tl">
                    <a:srgbClr val="FFFFFF"/>
                  </a:outerShdw>
                </a:effectLst>
                <a:ea typeface="楷体_GB2312" pitchFamily="49" charset="-122"/>
              </a:rPr>
              <a:t>   if (</a:t>
            </a:r>
            <a:r>
              <a:rPr lang="en-US" altLang="zh-CN" b="1" dirty="0" err="1">
                <a:effectLst>
                  <a:outerShdw blurRad="38100" dist="38100" dir="2700000" algn="tl">
                    <a:srgbClr val="FFFFFF"/>
                  </a:outerShdw>
                </a:effectLst>
                <a:ea typeface="楷体_GB2312" pitchFamily="49" charset="-122"/>
              </a:rPr>
              <a:t>i</a:t>
            </a:r>
            <a:r>
              <a:rPr lang="en-US" altLang="zh-CN" b="1" dirty="0">
                <a:effectLst>
                  <a:outerShdw blurRad="38100" dist="38100" dir="2700000" algn="tl">
                    <a:srgbClr val="FFFFFF"/>
                  </a:outerShdw>
                </a:effectLst>
                <a:ea typeface="楷体_GB2312" pitchFamily="49" charset="-122"/>
              </a:rPr>
              <a:t> &lt;= 100)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如果</a:t>
            </a:r>
            <a:r>
              <a:rPr lang="en-US" altLang="zh-CN" sz="2000" b="1" dirty="0" err="1">
                <a:solidFill>
                  <a:srgbClr val="0033CC"/>
                </a:solidFill>
                <a:effectLst>
                  <a:outerShdw blurRad="38100" dist="38100" dir="2700000" algn="tl">
                    <a:srgbClr val="000000"/>
                  </a:outerShdw>
                </a:effectLst>
                <a:latin typeface="+mn-lt"/>
                <a:ea typeface="楷体" pitchFamily="49" charset="-122"/>
              </a:rPr>
              <a:t>i</a:t>
            </a:r>
            <a:r>
              <a:rPr lang="zh-CN" altLang="en-US" sz="2000" b="1" dirty="0">
                <a:solidFill>
                  <a:srgbClr val="0033CC"/>
                </a:solidFill>
                <a:effectLst>
                  <a:outerShdw blurRad="38100" dist="38100" dir="2700000" algn="tl">
                    <a:srgbClr val="000000"/>
                  </a:outerShdw>
                </a:effectLst>
                <a:latin typeface="+mn-lt"/>
                <a:ea typeface="楷体" pitchFamily="49" charset="-122"/>
              </a:rPr>
              <a:t>小于或等于</a:t>
            </a:r>
            <a:r>
              <a:rPr lang="en-US" altLang="zh-CN" sz="2000" b="1" dirty="0">
                <a:solidFill>
                  <a:srgbClr val="0033CC"/>
                </a:solidFill>
                <a:effectLst>
                  <a:outerShdw blurRad="38100" dist="38100" dir="2700000" algn="tl">
                    <a:srgbClr val="000000"/>
                  </a:outerShdw>
                </a:effectLst>
                <a:latin typeface="+mn-lt"/>
                <a:ea typeface="楷体" pitchFamily="49" charset="-122"/>
              </a:rPr>
              <a:t>100</a:t>
            </a:r>
          </a:p>
          <a:p>
            <a:pPr lvl="1" indent="-457200"/>
            <a:r>
              <a:rPr lang="en-US" altLang="zh-CN" b="1" dirty="0">
                <a:effectLst>
                  <a:outerShdw blurRad="38100" dist="38100" dir="2700000" algn="tl">
                    <a:srgbClr val="FFFFFF"/>
                  </a:outerShdw>
                </a:effectLst>
                <a:ea typeface="楷体_GB2312" pitchFamily="49" charset="-122"/>
              </a:rPr>
              <a:t>      </a:t>
            </a:r>
            <a:r>
              <a:rPr lang="en-US" altLang="zh-CN" b="1" dirty="0" err="1">
                <a:solidFill>
                  <a:srgbClr val="FF3300"/>
                </a:solidFill>
                <a:effectLst>
                  <a:outerShdw blurRad="38100" dist="38100" dir="2700000" algn="tl">
                    <a:srgbClr val="000000"/>
                  </a:outerShdw>
                </a:effectLst>
                <a:ea typeface="楷体_GB2312" pitchFamily="49" charset="-122"/>
              </a:rPr>
              <a:t>goto</a:t>
            </a:r>
            <a:r>
              <a:rPr lang="en-US" altLang="zh-CN" b="1" dirty="0">
                <a:solidFill>
                  <a:srgbClr val="FF3300"/>
                </a:solidFill>
                <a:effectLst>
                  <a:outerShdw blurRad="38100" dist="38100" dir="2700000" algn="tl">
                    <a:srgbClr val="000000"/>
                  </a:outerShdw>
                </a:effectLst>
                <a:ea typeface="楷体_GB2312" pitchFamily="49" charset="-122"/>
              </a:rPr>
              <a:t> loop;</a:t>
            </a:r>
            <a:r>
              <a:rPr lang="en-US" altLang="zh-CN" b="1" dirty="0">
                <a:effectLst>
                  <a:outerShdw blurRad="38100" dist="38100" dir="2700000" algn="tl">
                    <a:srgbClr val="FFFFFF"/>
                  </a:outerShdw>
                </a:effectLst>
                <a:ea typeface="楷体_GB2312" pitchFamily="49" charset="-122"/>
              </a:rPr>
              <a:t>        </a:t>
            </a:r>
            <a:r>
              <a:rPr lang="en-US" altLang="zh-CN" sz="2000" b="1" dirty="0">
                <a:solidFill>
                  <a:srgbClr val="0033CC"/>
                </a:solidFill>
                <a:effectLst>
                  <a:outerShdw blurRad="38100" dist="38100" dir="2700000" algn="tl">
                    <a:srgbClr val="000000"/>
                  </a:outerShdw>
                </a:effectLst>
                <a:ea typeface="楷体_GB2312"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转到标号为</a:t>
            </a:r>
            <a:r>
              <a:rPr lang="en-US" altLang="zh-CN" sz="2000" b="1" dirty="0">
                <a:solidFill>
                  <a:srgbClr val="0033CC"/>
                </a:solidFill>
                <a:effectLst>
                  <a:outerShdw blurRad="38100" dist="38100" dir="2700000" algn="tl">
                    <a:srgbClr val="000000"/>
                  </a:outerShdw>
                </a:effectLst>
                <a:latin typeface="+mn-lt"/>
                <a:ea typeface="楷体" pitchFamily="49" charset="-122"/>
              </a:rPr>
              <a:t>loop</a:t>
            </a:r>
            <a:r>
              <a:rPr lang="zh-CN" altLang="en-US" sz="2000" b="1" dirty="0">
                <a:solidFill>
                  <a:srgbClr val="0033CC"/>
                </a:solidFill>
                <a:effectLst>
                  <a:outerShdw blurRad="38100" dist="38100" dir="2700000" algn="tl">
                    <a:srgbClr val="000000"/>
                  </a:outerShdw>
                </a:effectLst>
                <a:latin typeface="+mn-lt"/>
                <a:ea typeface="楷体" pitchFamily="49" charset="-122"/>
              </a:rPr>
              <a:t>的语句去执行</a:t>
            </a:r>
          </a:p>
          <a:p>
            <a:pPr lvl="1" indent="-457200"/>
            <a:r>
              <a:rPr lang="zh-CN" altLang="en-US" b="1" dirty="0">
                <a:effectLst>
                  <a:outerShdw blurRad="38100" dist="38100" dir="2700000" algn="tl">
                    <a:srgbClr val="FFFFFF"/>
                  </a:outerShdw>
                </a:effectLst>
                <a:ea typeface="楷体_GB2312" pitchFamily="49" charset="-122"/>
              </a:rPr>
              <a:t>   </a:t>
            </a:r>
            <a:r>
              <a:rPr lang="en-US" altLang="zh-CN" b="1" dirty="0" err="1">
                <a:effectLst>
                  <a:outerShdw blurRad="38100" dist="38100" dir="2700000" algn="tl">
                    <a:srgbClr val="FFFFFF"/>
                  </a:outerShdw>
                </a:effectLst>
                <a:ea typeface="楷体_GB2312" pitchFamily="49" charset="-122"/>
              </a:rPr>
              <a:t>printf</a:t>
            </a:r>
            <a:r>
              <a:rPr lang="en-US" altLang="zh-CN" b="1" dirty="0">
                <a:effectLst>
                  <a:outerShdw blurRad="38100" dist="38100" dir="2700000" algn="tl">
                    <a:srgbClr val="FFFFFF"/>
                  </a:outerShdw>
                </a:effectLst>
                <a:ea typeface="楷体_GB2312" pitchFamily="49" charset="-122"/>
              </a:rPr>
              <a:t> ("sum = %d\n", sum);</a:t>
            </a:r>
          </a:p>
          <a:p>
            <a:pPr lvl="1" indent="-457200"/>
            <a:r>
              <a:rPr lang="en-US" altLang="zh-CN" b="1" dirty="0">
                <a:effectLst>
                  <a:outerShdw blurRad="38100" dist="38100" dir="2700000" algn="tl">
                    <a:srgbClr val="FFFFFF"/>
                  </a:outerShdw>
                </a:effectLst>
                <a:ea typeface="楷体_GB2312" pitchFamily="49" charset="-122"/>
              </a:rPr>
              <a:t>   return 0;</a:t>
            </a:r>
          </a:p>
          <a:p>
            <a:pPr lvl="1" indent="-457200"/>
            <a:r>
              <a:rPr lang="en-US" altLang="zh-CN" b="1" dirty="0">
                <a:effectLst>
                  <a:outerShdw blurRad="38100" dist="38100" dir="2700000" algn="tl">
                    <a:srgbClr val="FFFFFF"/>
                  </a:outerShdw>
                </a:effectLst>
                <a:ea typeface="楷体_GB2312" pitchFamily="49" charset="-122"/>
              </a:rPr>
              <a:t>}</a:t>
            </a:r>
          </a:p>
        </p:txBody>
      </p:sp>
      <p:sp>
        <p:nvSpPr>
          <p:cNvPr id="934918" name="Text Box 6"/>
          <p:cNvSpPr txBox="1">
            <a:spLocks noChangeArrowheads="1"/>
          </p:cNvSpPr>
          <p:nvPr/>
        </p:nvSpPr>
        <p:spPr bwMode="auto">
          <a:xfrm>
            <a:off x="890996" y="188913"/>
            <a:ext cx="3384550"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339933"/>
                </a:solidFill>
                <a:effectLst>
                  <a:outerShdw blurRad="38100" dist="38100" dir="2700000" algn="tl">
                    <a:srgbClr val="000000"/>
                  </a:outerShdw>
                </a:effectLst>
                <a:latin typeface="+mn-lt"/>
                <a:ea typeface="楷体" pitchFamily="49" charset="-122"/>
              </a:rPr>
              <a:t> </a:t>
            </a:r>
            <a:r>
              <a:rPr lang="en-US" altLang="zh-CN" b="1" dirty="0" err="1">
                <a:solidFill>
                  <a:srgbClr val="339933"/>
                </a:solidFill>
                <a:effectLst>
                  <a:outerShdw blurRad="38100" dist="38100" dir="2700000" algn="tl">
                    <a:srgbClr val="000000"/>
                  </a:outerShdw>
                </a:effectLst>
                <a:latin typeface="+mn-lt"/>
                <a:ea typeface="楷体" pitchFamily="49" charset="-122"/>
              </a:rPr>
              <a:t>goto</a:t>
            </a:r>
            <a:r>
              <a:rPr lang="zh-CN" altLang="en-US" b="1" dirty="0">
                <a:solidFill>
                  <a:srgbClr val="339933"/>
                </a:solidFill>
                <a:effectLst>
                  <a:outerShdw blurRad="38100" dist="38100" dir="2700000" algn="tl">
                    <a:srgbClr val="000000"/>
                  </a:outerShdw>
                </a:effectLst>
                <a:latin typeface="+mn-lt"/>
                <a:ea typeface="楷体" pitchFamily="49" charset="-122"/>
              </a:rPr>
              <a:t>语句的应用</a:t>
            </a:r>
          </a:p>
        </p:txBody>
      </p:sp>
      <p:sp>
        <p:nvSpPr>
          <p:cNvPr id="934936" name="Rectangle 24"/>
          <p:cNvSpPr>
            <a:spLocks noChangeArrowheads="1"/>
          </p:cNvSpPr>
          <p:nvPr/>
        </p:nvSpPr>
        <p:spPr bwMode="auto">
          <a:xfrm>
            <a:off x="548096" y="688975"/>
            <a:ext cx="11236536" cy="1289264"/>
          </a:xfrm>
          <a:prstGeom prst="rect">
            <a:avLst/>
          </a:prstGeom>
          <a:noFill/>
          <a:ln w="9525">
            <a:noFill/>
            <a:miter lim="800000"/>
            <a:headEnd/>
            <a:tailEnd/>
          </a:ln>
          <a:effectLst/>
        </p:spPr>
        <p:txBody>
          <a:bodyPr wrap="square">
            <a:spAutoFit/>
          </a:bodyPr>
          <a:lstStyle/>
          <a:p>
            <a:pPr>
              <a:lnSpc>
                <a:spcPts val="3200"/>
              </a:lnSpc>
            </a:pPr>
            <a:r>
              <a:rPr lang="en-US" altLang="zh-CN" b="1" dirty="0">
                <a:effectLst>
                  <a:outerShdw blurRad="38100" dist="38100" dir="2700000" algn="tl">
                    <a:srgbClr val="FFFFFF"/>
                  </a:outerShdw>
                </a:effectLst>
                <a:latin typeface="+mn-lt"/>
                <a:ea typeface="楷体" pitchFamily="49" charset="-122"/>
              </a:rPr>
              <a:t>        (1) </a:t>
            </a:r>
            <a:r>
              <a:rPr lang="en-US" altLang="zh-CN" b="1" dirty="0" err="1">
                <a:effectLst>
                  <a:outerShdw blurRad="38100" dist="38100" dir="2700000" algn="tl">
                    <a:srgbClr val="FFFFFF"/>
                  </a:outerShdw>
                </a:effectLst>
                <a:latin typeface="+mn-lt"/>
                <a:ea typeface="楷体" pitchFamily="49" charset="-122"/>
              </a:rPr>
              <a:t>goto</a:t>
            </a:r>
            <a:r>
              <a:rPr lang="zh-CN" altLang="en-US" b="1" dirty="0">
                <a:effectLst>
                  <a:outerShdw blurRad="38100" dist="38100" dir="2700000" algn="tl">
                    <a:srgbClr val="FFFFFF"/>
                  </a:outerShdw>
                </a:effectLst>
                <a:latin typeface="+mn-lt"/>
                <a:ea typeface="楷体" pitchFamily="49" charset="-122"/>
              </a:rPr>
              <a:t>语句可与条件语句配合使用来实现条件转移，构成循环。</a:t>
            </a:r>
          </a:p>
          <a:p>
            <a:pPr>
              <a:lnSpc>
                <a:spcPts val="3200"/>
              </a:lnSpc>
            </a:pPr>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(2) </a:t>
            </a:r>
            <a:r>
              <a:rPr lang="zh-CN" altLang="en-US" b="1" dirty="0">
                <a:effectLst>
                  <a:outerShdw blurRad="38100" dist="38100" dir="2700000" algn="tl">
                    <a:srgbClr val="FFFFFF"/>
                  </a:outerShdw>
                </a:effectLst>
                <a:latin typeface="+mn-lt"/>
                <a:ea typeface="楷体" pitchFamily="49" charset="-122"/>
              </a:rPr>
              <a:t>在嵌套循环的情况下，利用</a:t>
            </a:r>
            <a:r>
              <a:rPr lang="en-US" altLang="zh-CN" b="1" dirty="0" err="1">
                <a:effectLst>
                  <a:outerShdw blurRad="38100" dist="38100" dir="2700000" algn="tl">
                    <a:srgbClr val="FFFFFF"/>
                  </a:outerShdw>
                </a:effectLst>
                <a:latin typeface="+mn-lt"/>
                <a:ea typeface="楷体" pitchFamily="49" charset="-122"/>
              </a:rPr>
              <a:t>goto</a:t>
            </a:r>
            <a:r>
              <a:rPr lang="zh-CN" altLang="en-US" b="1" dirty="0">
                <a:effectLst>
                  <a:outerShdw blurRad="38100" dist="38100" dir="2700000" algn="tl">
                    <a:srgbClr val="FFFFFF"/>
                  </a:outerShdw>
                </a:effectLst>
                <a:latin typeface="+mn-lt"/>
                <a:ea typeface="楷体" pitchFamily="49" charset="-122"/>
              </a:rPr>
              <a:t>语句可以直接从最内层的循环体跳出最外层的循环体。</a:t>
            </a:r>
            <a:r>
              <a:rPr lang="zh-CN" altLang="en-US" dirty="0">
                <a:latin typeface="+mn-lt"/>
                <a:ea typeface="楷体" pitchFamily="49" charset="-122"/>
              </a:rPr>
              <a:t>  </a:t>
            </a:r>
          </a:p>
        </p:txBody>
      </p:sp>
      <p:sp>
        <p:nvSpPr>
          <p:cNvPr id="934946" name="Text Box 34"/>
          <p:cNvSpPr txBox="1">
            <a:spLocks noChangeArrowheads="1"/>
          </p:cNvSpPr>
          <p:nvPr/>
        </p:nvSpPr>
        <p:spPr bwMode="auto">
          <a:xfrm>
            <a:off x="8018871" y="4292600"/>
            <a:ext cx="647700" cy="457200"/>
          </a:xfrm>
          <a:prstGeom prst="rect">
            <a:avLst/>
          </a:prstGeom>
          <a:noFill/>
          <a:ln w="9525">
            <a:noFill/>
            <a:miter lim="800000"/>
            <a:headEnd/>
            <a:tailEnd/>
          </a:ln>
          <a:effectLst/>
        </p:spPr>
        <p:txBody>
          <a:bodyPr>
            <a:spAutoFit/>
          </a:bodyPr>
          <a:lstStyle/>
          <a:p>
            <a:pPr>
              <a:spcBef>
                <a:spcPct val="50000"/>
              </a:spcBef>
            </a:pPr>
            <a:endParaRPr lang="zh-CN" altLang="zh-CN"/>
          </a:p>
        </p:txBody>
      </p:sp>
      <p:grpSp>
        <p:nvGrpSpPr>
          <p:cNvPr id="934950" name="Group 38"/>
          <p:cNvGrpSpPr>
            <a:grpSpLocks/>
          </p:cNvGrpSpPr>
          <p:nvPr/>
        </p:nvGrpSpPr>
        <p:grpSpPr bwMode="auto">
          <a:xfrm>
            <a:off x="-9117" y="0"/>
            <a:ext cx="446088" cy="6858000"/>
            <a:chOff x="0" y="0"/>
            <a:chExt cx="281" cy="4320"/>
          </a:xfrm>
        </p:grpSpPr>
        <p:sp>
          <p:nvSpPr>
            <p:cNvPr id="934951" name="Text Box 39"/>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34952" name="Text Box 40"/>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934940" name="Text Box 28" descr="信纸"/>
          <p:cNvSpPr txBox="1">
            <a:spLocks noChangeArrowheads="1"/>
          </p:cNvSpPr>
          <p:nvPr/>
        </p:nvSpPr>
        <p:spPr bwMode="auto">
          <a:xfrm>
            <a:off x="2999656" y="1989856"/>
            <a:ext cx="5996919" cy="4535488"/>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ctr" rotWithShape="0">
              <a:schemeClr val="tx1">
                <a:alpha val="43000"/>
              </a:schemeClr>
            </a:outerShdw>
          </a:effectLst>
          <a:scene3d>
            <a:camera prst="orthographicFront"/>
            <a:lightRig rig="threePt" dir="t"/>
          </a:scene3d>
          <a:sp3d>
            <a:bevelT w="114300" prst="hardEdge"/>
          </a:sp3d>
        </p:spPr>
        <p:txBody>
          <a:bodyPr/>
          <a:lstStyle/>
          <a:p>
            <a:pPr algn="just"/>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tag = 0;</a:t>
            </a:r>
          </a:p>
          <a:p>
            <a:pPr algn="just"/>
            <a:r>
              <a:rPr lang="en-US" altLang="zh-CN" b="1" dirty="0">
                <a:solidFill>
                  <a:srgbClr val="0033CC"/>
                </a:solidFill>
                <a:effectLst>
                  <a:outerShdw blurRad="38100" dist="38100" dir="2700000" algn="tl">
                    <a:srgbClr val="000000"/>
                  </a:outerShdw>
                </a:effectLst>
              </a:rPr>
              <a:t>for (…)</a:t>
            </a:r>
          </a:p>
          <a:p>
            <a:pPr algn="just"/>
            <a:r>
              <a:rPr lang="en-US" altLang="zh-CN" b="1" dirty="0">
                <a:effectLst>
                  <a:outerShdw blurRad="38100" dist="38100" dir="2700000" algn="tl">
                    <a:srgbClr val="FFFFFF"/>
                  </a:outerShdw>
                </a:effectLst>
              </a:rPr>
              <a:t>{</a:t>
            </a:r>
          </a:p>
          <a:p>
            <a:pPr algn="just"/>
            <a:r>
              <a:rPr lang="en-US" altLang="zh-CN" b="1" dirty="0">
                <a:solidFill>
                  <a:srgbClr val="0033CC"/>
                </a:solidFill>
                <a:effectLst>
                  <a:outerShdw blurRad="38100" dist="38100" dir="2700000" algn="tl">
                    <a:srgbClr val="000000"/>
                  </a:outerShdw>
                </a:effectLst>
              </a:rPr>
              <a:t>   while (…)</a:t>
            </a:r>
          </a:p>
          <a:p>
            <a:pPr algn="just"/>
            <a:r>
              <a:rPr lang="en-US" altLang="zh-CN" b="1" dirty="0">
                <a:effectLst>
                  <a:outerShdw blurRad="38100" dist="38100" dir="2700000" algn="tl">
                    <a:srgbClr val="FFFFFF"/>
                  </a:outerShdw>
                </a:effectLst>
              </a:rPr>
              <a:t>   {</a:t>
            </a:r>
          </a:p>
          <a:p>
            <a:pPr algn="just"/>
            <a:r>
              <a:rPr lang="en-US" altLang="zh-CN" b="1" dirty="0">
                <a:effectLst>
                  <a:outerShdw blurRad="38100" dist="38100" dir="2700000" algn="tl">
                    <a:srgbClr val="FFFFFF"/>
                  </a:outerShdw>
                </a:effectLst>
              </a:rPr>
              <a:t>      ……</a:t>
            </a:r>
          </a:p>
          <a:p>
            <a:pPr algn="just"/>
            <a:r>
              <a:rPr lang="en-US" altLang="zh-CN" b="1" dirty="0">
                <a:effectLst>
                  <a:outerShdw blurRad="38100" dist="38100" dir="2700000" algn="tl">
                    <a:srgbClr val="FFFFFF"/>
                  </a:outerShdw>
                </a:effectLst>
              </a:rPr>
              <a:t>      if (…)  </a:t>
            </a:r>
            <a:r>
              <a:rPr lang="en-US" altLang="zh-CN" b="1" dirty="0" err="1">
                <a:effectLst>
                  <a:outerShdw blurRad="38100" dist="38100" dir="2700000" algn="tl">
                    <a:srgbClr val="FFFFFF"/>
                  </a:outerShdw>
                </a:effectLst>
              </a:rPr>
              <a:t>goto</a:t>
            </a:r>
            <a:r>
              <a:rPr lang="en-US" altLang="zh-CN" b="1" dirty="0">
                <a:effectLst>
                  <a:outerShdw blurRad="38100" dist="38100" dir="2700000" algn="tl">
                    <a:srgbClr val="FFFFFF"/>
                  </a:outerShdw>
                </a:effectLst>
              </a:rPr>
              <a:t>  stop;</a:t>
            </a:r>
          </a:p>
          <a:p>
            <a:pPr algn="just"/>
            <a:r>
              <a:rPr lang="en-US" altLang="zh-CN" b="1" dirty="0">
                <a:effectLst>
                  <a:outerShdw blurRad="38100" dist="38100" dir="2700000" algn="tl">
                    <a:srgbClr val="FFFFFF"/>
                  </a:outerShdw>
                </a:effectLst>
              </a:rPr>
              <a:t>      ……</a:t>
            </a:r>
          </a:p>
          <a:p>
            <a:pPr algn="just"/>
            <a:r>
              <a:rPr lang="en-US" altLang="zh-CN" b="1" dirty="0">
                <a:effectLst>
                  <a:outerShdw blurRad="38100" dist="38100" dir="2700000" algn="tl">
                    <a:srgbClr val="FFFFFF"/>
                  </a:outerShdw>
                </a:effectLst>
              </a:rPr>
              <a:t>   }  </a:t>
            </a:r>
          </a:p>
          <a:p>
            <a:pPr algn="just"/>
            <a:r>
              <a:rPr lang="en-US" altLang="zh-CN" b="1" dirty="0">
                <a:effectLst>
                  <a:outerShdw blurRad="38100" dist="38100" dir="2700000" algn="tl">
                    <a:srgbClr val="FFFFFF"/>
                  </a:outerShdw>
                </a:effectLst>
              </a:rPr>
              <a:t>   ……</a:t>
            </a:r>
          </a:p>
          <a:p>
            <a:pPr algn="just"/>
            <a:r>
              <a:rPr lang="en-US" altLang="zh-CN" b="1" dirty="0">
                <a:effectLst>
                  <a:outerShdw blurRad="38100" dist="38100" dir="2700000" algn="tl">
                    <a:srgbClr val="FFFFFF"/>
                  </a:outerShdw>
                </a:effectLst>
              </a:rPr>
              <a:t>}</a:t>
            </a:r>
          </a:p>
          <a:p>
            <a:pPr algn="just"/>
            <a:r>
              <a:rPr lang="en-US" altLang="zh-CN" b="1" dirty="0">
                <a:effectLst>
                  <a:outerShdw blurRad="38100" dist="38100" dir="2700000" algn="tl">
                    <a:srgbClr val="FFFFFF"/>
                  </a:outerShdw>
                </a:effectLst>
              </a:rPr>
              <a:t>stop:  for</a:t>
            </a:r>
            <a:r>
              <a:rPr lang="zh-CN" altLang="en-US" sz="2000" b="1" dirty="0">
                <a:effectLst>
                  <a:outerShdw blurRad="38100" dist="38100" dir="2700000" algn="tl">
                    <a:srgbClr val="FFFFFF"/>
                  </a:outerShdw>
                </a:effectLst>
                <a:latin typeface="楷体" pitchFamily="49" charset="-122"/>
                <a:ea typeface="楷体" pitchFamily="49" charset="-122"/>
              </a:rPr>
              <a:t>循环后的第一条语句</a:t>
            </a:r>
            <a:r>
              <a:rPr lang="zh-CN" altLang="en-US" b="1" dirty="0">
                <a:effectLst>
                  <a:outerShdw blurRad="38100" dist="38100" dir="2700000" algn="tl">
                    <a:srgbClr val="FFFFFF"/>
                  </a:outerShdw>
                </a:effectLst>
                <a:latin typeface="楷体" pitchFamily="49" charset="-122"/>
                <a:ea typeface="楷体" pitchFamily="49" charset="-122"/>
              </a:rPr>
              <a:t>  </a:t>
            </a:r>
          </a:p>
        </p:txBody>
      </p:sp>
      <p:grpSp>
        <p:nvGrpSpPr>
          <p:cNvPr id="934941" name="Group 29"/>
          <p:cNvGrpSpPr>
            <a:grpSpLocks/>
          </p:cNvGrpSpPr>
          <p:nvPr/>
        </p:nvGrpSpPr>
        <p:grpSpPr bwMode="auto">
          <a:xfrm>
            <a:off x="6074645" y="4386982"/>
            <a:ext cx="1546225" cy="1871663"/>
            <a:chOff x="6462" y="7791"/>
            <a:chExt cx="1085" cy="1524"/>
          </a:xfrm>
        </p:grpSpPr>
        <p:sp>
          <p:nvSpPr>
            <p:cNvPr id="934942" name="Line 30" descr="信纸"/>
            <p:cNvSpPr>
              <a:spLocks noChangeShapeType="1"/>
            </p:cNvSpPr>
            <p:nvPr/>
          </p:nvSpPr>
          <p:spPr bwMode="auto">
            <a:xfrm>
              <a:off x="6462" y="7791"/>
              <a:ext cx="1077" cy="0"/>
            </a:xfrm>
            <a:prstGeom prst="line">
              <a:avLst/>
            </a:prstGeom>
            <a:noFill/>
            <a:ln w="38100">
              <a:solidFill>
                <a:srgbClr val="FF0000"/>
              </a:solidFill>
              <a:round/>
              <a:headEnd/>
              <a:tailEnd/>
            </a:ln>
            <a:effectLst>
              <a:outerShdw dist="35921" dir="2700000" algn="ctr" rotWithShape="0">
                <a:srgbClr val="808080">
                  <a:alpha val="50000"/>
                </a:srgbClr>
              </a:outerShdw>
            </a:effectLst>
          </p:spPr>
          <p:txBody>
            <a:bodyPr/>
            <a:lstStyle/>
            <a:p>
              <a:endParaRPr lang="zh-CN" altLang="en-US"/>
            </a:p>
          </p:txBody>
        </p:sp>
        <p:sp>
          <p:nvSpPr>
            <p:cNvPr id="934943" name="Line 31" descr="信纸"/>
            <p:cNvSpPr>
              <a:spLocks noChangeShapeType="1"/>
            </p:cNvSpPr>
            <p:nvPr/>
          </p:nvSpPr>
          <p:spPr bwMode="auto">
            <a:xfrm flipH="1">
              <a:off x="6980" y="9315"/>
              <a:ext cx="567" cy="0"/>
            </a:xfrm>
            <a:prstGeom prst="line">
              <a:avLst/>
            </a:prstGeom>
            <a:noFill/>
            <a:ln w="38100">
              <a:solidFill>
                <a:srgbClr val="FF0000"/>
              </a:solidFill>
              <a:round/>
              <a:headEnd/>
              <a:tailEnd type="stealth" w="lg" len="lg"/>
            </a:ln>
            <a:effectLst>
              <a:outerShdw dist="35921" dir="2700000" algn="ctr" rotWithShape="0">
                <a:srgbClr val="808080">
                  <a:alpha val="50000"/>
                </a:srgbClr>
              </a:outerShdw>
            </a:effectLst>
          </p:spPr>
          <p:txBody>
            <a:bodyPr/>
            <a:lstStyle/>
            <a:p>
              <a:endParaRPr lang="zh-CN" altLang="en-US"/>
            </a:p>
          </p:txBody>
        </p:sp>
        <p:sp>
          <p:nvSpPr>
            <p:cNvPr id="934944" name="Line 32" descr="信纸"/>
            <p:cNvSpPr>
              <a:spLocks noChangeShapeType="1"/>
            </p:cNvSpPr>
            <p:nvPr/>
          </p:nvSpPr>
          <p:spPr bwMode="auto">
            <a:xfrm>
              <a:off x="7545" y="7791"/>
              <a:ext cx="0" cy="1519"/>
            </a:xfrm>
            <a:prstGeom prst="line">
              <a:avLst/>
            </a:prstGeom>
            <a:noFill/>
            <a:ln w="38100">
              <a:solidFill>
                <a:srgbClr val="FF0000"/>
              </a:solidFill>
              <a:round/>
              <a:headEnd/>
              <a:tailEnd/>
            </a:ln>
            <a:effectLst>
              <a:outerShdw dist="35921" dir="2700000" algn="ctr" rotWithShape="0">
                <a:srgbClr val="808080">
                  <a:alpha val="50000"/>
                </a:srgbClr>
              </a:outerShdw>
            </a:effectLst>
          </p:spPr>
          <p:txBody>
            <a:bodyPr/>
            <a:lstStyle/>
            <a:p>
              <a:endParaRPr lang="zh-CN" altLang="en-US"/>
            </a:p>
          </p:txBody>
        </p:sp>
      </p:grpSp>
      <p:sp>
        <p:nvSpPr>
          <p:cNvPr id="934949" name="Rectangle 37"/>
          <p:cNvSpPr>
            <a:spLocks noChangeArrowheads="1"/>
          </p:cNvSpPr>
          <p:nvPr/>
        </p:nvSpPr>
        <p:spPr bwMode="auto">
          <a:xfrm>
            <a:off x="1703512" y="3238438"/>
            <a:ext cx="9145016" cy="954107"/>
          </a:xfrm>
          <a:prstGeom prst="rect">
            <a:avLst/>
          </a:prstGeom>
          <a:gradFill flip="none" rotWithShape="1">
            <a:gsLst>
              <a:gs pos="0">
                <a:srgbClr val="00FFFF">
                  <a:shade val="30000"/>
                  <a:satMod val="115000"/>
                </a:srgbClr>
              </a:gs>
              <a:gs pos="50000">
                <a:srgbClr val="00FFFF">
                  <a:shade val="67500"/>
                  <a:satMod val="115000"/>
                </a:srgbClr>
              </a:gs>
              <a:gs pos="100000">
                <a:srgbClr val="00FFFF">
                  <a:shade val="100000"/>
                  <a:satMod val="115000"/>
                </a:srgbClr>
              </a:gs>
            </a:gsLst>
            <a:lin ang="13500000" scaled="1"/>
            <a:tileRect/>
          </a:gradFill>
          <a:ln w="38100">
            <a:solidFill>
              <a:srgbClr val="FF33CC"/>
            </a:solidFill>
            <a:miter lim="800000"/>
            <a:headEnd/>
            <a:tailEnd/>
          </a:ln>
          <a:effectLst>
            <a:outerShdw blurRad="50800" dist="106680" dir="2700000" algn="ctr" rotWithShape="0">
              <a:schemeClr val="tx1">
                <a:alpha val="43000"/>
              </a:schemeClr>
            </a:outerShdw>
          </a:effectLst>
          <a:scene3d>
            <a:camera prst="orthographicFront"/>
            <a:lightRig rig="threePt" dir="t"/>
          </a:scene3d>
          <a:sp3d>
            <a:bevelT w="114300" prst="hardEdge"/>
          </a:sp3d>
        </p:spPr>
        <p:txBody>
          <a:bodyPr wrap="square">
            <a:spAutoFit/>
          </a:bodyPr>
          <a:lstStyle/>
          <a:p>
            <a:r>
              <a:rPr lang="zh-CN" altLang="en-US" sz="2800" b="1" dirty="0">
                <a:solidFill>
                  <a:srgbClr val="FF33CC"/>
                </a:solidFill>
                <a:effectLst>
                  <a:outerShdw blurRad="38100" dist="38100" dir="2700000" algn="tl">
                    <a:srgbClr val="000000"/>
                  </a:outerShdw>
                </a:effectLst>
                <a:latin typeface="隶书" pitchFamily="49" charset="-122"/>
                <a:ea typeface="隶书" pitchFamily="49" charset="-122"/>
              </a:rPr>
              <a:t>  注意：</a:t>
            </a:r>
            <a:r>
              <a:rPr lang="zh-CN" altLang="en-US" sz="2800" b="1" dirty="0">
                <a:solidFill>
                  <a:srgbClr val="FF0000"/>
                </a:solidFill>
                <a:effectLst>
                  <a:outerShdw blurRad="38100" dist="38100" dir="2700000" algn="tl">
                    <a:srgbClr val="000000"/>
                  </a:outerShdw>
                </a:effectLst>
                <a:latin typeface="隶书" pitchFamily="49" charset="-122"/>
                <a:ea typeface="隶书" pitchFamily="49" charset="-122"/>
              </a:rPr>
              <a:t>在结构化程序设计中一般不主张使用</a:t>
            </a:r>
            <a:r>
              <a:rPr lang="en-US" altLang="zh-CN" sz="2800" b="1" dirty="0" err="1">
                <a:solidFill>
                  <a:srgbClr val="FF0000"/>
                </a:solidFill>
                <a:effectLst>
                  <a:outerShdw blurRad="38100" dist="38100" dir="2700000" algn="tl">
                    <a:srgbClr val="000000"/>
                  </a:outerShdw>
                </a:effectLst>
                <a:latin typeface="+mn-lt"/>
                <a:ea typeface="隶书" pitchFamily="49" charset="-122"/>
              </a:rPr>
              <a:t>goto</a:t>
            </a:r>
            <a:r>
              <a:rPr lang="zh-CN" altLang="en-US" sz="2800" b="1" dirty="0">
                <a:solidFill>
                  <a:srgbClr val="FF0000"/>
                </a:solidFill>
                <a:effectLst>
                  <a:outerShdw blurRad="38100" dist="38100" dir="2700000" algn="tl">
                    <a:srgbClr val="000000"/>
                  </a:outerShdw>
                </a:effectLst>
                <a:latin typeface="隶书" pitchFamily="49" charset="-122"/>
                <a:ea typeface="隶书" pitchFamily="49" charset="-122"/>
              </a:rPr>
              <a:t>语句，以免造成程序流程的混乱，使理解和调试程序都产生困难。</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934936">
                                            <p:txEl>
                                              <p:pRg st="0" end="0"/>
                                            </p:txEl>
                                          </p:spTgt>
                                        </p:tgtEl>
                                        <p:attrNameLst>
                                          <p:attrName>style.visibility</p:attrName>
                                        </p:attrNameLst>
                                      </p:cBhvr>
                                      <p:to>
                                        <p:strVal val="visible"/>
                                      </p:to>
                                    </p:set>
                                    <p:animEffect transition="in" filter="box(out)">
                                      <p:cBhvr>
                                        <p:cTn id="7" dur="500"/>
                                        <p:tgtEl>
                                          <p:spTgt spid="934936">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34935"/>
                                        </p:tgtEl>
                                        <p:attrNameLst>
                                          <p:attrName>style.visibility</p:attrName>
                                        </p:attrNameLst>
                                      </p:cBhvr>
                                      <p:to>
                                        <p:strVal val="visible"/>
                                      </p:to>
                                    </p:set>
                                    <p:animEffect transition="in" filter="box(out)">
                                      <p:cBhvr>
                                        <p:cTn id="12" dur="500"/>
                                        <p:tgtEl>
                                          <p:spTgt spid="934935"/>
                                        </p:tgtEl>
                                      </p:cBhvr>
                                    </p:animEffect>
                                  </p:childTnLst>
                                  <p:subTnLst>
                                    <p:set>
                                      <p:cBhvr override="childStyle">
                                        <p:cTn dur="1" fill="hold" display="0" masterRel="nextClick" afterEffect="1"/>
                                        <p:tgtEl>
                                          <p:spTgt spid="934935"/>
                                        </p:tgtEl>
                                        <p:attrNameLst>
                                          <p:attrName>style.visibility</p:attrName>
                                        </p:attrNameLst>
                                      </p:cBhvr>
                                      <p:to>
                                        <p:strVal val="hidden"/>
                                      </p:to>
                                    </p:se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934936">
                                            <p:txEl>
                                              <p:pRg st="1" end="1"/>
                                            </p:txEl>
                                          </p:spTgt>
                                        </p:tgtEl>
                                        <p:attrNameLst>
                                          <p:attrName>style.visibility</p:attrName>
                                        </p:attrNameLst>
                                      </p:cBhvr>
                                      <p:to>
                                        <p:strVal val="visible"/>
                                      </p:to>
                                    </p:set>
                                    <p:animEffect transition="in" filter="box(out)">
                                      <p:cBhvr>
                                        <p:cTn id="17" dur="500"/>
                                        <p:tgtEl>
                                          <p:spTgt spid="934936">
                                            <p:txEl>
                                              <p:pRg st="1" end="1"/>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934940">
                                            <p:bg/>
                                          </p:spTgt>
                                        </p:tgtEl>
                                        <p:attrNameLst>
                                          <p:attrName>style.visibility</p:attrName>
                                        </p:attrNameLst>
                                      </p:cBhvr>
                                      <p:to>
                                        <p:strVal val="visible"/>
                                      </p:to>
                                    </p:set>
                                    <p:animEffect transition="in" filter="box(out)">
                                      <p:cBhvr>
                                        <p:cTn id="22" dur="500"/>
                                        <p:tgtEl>
                                          <p:spTgt spid="934940">
                                            <p:bg/>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par>
                                <p:cTn id="23" presetID="4" presetClass="entr" presetSubtype="32" fill="hold" grpId="0" nodeType="withEffect">
                                  <p:stCondLst>
                                    <p:cond delay="0"/>
                                  </p:stCondLst>
                                  <p:childTnLst>
                                    <p:set>
                                      <p:cBhvr>
                                        <p:cTn id="24" dur="1" fill="hold">
                                          <p:stCondLst>
                                            <p:cond delay="0"/>
                                          </p:stCondLst>
                                        </p:cTn>
                                        <p:tgtEl>
                                          <p:spTgt spid="934940">
                                            <p:txEl>
                                              <p:pRg st="0" end="0"/>
                                            </p:txEl>
                                          </p:spTgt>
                                        </p:tgtEl>
                                        <p:attrNameLst>
                                          <p:attrName>style.visibility</p:attrName>
                                        </p:attrNameLst>
                                      </p:cBhvr>
                                      <p:to>
                                        <p:strVal val="visible"/>
                                      </p:to>
                                    </p:set>
                                    <p:animEffect transition="in" filter="box(out)">
                                      <p:cBhvr>
                                        <p:cTn id="25" dur="500"/>
                                        <p:tgtEl>
                                          <p:spTgt spid="934940">
                                            <p:txEl>
                                              <p:pRg st="0" end="0"/>
                                            </p:txEl>
                                          </p:spTgt>
                                        </p:tgtEl>
                                      </p:cBhvr>
                                    </p:animEffect>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par>
                                <p:cTn id="26" presetID="4" presetClass="entr" presetSubtype="32" fill="hold" grpId="0" nodeType="withEffect">
                                  <p:stCondLst>
                                    <p:cond delay="0"/>
                                  </p:stCondLst>
                                  <p:childTnLst>
                                    <p:set>
                                      <p:cBhvr>
                                        <p:cTn id="27" dur="1" fill="hold">
                                          <p:stCondLst>
                                            <p:cond delay="0"/>
                                          </p:stCondLst>
                                        </p:cTn>
                                        <p:tgtEl>
                                          <p:spTgt spid="934940">
                                            <p:txEl>
                                              <p:pRg st="1" end="1"/>
                                            </p:txEl>
                                          </p:spTgt>
                                        </p:tgtEl>
                                        <p:attrNameLst>
                                          <p:attrName>style.visibility</p:attrName>
                                        </p:attrNameLst>
                                      </p:cBhvr>
                                      <p:to>
                                        <p:strVal val="visible"/>
                                      </p:to>
                                    </p:set>
                                    <p:animEffect transition="in" filter="box(out)">
                                      <p:cBhvr>
                                        <p:cTn id="28" dur="500"/>
                                        <p:tgtEl>
                                          <p:spTgt spid="934940">
                                            <p:txEl>
                                              <p:pRg st="1" end="1"/>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par>
                                <p:cTn id="29" presetID="4" presetClass="entr" presetSubtype="32" fill="hold" grpId="0" nodeType="withEffect">
                                  <p:stCondLst>
                                    <p:cond delay="0"/>
                                  </p:stCondLst>
                                  <p:childTnLst>
                                    <p:set>
                                      <p:cBhvr>
                                        <p:cTn id="30" dur="1" fill="hold">
                                          <p:stCondLst>
                                            <p:cond delay="0"/>
                                          </p:stCondLst>
                                        </p:cTn>
                                        <p:tgtEl>
                                          <p:spTgt spid="934940">
                                            <p:txEl>
                                              <p:pRg st="2" end="2"/>
                                            </p:txEl>
                                          </p:spTgt>
                                        </p:tgtEl>
                                        <p:attrNameLst>
                                          <p:attrName>style.visibility</p:attrName>
                                        </p:attrNameLst>
                                      </p:cBhvr>
                                      <p:to>
                                        <p:strVal val="visible"/>
                                      </p:to>
                                    </p:set>
                                    <p:animEffect transition="in" filter="box(out)">
                                      <p:cBhvr>
                                        <p:cTn id="31" dur="500"/>
                                        <p:tgtEl>
                                          <p:spTgt spid="934940">
                                            <p:txEl>
                                              <p:pRg st="2" end="2"/>
                                            </p:txEl>
                                          </p:spTgt>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par>
                                <p:cTn id="32" presetID="4" presetClass="entr" presetSubtype="32" fill="hold" grpId="0" nodeType="withEffect">
                                  <p:stCondLst>
                                    <p:cond delay="0"/>
                                  </p:stCondLst>
                                  <p:childTnLst>
                                    <p:set>
                                      <p:cBhvr>
                                        <p:cTn id="33" dur="1" fill="hold">
                                          <p:stCondLst>
                                            <p:cond delay="0"/>
                                          </p:stCondLst>
                                        </p:cTn>
                                        <p:tgtEl>
                                          <p:spTgt spid="934940">
                                            <p:txEl>
                                              <p:pRg st="3" end="3"/>
                                            </p:txEl>
                                          </p:spTgt>
                                        </p:tgtEl>
                                        <p:attrNameLst>
                                          <p:attrName>style.visibility</p:attrName>
                                        </p:attrNameLst>
                                      </p:cBhvr>
                                      <p:to>
                                        <p:strVal val="visible"/>
                                      </p:to>
                                    </p:set>
                                    <p:animEffect transition="in" filter="box(out)">
                                      <p:cBhvr>
                                        <p:cTn id="34" dur="500"/>
                                        <p:tgtEl>
                                          <p:spTgt spid="934940">
                                            <p:txEl>
                                              <p:pRg st="3" end="3"/>
                                            </p:txEl>
                                          </p:spTgt>
                                        </p:tgtEl>
                                      </p:cBhvr>
                                    </p:animEffect>
                                  </p:childTnLst>
                                  <p:subTnLst>
                                    <p:audio>
                                      <p:cMediaNode>
                                        <p:cTn display="0" masterRel="sameClick">
                                          <p:stCondLst>
                                            <p:cond evt="begin" delay="0">
                                              <p:tn val="32"/>
                                            </p:cond>
                                          </p:stCondLst>
                                          <p:endCondLst>
                                            <p:cond evt="onStopAudio" delay="0">
                                              <p:tgtEl>
                                                <p:sldTgt/>
                                              </p:tgtEl>
                                            </p:cond>
                                          </p:endCondLst>
                                        </p:cTn>
                                        <p:tgtEl>
                                          <p:sndTgt r:embed="rId2" name="camera.wav"/>
                                        </p:tgtEl>
                                      </p:cMediaNode>
                                    </p:audio>
                                  </p:subTnLst>
                                </p:cTn>
                              </p:par>
                              <p:par>
                                <p:cTn id="35" presetID="4" presetClass="entr" presetSubtype="32" fill="hold" grpId="0" nodeType="withEffect">
                                  <p:stCondLst>
                                    <p:cond delay="0"/>
                                  </p:stCondLst>
                                  <p:childTnLst>
                                    <p:set>
                                      <p:cBhvr>
                                        <p:cTn id="36" dur="1" fill="hold">
                                          <p:stCondLst>
                                            <p:cond delay="0"/>
                                          </p:stCondLst>
                                        </p:cTn>
                                        <p:tgtEl>
                                          <p:spTgt spid="934940">
                                            <p:txEl>
                                              <p:pRg st="4" end="4"/>
                                            </p:txEl>
                                          </p:spTgt>
                                        </p:tgtEl>
                                        <p:attrNameLst>
                                          <p:attrName>style.visibility</p:attrName>
                                        </p:attrNameLst>
                                      </p:cBhvr>
                                      <p:to>
                                        <p:strVal val="visible"/>
                                      </p:to>
                                    </p:set>
                                    <p:animEffect transition="in" filter="box(out)">
                                      <p:cBhvr>
                                        <p:cTn id="37" dur="500"/>
                                        <p:tgtEl>
                                          <p:spTgt spid="934940">
                                            <p:txEl>
                                              <p:pRg st="4" end="4"/>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par>
                                <p:cTn id="38" presetID="4" presetClass="entr" presetSubtype="32" fill="hold" grpId="0" nodeType="withEffect">
                                  <p:stCondLst>
                                    <p:cond delay="0"/>
                                  </p:stCondLst>
                                  <p:childTnLst>
                                    <p:set>
                                      <p:cBhvr>
                                        <p:cTn id="39" dur="1" fill="hold">
                                          <p:stCondLst>
                                            <p:cond delay="0"/>
                                          </p:stCondLst>
                                        </p:cTn>
                                        <p:tgtEl>
                                          <p:spTgt spid="934940">
                                            <p:txEl>
                                              <p:pRg st="5" end="5"/>
                                            </p:txEl>
                                          </p:spTgt>
                                        </p:tgtEl>
                                        <p:attrNameLst>
                                          <p:attrName>style.visibility</p:attrName>
                                        </p:attrNameLst>
                                      </p:cBhvr>
                                      <p:to>
                                        <p:strVal val="visible"/>
                                      </p:to>
                                    </p:set>
                                    <p:animEffect transition="in" filter="box(out)">
                                      <p:cBhvr>
                                        <p:cTn id="40" dur="500"/>
                                        <p:tgtEl>
                                          <p:spTgt spid="934940">
                                            <p:txEl>
                                              <p:pRg st="5" end="5"/>
                                            </p:txEl>
                                          </p:spTgt>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par>
                                <p:cTn id="41" presetID="4" presetClass="entr" presetSubtype="32" fill="hold" grpId="0" nodeType="withEffect">
                                  <p:stCondLst>
                                    <p:cond delay="0"/>
                                  </p:stCondLst>
                                  <p:childTnLst>
                                    <p:set>
                                      <p:cBhvr>
                                        <p:cTn id="42" dur="1" fill="hold">
                                          <p:stCondLst>
                                            <p:cond delay="0"/>
                                          </p:stCondLst>
                                        </p:cTn>
                                        <p:tgtEl>
                                          <p:spTgt spid="934940">
                                            <p:txEl>
                                              <p:pRg st="6" end="6"/>
                                            </p:txEl>
                                          </p:spTgt>
                                        </p:tgtEl>
                                        <p:attrNameLst>
                                          <p:attrName>style.visibility</p:attrName>
                                        </p:attrNameLst>
                                      </p:cBhvr>
                                      <p:to>
                                        <p:strVal val="visible"/>
                                      </p:to>
                                    </p:set>
                                    <p:animEffect transition="in" filter="box(out)">
                                      <p:cBhvr>
                                        <p:cTn id="43" dur="500"/>
                                        <p:tgtEl>
                                          <p:spTgt spid="934940">
                                            <p:txEl>
                                              <p:pRg st="6" end="6"/>
                                            </p:txEl>
                                          </p:spTgt>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par>
                                <p:cTn id="44" presetID="4" presetClass="entr" presetSubtype="32" fill="hold" grpId="0" nodeType="withEffect">
                                  <p:stCondLst>
                                    <p:cond delay="0"/>
                                  </p:stCondLst>
                                  <p:childTnLst>
                                    <p:set>
                                      <p:cBhvr>
                                        <p:cTn id="45" dur="1" fill="hold">
                                          <p:stCondLst>
                                            <p:cond delay="0"/>
                                          </p:stCondLst>
                                        </p:cTn>
                                        <p:tgtEl>
                                          <p:spTgt spid="934940">
                                            <p:txEl>
                                              <p:pRg st="7" end="7"/>
                                            </p:txEl>
                                          </p:spTgt>
                                        </p:tgtEl>
                                        <p:attrNameLst>
                                          <p:attrName>style.visibility</p:attrName>
                                        </p:attrNameLst>
                                      </p:cBhvr>
                                      <p:to>
                                        <p:strVal val="visible"/>
                                      </p:to>
                                    </p:set>
                                    <p:animEffect transition="in" filter="box(out)">
                                      <p:cBhvr>
                                        <p:cTn id="46" dur="500"/>
                                        <p:tgtEl>
                                          <p:spTgt spid="934940">
                                            <p:txEl>
                                              <p:pRg st="7" end="7"/>
                                            </p:txEl>
                                          </p:spTgt>
                                        </p:tgtEl>
                                      </p:cBhvr>
                                    </p:animEffect>
                                  </p:childTnLst>
                                  <p:subTnLst>
                                    <p:audio>
                                      <p:cMediaNode>
                                        <p:cTn display="0" masterRel="sameClick">
                                          <p:stCondLst>
                                            <p:cond evt="begin" delay="0">
                                              <p:tn val="44"/>
                                            </p:cond>
                                          </p:stCondLst>
                                          <p:endCondLst>
                                            <p:cond evt="onStopAudio" delay="0">
                                              <p:tgtEl>
                                                <p:sldTgt/>
                                              </p:tgtEl>
                                            </p:cond>
                                          </p:endCondLst>
                                        </p:cTn>
                                        <p:tgtEl>
                                          <p:sndTgt r:embed="rId2" name="camera.wav"/>
                                        </p:tgtEl>
                                      </p:cMediaNode>
                                    </p:audio>
                                  </p:subTnLst>
                                </p:cTn>
                              </p:par>
                              <p:par>
                                <p:cTn id="47" presetID="4" presetClass="entr" presetSubtype="32" fill="hold" grpId="0" nodeType="withEffect">
                                  <p:stCondLst>
                                    <p:cond delay="0"/>
                                  </p:stCondLst>
                                  <p:childTnLst>
                                    <p:set>
                                      <p:cBhvr>
                                        <p:cTn id="48" dur="1" fill="hold">
                                          <p:stCondLst>
                                            <p:cond delay="0"/>
                                          </p:stCondLst>
                                        </p:cTn>
                                        <p:tgtEl>
                                          <p:spTgt spid="934940">
                                            <p:txEl>
                                              <p:pRg st="8" end="8"/>
                                            </p:txEl>
                                          </p:spTgt>
                                        </p:tgtEl>
                                        <p:attrNameLst>
                                          <p:attrName>style.visibility</p:attrName>
                                        </p:attrNameLst>
                                      </p:cBhvr>
                                      <p:to>
                                        <p:strVal val="visible"/>
                                      </p:to>
                                    </p:set>
                                    <p:animEffect transition="in" filter="box(out)">
                                      <p:cBhvr>
                                        <p:cTn id="49" dur="500"/>
                                        <p:tgtEl>
                                          <p:spTgt spid="934940">
                                            <p:txEl>
                                              <p:pRg st="8" end="8"/>
                                            </p:txEl>
                                          </p:spTgt>
                                        </p:tgtEl>
                                      </p:cBhvr>
                                    </p:animEffect>
                                  </p:childTnLst>
                                  <p:subTnLst>
                                    <p:audio>
                                      <p:cMediaNode>
                                        <p:cTn display="0" masterRel="sameClick">
                                          <p:stCondLst>
                                            <p:cond evt="begin" delay="0">
                                              <p:tn val="47"/>
                                            </p:cond>
                                          </p:stCondLst>
                                          <p:endCondLst>
                                            <p:cond evt="onStopAudio" delay="0">
                                              <p:tgtEl>
                                                <p:sldTgt/>
                                              </p:tgtEl>
                                            </p:cond>
                                          </p:endCondLst>
                                        </p:cTn>
                                        <p:tgtEl>
                                          <p:sndTgt r:embed="rId2" name="camera.wav"/>
                                        </p:tgtEl>
                                      </p:cMediaNode>
                                    </p:audio>
                                  </p:subTnLst>
                                </p:cTn>
                              </p:par>
                              <p:par>
                                <p:cTn id="50" presetID="4" presetClass="entr" presetSubtype="32" fill="hold" grpId="0" nodeType="withEffect">
                                  <p:stCondLst>
                                    <p:cond delay="0"/>
                                  </p:stCondLst>
                                  <p:childTnLst>
                                    <p:set>
                                      <p:cBhvr>
                                        <p:cTn id="51" dur="1" fill="hold">
                                          <p:stCondLst>
                                            <p:cond delay="0"/>
                                          </p:stCondLst>
                                        </p:cTn>
                                        <p:tgtEl>
                                          <p:spTgt spid="934940">
                                            <p:txEl>
                                              <p:pRg st="9" end="9"/>
                                            </p:txEl>
                                          </p:spTgt>
                                        </p:tgtEl>
                                        <p:attrNameLst>
                                          <p:attrName>style.visibility</p:attrName>
                                        </p:attrNameLst>
                                      </p:cBhvr>
                                      <p:to>
                                        <p:strVal val="visible"/>
                                      </p:to>
                                    </p:set>
                                    <p:animEffect transition="in" filter="box(out)">
                                      <p:cBhvr>
                                        <p:cTn id="52" dur="500"/>
                                        <p:tgtEl>
                                          <p:spTgt spid="934940">
                                            <p:txEl>
                                              <p:pRg st="9" end="9"/>
                                            </p:txEl>
                                          </p:spTgt>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par>
                                <p:cTn id="53" presetID="4" presetClass="entr" presetSubtype="32" fill="hold" grpId="0" nodeType="withEffect">
                                  <p:stCondLst>
                                    <p:cond delay="0"/>
                                  </p:stCondLst>
                                  <p:childTnLst>
                                    <p:set>
                                      <p:cBhvr>
                                        <p:cTn id="54" dur="1" fill="hold">
                                          <p:stCondLst>
                                            <p:cond delay="0"/>
                                          </p:stCondLst>
                                        </p:cTn>
                                        <p:tgtEl>
                                          <p:spTgt spid="934940">
                                            <p:txEl>
                                              <p:pRg st="10" end="10"/>
                                            </p:txEl>
                                          </p:spTgt>
                                        </p:tgtEl>
                                        <p:attrNameLst>
                                          <p:attrName>style.visibility</p:attrName>
                                        </p:attrNameLst>
                                      </p:cBhvr>
                                      <p:to>
                                        <p:strVal val="visible"/>
                                      </p:to>
                                    </p:set>
                                    <p:animEffect transition="in" filter="box(out)">
                                      <p:cBhvr>
                                        <p:cTn id="55" dur="500"/>
                                        <p:tgtEl>
                                          <p:spTgt spid="934940">
                                            <p:txEl>
                                              <p:pRg st="10" end="10"/>
                                            </p:txEl>
                                          </p:spTgt>
                                        </p:tgtEl>
                                      </p:cBhvr>
                                    </p:animEffect>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par>
                                <p:cTn id="56" presetID="4" presetClass="entr" presetSubtype="32" fill="hold" grpId="0" nodeType="withEffect">
                                  <p:stCondLst>
                                    <p:cond delay="0"/>
                                  </p:stCondLst>
                                  <p:childTnLst>
                                    <p:set>
                                      <p:cBhvr>
                                        <p:cTn id="57" dur="1" fill="hold">
                                          <p:stCondLst>
                                            <p:cond delay="0"/>
                                          </p:stCondLst>
                                        </p:cTn>
                                        <p:tgtEl>
                                          <p:spTgt spid="934940">
                                            <p:txEl>
                                              <p:pRg st="11" end="11"/>
                                            </p:txEl>
                                          </p:spTgt>
                                        </p:tgtEl>
                                        <p:attrNameLst>
                                          <p:attrName>style.visibility</p:attrName>
                                        </p:attrNameLst>
                                      </p:cBhvr>
                                      <p:to>
                                        <p:strVal val="visible"/>
                                      </p:to>
                                    </p:set>
                                    <p:animEffect transition="in" filter="box(out)">
                                      <p:cBhvr>
                                        <p:cTn id="58" dur="500"/>
                                        <p:tgtEl>
                                          <p:spTgt spid="934940">
                                            <p:txEl>
                                              <p:pRg st="11" end="11"/>
                                            </p:txEl>
                                          </p:spTgt>
                                        </p:tgtEl>
                                      </p:cBhvr>
                                    </p:animEffect>
                                  </p:childTnLst>
                                  <p:subTnLst>
                                    <p:audio>
                                      <p:cMediaNode>
                                        <p:cTn display="0" masterRel="sameClick">
                                          <p:stCondLst>
                                            <p:cond evt="begin" delay="0">
                                              <p:tn val="56"/>
                                            </p:cond>
                                          </p:stCondLst>
                                          <p:endCondLst>
                                            <p:cond evt="onStopAudio" delay="0">
                                              <p:tgtEl>
                                                <p:sldTgt/>
                                              </p:tgtEl>
                                            </p:cond>
                                          </p:endCondLst>
                                        </p:cTn>
                                        <p:tgtEl>
                                          <p:sndTgt r:embed="rId2" name="camera.wav"/>
                                        </p:tgtEl>
                                      </p:cMediaNode>
                                    </p:audio>
                                  </p:subTnLst>
                                </p:cTn>
                              </p:par>
                            </p:childTnLst>
                          </p:cTn>
                        </p:par>
                      </p:childTnLst>
                    </p:cTn>
                  </p:par>
                  <p:par>
                    <p:cTn id="59" fill="hold">
                      <p:stCondLst>
                        <p:cond delay="indefinite"/>
                      </p:stCondLst>
                      <p:childTnLst>
                        <p:par>
                          <p:cTn id="60" fill="hold">
                            <p:stCondLst>
                              <p:cond delay="0"/>
                            </p:stCondLst>
                            <p:childTnLst>
                              <p:par>
                                <p:cTn id="61" presetID="18" presetClass="entr" presetSubtype="6" fill="hold" nodeType="clickEffect">
                                  <p:stCondLst>
                                    <p:cond delay="0"/>
                                  </p:stCondLst>
                                  <p:childTnLst>
                                    <p:set>
                                      <p:cBhvr>
                                        <p:cTn id="62" dur="1" fill="hold">
                                          <p:stCondLst>
                                            <p:cond delay="0"/>
                                          </p:stCondLst>
                                        </p:cTn>
                                        <p:tgtEl>
                                          <p:spTgt spid="934940">
                                            <p:txEl>
                                              <p:pRg st="6" end="6"/>
                                            </p:txEl>
                                          </p:spTgt>
                                        </p:tgtEl>
                                        <p:attrNameLst>
                                          <p:attrName>style.visibility</p:attrName>
                                        </p:attrNameLst>
                                      </p:cBhvr>
                                      <p:to>
                                        <p:strVal val="visible"/>
                                      </p:to>
                                    </p:set>
                                    <p:animEffect transition="in" filter="strips(downRight)">
                                      <p:cBhvr>
                                        <p:cTn id="63" dur="500"/>
                                        <p:tgtEl>
                                          <p:spTgt spid="934940">
                                            <p:txEl>
                                              <p:pRg st="6" end="6"/>
                                            </p:txEl>
                                          </p:spTgt>
                                        </p:tgtEl>
                                      </p:cBhvr>
                                    </p:animEffect>
                                  </p:childTnLst>
                                  <p:subTnLst>
                                    <p:animClr clrSpc="rgb" dir="cw">
                                      <p:cBhvr override="childStyle">
                                        <p:cTn dur="1" fill="hold" display="0" masterRel="nextClick" afterEffect="1"/>
                                        <p:tgtEl>
                                          <p:spTgt spid="934940">
                                            <p:txEl>
                                              <p:pRg st="6" end="6"/>
                                            </p:txEl>
                                          </p:spTgt>
                                        </p:tgtEl>
                                        <p:attrNameLst>
                                          <p:attrName>ppt_c</p:attrName>
                                        </p:attrNameLst>
                                      </p:cBhvr>
                                      <p:to>
                                        <a:srgbClr val="FF3300"/>
                                      </p:to>
                                    </p:animClr>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childTnLst>
                          </p:cTn>
                        </p:par>
                        <p:par>
                          <p:cTn id="64" fill="hold">
                            <p:stCondLst>
                              <p:cond delay="500"/>
                            </p:stCondLst>
                            <p:childTnLst>
                              <p:par>
                                <p:cTn id="65" presetID="18" presetClass="entr" presetSubtype="12" fill="hold" nodeType="afterEffect">
                                  <p:stCondLst>
                                    <p:cond delay="0"/>
                                  </p:stCondLst>
                                  <p:childTnLst>
                                    <p:set>
                                      <p:cBhvr>
                                        <p:cTn id="66" dur="1" fill="hold">
                                          <p:stCondLst>
                                            <p:cond delay="0"/>
                                          </p:stCondLst>
                                        </p:cTn>
                                        <p:tgtEl>
                                          <p:spTgt spid="934941"/>
                                        </p:tgtEl>
                                        <p:attrNameLst>
                                          <p:attrName>style.visibility</p:attrName>
                                        </p:attrNameLst>
                                      </p:cBhvr>
                                      <p:to>
                                        <p:strVal val="visible"/>
                                      </p:to>
                                    </p:set>
                                    <p:animEffect transition="in" filter="strips(downLeft)">
                                      <p:cBhvr>
                                        <p:cTn id="67" dur="500"/>
                                        <p:tgtEl>
                                          <p:spTgt spid="934941"/>
                                        </p:tgtEl>
                                      </p:cBhvr>
                                    </p:animEffect>
                                  </p:childTnLst>
                                  <p:subTnLst>
                                    <p:audio>
                                      <p:cMediaNode>
                                        <p:cTn display="0" masterRel="sameClick">
                                          <p:stCondLst>
                                            <p:cond evt="begin" delay="0">
                                              <p:tn val="65"/>
                                            </p:cond>
                                          </p:stCondLst>
                                          <p:endCondLst>
                                            <p:cond evt="onStopAudio" delay="0">
                                              <p:tgtEl>
                                                <p:sldTgt/>
                                              </p:tgtEl>
                                            </p:cond>
                                          </p:endCondLst>
                                        </p:cTn>
                                        <p:tgtEl>
                                          <p:sndTgt r:embed="rId2" name="camera.wav"/>
                                        </p:tgtEl>
                                      </p:cMediaNode>
                                    </p:audio>
                                  </p:subTnLst>
                                </p:cTn>
                              </p:par>
                            </p:childTnLst>
                          </p:cTn>
                        </p:par>
                        <p:par>
                          <p:cTn id="68" fill="hold">
                            <p:stCondLst>
                              <p:cond delay="1000"/>
                            </p:stCondLst>
                            <p:childTnLst>
                              <p:par>
                                <p:cTn id="69" presetID="18" presetClass="entr" presetSubtype="12" fill="hold" nodeType="afterEffect">
                                  <p:stCondLst>
                                    <p:cond delay="0"/>
                                  </p:stCondLst>
                                  <p:childTnLst>
                                    <p:set>
                                      <p:cBhvr>
                                        <p:cTn id="70" dur="1" fill="hold">
                                          <p:stCondLst>
                                            <p:cond delay="0"/>
                                          </p:stCondLst>
                                        </p:cTn>
                                        <p:tgtEl>
                                          <p:spTgt spid="934940">
                                            <p:txEl>
                                              <p:pRg st="11" end="11"/>
                                            </p:txEl>
                                          </p:spTgt>
                                        </p:tgtEl>
                                        <p:attrNameLst>
                                          <p:attrName>style.visibility</p:attrName>
                                        </p:attrNameLst>
                                      </p:cBhvr>
                                      <p:to>
                                        <p:strVal val="visible"/>
                                      </p:to>
                                    </p:set>
                                    <p:animEffect transition="in" filter="strips(downLeft)">
                                      <p:cBhvr>
                                        <p:cTn id="71" dur="500"/>
                                        <p:tgtEl>
                                          <p:spTgt spid="934940">
                                            <p:txEl>
                                              <p:pRg st="11" end="11"/>
                                            </p:txEl>
                                          </p:spTgt>
                                        </p:tgtEl>
                                      </p:cBhvr>
                                    </p:animEffect>
                                  </p:childTnLst>
                                  <p:subTnLst>
                                    <p:animClr clrSpc="rgb" dir="cw">
                                      <p:cBhvr override="childStyle">
                                        <p:cTn dur="1" fill="hold" display="0" masterRel="nextClick" afterEffect="1"/>
                                        <p:tgtEl>
                                          <p:spTgt spid="934940">
                                            <p:txEl>
                                              <p:pRg st="11" end="11"/>
                                            </p:txEl>
                                          </p:spTgt>
                                        </p:tgtEl>
                                        <p:attrNameLst>
                                          <p:attrName>ppt_c</p:attrName>
                                        </p:attrNameLst>
                                      </p:cBhvr>
                                      <p:to>
                                        <a:srgbClr val="FF3300"/>
                                      </p:to>
                                    </p:animClr>
                                    <p:audio>
                                      <p:cMediaNode>
                                        <p:cTn display="0" masterRel="sameClick">
                                          <p:stCondLst>
                                            <p:cond evt="begin" delay="0">
                                              <p:tn val="69"/>
                                            </p:cond>
                                          </p:stCondLst>
                                          <p:endCondLst>
                                            <p:cond evt="onStopAudio" delay="0">
                                              <p:tgtEl>
                                                <p:sldTgt/>
                                              </p:tgtEl>
                                            </p:cond>
                                          </p:endCondLst>
                                        </p:cTn>
                                        <p:tgtEl>
                                          <p:sndTgt r:embed="rId2" name="camera.wav"/>
                                        </p:tgtEl>
                                      </p:cMediaNode>
                                    </p:audio>
                                  </p:subTnLst>
                                </p:cTn>
                              </p:par>
                            </p:childTnLst>
                          </p:cTn>
                        </p:par>
                        <p:par>
                          <p:cTn id="72" fill="hold">
                            <p:stCondLst>
                              <p:cond delay="1500"/>
                            </p:stCondLst>
                            <p:childTnLst>
                              <p:par>
                                <p:cTn id="73" presetID="3" presetClass="entr" presetSubtype="10" fill="hold" grpId="0" nodeType="afterEffect" nodePh="1">
                                  <p:stCondLst>
                                    <p:cond delay="0"/>
                                  </p:stCondLst>
                                  <p:endCondLst>
                                    <p:cond evt="begin" delay="0">
                                      <p:tn val="73"/>
                                    </p:cond>
                                  </p:endCondLst>
                                  <p:childTnLst>
                                    <p:set>
                                      <p:cBhvr>
                                        <p:cTn id="74" dur="1" fill="hold">
                                          <p:stCondLst>
                                            <p:cond delay="0"/>
                                          </p:stCondLst>
                                        </p:cTn>
                                        <p:tgtEl>
                                          <p:spTgt spid="934946"/>
                                        </p:tgtEl>
                                        <p:attrNameLst>
                                          <p:attrName>style.visibility</p:attrName>
                                        </p:attrNameLst>
                                      </p:cBhvr>
                                      <p:to>
                                        <p:strVal val="visible"/>
                                      </p:to>
                                    </p:set>
                                    <p:animEffect transition="in" filter="blinds(horizontal)">
                                      <p:cBhvr>
                                        <p:cTn id="75" dur="500"/>
                                        <p:tgtEl>
                                          <p:spTgt spid="934946"/>
                                        </p:tgtEl>
                                      </p:cBhvr>
                                    </p:animEffect>
                                  </p:childTnLst>
                                  <p:subTnLst>
                                    <p:audio>
                                      <p:cMediaNode>
                                        <p:cTn display="0" masterRel="sameClick">
                                          <p:stCondLst>
                                            <p:cond evt="begin" delay="0">
                                              <p:tn val="73"/>
                                            </p:cond>
                                          </p:stCondLst>
                                          <p:endCondLst>
                                            <p:cond evt="onStopAudio" delay="0">
                                              <p:tgtEl>
                                                <p:sldTgt/>
                                              </p:tgtEl>
                                            </p:cond>
                                          </p:endCondLst>
                                        </p:cTn>
                                        <p:tgtEl>
                                          <p:sndTgt r:embed="rId2" name="camera.wav"/>
                                        </p:tgtEl>
                                      </p:cMediaNode>
                                    </p:audio>
                                  </p:subTnLst>
                                </p:cTn>
                              </p:par>
                            </p:childTnLst>
                          </p:cTn>
                        </p:par>
                      </p:childTnLst>
                    </p:cTn>
                  </p:par>
                  <p:par>
                    <p:cTn id="76" fill="hold">
                      <p:stCondLst>
                        <p:cond delay="indefinite"/>
                      </p:stCondLst>
                      <p:childTnLst>
                        <p:par>
                          <p:cTn id="77" fill="hold">
                            <p:stCondLst>
                              <p:cond delay="0"/>
                            </p:stCondLst>
                            <p:childTnLst>
                              <p:par>
                                <p:cTn id="78" presetID="4" presetClass="entr" presetSubtype="32" fill="hold" grpId="0" nodeType="clickEffect">
                                  <p:stCondLst>
                                    <p:cond delay="0"/>
                                  </p:stCondLst>
                                  <p:childTnLst>
                                    <p:set>
                                      <p:cBhvr>
                                        <p:cTn id="79" dur="1" fill="hold">
                                          <p:stCondLst>
                                            <p:cond delay="0"/>
                                          </p:stCondLst>
                                        </p:cTn>
                                        <p:tgtEl>
                                          <p:spTgt spid="934949"/>
                                        </p:tgtEl>
                                        <p:attrNameLst>
                                          <p:attrName>style.visibility</p:attrName>
                                        </p:attrNameLst>
                                      </p:cBhvr>
                                      <p:to>
                                        <p:strVal val="visible"/>
                                      </p:to>
                                    </p:set>
                                    <p:animEffect transition="in" filter="box(out)">
                                      <p:cBhvr>
                                        <p:cTn id="80" dur="500"/>
                                        <p:tgtEl>
                                          <p:spTgt spid="934949"/>
                                        </p:tgtEl>
                                      </p:cBhvr>
                                    </p:animEffect>
                                  </p:childTnLst>
                                  <p:subTnLst>
                                    <p:audio>
                                      <p:cMediaNode>
                                        <p:cTn display="0" masterRel="sameClick">
                                          <p:stCondLst>
                                            <p:cond evt="begin" delay="0">
                                              <p:tn val="78"/>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4935" grpId="0" animBg="1"/>
      <p:bldP spid="934946" grpId="0"/>
      <p:bldP spid="934940" grpId="0" build="allAtOnce" animBg="1"/>
      <p:bldP spid="93494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5941" name="Rectangle 5"/>
          <p:cNvSpPr>
            <a:spLocks noChangeArrowheads="1"/>
          </p:cNvSpPr>
          <p:nvPr/>
        </p:nvSpPr>
        <p:spPr bwMode="auto">
          <a:xfrm>
            <a:off x="602072" y="155903"/>
            <a:ext cx="2520652" cy="523220"/>
          </a:xfrm>
          <a:prstGeom prst="rect">
            <a:avLst/>
          </a:prstGeom>
          <a:noFill/>
          <a:ln w="9525">
            <a:noFill/>
            <a:miter lim="800000"/>
            <a:headEnd/>
            <a:tailEnd/>
          </a:ln>
          <a:effectLst/>
        </p:spPr>
        <p:txBody>
          <a:bodyPr wrap="square" anchor="ctr">
            <a:spAutoFit/>
          </a:bodyPr>
          <a:lstStyle/>
          <a:p>
            <a:r>
              <a:rPr lang="en-US" altLang="zh-CN" sz="2800" b="1" dirty="0">
                <a:solidFill>
                  <a:srgbClr val="CC3300"/>
                </a:solidFill>
                <a:effectLst>
                  <a:outerShdw blurRad="38100" dist="38100" dir="2700000" algn="tl">
                    <a:srgbClr val="000000"/>
                  </a:outerShdw>
                </a:effectLst>
                <a:latin typeface="+mn-lt"/>
                <a:ea typeface="隶书" pitchFamily="49" charset="-122"/>
              </a:rPr>
              <a:t>7.  exit( )</a:t>
            </a:r>
            <a:r>
              <a:rPr lang="zh-CN" altLang="en-US" sz="2800" b="1" dirty="0">
                <a:solidFill>
                  <a:srgbClr val="CC3300"/>
                </a:solidFill>
                <a:effectLst>
                  <a:outerShdw blurRad="38100" dist="38100" dir="2700000" algn="tl">
                    <a:srgbClr val="000000"/>
                  </a:outerShdw>
                </a:effectLst>
                <a:latin typeface="+mn-lt"/>
                <a:ea typeface="隶书" pitchFamily="49" charset="-122"/>
              </a:rPr>
              <a:t>函数</a:t>
            </a:r>
            <a:r>
              <a:rPr lang="zh-CN" altLang="en-US" sz="2800" dirty="0">
                <a:solidFill>
                  <a:srgbClr val="CC3300"/>
                </a:solidFill>
                <a:latin typeface="+mn-lt"/>
                <a:ea typeface="隶书" pitchFamily="49" charset="-122"/>
              </a:rPr>
              <a:t> </a:t>
            </a:r>
          </a:p>
        </p:txBody>
      </p:sp>
      <p:sp>
        <p:nvSpPr>
          <p:cNvPr id="935942" name="Text Box 6"/>
          <p:cNvSpPr txBox="1">
            <a:spLocks noChangeArrowheads="1"/>
          </p:cNvSpPr>
          <p:nvPr/>
        </p:nvSpPr>
        <p:spPr bwMode="auto">
          <a:xfrm>
            <a:off x="1106897" y="765175"/>
            <a:ext cx="2160587"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339933"/>
                </a:solidFill>
                <a:effectLst>
                  <a:outerShdw blurRad="38100" dist="38100" dir="2700000" algn="tl">
                    <a:srgbClr val="000000"/>
                  </a:outerShdw>
                </a:effectLst>
                <a:latin typeface="+mn-lt"/>
                <a:ea typeface="楷体" pitchFamily="49" charset="-122"/>
              </a:rPr>
              <a:t> </a:t>
            </a:r>
            <a:r>
              <a:rPr lang="zh-CN" altLang="en-US" b="1" dirty="0">
                <a:solidFill>
                  <a:srgbClr val="339933"/>
                </a:solidFill>
                <a:effectLst>
                  <a:outerShdw blurRad="38100" dist="38100" dir="2700000" algn="tl">
                    <a:srgbClr val="000000"/>
                  </a:outerShdw>
                </a:effectLst>
                <a:latin typeface="+mn-lt"/>
                <a:ea typeface="楷体" pitchFamily="49" charset="-122"/>
              </a:rPr>
              <a:t>功能</a:t>
            </a:r>
          </a:p>
        </p:txBody>
      </p:sp>
      <p:sp>
        <p:nvSpPr>
          <p:cNvPr id="935956" name="Text Box 20"/>
          <p:cNvSpPr txBox="1">
            <a:spLocks noChangeArrowheads="1"/>
          </p:cNvSpPr>
          <p:nvPr/>
        </p:nvSpPr>
        <p:spPr bwMode="auto">
          <a:xfrm>
            <a:off x="1071972" y="2954338"/>
            <a:ext cx="2160587"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339933"/>
                </a:solidFill>
                <a:effectLst>
                  <a:outerShdw blurRad="38100" dist="38100" dir="2700000" algn="tl">
                    <a:srgbClr val="000000"/>
                  </a:outerShdw>
                </a:effectLst>
                <a:latin typeface="+mn-lt"/>
                <a:ea typeface="楷体" pitchFamily="49" charset="-122"/>
              </a:rPr>
              <a:t> </a:t>
            </a:r>
            <a:r>
              <a:rPr lang="zh-CN" altLang="en-US" b="1" dirty="0">
                <a:solidFill>
                  <a:srgbClr val="339933"/>
                </a:solidFill>
                <a:effectLst>
                  <a:outerShdw blurRad="38100" dist="38100" dir="2700000" algn="tl">
                    <a:srgbClr val="000000"/>
                  </a:outerShdw>
                </a:effectLst>
                <a:latin typeface="+mn-lt"/>
                <a:ea typeface="楷体" pitchFamily="49" charset="-122"/>
              </a:rPr>
              <a:t>说明</a:t>
            </a:r>
          </a:p>
        </p:txBody>
      </p:sp>
      <p:sp>
        <p:nvSpPr>
          <p:cNvPr id="935957" name="Text Box 21"/>
          <p:cNvSpPr txBox="1">
            <a:spLocks noChangeArrowheads="1"/>
          </p:cNvSpPr>
          <p:nvPr/>
        </p:nvSpPr>
        <p:spPr bwMode="auto">
          <a:xfrm>
            <a:off x="779870" y="3402719"/>
            <a:ext cx="10716729" cy="1699632"/>
          </a:xfrm>
          <a:prstGeom prst="rect">
            <a:avLst/>
          </a:prstGeom>
          <a:noFill/>
          <a:ln w="9525">
            <a:noFill/>
            <a:miter lim="800000"/>
            <a:headEnd/>
            <a:tailEnd/>
          </a:ln>
          <a:effectLst/>
        </p:spPr>
        <p:txBody>
          <a:bodyPr wrap="square">
            <a:spAutoFit/>
          </a:bodyPr>
          <a:lstStyle/>
          <a:p>
            <a:pPr>
              <a:lnSpc>
                <a:spcPts val="3200"/>
              </a:lnSpc>
              <a:spcBef>
                <a:spcPct val="50000"/>
              </a:spcBef>
              <a:buFont typeface="Wingdings" pitchFamily="2" charset="2"/>
              <a:buNone/>
            </a:pPr>
            <a:r>
              <a:rPr lang="en-US" altLang="zh-CN" b="1" dirty="0">
                <a:effectLst>
                  <a:outerShdw blurRad="38100" dist="38100" dir="2700000" algn="tl">
                    <a:srgbClr val="FFFFFF"/>
                  </a:outerShdw>
                </a:effectLst>
                <a:latin typeface="楷体" pitchFamily="49" charset="-122"/>
                <a:ea typeface="楷体" pitchFamily="49" charset="-122"/>
              </a:rPr>
              <a:t>    </a:t>
            </a:r>
            <a:r>
              <a:rPr lang="zh-CN" altLang="en-US" b="1" dirty="0">
                <a:effectLst>
                  <a:outerShdw blurRad="38100" dist="38100" dir="2700000" algn="tl">
                    <a:srgbClr val="FFFFFF"/>
                  </a:outerShdw>
                </a:effectLst>
                <a:latin typeface="+mn-lt"/>
                <a:ea typeface="楷体" pitchFamily="49" charset="-122"/>
              </a:rPr>
              <a:t>参数</a:t>
            </a:r>
            <a:r>
              <a:rPr lang="en-US" altLang="zh-CN" b="1" dirty="0">
                <a:effectLst>
                  <a:outerShdw blurRad="38100" dist="38100" dir="2700000" algn="tl">
                    <a:srgbClr val="FFFFFF"/>
                  </a:outerShdw>
                </a:effectLst>
                <a:latin typeface="+mn-lt"/>
                <a:ea typeface="楷体" pitchFamily="49" charset="-122"/>
              </a:rPr>
              <a:t>status</a:t>
            </a:r>
            <a:r>
              <a:rPr lang="zh-CN" altLang="en-US" b="1" dirty="0">
                <a:effectLst>
                  <a:outerShdw blurRad="38100" dist="38100" dir="2700000" algn="tl">
                    <a:srgbClr val="FFFFFF"/>
                  </a:outerShdw>
                </a:effectLst>
                <a:latin typeface="+mn-lt"/>
                <a:ea typeface="楷体" pitchFamily="49" charset="-122"/>
              </a:rPr>
              <a:t>为</a:t>
            </a:r>
            <a:r>
              <a:rPr lang="en-US" altLang="zh-CN" b="1" dirty="0" err="1">
                <a:effectLst>
                  <a:outerShdw blurRad="38100" dist="38100" dir="2700000" algn="tl">
                    <a:srgbClr val="FFFFFF"/>
                  </a:outerShdw>
                </a:effectLst>
                <a:latin typeface="+mn-lt"/>
                <a:ea typeface="楷体" pitchFamily="49" charset="-122"/>
              </a:rPr>
              <a:t>int</a:t>
            </a:r>
            <a:r>
              <a:rPr lang="zh-CN" altLang="en-US" b="1" dirty="0">
                <a:effectLst>
                  <a:outerShdw blurRad="38100" dist="38100" dir="2700000" algn="tl">
                    <a:srgbClr val="FFFFFF"/>
                  </a:outerShdw>
                </a:effectLst>
                <a:latin typeface="+mn-lt"/>
                <a:ea typeface="楷体" pitchFamily="49" charset="-122"/>
              </a:rPr>
              <a:t>型，</a:t>
            </a:r>
            <a:r>
              <a:rPr lang="en-US" altLang="zh-CN" b="1" dirty="0">
                <a:effectLst>
                  <a:outerShdw blurRad="38100" dist="38100" dir="2700000" algn="tl">
                    <a:srgbClr val="FFFFFF"/>
                  </a:outerShdw>
                </a:effectLst>
                <a:latin typeface="+mn-lt"/>
                <a:ea typeface="楷体" pitchFamily="49" charset="-122"/>
              </a:rPr>
              <a:t>status</a:t>
            </a:r>
            <a:r>
              <a:rPr lang="zh-CN" altLang="en-US" b="1" dirty="0">
                <a:effectLst>
                  <a:outerShdw blurRad="38100" dist="38100" dir="2700000" algn="tl">
                    <a:srgbClr val="FFFFFF"/>
                  </a:outerShdw>
                </a:effectLst>
                <a:latin typeface="+mn-lt"/>
                <a:ea typeface="楷体" pitchFamily="49" charset="-122"/>
              </a:rPr>
              <a:t>的值传给调用进程（一般为操作系统）。按照惯例，当</a:t>
            </a:r>
            <a:r>
              <a:rPr lang="en-US" altLang="zh-CN" b="1" dirty="0">
                <a:effectLst>
                  <a:outerShdw blurRad="38100" dist="38100" dir="2700000" algn="tl">
                    <a:srgbClr val="FFFFFF"/>
                  </a:outerShdw>
                </a:effectLst>
                <a:latin typeface="+mn-lt"/>
                <a:ea typeface="楷体" pitchFamily="49" charset="-122"/>
              </a:rPr>
              <a:t>status</a:t>
            </a:r>
            <a:r>
              <a:rPr lang="zh-CN" altLang="en-US" b="1" dirty="0">
                <a:effectLst>
                  <a:outerShdw blurRad="38100" dist="38100" dir="2700000" algn="tl">
                    <a:srgbClr val="FFFFFF"/>
                  </a:outerShdw>
                </a:effectLst>
                <a:latin typeface="+mn-lt"/>
                <a:ea typeface="楷体" pitchFamily="49" charset="-122"/>
              </a:rPr>
              <a:t>的值为</a:t>
            </a:r>
            <a:r>
              <a:rPr lang="en-US" altLang="zh-CN" b="1" dirty="0">
                <a:effectLst>
                  <a:outerShdw blurRad="38100" dist="38100" dir="2700000" algn="tl">
                    <a:srgbClr val="FFFFFF"/>
                  </a:outerShdw>
                </a:effectLst>
                <a:latin typeface="+mn-lt"/>
                <a:ea typeface="楷体" pitchFamily="49" charset="-122"/>
              </a:rPr>
              <a:t>0</a:t>
            </a:r>
            <a:r>
              <a:rPr lang="zh-CN" altLang="en-US" b="1" dirty="0">
                <a:effectLst>
                  <a:outerShdw blurRad="38100" dist="38100" dir="2700000" algn="tl">
                    <a:srgbClr val="FFFFFF"/>
                  </a:outerShdw>
                </a:effectLst>
                <a:latin typeface="+mn-lt"/>
                <a:ea typeface="楷体" pitchFamily="49" charset="-122"/>
              </a:rPr>
              <a:t>或为宏常量</a:t>
            </a:r>
            <a:r>
              <a:rPr lang="en-US" altLang="zh-CN" b="1" dirty="0">
                <a:solidFill>
                  <a:srgbClr val="D60093"/>
                </a:solidFill>
                <a:effectLst>
                  <a:outerShdw blurRad="38100" dist="38100" dir="2700000" algn="tl">
                    <a:srgbClr val="000000"/>
                  </a:outerShdw>
                </a:effectLst>
                <a:latin typeface="+mn-lt"/>
                <a:ea typeface="楷体" pitchFamily="49" charset="-122"/>
              </a:rPr>
              <a:t>EXIT_SUCCESS</a:t>
            </a:r>
            <a:r>
              <a:rPr lang="zh-CN" altLang="en-US" b="1" dirty="0">
                <a:effectLst>
                  <a:outerShdw blurRad="38100" dist="38100" dir="2700000" algn="tl">
                    <a:srgbClr val="FFFFFF"/>
                  </a:outerShdw>
                </a:effectLst>
                <a:latin typeface="+mn-lt"/>
                <a:ea typeface="楷体" pitchFamily="49" charset="-122"/>
              </a:rPr>
              <a:t>时，表示程序正常退出；当</a:t>
            </a:r>
            <a:r>
              <a:rPr lang="en-US" altLang="zh-CN" b="1" dirty="0">
                <a:effectLst>
                  <a:outerShdw blurRad="38100" dist="38100" dir="2700000" algn="tl">
                    <a:srgbClr val="FFFFFF"/>
                  </a:outerShdw>
                </a:effectLst>
                <a:latin typeface="+mn-lt"/>
                <a:ea typeface="楷体" pitchFamily="49" charset="-122"/>
              </a:rPr>
              <a:t>status</a:t>
            </a:r>
            <a:r>
              <a:rPr lang="zh-CN" altLang="en-US" b="1" dirty="0">
                <a:effectLst>
                  <a:outerShdw blurRad="38100" dist="38100" dir="2700000" algn="tl">
                    <a:srgbClr val="FFFFFF"/>
                  </a:outerShdw>
                </a:effectLst>
                <a:latin typeface="+mn-lt"/>
                <a:ea typeface="楷体" pitchFamily="49" charset="-122"/>
              </a:rPr>
              <a:t>的值为非</a:t>
            </a:r>
            <a:r>
              <a:rPr lang="en-US" altLang="zh-CN" b="1" dirty="0">
                <a:effectLst>
                  <a:outerShdw blurRad="38100" dist="38100" dir="2700000" algn="tl">
                    <a:srgbClr val="FFFFFF"/>
                  </a:outerShdw>
                </a:effectLst>
                <a:latin typeface="+mn-lt"/>
                <a:ea typeface="楷体" pitchFamily="49" charset="-122"/>
              </a:rPr>
              <a:t>0</a:t>
            </a:r>
            <a:r>
              <a:rPr lang="zh-CN" altLang="en-US" b="1" dirty="0">
                <a:effectLst>
                  <a:outerShdw blurRad="38100" dist="38100" dir="2700000" algn="tl">
                    <a:srgbClr val="FFFFFF"/>
                  </a:outerShdw>
                </a:effectLst>
                <a:latin typeface="+mn-lt"/>
                <a:ea typeface="楷体" pitchFamily="49" charset="-122"/>
              </a:rPr>
              <a:t>或为宏常量</a:t>
            </a:r>
            <a:r>
              <a:rPr lang="en-US" altLang="zh-CN" b="1" dirty="0">
                <a:solidFill>
                  <a:srgbClr val="D60093"/>
                </a:solidFill>
                <a:effectLst>
                  <a:outerShdw blurRad="38100" dist="38100" dir="2700000" algn="tl">
                    <a:srgbClr val="000000"/>
                  </a:outerShdw>
                </a:effectLst>
                <a:latin typeface="+mn-lt"/>
                <a:ea typeface="楷体" pitchFamily="49" charset="-122"/>
              </a:rPr>
              <a:t>EXIT_FAILURE</a:t>
            </a:r>
            <a:r>
              <a:rPr lang="zh-CN" altLang="en-US" b="1" dirty="0">
                <a:effectLst>
                  <a:outerShdw blurRad="38100" dist="38100" dir="2700000" algn="tl">
                    <a:srgbClr val="FFFFFF"/>
                  </a:outerShdw>
                </a:effectLst>
                <a:latin typeface="+mn-lt"/>
                <a:ea typeface="楷体" pitchFamily="49" charset="-122"/>
              </a:rPr>
              <a:t>时，表示程序出现某种错误后退出。</a:t>
            </a:r>
            <a:r>
              <a:rPr lang="en-US" altLang="zh-CN" b="1" dirty="0">
                <a:latin typeface="+mn-lt"/>
                <a:ea typeface="楷体" pitchFamily="49" charset="-122"/>
              </a:rPr>
              <a:t> </a:t>
            </a:r>
            <a:r>
              <a:rPr lang="en-US" altLang="zh-CN" b="1" dirty="0">
                <a:effectLst>
                  <a:innerShdw blurRad="63500" dist="50800" dir="5400000">
                    <a:prstClr val="black">
                      <a:alpha val="50000"/>
                    </a:prstClr>
                  </a:innerShdw>
                </a:effectLst>
                <a:latin typeface="+mn-lt"/>
                <a:ea typeface="楷体" pitchFamily="49" charset="-122"/>
              </a:rPr>
              <a:t>void</a:t>
            </a:r>
            <a:r>
              <a:rPr lang="zh-CN" altLang="zh-CN" b="1" dirty="0">
                <a:effectLst>
                  <a:innerShdw blurRad="63500" dist="50800" dir="5400000">
                    <a:prstClr val="black">
                      <a:alpha val="50000"/>
                    </a:prstClr>
                  </a:innerShdw>
                </a:effectLst>
                <a:latin typeface="+mn-lt"/>
                <a:ea typeface="楷体" pitchFamily="49" charset="-122"/>
              </a:rPr>
              <a:t>表示</a:t>
            </a:r>
            <a:r>
              <a:rPr lang="en-US" altLang="zh-CN" b="1" dirty="0">
                <a:effectLst>
                  <a:innerShdw blurRad="63500" dist="50800" dir="5400000">
                    <a:prstClr val="black">
                      <a:alpha val="50000"/>
                    </a:prstClr>
                  </a:innerShdw>
                </a:effectLst>
                <a:latin typeface="+mn-lt"/>
                <a:ea typeface="楷体" pitchFamily="49" charset="-122"/>
              </a:rPr>
              <a:t>exit()</a:t>
            </a:r>
            <a:r>
              <a:rPr lang="zh-CN" altLang="zh-CN" b="1" dirty="0">
                <a:effectLst>
                  <a:innerShdw blurRad="63500" dist="50800" dir="5400000">
                    <a:prstClr val="black">
                      <a:alpha val="50000"/>
                    </a:prstClr>
                  </a:innerShdw>
                </a:effectLst>
                <a:latin typeface="+mn-lt"/>
                <a:ea typeface="楷体" pitchFamily="49" charset="-122"/>
              </a:rPr>
              <a:t>函数没有返回值</a:t>
            </a:r>
            <a:r>
              <a:rPr lang="zh-CN" altLang="en-US" b="1" dirty="0">
                <a:effectLst>
                  <a:innerShdw blurRad="63500" dist="50800" dir="5400000">
                    <a:prstClr val="black">
                      <a:alpha val="50000"/>
                    </a:prstClr>
                  </a:innerShdw>
                </a:effectLst>
                <a:latin typeface="+mn-lt"/>
                <a:ea typeface="楷体" pitchFamily="49" charset="-122"/>
              </a:rPr>
              <a:t>。</a:t>
            </a:r>
          </a:p>
        </p:txBody>
      </p:sp>
      <p:sp>
        <p:nvSpPr>
          <p:cNvPr id="935958" name="Rectangle 22"/>
          <p:cNvSpPr>
            <a:spLocks noChangeArrowheads="1"/>
          </p:cNvSpPr>
          <p:nvPr/>
        </p:nvSpPr>
        <p:spPr bwMode="auto">
          <a:xfrm>
            <a:off x="1398997" y="1243013"/>
            <a:ext cx="7343775" cy="457200"/>
          </a:xfrm>
          <a:prstGeom prst="rect">
            <a:avLst/>
          </a:prstGeom>
          <a:noFill/>
          <a:ln w="9525">
            <a:noFill/>
            <a:miter lim="800000"/>
            <a:headEnd/>
            <a:tailEnd/>
          </a:ln>
          <a:effectLst/>
        </p:spPr>
        <p:txBody>
          <a:bodyPr anchor="ctr">
            <a:spAutoFit/>
          </a:bodyPr>
          <a:lstStyle/>
          <a:p>
            <a:r>
              <a:rPr lang="zh-CN" altLang="en-US" b="1" dirty="0">
                <a:effectLst>
                  <a:outerShdw blurRad="38100" dist="38100" dir="2700000" algn="tl">
                    <a:srgbClr val="FFFFFF"/>
                  </a:outerShdw>
                </a:effectLst>
                <a:latin typeface="+mn-lt"/>
                <a:ea typeface="楷体" pitchFamily="49" charset="-122"/>
              </a:rPr>
              <a:t>终止整个程序的执行，强制返回操作系统。</a:t>
            </a:r>
            <a:r>
              <a:rPr lang="zh-CN" altLang="en-US" dirty="0">
                <a:latin typeface="+mn-lt"/>
                <a:ea typeface="楷体" pitchFamily="49" charset="-122"/>
              </a:rPr>
              <a:t> </a:t>
            </a:r>
          </a:p>
        </p:txBody>
      </p:sp>
      <p:sp>
        <p:nvSpPr>
          <p:cNvPr id="935959" name="Text Box 23"/>
          <p:cNvSpPr txBox="1">
            <a:spLocks noChangeArrowheads="1"/>
          </p:cNvSpPr>
          <p:nvPr/>
        </p:nvSpPr>
        <p:spPr bwMode="auto">
          <a:xfrm>
            <a:off x="1068797" y="1641475"/>
            <a:ext cx="2160587"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339933"/>
                </a:solidFill>
                <a:effectLst>
                  <a:outerShdw blurRad="38100" dist="38100" dir="2700000" algn="tl">
                    <a:srgbClr val="000000"/>
                  </a:outerShdw>
                </a:effectLst>
                <a:latin typeface="+mn-lt"/>
                <a:ea typeface="楷体" pitchFamily="49" charset="-122"/>
              </a:rPr>
              <a:t> </a:t>
            </a:r>
            <a:r>
              <a:rPr lang="zh-CN" altLang="en-US" b="1" dirty="0">
                <a:solidFill>
                  <a:srgbClr val="339933"/>
                </a:solidFill>
                <a:effectLst>
                  <a:outerShdw blurRad="38100" dist="38100" dir="2700000" algn="tl">
                    <a:srgbClr val="000000"/>
                  </a:outerShdw>
                </a:effectLst>
                <a:latin typeface="+mn-lt"/>
                <a:ea typeface="楷体" pitchFamily="49" charset="-122"/>
              </a:rPr>
              <a:t>调用形式</a:t>
            </a:r>
          </a:p>
        </p:txBody>
      </p:sp>
      <p:sp>
        <p:nvSpPr>
          <p:cNvPr id="935960" name="Text Box 24"/>
          <p:cNvSpPr txBox="1">
            <a:spLocks noChangeArrowheads="1"/>
          </p:cNvSpPr>
          <p:nvPr/>
        </p:nvSpPr>
        <p:spPr bwMode="auto">
          <a:xfrm>
            <a:off x="1534462" y="2205038"/>
            <a:ext cx="8961260" cy="564666"/>
          </a:xfrm>
          <a:prstGeom prst="rect">
            <a:avLst/>
          </a:prstGeom>
          <a:gradFill rotWithShape="1">
            <a:gsLst>
              <a:gs pos="0">
                <a:srgbClr val="FFFF99"/>
              </a:gs>
              <a:gs pos="100000">
                <a:srgbClr val="FFFF99">
                  <a:gamma/>
                  <a:shade val="54510"/>
                  <a:invGamma/>
                </a:srgb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en-US" altLang="zh-CN" b="1" dirty="0">
                <a:solidFill>
                  <a:srgbClr val="FF3300"/>
                </a:solidFill>
                <a:effectLst>
                  <a:outerShdw blurRad="38100" dist="38100" dir="2700000" algn="tl">
                    <a:srgbClr val="000000"/>
                  </a:outerShdw>
                </a:effectLst>
                <a:latin typeface="+mn-lt"/>
                <a:ea typeface="楷体" pitchFamily="49" charset="-122"/>
              </a:rPr>
              <a:t>void  exit( </a:t>
            </a:r>
            <a:r>
              <a:rPr lang="en-US" altLang="zh-CN" b="1" dirty="0" err="1">
                <a:solidFill>
                  <a:srgbClr val="FF3300"/>
                </a:solidFill>
                <a:effectLst>
                  <a:outerShdw blurRad="38100" dist="38100" dir="2700000" algn="tl">
                    <a:srgbClr val="000000"/>
                  </a:outerShdw>
                </a:effectLst>
                <a:latin typeface="+mn-lt"/>
                <a:ea typeface="楷体" pitchFamily="49" charset="-122"/>
              </a:rPr>
              <a:t>int</a:t>
            </a:r>
            <a:r>
              <a:rPr lang="en-US" altLang="zh-CN" b="1" dirty="0">
                <a:solidFill>
                  <a:srgbClr val="FF3300"/>
                </a:solidFill>
                <a:effectLst>
                  <a:outerShdw blurRad="38100" dist="38100" dir="2700000" algn="tl">
                    <a:srgbClr val="000000"/>
                  </a:outerShdw>
                </a:effectLst>
                <a:latin typeface="+mn-lt"/>
                <a:ea typeface="楷体" pitchFamily="49" charset="-122"/>
              </a:rPr>
              <a:t>  status );          </a:t>
            </a:r>
            <a:r>
              <a:rPr lang="zh-CN" altLang="en-US" b="1" dirty="0">
                <a:solidFill>
                  <a:srgbClr val="FF3300"/>
                </a:solidFill>
                <a:effectLst>
                  <a:outerShdw blurRad="38100" dist="38100" dir="2700000" algn="tl">
                    <a:srgbClr val="000000"/>
                  </a:outerShdw>
                </a:effectLst>
                <a:latin typeface="+mn-lt"/>
                <a:ea typeface="楷体" pitchFamily="49" charset="-122"/>
              </a:rPr>
              <a:t>头文件 </a:t>
            </a:r>
            <a:r>
              <a:rPr lang="en-US" altLang="zh-CN" b="1" dirty="0">
                <a:solidFill>
                  <a:srgbClr val="0033CC"/>
                </a:solidFill>
                <a:effectLst>
                  <a:outerShdw blurRad="38100" dist="38100" dir="2700000" algn="tl">
                    <a:srgbClr val="000000"/>
                  </a:outerShdw>
                </a:effectLst>
                <a:latin typeface="+mn-lt"/>
                <a:ea typeface="楷体" pitchFamily="49" charset="-122"/>
              </a:rPr>
              <a:t>&lt;</a:t>
            </a:r>
            <a:r>
              <a:rPr lang="en-US" altLang="zh-CN" b="1" dirty="0" err="1">
                <a:solidFill>
                  <a:srgbClr val="0033CC"/>
                </a:solidFill>
                <a:effectLst>
                  <a:outerShdw blurRad="38100" dist="38100" dir="2700000" algn="tl">
                    <a:srgbClr val="000000"/>
                  </a:outerShdw>
                </a:effectLst>
                <a:latin typeface="+mn-lt"/>
                <a:ea typeface="楷体" pitchFamily="49" charset="-122"/>
              </a:rPr>
              <a:t>stdlib.h</a:t>
            </a:r>
            <a:r>
              <a:rPr lang="en-US" altLang="zh-CN" b="1" dirty="0">
                <a:solidFill>
                  <a:srgbClr val="0033CC"/>
                </a:solidFill>
                <a:effectLst>
                  <a:outerShdw blurRad="38100" dist="38100" dir="2700000" algn="tl">
                    <a:srgbClr val="000000"/>
                  </a:outerShdw>
                </a:effectLst>
                <a:latin typeface="+mn-lt"/>
                <a:ea typeface="楷体" pitchFamily="49" charset="-122"/>
              </a:rPr>
              <a:t>&gt;</a:t>
            </a:r>
          </a:p>
        </p:txBody>
      </p:sp>
      <p:grpSp>
        <p:nvGrpSpPr>
          <p:cNvPr id="935961" name="Group 25"/>
          <p:cNvGrpSpPr>
            <a:grpSpLocks/>
          </p:cNvGrpSpPr>
          <p:nvPr/>
        </p:nvGrpSpPr>
        <p:grpSpPr bwMode="auto">
          <a:xfrm>
            <a:off x="-9117" y="0"/>
            <a:ext cx="446088" cy="6858000"/>
            <a:chOff x="0" y="0"/>
            <a:chExt cx="281" cy="4320"/>
          </a:xfrm>
        </p:grpSpPr>
        <p:sp>
          <p:nvSpPr>
            <p:cNvPr id="935962" name="Text Box 2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35963" name="Text Box 2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35942"/>
                                        </p:tgtEl>
                                        <p:attrNameLst>
                                          <p:attrName>style.visibility</p:attrName>
                                        </p:attrNameLst>
                                      </p:cBhvr>
                                      <p:to>
                                        <p:strVal val="visible"/>
                                      </p:to>
                                    </p:set>
                                    <p:anim calcmode="lin" valueType="num">
                                      <p:cBhvr additive="base">
                                        <p:cTn id="7" dur="500" fill="hold"/>
                                        <p:tgtEl>
                                          <p:spTgt spid="935942"/>
                                        </p:tgtEl>
                                        <p:attrNameLst>
                                          <p:attrName>ppt_x</p:attrName>
                                        </p:attrNameLst>
                                      </p:cBhvr>
                                      <p:tavLst>
                                        <p:tav tm="0">
                                          <p:val>
                                            <p:strVal val="0-#ppt_w/2"/>
                                          </p:val>
                                        </p:tav>
                                        <p:tav tm="100000">
                                          <p:val>
                                            <p:strVal val="#ppt_x"/>
                                          </p:val>
                                        </p:tav>
                                      </p:tavLst>
                                    </p:anim>
                                    <p:anim calcmode="lin" valueType="num">
                                      <p:cBhvr additive="base">
                                        <p:cTn id="8" dur="500" fill="hold"/>
                                        <p:tgtEl>
                                          <p:spTgt spid="93594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935958"/>
                                        </p:tgtEl>
                                        <p:attrNameLst>
                                          <p:attrName>style.visibility</p:attrName>
                                        </p:attrNameLst>
                                      </p:cBhvr>
                                      <p:to>
                                        <p:strVal val="visible"/>
                                      </p:to>
                                    </p:set>
                                    <p:animEffect transition="in" filter="box(out)">
                                      <p:cBhvr>
                                        <p:cTn id="13" dur="500"/>
                                        <p:tgtEl>
                                          <p:spTgt spid="935958"/>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935959"/>
                                        </p:tgtEl>
                                        <p:attrNameLst>
                                          <p:attrName>style.visibility</p:attrName>
                                        </p:attrNameLst>
                                      </p:cBhvr>
                                      <p:to>
                                        <p:strVal val="visible"/>
                                      </p:to>
                                    </p:set>
                                    <p:anim calcmode="lin" valueType="num">
                                      <p:cBhvr additive="base">
                                        <p:cTn id="18" dur="500" fill="hold"/>
                                        <p:tgtEl>
                                          <p:spTgt spid="935959"/>
                                        </p:tgtEl>
                                        <p:attrNameLst>
                                          <p:attrName>ppt_x</p:attrName>
                                        </p:attrNameLst>
                                      </p:cBhvr>
                                      <p:tavLst>
                                        <p:tav tm="0">
                                          <p:val>
                                            <p:strVal val="0-#ppt_w/2"/>
                                          </p:val>
                                        </p:tav>
                                        <p:tav tm="100000">
                                          <p:val>
                                            <p:strVal val="#ppt_x"/>
                                          </p:val>
                                        </p:tav>
                                      </p:tavLst>
                                    </p:anim>
                                    <p:anim calcmode="lin" valueType="num">
                                      <p:cBhvr additive="base">
                                        <p:cTn id="19" dur="500" fill="hold"/>
                                        <p:tgtEl>
                                          <p:spTgt spid="93595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935960"/>
                                        </p:tgtEl>
                                        <p:attrNameLst>
                                          <p:attrName>style.visibility</p:attrName>
                                        </p:attrNameLst>
                                      </p:cBhvr>
                                      <p:to>
                                        <p:strVal val="visible"/>
                                      </p:to>
                                    </p:set>
                                    <p:animEffect transition="in" filter="box(out)">
                                      <p:cBhvr>
                                        <p:cTn id="24" dur="500"/>
                                        <p:tgtEl>
                                          <p:spTgt spid="935960"/>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935956"/>
                                        </p:tgtEl>
                                        <p:attrNameLst>
                                          <p:attrName>style.visibility</p:attrName>
                                        </p:attrNameLst>
                                      </p:cBhvr>
                                      <p:to>
                                        <p:strVal val="visible"/>
                                      </p:to>
                                    </p:set>
                                    <p:anim calcmode="lin" valueType="num">
                                      <p:cBhvr additive="base">
                                        <p:cTn id="29" dur="500" fill="hold"/>
                                        <p:tgtEl>
                                          <p:spTgt spid="935956"/>
                                        </p:tgtEl>
                                        <p:attrNameLst>
                                          <p:attrName>ppt_x</p:attrName>
                                        </p:attrNameLst>
                                      </p:cBhvr>
                                      <p:tavLst>
                                        <p:tav tm="0">
                                          <p:val>
                                            <p:strVal val="0-#ppt_w/2"/>
                                          </p:val>
                                        </p:tav>
                                        <p:tav tm="100000">
                                          <p:val>
                                            <p:strVal val="#ppt_x"/>
                                          </p:val>
                                        </p:tav>
                                      </p:tavLst>
                                    </p:anim>
                                    <p:anim calcmode="lin" valueType="num">
                                      <p:cBhvr additive="base">
                                        <p:cTn id="30" dur="500" fill="hold"/>
                                        <p:tgtEl>
                                          <p:spTgt spid="93595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935957"/>
                                        </p:tgtEl>
                                        <p:attrNameLst>
                                          <p:attrName>style.visibility</p:attrName>
                                        </p:attrNameLst>
                                      </p:cBhvr>
                                      <p:to>
                                        <p:strVal val="visible"/>
                                      </p:to>
                                    </p:set>
                                    <p:anim calcmode="lin" valueType="num">
                                      <p:cBhvr additive="base">
                                        <p:cTn id="35" dur="500" fill="hold"/>
                                        <p:tgtEl>
                                          <p:spTgt spid="935957"/>
                                        </p:tgtEl>
                                        <p:attrNameLst>
                                          <p:attrName>ppt_x</p:attrName>
                                        </p:attrNameLst>
                                      </p:cBhvr>
                                      <p:tavLst>
                                        <p:tav tm="0">
                                          <p:val>
                                            <p:strVal val="0-#ppt_w/2"/>
                                          </p:val>
                                        </p:tav>
                                        <p:tav tm="100000">
                                          <p:val>
                                            <p:strVal val="#ppt_x"/>
                                          </p:val>
                                        </p:tav>
                                      </p:tavLst>
                                    </p:anim>
                                    <p:anim calcmode="lin" valueType="num">
                                      <p:cBhvr additive="base">
                                        <p:cTn id="36" dur="500" fill="hold"/>
                                        <p:tgtEl>
                                          <p:spTgt spid="93595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5942" grpId="0"/>
      <p:bldP spid="935956" grpId="0"/>
      <p:bldP spid="935957" grpId="0"/>
      <p:bldP spid="935958" grpId="0"/>
      <p:bldP spid="935959" grpId="0"/>
      <p:bldP spid="935960"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6965" name="Rectangle 5"/>
          <p:cNvSpPr>
            <a:spLocks noChangeArrowheads="1"/>
          </p:cNvSpPr>
          <p:nvPr/>
        </p:nvSpPr>
        <p:spPr bwMode="auto">
          <a:xfrm>
            <a:off x="525872" y="95251"/>
            <a:ext cx="7705725" cy="519113"/>
          </a:xfrm>
          <a:prstGeom prst="rect">
            <a:avLst/>
          </a:prstGeom>
          <a:noFill/>
          <a:ln w="9525">
            <a:noFill/>
            <a:miter lim="800000"/>
            <a:headEnd/>
            <a:tailEnd/>
          </a:ln>
          <a:effectLst/>
        </p:spPr>
        <p:txBody>
          <a:bodyPr anchor="ctr">
            <a:spAutoFit/>
          </a:bodyPr>
          <a:lstStyle/>
          <a:p>
            <a:r>
              <a:rPr lang="en-US" altLang="zh-CN" sz="2800" b="1">
                <a:solidFill>
                  <a:srgbClr val="D60093"/>
                </a:solidFill>
                <a:effectLst>
                  <a:outerShdw blurRad="38100" dist="38100" dir="2700000" algn="tl">
                    <a:srgbClr val="000000"/>
                  </a:outerShdw>
                </a:effectLst>
                <a:latin typeface="隶书" pitchFamily="49" charset="-122"/>
                <a:ea typeface="隶书" pitchFamily="49" charset="-122"/>
              </a:rPr>
              <a:t>【</a:t>
            </a:r>
            <a:r>
              <a:rPr lang="zh-CN" altLang="en-US" sz="2800" b="1">
                <a:solidFill>
                  <a:srgbClr val="D60093"/>
                </a:solidFill>
                <a:effectLst>
                  <a:outerShdw blurRad="38100" dist="38100" dir="2700000" algn="tl">
                    <a:srgbClr val="000000"/>
                  </a:outerShdw>
                </a:effectLst>
                <a:latin typeface="隶书" pitchFamily="49" charset="-122"/>
                <a:ea typeface="隶书" pitchFamily="49" charset="-122"/>
              </a:rPr>
              <a:t>例</a:t>
            </a:r>
            <a:r>
              <a:rPr lang="en-US" altLang="zh-CN" sz="2800" b="1">
                <a:solidFill>
                  <a:srgbClr val="D60093"/>
                </a:solidFill>
                <a:effectLst>
                  <a:outerShdw blurRad="38100" dist="38100" dir="2700000" algn="tl">
                    <a:srgbClr val="000000"/>
                  </a:outerShdw>
                </a:effectLst>
                <a:latin typeface="隶书" pitchFamily="49" charset="-122"/>
                <a:ea typeface="隶书" pitchFamily="49" charset="-122"/>
              </a:rPr>
              <a:t>】</a:t>
            </a:r>
            <a:r>
              <a:rPr lang="en-US" altLang="zh-CN">
                <a:latin typeface="隶书" pitchFamily="49" charset="-122"/>
                <a:ea typeface="隶书" pitchFamily="49" charset="-122"/>
              </a:rPr>
              <a:t> </a:t>
            </a:r>
            <a:r>
              <a:rPr lang="zh-CN" altLang="en-US" sz="2800" b="1">
                <a:solidFill>
                  <a:srgbClr val="D60093"/>
                </a:solidFill>
                <a:effectLst>
                  <a:outerShdw blurRad="38100" dist="38100" dir="2700000" algn="tl">
                    <a:srgbClr val="000000"/>
                  </a:outerShdw>
                </a:effectLst>
                <a:latin typeface="隶书" pitchFamily="49" charset="-122"/>
                <a:ea typeface="隶书" pitchFamily="49" charset="-122"/>
              </a:rPr>
              <a:t>输入三角形的边长，求三角形面积。</a:t>
            </a:r>
            <a:r>
              <a:rPr lang="zh-CN" altLang="en-US">
                <a:latin typeface="隶书" pitchFamily="49" charset="-122"/>
                <a:ea typeface="隶书" pitchFamily="49" charset="-122"/>
              </a:rPr>
              <a:t> </a:t>
            </a:r>
          </a:p>
        </p:txBody>
      </p:sp>
      <p:sp>
        <p:nvSpPr>
          <p:cNvPr id="936973" name="Rectangle 13"/>
          <p:cNvSpPr>
            <a:spLocks noChangeArrowheads="1"/>
          </p:cNvSpPr>
          <p:nvPr/>
        </p:nvSpPr>
        <p:spPr bwMode="auto">
          <a:xfrm>
            <a:off x="-9116" y="3069582"/>
            <a:ext cx="184731" cy="461665"/>
          </a:xfrm>
          <a:prstGeom prst="rect">
            <a:avLst/>
          </a:prstGeom>
          <a:noFill/>
          <a:ln w="9525">
            <a:noFill/>
            <a:miter lim="800000"/>
            <a:headEnd/>
            <a:tailEnd/>
          </a:ln>
          <a:effectLst/>
        </p:spPr>
        <p:txBody>
          <a:bodyPr wrap="none" anchor="ctr">
            <a:spAutoFit/>
          </a:bodyPr>
          <a:lstStyle/>
          <a:p>
            <a:endParaRPr lang="zh-CN" altLang="en-US"/>
          </a:p>
        </p:txBody>
      </p:sp>
      <p:grpSp>
        <p:nvGrpSpPr>
          <p:cNvPr id="2" name="组合 1">
            <a:extLst>
              <a:ext uri="{FF2B5EF4-FFF2-40B4-BE49-F238E27FC236}">
                <a16:creationId xmlns:a16="http://schemas.microsoft.com/office/drawing/2014/main" id="{6F79446D-E98D-447F-BD1A-5988B08A3832}"/>
              </a:ext>
            </a:extLst>
          </p:cNvPr>
          <p:cNvGrpSpPr/>
          <p:nvPr/>
        </p:nvGrpSpPr>
        <p:grpSpPr>
          <a:xfrm>
            <a:off x="839416" y="764704"/>
            <a:ext cx="10801200" cy="3130922"/>
            <a:chOff x="839416" y="865007"/>
            <a:chExt cx="10801200" cy="3130922"/>
          </a:xfrm>
        </p:grpSpPr>
        <p:sp>
          <p:nvSpPr>
            <p:cNvPr id="936971" name="Rectangle 11"/>
            <p:cNvSpPr>
              <a:spLocks noChangeArrowheads="1"/>
            </p:cNvSpPr>
            <p:nvPr/>
          </p:nvSpPr>
          <p:spPr bwMode="auto">
            <a:xfrm>
              <a:off x="839416" y="865007"/>
              <a:ext cx="10801200" cy="3130922"/>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a:lnSpc>
                  <a:spcPts val="3000"/>
                </a:lnSpc>
              </a:pPr>
              <a:r>
                <a:rPr lang="zh-CN" altLang="en-US" b="1" u="sng" dirty="0">
                  <a:solidFill>
                    <a:srgbClr val="FF0000"/>
                  </a:solidFill>
                  <a:effectLst>
                    <a:innerShdw blurRad="63500" dist="50800" dir="8100000">
                      <a:prstClr val="black">
                        <a:alpha val="50000"/>
                      </a:prstClr>
                    </a:innerShdw>
                  </a:effectLst>
                  <a:latin typeface="隶书" pitchFamily="49" charset="-122"/>
                  <a:ea typeface="隶书" pitchFamily="49" charset="-122"/>
                </a:rPr>
                <a:t>程序设计分析：</a:t>
              </a:r>
            </a:p>
            <a:p>
              <a:pPr>
                <a:lnSpc>
                  <a:spcPts val="3000"/>
                </a:lnSpc>
              </a:pPr>
              <a:r>
                <a:rPr lang="zh-CN" altLang="en-US" sz="2000" b="1" dirty="0">
                  <a:solidFill>
                    <a:schemeClr val="tx1"/>
                  </a:solidFill>
                  <a:effectLst>
                    <a:innerShdw blurRad="63500" dist="50800" dir="8100000">
                      <a:prstClr val="black">
                        <a:alpha val="50000"/>
                      </a:prstClr>
                    </a:innerShdw>
                  </a:effectLst>
                  <a:ea typeface="楷体" pitchFamily="49" charset="-122"/>
                </a:rPr>
                <a:t>        由数学知识可知，求三角形面积的公式是：</a:t>
              </a:r>
              <a:endParaRPr lang="en-US" altLang="zh-CN" sz="2000" b="1" dirty="0">
                <a:solidFill>
                  <a:schemeClr val="tx1"/>
                </a:solidFill>
                <a:effectLst>
                  <a:innerShdw blurRad="63500" dist="50800" dir="8100000">
                    <a:prstClr val="black">
                      <a:alpha val="50000"/>
                    </a:prstClr>
                  </a:innerShdw>
                </a:effectLst>
                <a:ea typeface="楷体" pitchFamily="49" charset="-122"/>
              </a:endParaRPr>
            </a:p>
            <a:p>
              <a:pPr>
                <a:lnSpc>
                  <a:spcPts val="3000"/>
                </a:lnSpc>
              </a:pPr>
              <a:r>
                <a:rPr lang="zh-CN" altLang="en-US" sz="2000" b="1" dirty="0">
                  <a:solidFill>
                    <a:schemeClr val="tx1"/>
                  </a:solidFill>
                  <a:effectLst>
                    <a:innerShdw blurRad="63500" dist="50800" dir="8100000">
                      <a:prstClr val="black">
                        <a:alpha val="50000"/>
                      </a:prstClr>
                    </a:innerShdw>
                  </a:effectLst>
                  <a:ea typeface="楷体" pitchFamily="49" charset="-122"/>
                </a:rPr>
                <a:t>        其中，</a:t>
              </a:r>
              <a:r>
                <a:rPr lang="en-US" altLang="zh-CN" sz="2000" b="1" dirty="0">
                  <a:solidFill>
                    <a:schemeClr val="tx1"/>
                  </a:solidFill>
                  <a:effectLst>
                    <a:innerShdw blurRad="63500" dist="50800" dir="8100000">
                      <a:prstClr val="black">
                        <a:alpha val="50000"/>
                      </a:prstClr>
                    </a:innerShdw>
                  </a:effectLst>
                  <a:ea typeface="楷体" pitchFamily="49" charset="-122"/>
                </a:rPr>
                <a:t>a</a:t>
              </a:r>
              <a:r>
                <a:rPr lang="zh-CN" altLang="en-US" sz="2000" b="1" dirty="0">
                  <a:solidFill>
                    <a:schemeClr val="tx1"/>
                  </a:solidFill>
                  <a:effectLst>
                    <a:innerShdw blurRad="63500" dist="50800" dir="8100000">
                      <a:prstClr val="black">
                        <a:alpha val="50000"/>
                      </a:prstClr>
                    </a:innerShdw>
                  </a:effectLst>
                  <a:ea typeface="楷体" pitchFamily="49" charset="-122"/>
                </a:rPr>
                <a:t>、</a:t>
              </a:r>
              <a:r>
                <a:rPr lang="en-US" altLang="zh-CN" sz="2000" b="1" dirty="0">
                  <a:solidFill>
                    <a:schemeClr val="tx1"/>
                  </a:solidFill>
                  <a:effectLst>
                    <a:innerShdw blurRad="63500" dist="50800" dir="8100000">
                      <a:prstClr val="black">
                        <a:alpha val="50000"/>
                      </a:prstClr>
                    </a:innerShdw>
                  </a:effectLst>
                  <a:ea typeface="楷体" pitchFamily="49" charset="-122"/>
                </a:rPr>
                <a:t>b</a:t>
              </a:r>
              <a:r>
                <a:rPr lang="zh-CN" altLang="en-US" sz="2000" b="1" dirty="0">
                  <a:solidFill>
                    <a:schemeClr val="tx1"/>
                  </a:solidFill>
                  <a:effectLst>
                    <a:innerShdw blurRad="63500" dist="50800" dir="8100000">
                      <a:prstClr val="black">
                        <a:alpha val="50000"/>
                      </a:prstClr>
                    </a:innerShdw>
                  </a:effectLst>
                  <a:ea typeface="楷体" pitchFamily="49" charset="-122"/>
                </a:rPr>
                <a:t>、</a:t>
              </a:r>
              <a:r>
                <a:rPr lang="en-US" altLang="zh-CN" sz="2000" b="1" dirty="0">
                  <a:solidFill>
                    <a:schemeClr val="tx1"/>
                  </a:solidFill>
                  <a:effectLst>
                    <a:innerShdw blurRad="63500" dist="50800" dir="8100000">
                      <a:prstClr val="black">
                        <a:alpha val="50000"/>
                      </a:prstClr>
                    </a:innerShdw>
                  </a:effectLst>
                  <a:ea typeface="楷体" pitchFamily="49" charset="-122"/>
                </a:rPr>
                <a:t>c</a:t>
              </a:r>
              <a:r>
                <a:rPr lang="zh-CN" altLang="en-US" sz="2000" b="1" dirty="0">
                  <a:solidFill>
                    <a:schemeClr val="tx1"/>
                  </a:solidFill>
                  <a:effectLst>
                    <a:innerShdw blurRad="63500" dist="50800" dir="8100000">
                      <a:prstClr val="black">
                        <a:alpha val="50000"/>
                      </a:prstClr>
                    </a:innerShdw>
                  </a:effectLst>
                  <a:ea typeface="楷体" pitchFamily="49" charset="-122"/>
                </a:rPr>
                <a:t>是三角形的三个边长，</a:t>
              </a:r>
              <a:r>
                <a:rPr lang="en-US" altLang="zh-CN" sz="2000" b="1" dirty="0">
                  <a:solidFill>
                    <a:schemeClr val="tx1"/>
                  </a:solidFill>
                  <a:effectLst>
                    <a:innerShdw blurRad="63500" dist="50800" dir="8100000">
                      <a:prstClr val="black">
                        <a:alpha val="50000"/>
                      </a:prstClr>
                    </a:innerShdw>
                  </a:effectLst>
                  <a:ea typeface="楷体" pitchFamily="49" charset="-122"/>
                </a:rPr>
                <a:t>s = (a + b + c) / 2</a:t>
              </a:r>
              <a:r>
                <a:rPr lang="zh-CN" altLang="en-US" sz="2000" b="1" dirty="0">
                  <a:solidFill>
                    <a:schemeClr val="tx1"/>
                  </a:solidFill>
                  <a:effectLst>
                    <a:innerShdw blurRad="63500" dist="50800" dir="8100000">
                      <a:prstClr val="black">
                        <a:alpha val="50000"/>
                      </a:prstClr>
                    </a:innerShdw>
                  </a:effectLst>
                  <a:ea typeface="楷体" pitchFamily="49" charset="-122"/>
                </a:rPr>
                <a:t>。</a:t>
              </a:r>
              <a:endParaRPr lang="en-US" altLang="zh-CN" sz="2000" b="1" dirty="0">
                <a:solidFill>
                  <a:schemeClr val="tx1"/>
                </a:solidFill>
                <a:effectLst>
                  <a:innerShdw blurRad="63500" dist="50800" dir="8100000">
                    <a:prstClr val="black">
                      <a:alpha val="50000"/>
                    </a:prstClr>
                  </a:innerShdw>
                </a:effectLst>
                <a:ea typeface="楷体" pitchFamily="49" charset="-122"/>
              </a:endParaRPr>
            </a:p>
            <a:p>
              <a:pPr>
                <a:lnSpc>
                  <a:spcPts val="3000"/>
                </a:lnSpc>
              </a:pPr>
              <a:r>
                <a:rPr lang="zh-CN" altLang="en-US" sz="2000" b="1" dirty="0">
                  <a:solidFill>
                    <a:schemeClr val="tx1"/>
                  </a:solidFill>
                  <a:effectLst>
                    <a:innerShdw blurRad="63500" dist="50800" dir="8100000">
                      <a:prstClr val="black">
                        <a:alpha val="50000"/>
                      </a:prstClr>
                    </a:innerShdw>
                  </a:effectLst>
                  <a:ea typeface="楷体" pitchFamily="49" charset="-122"/>
                </a:rPr>
                <a:t>        因此，程序中应该有三个</a:t>
              </a:r>
              <a:r>
                <a:rPr lang="en-US" altLang="zh-CN" sz="2000" b="1" dirty="0">
                  <a:solidFill>
                    <a:schemeClr val="tx1"/>
                  </a:solidFill>
                  <a:effectLst>
                    <a:innerShdw blurRad="63500" dist="50800" dir="8100000">
                      <a:prstClr val="black">
                        <a:alpha val="50000"/>
                      </a:prstClr>
                    </a:innerShdw>
                  </a:effectLst>
                  <a:ea typeface="楷体" pitchFamily="49" charset="-122"/>
                </a:rPr>
                <a:t>float</a:t>
              </a:r>
              <a:r>
                <a:rPr lang="zh-CN" altLang="en-US" sz="2000" b="1" dirty="0">
                  <a:solidFill>
                    <a:schemeClr val="tx1"/>
                  </a:solidFill>
                  <a:effectLst>
                    <a:innerShdw blurRad="63500" dist="50800" dir="8100000">
                      <a:prstClr val="black">
                        <a:alpha val="50000"/>
                      </a:prstClr>
                    </a:innerShdw>
                  </a:effectLst>
                  <a:ea typeface="楷体" pitchFamily="49" charset="-122"/>
                </a:rPr>
                <a:t>型变量用来存放</a:t>
              </a:r>
              <a:r>
                <a:rPr lang="en-US" altLang="zh-CN" sz="2000" b="1" dirty="0">
                  <a:solidFill>
                    <a:schemeClr val="tx1"/>
                  </a:solidFill>
                  <a:effectLst>
                    <a:innerShdw blurRad="63500" dist="50800" dir="8100000">
                      <a:prstClr val="black">
                        <a:alpha val="50000"/>
                      </a:prstClr>
                    </a:innerShdw>
                  </a:effectLst>
                  <a:ea typeface="楷体" pitchFamily="49" charset="-122"/>
                </a:rPr>
                <a:t>a</a:t>
              </a:r>
              <a:r>
                <a:rPr lang="zh-CN" altLang="en-US" sz="2000" b="1" dirty="0">
                  <a:solidFill>
                    <a:schemeClr val="tx1"/>
                  </a:solidFill>
                  <a:effectLst>
                    <a:innerShdw blurRad="63500" dist="50800" dir="8100000">
                      <a:prstClr val="black">
                        <a:alpha val="50000"/>
                      </a:prstClr>
                    </a:innerShdw>
                  </a:effectLst>
                  <a:ea typeface="楷体" pitchFamily="49" charset="-122"/>
                </a:rPr>
                <a:t>、</a:t>
              </a:r>
              <a:r>
                <a:rPr lang="en-US" altLang="zh-CN" sz="2000" b="1" dirty="0">
                  <a:solidFill>
                    <a:schemeClr val="tx1"/>
                  </a:solidFill>
                  <a:effectLst>
                    <a:innerShdw blurRad="63500" dist="50800" dir="8100000">
                      <a:prstClr val="black">
                        <a:alpha val="50000"/>
                      </a:prstClr>
                    </a:innerShdw>
                  </a:effectLst>
                  <a:ea typeface="楷体" pitchFamily="49" charset="-122"/>
                </a:rPr>
                <a:t>b</a:t>
              </a:r>
              <a:r>
                <a:rPr lang="zh-CN" altLang="en-US" sz="2000" b="1" dirty="0">
                  <a:solidFill>
                    <a:schemeClr val="tx1"/>
                  </a:solidFill>
                  <a:effectLst>
                    <a:innerShdw blurRad="63500" dist="50800" dir="8100000">
                      <a:prstClr val="black">
                        <a:alpha val="50000"/>
                      </a:prstClr>
                    </a:innerShdw>
                  </a:effectLst>
                  <a:ea typeface="楷体" pitchFamily="49" charset="-122"/>
                </a:rPr>
                <a:t>、</a:t>
              </a:r>
              <a:r>
                <a:rPr lang="en-US" altLang="zh-CN" sz="2000" b="1" dirty="0">
                  <a:solidFill>
                    <a:schemeClr val="tx1"/>
                  </a:solidFill>
                  <a:effectLst>
                    <a:innerShdw blurRad="63500" dist="50800" dir="8100000">
                      <a:prstClr val="black">
                        <a:alpha val="50000"/>
                      </a:prstClr>
                    </a:innerShdw>
                  </a:effectLst>
                  <a:ea typeface="楷体" pitchFamily="49" charset="-122"/>
                </a:rPr>
                <a:t>c</a:t>
              </a:r>
              <a:r>
                <a:rPr lang="zh-CN" altLang="en-US" sz="2000" b="1" dirty="0">
                  <a:solidFill>
                    <a:schemeClr val="tx1"/>
                  </a:solidFill>
                  <a:effectLst>
                    <a:innerShdw blurRad="63500" dist="50800" dir="8100000">
                      <a:prstClr val="black">
                        <a:alpha val="50000"/>
                      </a:prstClr>
                    </a:innerShdw>
                  </a:effectLst>
                  <a:ea typeface="楷体" pitchFamily="49" charset="-122"/>
                </a:rPr>
                <a:t>的值，为了方便起见，还应有一个变量存放</a:t>
              </a:r>
              <a:r>
                <a:rPr lang="en-US" altLang="zh-CN" sz="2000" b="1" dirty="0">
                  <a:solidFill>
                    <a:schemeClr val="tx1"/>
                  </a:solidFill>
                  <a:effectLst>
                    <a:innerShdw blurRad="63500" dist="50800" dir="8100000">
                      <a:prstClr val="black">
                        <a:alpha val="50000"/>
                      </a:prstClr>
                    </a:innerShdw>
                  </a:effectLst>
                  <a:ea typeface="楷体" pitchFamily="49" charset="-122"/>
                </a:rPr>
                <a:t>s</a:t>
              </a:r>
              <a:r>
                <a:rPr lang="zh-CN" altLang="en-US" sz="2000" b="1" dirty="0">
                  <a:solidFill>
                    <a:schemeClr val="tx1"/>
                  </a:solidFill>
                  <a:effectLst>
                    <a:innerShdw blurRad="63500" dist="50800" dir="8100000">
                      <a:prstClr val="black">
                        <a:alpha val="50000"/>
                      </a:prstClr>
                    </a:innerShdw>
                  </a:effectLst>
                  <a:ea typeface="楷体" pitchFamily="49" charset="-122"/>
                </a:rPr>
                <a:t>，最后有必要设置一个变量来存放三角形的面积值。公式中存在求平方根的操作，这要用到</a:t>
              </a:r>
              <a:r>
                <a:rPr lang="en-US" altLang="zh-CN" sz="2000" b="1" dirty="0">
                  <a:solidFill>
                    <a:schemeClr val="tx1"/>
                  </a:solidFill>
                  <a:effectLst>
                    <a:innerShdw blurRad="63500" dist="50800" dir="8100000">
                      <a:prstClr val="black">
                        <a:alpha val="50000"/>
                      </a:prstClr>
                    </a:innerShdw>
                  </a:effectLst>
                  <a:ea typeface="楷体" pitchFamily="49" charset="-122"/>
                </a:rPr>
                <a:t>C</a:t>
              </a:r>
              <a:r>
                <a:rPr lang="zh-CN" altLang="en-US" sz="2000" b="1" dirty="0">
                  <a:solidFill>
                    <a:schemeClr val="tx1"/>
                  </a:solidFill>
                  <a:effectLst>
                    <a:innerShdw blurRad="63500" dist="50800" dir="8100000">
                      <a:prstClr val="black">
                        <a:alpha val="50000"/>
                      </a:prstClr>
                    </a:innerShdw>
                  </a:effectLst>
                  <a:ea typeface="楷体" pitchFamily="49" charset="-122"/>
                </a:rPr>
                <a:t>语言数学</a:t>
              </a:r>
              <a:r>
                <a:rPr lang="zh-CN" altLang="en-US" sz="2000" b="1" dirty="0">
                  <a:solidFill>
                    <a:srgbClr val="FF33CC"/>
                  </a:solidFill>
                  <a:effectLst>
                    <a:innerShdw blurRad="63500" dist="50800" dir="8100000">
                      <a:prstClr val="black">
                        <a:alpha val="50000"/>
                      </a:prstClr>
                    </a:innerShdw>
                  </a:effectLst>
                  <a:ea typeface="楷体" pitchFamily="49" charset="-122"/>
                </a:rPr>
                <a:t>库函数</a:t>
              </a:r>
              <a:r>
                <a:rPr lang="en-US" altLang="zh-CN" sz="2000" b="1" dirty="0" err="1">
                  <a:solidFill>
                    <a:srgbClr val="FF33CC"/>
                  </a:solidFill>
                  <a:effectLst>
                    <a:innerShdw blurRad="63500" dist="50800" dir="8100000">
                      <a:prstClr val="black">
                        <a:alpha val="50000"/>
                      </a:prstClr>
                    </a:innerShdw>
                  </a:effectLst>
                  <a:ea typeface="楷体" pitchFamily="49" charset="-122"/>
                </a:rPr>
                <a:t>sqrt</a:t>
              </a:r>
              <a:r>
                <a:rPr lang="zh-CN" altLang="en-US" sz="2000" b="1" dirty="0">
                  <a:solidFill>
                    <a:schemeClr val="tx1"/>
                  </a:solidFill>
                  <a:effectLst>
                    <a:innerShdw blurRad="63500" dist="50800" dir="8100000">
                      <a:prstClr val="black">
                        <a:alpha val="50000"/>
                      </a:prstClr>
                    </a:innerShdw>
                  </a:effectLst>
                  <a:ea typeface="楷体" pitchFamily="49" charset="-122"/>
                </a:rPr>
                <a:t>。</a:t>
              </a:r>
              <a:r>
                <a:rPr lang="en-US" altLang="zh-CN" sz="2000" b="1" dirty="0" err="1">
                  <a:solidFill>
                    <a:schemeClr val="tx1"/>
                  </a:solidFill>
                  <a:effectLst>
                    <a:innerShdw blurRad="63500" dist="50800" dir="8100000">
                      <a:prstClr val="black">
                        <a:alpha val="50000"/>
                      </a:prstClr>
                    </a:innerShdw>
                  </a:effectLst>
                  <a:ea typeface="楷体" pitchFamily="49" charset="-122"/>
                </a:rPr>
                <a:t>sqrt</a:t>
              </a:r>
              <a:r>
                <a:rPr lang="zh-CN" altLang="en-US" sz="2000" b="1" dirty="0">
                  <a:solidFill>
                    <a:schemeClr val="tx1"/>
                  </a:solidFill>
                  <a:effectLst>
                    <a:innerShdw blurRad="63500" dist="50800" dir="8100000">
                      <a:prstClr val="black">
                        <a:alpha val="50000"/>
                      </a:prstClr>
                    </a:innerShdw>
                  </a:effectLst>
                  <a:ea typeface="楷体" pitchFamily="49" charset="-122"/>
                </a:rPr>
                <a:t>函数带有一个参数，它的功能是返回参数的平方根。程序在开始接受用户输入的三角形的三个边长后，首先要对这三边作合法性检查，如三边中有某一边长度小于或等于</a:t>
              </a:r>
              <a:r>
                <a:rPr lang="en-US" altLang="zh-CN" sz="2000" b="1" dirty="0">
                  <a:solidFill>
                    <a:schemeClr val="tx1"/>
                  </a:solidFill>
                  <a:effectLst>
                    <a:innerShdw blurRad="63500" dist="50800" dir="8100000">
                      <a:prstClr val="black">
                        <a:alpha val="50000"/>
                      </a:prstClr>
                    </a:innerShdw>
                  </a:effectLst>
                  <a:ea typeface="楷体" pitchFamily="49" charset="-122"/>
                </a:rPr>
                <a:t>0</a:t>
              </a:r>
              <a:r>
                <a:rPr lang="zh-CN" altLang="en-US" sz="2000" b="1" dirty="0">
                  <a:solidFill>
                    <a:schemeClr val="tx1"/>
                  </a:solidFill>
                  <a:effectLst>
                    <a:innerShdw blurRad="63500" dist="50800" dir="8100000">
                      <a:prstClr val="black">
                        <a:alpha val="50000"/>
                      </a:prstClr>
                    </a:innerShdw>
                  </a:effectLst>
                  <a:ea typeface="楷体" pitchFamily="49" charset="-122"/>
                </a:rPr>
                <a:t>，则终止程序的执行，同样如果</a:t>
              </a:r>
              <a:r>
                <a:rPr lang="en-US" altLang="zh-CN" sz="2000" b="1" dirty="0">
                  <a:solidFill>
                    <a:schemeClr val="tx1"/>
                  </a:solidFill>
                  <a:effectLst>
                    <a:innerShdw blurRad="63500" dist="50800" dir="8100000">
                      <a:prstClr val="black">
                        <a:alpha val="50000"/>
                      </a:prstClr>
                    </a:innerShdw>
                  </a:effectLst>
                  <a:ea typeface="楷体" pitchFamily="49" charset="-122"/>
                </a:rPr>
                <a:t>s*(s-a)*(s-b)*(s-c)</a:t>
              </a:r>
              <a:r>
                <a:rPr lang="zh-CN" altLang="en-US" sz="2000" b="1" dirty="0">
                  <a:solidFill>
                    <a:schemeClr val="tx1"/>
                  </a:solidFill>
                  <a:effectLst>
                    <a:innerShdw blurRad="63500" dist="50800" dir="8100000">
                      <a:prstClr val="black">
                        <a:alpha val="50000"/>
                      </a:prstClr>
                    </a:innerShdw>
                  </a:effectLst>
                  <a:ea typeface="楷体" pitchFamily="49" charset="-122"/>
                </a:rPr>
                <a:t>为负，也要终止程序的执行。</a:t>
              </a:r>
            </a:p>
          </p:txBody>
        </p:sp>
        <p:graphicFrame>
          <p:nvGraphicFramePr>
            <p:cNvPr id="936972" name="Object 12"/>
            <p:cNvGraphicFramePr>
              <a:graphicFrameLocks noChangeAspect="1"/>
            </p:cNvGraphicFramePr>
            <p:nvPr>
              <p:extLst>
                <p:ext uri="{D42A27DB-BD31-4B8C-83A1-F6EECF244321}">
                  <p14:modId xmlns:p14="http://schemas.microsoft.com/office/powerpoint/2010/main" val="3706733280"/>
                </p:ext>
              </p:extLst>
            </p:nvPr>
          </p:nvGraphicFramePr>
          <p:xfrm>
            <a:off x="6265863" y="1246478"/>
            <a:ext cx="3382962" cy="485775"/>
          </p:xfrm>
          <a:graphic>
            <a:graphicData uri="http://schemas.openxmlformats.org/presentationml/2006/ole">
              <mc:AlternateContent xmlns:mc="http://schemas.openxmlformats.org/markup-compatibility/2006">
                <mc:Choice xmlns:v="urn:schemas-microsoft-com:vml" Requires="v">
                  <p:oleObj spid="_x0000_s937020" name="Equation" r:id="rId6" imgW="1371600" imgH="253800" progId="Equation.3">
                    <p:embed/>
                  </p:oleObj>
                </mc:Choice>
                <mc:Fallback>
                  <p:oleObj name="Equation" r:id="rId6" imgW="1371600" imgH="253800" progId="Equation.3">
                    <p:embed/>
                    <p:pic>
                      <p:nvPicPr>
                        <p:cNvPr id="0" name="Picture 12"/>
                        <p:cNvPicPr>
                          <a:picLocks noChangeAspect="1" noChangeArrowheads="1"/>
                        </p:cNvPicPr>
                        <p:nvPr/>
                      </p:nvPicPr>
                      <p:blipFill>
                        <a:blip r:embed="rId7"/>
                        <a:srcRect/>
                        <a:stretch>
                          <a:fillRect/>
                        </a:stretch>
                      </p:blipFill>
                      <p:spPr bwMode="auto">
                        <a:xfrm>
                          <a:off x="6265863" y="1246478"/>
                          <a:ext cx="3382962" cy="485775"/>
                        </a:xfrm>
                        <a:prstGeom prst="rect">
                          <a:avLst/>
                        </a:prstGeom>
                        <a:noFill/>
                        <a:effectLst>
                          <a:outerShdw dist="35921" dir="2700000" algn="ctr" rotWithShape="0">
                            <a:srgbClr val="808080"/>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936966" name="Rectangle 6" descr="信纸"/>
          <p:cNvSpPr>
            <a:spLocks noChangeArrowheads="1"/>
          </p:cNvSpPr>
          <p:nvPr/>
        </p:nvSpPr>
        <p:spPr bwMode="auto">
          <a:xfrm>
            <a:off x="839416" y="764704"/>
            <a:ext cx="8280920" cy="5262979"/>
          </a:xfrm>
          <a:prstGeom prst="rect">
            <a:avLst/>
          </a:prstGeom>
          <a:blipFill dpi="0" rotWithShape="1">
            <a:blip r:embed="rId8" cstate="print"/>
            <a:srcRect/>
            <a:tile tx="0" ty="0" sx="100000" sy="100000" flip="none" algn="tl"/>
          </a:blipFill>
          <a:ln w="38100">
            <a:solidFill>
              <a:srgbClr val="008000"/>
            </a:solidFill>
            <a:miter lim="800000"/>
            <a:headEnd/>
            <a:tailEnd/>
          </a:ln>
          <a:effectLst>
            <a:outerShdw blurRad="50800" dist="107763" dir="2700000" algn="ctr" rotWithShape="0">
              <a:srgbClr val="000000">
                <a:alpha val="43000"/>
              </a:srgbClr>
            </a:outerShdw>
          </a:effectLst>
          <a:scene3d>
            <a:camera prst="orthographicFront"/>
            <a:lightRig rig="threePt" dir="t"/>
          </a:scene3d>
          <a:sp3d>
            <a:bevelT w="114300" prst="hardEdge"/>
          </a:sp3d>
        </p:spPr>
        <p:txBody>
          <a:bodyPr wrap="square" anchor="ctr">
            <a:spAutoFit/>
          </a:bodyPr>
          <a:lstStyle/>
          <a:p>
            <a:pPr indent="190500">
              <a:tabLst>
                <a:tab pos="800100" algn="l"/>
              </a:tabLst>
            </a:pPr>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a:t>
            </a:r>
          </a:p>
          <a:p>
            <a:pPr indent="190500">
              <a:tabLst>
                <a:tab pos="800100" algn="l"/>
              </a:tabLst>
            </a:pPr>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stdlib.h</a:t>
            </a:r>
            <a:r>
              <a:rPr lang="en-US" altLang="zh-CN" b="1" dirty="0">
                <a:effectLst>
                  <a:outerShdw blurRad="38100" dist="38100" dir="2700000" algn="tl">
                    <a:srgbClr val="FFFFFF"/>
                  </a:outerShdw>
                </a:effectLst>
              </a:rPr>
              <a:t>&gt;</a:t>
            </a:r>
          </a:p>
          <a:p>
            <a:pPr indent="190500">
              <a:tabLst>
                <a:tab pos="800100" algn="l"/>
              </a:tabLst>
            </a:pPr>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math.h</a:t>
            </a:r>
            <a:r>
              <a:rPr lang="en-US" altLang="zh-CN" b="1" dirty="0">
                <a:effectLst>
                  <a:outerShdw blurRad="38100" dist="38100" dir="2700000" algn="tl">
                    <a:srgbClr val="FFFFFF"/>
                  </a:outerShdw>
                </a:effectLst>
              </a:rPr>
              <a:t>&gt;</a:t>
            </a:r>
          </a:p>
          <a:p>
            <a:pPr indent="190500">
              <a:tabLst>
                <a:tab pos="800100" algn="l"/>
              </a:tabLst>
            </a:pPr>
            <a:r>
              <a:rPr lang="en-US" altLang="zh-CN" b="1" dirty="0" err="1">
                <a:solidFill>
                  <a:srgbClr val="CC3300"/>
                </a:solidFill>
                <a:effectLst>
                  <a:outerShdw blurRad="38100" dist="38100" dir="2700000" algn="tl">
                    <a:srgbClr val="000000"/>
                  </a:outerShdw>
                </a:effectLst>
              </a:rPr>
              <a:t>int</a:t>
            </a:r>
            <a:r>
              <a:rPr lang="en-US" altLang="zh-CN" b="1" dirty="0">
                <a:solidFill>
                  <a:srgbClr val="CC3300"/>
                </a:solidFill>
                <a:effectLst>
                  <a:outerShdw blurRad="38100" dist="38100" dir="2700000" algn="tl">
                    <a:srgbClr val="000000"/>
                  </a:outerShdw>
                </a:effectLst>
              </a:rPr>
              <a:t> main ( )</a:t>
            </a:r>
          </a:p>
          <a:p>
            <a:pPr indent="190500">
              <a:tabLst>
                <a:tab pos="800100" algn="l"/>
              </a:tabLst>
            </a:pPr>
            <a:r>
              <a:rPr lang="en-US" altLang="zh-CN" b="1" dirty="0">
                <a:effectLst>
                  <a:outerShdw blurRad="38100" dist="38100" dir="2700000" algn="tl">
                    <a:srgbClr val="FFFFFF"/>
                  </a:outerShdw>
                </a:effectLst>
              </a:rPr>
              <a:t>{</a:t>
            </a:r>
          </a:p>
          <a:p>
            <a:pPr indent="190500">
              <a:tabLst>
                <a:tab pos="800100" algn="l"/>
              </a:tabLst>
            </a:pPr>
            <a:r>
              <a:rPr lang="en-US" altLang="zh-CN" b="1" dirty="0">
                <a:effectLst>
                  <a:outerShdw blurRad="38100" dist="38100" dir="2700000" algn="tl">
                    <a:srgbClr val="FFFFFF"/>
                  </a:outerShdw>
                </a:effectLst>
              </a:rPr>
              <a:t>  float a, b, c;</a:t>
            </a:r>
          </a:p>
          <a:p>
            <a:pPr indent="190500">
              <a:tabLst>
                <a:tab pos="800100" algn="l"/>
              </a:tabLst>
            </a:pPr>
            <a:r>
              <a:rPr lang="en-US" altLang="zh-CN" b="1" dirty="0">
                <a:effectLst>
                  <a:outerShdw blurRad="38100" dist="38100" dir="2700000" algn="tl">
                    <a:srgbClr val="FFFFFF"/>
                  </a:outerShdw>
                </a:effectLst>
              </a:rPr>
              <a:t>  float s, area;</a:t>
            </a:r>
          </a:p>
          <a:p>
            <a:pPr indent="1905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("input the length of three edges of triangle: ");</a:t>
            </a:r>
          </a:p>
          <a:p>
            <a:pPr indent="1905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scanf</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f%f%f</a:t>
            </a:r>
            <a:r>
              <a:rPr lang="en-US" altLang="zh-CN" b="1" dirty="0">
                <a:effectLst>
                  <a:outerShdw blurRad="38100" dist="38100" dir="2700000" algn="tl">
                    <a:srgbClr val="FFFFFF"/>
                  </a:outerShdw>
                </a:effectLst>
              </a:rPr>
              <a:t>", &amp;a, &amp;b, &amp;c);</a:t>
            </a:r>
          </a:p>
          <a:p>
            <a:pPr indent="190500">
              <a:tabLst>
                <a:tab pos="800100" algn="l"/>
              </a:tabLst>
            </a:pPr>
            <a:r>
              <a:rPr lang="en-US" altLang="zh-CN" b="1" dirty="0">
                <a:effectLst>
                  <a:outerShdw blurRad="38100" dist="38100" dir="2700000" algn="tl">
                    <a:srgbClr val="FFFFFF"/>
                  </a:outerShdw>
                </a:effectLst>
              </a:rPr>
              <a:t>  if (a &lt;= 0 || b &lt;= 0 || c &lt;= 0)</a:t>
            </a:r>
          </a:p>
          <a:p>
            <a:pPr indent="190500">
              <a:tabLst>
                <a:tab pos="800100" algn="l"/>
              </a:tabLst>
            </a:pPr>
            <a:r>
              <a:rPr lang="en-US" altLang="zh-CN" b="1" dirty="0">
                <a:effectLst>
                  <a:outerShdw blurRad="38100" dist="38100" dir="2700000" algn="tl">
                    <a:srgbClr val="FFFFFF"/>
                  </a:outerShdw>
                </a:effectLst>
              </a:rPr>
              <a:t>  {</a:t>
            </a:r>
          </a:p>
          <a:p>
            <a:pPr indent="1905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("the length of three edges of triangle is error!\n");</a:t>
            </a:r>
          </a:p>
          <a:p>
            <a:pPr indent="190500">
              <a:tabLst>
                <a:tab pos="800100" algn="l"/>
              </a:tabLst>
            </a:pPr>
            <a:r>
              <a:rPr lang="en-US" altLang="zh-CN" b="1" dirty="0">
                <a:effectLst>
                  <a:outerShdw blurRad="38100" dist="38100" dir="2700000" algn="tl">
                    <a:srgbClr val="FFFFFF"/>
                  </a:outerShdw>
                </a:effectLst>
              </a:rPr>
              <a:t>    </a:t>
            </a:r>
            <a:r>
              <a:rPr lang="en-US" altLang="zh-CN" b="1" dirty="0">
                <a:solidFill>
                  <a:srgbClr val="FF3300"/>
                </a:solidFill>
                <a:effectLst>
                  <a:outerShdw blurRad="38100" dist="38100" dir="2700000" algn="tl">
                    <a:srgbClr val="000000"/>
                  </a:outerShdw>
                </a:effectLst>
              </a:rPr>
              <a:t>exit (-1);</a:t>
            </a:r>
          </a:p>
          <a:p>
            <a:pPr indent="190500">
              <a:tabLst>
                <a:tab pos="800100" algn="l"/>
              </a:tabLst>
            </a:pPr>
            <a:r>
              <a:rPr lang="en-US" altLang="zh-CN" b="1" dirty="0">
                <a:effectLst>
                  <a:outerShdw blurRad="38100" dist="38100" dir="2700000" algn="tl">
                    <a:srgbClr val="FFFFFF"/>
                  </a:outerShdw>
                </a:effectLst>
              </a:rPr>
              <a:t>  }</a:t>
            </a:r>
          </a:p>
        </p:txBody>
      </p:sp>
      <p:sp>
        <p:nvSpPr>
          <p:cNvPr id="936967" name="Text Box 7"/>
          <p:cNvSpPr txBox="1">
            <a:spLocks noChangeArrowheads="1"/>
          </p:cNvSpPr>
          <p:nvPr/>
        </p:nvSpPr>
        <p:spPr bwMode="auto">
          <a:xfrm>
            <a:off x="3791745" y="4528694"/>
            <a:ext cx="8051080" cy="2016125"/>
          </a:xfrm>
          <a:prstGeom prst="rect">
            <a:avLst/>
          </a:prstGeom>
          <a:solidFill>
            <a:srgbClr val="FFFFFF"/>
          </a:solidFill>
          <a:ln w="38100">
            <a:solidFill>
              <a:srgbClr val="FF00FF"/>
            </a:solidFill>
            <a:miter lim="800000"/>
            <a:headEnd/>
            <a:tailEnd/>
          </a:ln>
          <a:effectLst>
            <a:outerShdw blurRad="50800" dist="107763" dir="2700000" algn="ctr" rotWithShape="0">
              <a:srgbClr val="000000">
                <a:alpha val="43000"/>
              </a:srgbClr>
            </a:outerShdw>
          </a:effectLst>
          <a:scene3d>
            <a:camera prst="orthographicFront"/>
            <a:lightRig rig="threePt" dir="t"/>
          </a:scene3d>
          <a:sp3d>
            <a:bevelT w="114300" prst="hardEdge"/>
          </a:sp3d>
        </p:spPr>
        <p:txBody>
          <a:bodyPr/>
          <a:lstStyle/>
          <a:p>
            <a:pPr algn="just"/>
            <a:r>
              <a:rPr lang="zh-CN" altLang="en-US" b="1" dirty="0">
                <a:solidFill>
                  <a:srgbClr val="FF3300"/>
                </a:solidFill>
                <a:effectLst>
                  <a:outerShdw blurRad="38100" dist="38100" dir="2700000" algn="tl">
                    <a:srgbClr val="C0C0C0"/>
                  </a:outerShdw>
                </a:effectLst>
                <a:ea typeface="隶书" pitchFamily="49" charset="-122"/>
              </a:rPr>
              <a:t>运行结果：</a:t>
            </a:r>
          </a:p>
          <a:p>
            <a:r>
              <a:rPr lang="en-US" altLang="zh-CN" b="1" dirty="0">
                <a:effectLst>
                  <a:outerShdw blurRad="38100" dist="38100" dir="2700000" algn="tl">
                    <a:srgbClr val="C0C0C0"/>
                  </a:outerShdw>
                </a:effectLst>
              </a:rPr>
              <a:t>input the length of three edges of triangle: 3 4 5</a:t>
            </a:r>
            <a:r>
              <a:rPr lang="en-US" altLang="zh-CN" b="1" dirty="0">
                <a:effectLst>
                  <a:outerShdw blurRad="38100" dist="38100" dir="2700000" algn="tl">
                    <a:srgbClr val="C0C0C0"/>
                  </a:outerShdw>
                </a:effectLst>
                <a:latin typeface="+mn-ea"/>
                <a:ea typeface="+mn-ea"/>
              </a:rPr>
              <a:t>↙</a:t>
            </a:r>
          </a:p>
          <a:p>
            <a:r>
              <a:rPr lang="en-US" altLang="zh-CN" b="1" dirty="0">
                <a:solidFill>
                  <a:srgbClr val="0033CC"/>
                </a:solidFill>
                <a:effectLst>
                  <a:outerShdw blurRad="38100" dist="38100" dir="2700000" algn="tl">
                    <a:srgbClr val="C0C0C0"/>
                  </a:outerShdw>
                </a:effectLst>
              </a:rPr>
              <a:t>area = 6.00</a:t>
            </a:r>
          </a:p>
          <a:p>
            <a:r>
              <a:rPr lang="en-US" altLang="zh-CN" b="1" dirty="0">
                <a:effectLst>
                  <a:outerShdw blurRad="38100" dist="38100" dir="2700000" algn="tl">
                    <a:srgbClr val="C0C0C0"/>
                  </a:outerShdw>
                </a:effectLst>
              </a:rPr>
              <a:t>input the length of three edges of triangle: 3 -4 5</a:t>
            </a:r>
            <a:r>
              <a:rPr lang="en-US" altLang="zh-CN" b="1" dirty="0">
                <a:effectLst>
                  <a:outerShdw blurRad="38100" dist="38100" dir="2700000" algn="tl">
                    <a:srgbClr val="C0C0C0"/>
                  </a:outerShdw>
                </a:effectLst>
                <a:latin typeface="+mn-ea"/>
                <a:ea typeface="+mn-ea"/>
              </a:rPr>
              <a:t>↙</a:t>
            </a:r>
          </a:p>
          <a:p>
            <a:r>
              <a:rPr lang="en-US" altLang="zh-CN" b="1" dirty="0">
                <a:solidFill>
                  <a:srgbClr val="0033CC"/>
                </a:solidFill>
                <a:effectLst>
                  <a:outerShdw blurRad="38100" dist="38100" dir="2700000" algn="tl">
                    <a:srgbClr val="C0C0C0"/>
                  </a:outerShdw>
                </a:effectLst>
              </a:rPr>
              <a:t>the length of three edges of triangle is error!</a:t>
            </a:r>
          </a:p>
        </p:txBody>
      </p:sp>
      <p:grpSp>
        <p:nvGrpSpPr>
          <p:cNvPr id="936975" name="Group 15"/>
          <p:cNvGrpSpPr>
            <a:grpSpLocks/>
          </p:cNvGrpSpPr>
          <p:nvPr/>
        </p:nvGrpSpPr>
        <p:grpSpPr bwMode="auto">
          <a:xfrm>
            <a:off x="-9117" y="0"/>
            <a:ext cx="446088" cy="6858000"/>
            <a:chOff x="0" y="0"/>
            <a:chExt cx="281" cy="4320"/>
          </a:xfrm>
        </p:grpSpPr>
        <p:sp>
          <p:nvSpPr>
            <p:cNvPr id="936976" name="Text Box 1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36977" name="Text Box 1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936974" name="Rectangle 14" descr="信纸"/>
          <p:cNvSpPr>
            <a:spLocks noChangeArrowheads="1"/>
          </p:cNvSpPr>
          <p:nvPr/>
        </p:nvSpPr>
        <p:spPr bwMode="auto">
          <a:xfrm>
            <a:off x="3791744" y="210120"/>
            <a:ext cx="8051080" cy="4154984"/>
          </a:xfrm>
          <a:prstGeom prst="rect">
            <a:avLst/>
          </a:prstGeom>
          <a:blipFill dpi="0" rotWithShape="1">
            <a:blip r:embed="rId8" cstate="print"/>
            <a:srcRect/>
            <a:tile tx="0" ty="0" sx="100000" sy="100000" flip="none" algn="tl"/>
          </a:blipFill>
          <a:ln w="38100">
            <a:solidFill>
              <a:srgbClr val="008000"/>
            </a:solidFill>
            <a:miter lim="800000"/>
            <a:headEnd/>
            <a:tailEnd/>
          </a:ln>
          <a:effectLst>
            <a:outerShdw blurRad="50800" dist="107763" dir="2700000" algn="ctr" rotWithShape="0">
              <a:srgbClr val="000000">
                <a:alpha val="43000"/>
              </a:srgbClr>
            </a:outerShdw>
          </a:effectLst>
          <a:scene3d>
            <a:camera prst="orthographicFront"/>
            <a:lightRig rig="threePt" dir="t"/>
          </a:scene3d>
          <a:sp3d>
            <a:bevelT w="114300" prst="hardEdge"/>
          </a:sp3d>
        </p:spPr>
        <p:txBody>
          <a:bodyPr wrap="square" anchor="ctr">
            <a:spAutoFit/>
          </a:bodyPr>
          <a:lstStyle/>
          <a:p>
            <a:pPr>
              <a:tabLst>
                <a:tab pos="800100" algn="l"/>
              </a:tabLst>
            </a:pPr>
            <a:r>
              <a:rPr lang="en-US" altLang="zh-CN" dirty="0"/>
              <a:t>  </a:t>
            </a:r>
            <a:r>
              <a:rPr lang="en-US" altLang="zh-CN" b="1" dirty="0">
                <a:effectLst>
                  <a:outerShdw blurRad="38100" dist="38100" dir="2700000" algn="tl">
                    <a:srgbClr val="FFFFFF"/>
                  </a:outerShdw>
                </a:effectLst>
              </a:rPr>
              <a:t>s = (a + b + c) / 2;</a:t>
            </a:r>
          </a:p>
          <a:p>
            <a:pPr>
              <a:tabLst>
                <a:tab pos="800100" algn="l"/>
              </a:tabLst>
            </a:pPr>
            <a:r>
              <a:rPr lang="en-US" altLang="zh-CN" b="1" dirty="0">
                <a:effectLst>
                  <a:outerShdw blurRad="38100" dist="38100" dir="2700000" algn="tl">
                    <a:srgbClr val="FFFFFF"/>
                  </a:outerShdw>
                </a:effectLst>
              </a:rPr>
              <a:t>  s = s * (s - a) * (s - b) * (s - c);</a:t>
            </a:r>
          </a:p>
          <a:p>
            <a:pPr>
              <a:tabLst>
                <a:tab pos="800100" algn="l"/>
              </a:tabLst>
            </a:pPr>
            <a:r>
              <a:rPr lang="en-US" altLang="zh-CN" b="1" dirty="0">
                <a:effectLst>
                  <a:outerShdw blurRad="38100" dist="38100" dir="2700000" algn="tl">
                    <a:srgbClr val="FFFFFF"/>
                  </a:outerShdw>
                </a:effectLst>
              </a:rPr>
              <a:t>  if (s &lt; 0)</a:t>
            </a:r>
          </a:p>
          <a:p>
            <a:pPr>
              <a:tabLst>
                <a:tab pos="800100" algn="l"/>
              </a:tabLst>
            </a:pPr>
            <a:r>
              <a:rPr lang="en-US" altLang="zh-CN" b="1" dirty="0">
                <a:effectLst>
                  <a:outerShdw blurRad="38100" dist="38100" dir="2700000" algn="tl">
                    <a:srgbClr val="FFFFFF"/>
                  </a:outerShdw>
                </a:effectLst>
              </a:rPr>
              <a:t>  {</a:t>
            </a:r>
          </a:p>
          <a:p>
            <a:pPr>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("the length of three edges of triangle is error!\n");</a:t>
            </a:r>
          </a:p>
          <a:p>
            <a:pPr>
              <a:tabLst>
                <a:tab pos="800100" algn="l"/>
              </a:tabLst>
            </a:pPr>
            <a:r>
              <a:rPr lang="en-US" altLang="zh-CN" b="1" dirty="0">
                <a:effectLst>
                  <a:outerShdw blurRad="38100" dist="38100" dir="2700000" algn="tl">
                    <a:srgbClr val="FFFFFF"/>
                  </a:outerShdw>
                </a:effectLst>
              </a:rPr>
              <a:t>    </a:t>
            </a:r>
            <a:r>
              <a:rPr lang="en-US" altLang="zh-CN" b="1" dirty="0">
                <a:solidFill>
                  <a:srgbClr val="FF3300"/>
                </a:solidFill>
                <a:effectLst>
                  <a:outerShdw blurRad="38100" dist="38100" dir="2700000" algn="tl">
                    <a:srgbClr val="000000"/>
                  </a:outerShdw>
                </a:effectLst>
              </a:rPr>
              <a:t>exit (-1);</a:t>
            </a:r>
          </a:p>
          <a:p>
            <a:pPr>
              <a:tabLst>
                <a:tab pos="800100" algn="l"/>
              </a:tabLst>
            </a:pPr>
            <a:r>
              <a:rPr lang="en-US" altLang="zh-CN" b="1" dirty="0">
                <a:effectLst>
                  <a:outerShdw blurRad="38100" dist="38100" dir="2700000" algn="tl">
                    <a:srgbClr val="FFFFFF"/>
                  </a:outerShdw>
                </a:effectLst>
              </a:rPr>
              <a:t>  }</a:t>
            </a:r>
          </a:p>
          <a:p>
            <a:pPr>
              <a:tabLst>
                <a:tab pos="800100" algn="l"/>
              </a:tabLst>
            </a:pPr>
            <a:r>
              <a:rPr lang="en-US" altLang="zh-CN" b="1" dirty="0">
                <a:effectLst>
                  <a:outerShdw blurRad="38100" dist="38100" dir="2700000" algn="tl">
                    <a:srgbClr val="FFFFFF"/>
                  </a:outerShdw>
                </a:effectLst>
              </a:rPr>
              <a:t>  area = (float)</a:t>
            </a:r>
            <a:r>
              <a:rPr lang="en-US" altLang="zh-CN" b="1" dirty="0" err="1">
                <a:effectLst>
                  <a:outerShdw blurRad="38100" dist="38100" dir="2700000" algn="tl">
                    <a:srgbClr val="FFFFFF"/>
                  </a:outerShdw>
                </a:effectLst>
              </a:rPr>
              <a:t>sqrt</a:t>
            </a:r>
            <a:r>
              <a:rPr lang="en-US" altLang="zh-CN" b="1" dirty="0">
                <a:effectLst>
                  <a:outerShdw blurRad="38100" dist="38100" dir="2700000" algn="tl">
                    <a:srgbClr val="FFFFFF"/>
                  </a:outerShdw>
                </a:effectLst>
              </a:rPr>
              <a:t> (s);</a:t>
            </a:r>
          </a:p>
          <a:p>
            <a:pPr>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("area = %.2f\n", area);</a:t>
            </a:r>
          </a:p>
          <a:p>
            <a:pPr>
              <a:tabLst>
                <a:tab pos="800100" algn="l"/>
              </a:tabLst>
            </a:pPr>
            <a:r>
              <a:rPr lang="en-US" altLang="zh-CN" b="1" dirty="0">
                <a:effectLst>
                  <a:outerShdw blurRad="38100" dist="38100" dir="2700000" algn="tl">
                    <a:srgbClr val="FFFFFF"/>
                  </a:outerShdw>
                </a:effectLst>
              </a:rPr>
              <a:t>  return 0</a:t>
            </a:r>
            <a:r>
              <a:rPr lang="zh-CN" altLang="en-US" b="1" dirty="0">
                <a:effectLst>
                  <a:outerShdw blurRad="38100" dist="38100" dir="2700000" algn="tl">
                    <a:srgbClr val="FFFFFF"/>
                  </a:outerShdw>
                </a:effectLst>
              </a:rPr>
              <a:t>；</a:t>
            </a:r>
            <a:endParaRPr lang="en-US" altLang="zh-CN" b="1" dirty="0">
              <a:effectLst>
                <a:outerShdw blurRad="38100" dist="38100" dir="2700000" algn="tl">
                  <a:srgbClr val="FFFFFF"/>
                </a:outerShdw>
              </a:effectLst>
            </a:endParaRPr>
          </a:p>
          <a:p>
            <a:pPr>
              <a:tabLst>
                <a:tab pos="800100" algn="l"/>
              </a:tabLst>
            </a:pPr>
            <a:r>
              <a:rPr lang="en-US" altLang="zh-CN" b="1" dirty="0">
                <a:effectLst>
                  <a:outerShdw blurRad="38100" dist="38100" dir="2700000" algn="tl">
                    <a:srgbClr val="FFFFFF"/>
                  </a:outerShdw>
                </a:effectLst>
              </a:rPr>
              <a:t>}</a:t>
            </a:r>
          </a:p>
        </p:txBody>
      </p:sp>
    </p:spTree>
  </p:cSld>
  <p:clrMapOvr>
    <a:masterClrMapping/>
  </p:clrMapOvr>
  <p:transition>
    <p:cover/>
    <p:sndAc>
      <p:stSnd>
        <p:snd r:embed="rId4"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subTnLst>
                                    <p:audio>
                                      <p:cMediaNode>
                                        <p:cTn display="0" masterRel="sameClick">
                                          <p:stCondLst>
                                            <p:cond evt="begin" delay="0">
                                              <p:tn val="5"/>
                                            </p:cond>
                                          </p:stCondLst>
                                          <p:endCondLst>
                                            <p:cond evt="onStopAudio" delay="0">
                                              <p:tgtEl>
                                                <p:sldTgt/>
                                              </p:tgtEl>
                                            </p:cond>
                                          </p:endCondLst>
                                        </p:cTn>
                                        <p:tgtEl>
                                          <p:sndTgt r:embed="rId4"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36966"/>
                                        </p:tgtEl>
                                        <p:attrNameLst>
                                          <p:attrName>style.visibility</p:attrName>
                                        </p:attrNameLst>
                                      </p:cBhvr>
                                      <p:to>
                                        <p:strVal val="visible"/>
                                      </p:to>
                                    </p:set>
                                    <p:animEffect transition="in" filter="box(out)">
                                      <p:cBhvr>
                                        <p:cTn id="12" dur="500"/>
                                        <p:tgtEl>
                                          <p:spTgt spid="936966"/>
                                        </p:tgtEl>
                                      </p:cBhvr>
                                    </p:animEffect>
                                  </p:childTnLst>
                                  <p:subTnLst>
                                    <p:audio>
                                      <p:cMediaNode>
                                        <p:cTn display="0" masterRel="sameClick">
                                          <p:stCondLst>
                                            <p:cond evt="begin" delay="0">
                                              <p:tn val="10"/>
                                            </p:cond>
                                          </p:stCondLst>
                                          <p:endCondLst>
                                            <p:cond evt="onStopAudio" delay="0">
                                              <p:tgtEl>
                                                <p:sldTgt/>
                                              </p:tgtEl>
                                            </p:cond>
                                          </p:endCondLst>
                                        </p:cTn>
                                        <p:tgtEl>
                                          <p:sndTgt r:embed="rId4"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936974"/>
                                        </p:tgtEl>
                                        <p:attrNameLst>
                                          <p:attrName>style.visibility</p:attrName>
                                        </p:attrNameLst>
                                      </p:cBhvr>
                                      <p:to>
                                        <p:strVal val="visible"/>
                                      </p:to>
                                    </p:set>
                                    <p:animEffect transition="in" filter="box(out)">
                                      <p:cBhvr>
                                        <p:cTn id="17" dur="500"/>
                                        <p:tgtEl>
                                          <p:spTgt spid="936974"/>
                                        </p:tgtEl>
                                      </p:cBhvr>
                                    </p:animEffect>
                                  </p:childTnLst>
                                  <p:subTnLst>
                                    <p:audio>
                                      <p:cMediaNode>
                                        <p:cTn display="0" masterRel="sameClick">
                                          <p:stCondLst>
                                            <p:cond evt="begin" delay="0">
                                              <p:tn val="15"/>
                                            </p:cond>
                                          </p:stCondLst>
                                          <p:endCondLst>
                                            <p:cond evt="onStopAudio" delay="0">
                                              <p:tgtEl>
                                                <p:sldTgt/>
                                              </p:tgtEl>
                                            </p:cond>
                                          </p:endCondLst>
                                        </p:cTn>
                                        <p:tgtEl>
                                          <p:sndTgt r:embed="rId4"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936967"/>
                                        </p:tgtEl>
                                        <p:attrNameLst>
                                          <p:attrName>style.visibility</p:attrName>
                                        </p:attrNameLst>
                                      </p:cBhvr>
                                      <p:to>
                                        <p:strVal val="visible"/>
                                      </p:to>
                                    </p:set>
                                    <p:animEffect transition="in" filter="box(out)">
                                      <p:cBhvr>
                                        <p:cTn id="22" dur="500"/>
                                        <p:tgtEl>
                                          <p:spTgt spid="936967"/>
                                        </p:tgtEl>
                                      </p:cBhvr>
                                    </p:animEffect>
                                  </p:childTnLst>
                                  <p:subTnLst>
                                    <p:audio>
                                      <p:cMediaNode>
                                        <p:cTn display="0" masterRel="sameClick">
                                          <p:stCondLst>
                                            <p:cond evt="begin" delay="0">
                                              <p:tn val="20"/>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6966" grpId="0" animBg="1"/>
      <p:bldP spid="936967" grpId="0" animBg="1"/>
      <p:bldP spid="936974"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9010" name="Rectangle 2"/>
          <p:cNvSpPr>
            <a:spLocks noGrp="1" noChangeArrowheads="1"/>
          </p:cNvSpPr>
          <p:nvPr>
            <p:ph type="body" idx="4294967295"/>
          </p:nvPr>
        </p:nvSpPr>
        <p:spPr>
          <a:xfrm>
            <a:off x="497461" y="247650"/>
            <a:ext cx="7772400" cy="647700"/>
          </a:xfrm>
        </p:spPr>
        <p:txBody>
          <a:bodyPr/>
          <a:lstStyle/>
          <a:p>
            <a:pPr algn="just">
              <a:buFontTx/>
              <a:buNone/>
            </a:pPr>
            <a:r>
              <a:rPr lang="en-US" altLang="zh-CN">
                <a:solidFill>
                  <a:srgbClr val="FF0000"/>
                </a:solidFill>
                <a:effectLst>
                  <a:outerShdw blurRad="38100" dist="38100" dir="2700000" algn="tl">
                    <a:srgbClr val="000000"/>
                  </a:outerShdw>
                </a:effectLst>
                <a:latin typeface="隶书" pitchFamily="49" charset="-122"/>
                <a:ea typeface="隶书" pitchFamily="49" charset="-122"/>
              </a:rPr>
              <a:t>6.2  </a:t>
            </a:r>
            <a:r>
              <a:rPr lang="zh-CN" altLang="en-US">
                <a:solidFill>
                  <a:srgbClr val="FF3300"/>
                </a:solidFill>
                <a:effectLst>
                  <a:outerShdw blurRad="38100" dist="38100" dir="2700000" algn="tl">
                    <a:srgbClr val="000000"/>
                  </a:outerShdw>
                </a:effectLst>
                <a:ea typeface="隶书" pitchFamily="49" charset="-122"/>
              </a:rPr>
              <a:t>循环结构类型的选择及转换</a:t>
            </a:r>
            <a:r>
              <a:rPr lang="zh-CN" altLang="en-US"/>
              <a:t> </a:t>
            </a:r>
          </a:p>
        </p:txBody>
      </p:sp>
      <p:sp>
        <p:nvSpPr>
          <p:cNvPr id="939038" name="Rectangle 30"/>
          <p:cNvSpPr>
            <a:spLocks noChangeArrowheads="1"/>
          </p:cNvSpPr>
          <p:nvPr/>
        </p:nvSpPr>
        <p:spPr bwMode="auto">
          <a:xfrm>
            <a:off x="956248" y="836614"/>
            <a:ext cx="4600940" cy="523220"/>
          </a:xfrm>
          <a:prstGeom prst="rect">
            <a:avLst/>
          </a:prstGeom>
          <a:noFill/>
          <a:ln w="9525">
            <a:noFill/>
            <a:miter lim="800000"/>
            <a:headEnd/>
            <a:tailEnd/>
          </a:ln>
          <a:effectLst/>
        </p:spPr>
        <p:txBody>
          <a:bodyPr wrap="none">
            <a:spAutoFit/>
          </a:bodyPr>
          <a:lstStyle/>
          <a:p>
            <a:r>
              <a:rPr lang="en-US" altLang="zh-CN" sz="2800" b="1" dirty="0">
                <a:solidFill>
                  <a:srgbClr val="FF33CC"/>
                </a:solidFill>
                <a:effectLst>
                  <a:outerShdw blurRad="38100" dist="38100" dir="2700000" algn="tl">
                    <a:srgbClr val="000000"/>
                  </a:outerShdw>
                </a:effectLst>
                <a:latin typeface="+mn-lt"/>
                <a:ea typeface="隶书" pitchFamily="49" charset="-122"/>
              </a:rPr>
              <a:t>1.  </a:t>
            </a:r>
            <a:r>
              <a:rPr lang="zh-CN" altLang="en-US" sz="2800" b="1" dirty="0">
                <a:solidFill>
                  <a:srgbClr val="FF33CC"/>
                </a:solidFill>
                <a:effectLst>
                  <a:outerShdw blurRad="38100" dist="38100" dir="2700000" algn="tl">
                    <a:srgbClr val="000000"/>
                  </a:outerShdw>
                </a:effectLst>
                <a:latin typeface="+mn-lt"/>
                <a:ea typeface="隶书" pitchFamily="49" charset="-122"/>
              </a:rPr>
              <a:t>循环结构类型的选择原则</a:t>
            </a:r>
          </a:p>
        </p:txBody>
      </p:sp>
      <p:sp>
        <p:nvSpPr>
          <p:cNvPr id="939039" name="Rectangle 31"/>
          <p:cNvSpPr>
            <a:spLocks noChangeArrowheads="1"/>
          </p:cNvSpPr>
          <p:nvPr/>
        </p:nvSpPr>
        <p:spPr bwMode="auto">
          <a:xfrm>
            <a:off x="1509905" y="1412911"/>
            <a:ext cx="9725847" cy="2110001"/>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marL="342900" indent="-342900">
              <a:lnSpc>
                <a:spcPts val="3200"/>
              </a:lnSpc>
              <a:buClr>
                <a:srgbClr val="D60093"/>
              </a:buClr>
              <a:buFont typeface="Wingdings" panose="05000000000000000000" pitchFamily="2" charset="2"/>
              <a:buChar char="u"/>
              <a:tabLst>
                <a:tab pos="457200" algn="l"/>
              </a:tabLst>
            </a:pPr>
            <a:r>
              <a:rPr lang="zh-CN" altLang="en-US" b="1" dirty="0">
                <a:effectLst>
                  <a:outerShdw blurRad="38100" dist="38100" dir="2700000" algn="tl">
                    <a:srgbClr val="FFFFFF"/>
                  </a:outerShdw>
                </a:effectLst>
                <a:ea typeface="楷体" pitchFamily="49" charset="-122"/>
              </a:rPr>
              <a:t>如果循环次数在执行循环体之前就已确定，一般用</a:t>
            </a:r>
            <a:r>
              <a:rPr lang="en-US" altLang="zh-CN" b="1" dirty="0">
                <a:effectLst>
                  <a:outerShdw blurRad="38100" dist="38100" dir="2700000" algn="tl">
                    <a:srgbClr val="FFFFFF"/>
                  </a:outerShdw>
                </a:effectLst>
                <a:ea typeface="楷体" pitchFamily="49" charset="-122"/>
              </a:rPr>
              <a:t>for</a:t>
            </a:r>
            <a:r>
              <a:rPr lang="zh-CN" altLang="en-US" b="1" dirty="0">
                <a:effectLst>
                  <a:outerShdw blurRad="38100" dist="38100" dir="2700000" algn="tl">
                    <a:srgbClr val="FFFFFF"/>
                  </a:outerShdw>
                </a:effectLst>
                <a:ea typeface="楷体" pitchFamily="49" charset="-122"/>
              </a:rPr>
              <a:t>循环；如果循环次数是由循环体的执行情况确定的，一般用</a:t>
            </a:r>
            <a:r>
              <a:rPr lang="en-US" altLang="zh-CN" b="1" dirty="0">
                <a:effectLst>
                  <a:outerShdw blurRad="38100" dist="38100" dir="2700000" algn="tl">
                    <a:srgbClr val="FFFFFF"/>
                  </a:outerShdw>
                </a:effectLst>
                <a:ea typeface="楷体" pitchFamily="49" charset="-122"/>
              </a:rPr>
              <a:t>while</a:t>
            </a:r>
            <a:r>
              <a:rPr lang="zh-CN" altLang="en-US" b="1" dirty="0">
                <a:effectLst>
                  <a:outerShdw blurRad="38100" dist="38100" dir="2700000" algn="tl">
                    <a:srgbClr val="FFFFFF"/>
                  </a:outerShdw>
                </a:effectLst>
                <a:ea typeface="楷体" pitchFamily="49" charset="-122"/>
              </a:rPr>
              <a:t>循环或者</a:t>
            </a:r>
            <a:r>
              <a:rPr lang="en-US" altLang="zh-CN" b="1" dirty="0">
                <a:effectLst>
                  <a:outerShdw blurRad="38100" dist="38100" dir="2700000" algn="tl">
                    <a:srgbClr val="FFFFFF"/>
                  </a:outerShdw>
                </a:effectLst>
                <a:ea typeface="楷体" pitchFamily="49" charset="-122"/>
              </a:rPr>
              <a:t>do-while</a:t>
            </a:r>
            <a:r>
              <a:rPr lang="zh-CN" altLang="en-US" b="1" dirty="0">
                <a:effectLst>
                  <a:outerShdw blurRad="38100" dist="38100" dir="2700000" algn="tl">
                    <a:srgbClr val="FFFFFF"/>
                  </a:outerShdw>
                </a:effectLst>
                <a:ea typeface="楷体" pitchFamily="49" charset="-122"/>
              </a:rPr>
              <a:t>循环。</a:t>
            </a:r>
            <a:endParaRPr lang="en-US" altLang="zh-CN" b="1" dirty="0">
              <a:effectLst>
                <a:outerShdw blurRad="38100" dist="38100" dir="2700000" algn="tl">
                  <a:srgbClr val="FFFFFF"/>
                </a:outerShdw>
              </a:effectLst>
              <a:ea typeface="楷体" pitchFamily="49" charset="-122"/>
            </a:endParaRPr>
          </a:p>
          <a:p>
            <a:pPr marL="342900" indent="-342900">
              <a:lnSpc>
                <a:spcPts val="3200"/>
              </a:lnSpc>
              <a:buClr>
                <a:srgbClr val="D60093"/>
              </a:buClr>
              <a:buFont typeface="Wingdings" panose="05000000000000000000" pitchFamily="2" charset="2"/>
              <a:buChar char="u"/>
              <a:tabLst>
                <a:tab pos="457200" algn="l"/>
              </a:tabLst>
            </a:pPr>
            <a:r>
              <a:rPr lang="zh-CN" altLang="en-US" b="1" dirty="0">
                <a:effectLst>
                  <a:outerShdw blurRad="38100" dist="38100" dir="2700000" algn="tl">
                    <a:srgbClr val="FFFFFF"/>
                  </a:outerShdw>
                </a:effectLst>
                <a:ea typeface="楷体" pitchFamily="49" charset="-122"/>
              </a:rPr>
              <a:t>当循环体至少执行一次时，用</a:t>
            </a:r>
            <a:r>
              <a:rPr lang="en-US" altLang="zh-CN" b="1" dirty="0">
                <a:effectLst>
                  <a:outerShdw blurRad="38100" dist="38100" dir="2700000" algn="tl">
                    <a:srgbClr val="FFFFFF"/>
                  </a:outerShdw>
                </a:effectLst>
                <a:ea typeface="楷体" pitchFamily="49" charset="-122"/>
              </a:rPr>
              <a:t>do-while</a:t>
            </a:r>
            <a:r>
              <a:rPr lang="zh-CN" altLang="en-US" b="1" dirty="0">
                <a:effectLst>
                  <a:outerShdw blurRad="38100" dist="38100" dir="2700000" algn="tl">
                    <a:srgbClr val="FFFFFF"/>
                  </a:outerShdw>
                </a:effectLst>
                <a:ea typeface="楷体" pitchFamily="49" charset="-122"/>
              </a:rPr>
              <a:t>循环，反之，如果循环体可能一次也不执行，选用</a:t>
            </a:r>
            <a:r>
              <a:rPr lang="en-US" altLang="zh-CN" b="1" dirty="0">
                <a:effectLst>
                  <a:outerShdw blurRad="38100" dist="38100" dir="2700000" algn="tl">
                    <a:srgbClr val="FFFFFF"/>
                  </a:outerShdw>
                </a:effectLst>
                <a:ea typeface="楷体" pitchFamily="49" charset="-122"/>
              </a:rPr>
              <a:t>while</a:t>
            </a:r>
            <a:r>
              <a:rPr lang="zh-CN" altLang="en-US" b="1" dirty="0">
                <a:effectLst>
                  <a:outerShdw blurRad="38100" dist="38100" dir="2700000" algn="tl">
                    <a:srgbClr val="FFFFFF"/>
                  </a:outerShdw>
                </a:effectLst>
                <a:ea typeface="楷体" pitchFamily="49" charset="-122"/>
              </a:rPr>
              <a:t>循环。 </a:t>
            </a:r>
          </a:p>
        </p:txBody>
      </p:sp>
      <p:sp>
        <p:nvSpPr>
          <p:cNvPr id="939040" name="Rectangle 32"/>
          <p:cNvSpPr>
            <a:spLocks noChangeArrowheads="1"/>
          </p:cNvSpPr>
          <p:nvPr/>
        </p:nvSpPr>
        <p:spPr bwMode="auto">
          <a:xfrm>
            <a:off x="1027687" y="3717032"/>
            <a:ext cx="5322291" cy="523220"/>
          </a:xfrm>
          <a:prstGeom prst="rect">
            <a:avLst/>
          </a:prstGeom>
          <a:noFill/>
          <a:ln w="9525">
            <a:noFill/>
            <a:miter lim="800000"/>
            <a:headEnd/>
            <a:tailEnd/>
          </a:ln>
          <a:effectLst/>
        </p:spPr>
        <p:txBody>
          <a:bodyPr wrap="none">
            <a:spAutoFit/>
          </a:bodyPr>
          <a:lstStyle/>
          <a:p>
            <a:r>
              <a:rPr lang="en-US" altLang="zh-CN" sz="2800" b="1" dirty="0">
                <a:solidFill>
                  <a:srgbClr val="FF33CC"/>
                </a:solidFill>
                <a:effectLst>
                  <a:outerShdw blurRad="38100" dist="38100" dir="2700000" algn="tl">
                    <a:srgbClr val="000000"/>
                  </a:outerShdw>
                </a:effectLst>
                <a:latin typeface="+mn-lt"/>
                <a:ea typeface="隶书" pitchFamily="49" charset="-122"/>
              </a:rPr>
              <a:t>2.  </a:t>
            </a:r>
            <a:r>
              <a:rPr lang="zh-CN" altLang="en-US" sz="2800" b="1" dirty="0">
                <a:solidFill>
                  <a:srgbClr val="FF33CC"/>
                </a:solidFill>
                <a:effectLst>
                  <a:outerShdw blurRad="38100" dist="38100" dir="2700000" algn="tl">
                    <a:srgbClr val="000000"/>
                  </a:outerShdw>
                </a:effectLst>
                <a:latin typeface="+mn-lt"/>
                <a:ea typeface="隶书" pitchFamily="49" charset="-122"/>
              </a:rPr>
              <a:t>循环结构类型之间的相互转换</a:t>
            </a:r>
          </a:p>
        </p:txBody>
      </p:sp>
      <p:sp>
        <p:nvSpPr>
          <p:cNvPr id="939041" name="Rectangle 33"/>
          <p:cNvSpPr>
            <a:spLocks noChangeArrowheads="1"/>
          </p:cNvSpPr>
          <p:nvPr/>
        </p:nvSpPr>
        <p:spPr bwMode="auto">
          <a:xfrm>
            <a:off x="1487488" y="4321656"/>
            <a:ext cx="9728272" cy="1699632"/>
          </a:xfrm>
          <a:prstGeom prst="rect">
            <a:avLst/>
          </a:prstGeom>
          <a:ln>
            <a:headEnd/>
            <a:tailEnd/>
          </a:ln>
          <a:effectLst>
            <a:outerShdw blurRad="50800" dist="38100" dir="2700000" algn="tl"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wrap="square" anchor="ctr">
            <a:spAutoFit/>
          </a:bodyPr>
          <a:lstStyle/>
          <a:p>
            <a:pPr>
              <a:lnSpc>
                <a:spcPts val="3200"/>
              </a:lnSpc>
            </a:pPr>
            <a:r>
              <a:rPr lang="en-US" altLang="zh-CN" b="1" dirty="0">
                <a:effectLst>
                  <a:outerShdw blurRad="38100" dist="38100" dir="2700000" algn="tl">
                    <a:srgbClr val="FFFFFF"/>
                  </a:outerShdw>
                </a:effectLst>
                <a:ea typeface="楷体" pitchFamily="49" charset="-122"/>
              </a:rPr>
              <a:t>         </a:t>
            </a:r>
            <a:r>
              <a:rPr lang="zh-CN" altLang="en-US" b="1" dirty="0">
                <a:effectLst>
                  <a:outerShdw blurRad="38100" dist="38100" dir="2700000" algn="tl">
                    <a:srgbClr val="FFFFFF"/>
                  </a:outerShdw>
                </a:effectLst>
                <a:ea typeface="楷体" pitchFamily="49" charset="-122"/>
              </a:rPr>
              <a:t>尽管上面对于循环结构的选择给出了原则性指导意见，但是我们应注意到其实这三种循环结构彼此之间可以相互转换，象前面我们分别用</a:t>
            </a:r>
            <a:r>
              <a:rPr lang="en-US" altLang="zh-CN" b="1" dirty="0">
                <a:effectLst>
                  <a:outerShdw blurRad="38100" dist="38100" dir="2700000" algn="tl">
                    <a:srgbClr val="FFFFFF"/>
                  </a:outerShdw>
                </a:effectLst>
                <a:ea typeface="楷体" pitchFamily="49" charset="-122"/>
              </a:rPr>
              <a:t>while</a:t>
            </a:r>
            <a:r>
              <a:rPr lang="zh-CN" altLang="en-US" b="1" dirty="0">
                <a:effectLst>
                  <a:outerShdw blurRad="38100" dist="38100" dir="2700000" algn="tl">
                    <a:srgbClr val="FFFFFF"/>
                  </a:outerShdw>
                </a:effectLst>
                <a:ea typeface="楷体" pitchFamily="49" charset="-122"/>
              </a:rPr>
              <a:t>循环、</a:t>
            </a:r>
            <a:r>
              <a:rPr lang="en-US" altLang="zh-CN" b="1" dirty="0">
                <a:effectLst>
                  <a:outerShdw blurRad="38100" dist="38100" dir="2700000" algn="tl">
                    <a:srgbClr val="FFFFFF"/>
                  </a:outerShdw>
                </a:effectLst>
                <a:ea typeface="楷体" pitchFamily="49" charset="-122"/>
              </a:rPr>
              <a:t>do-while</a:t>
            </a:r>
            <a:r>
              <a:rPr lang="zh-CN" altLang="en-US" b="1" dirty="0">
                <a:effectLst>
                  <a:outerShdw blurRad="38100" dist="38100" dir="2700000" algn="tl">
                    <a:srgbClr val="FFFFFF"/>
                  </a:outerShdw>
                </a:effectLst>
                <a:ea typeface="楷体" pitchFamily="49" charset="-122"/>
              </a:rPr>
              <a:t>循环、</a:t>
            </a:r>
            <a:r>
              <a:rPr lang="en-US" altLang="zh-CN" b="1" dirty="0">
                <a:effectLst>
                  <a:outerShdw blurRad="38100" dist="38100" dir="2700000" algn="tl">
                    <a:srgbClr val="FFFFFF"/>
                  </a:outerShdw>
                </a:effectLst>
                <a:ea typeface="楷体" pitchFamily="49" charset="-122"/>
              </a:rPr>
              <a:t>for</a:t>
            </a:r>
            <a:r>
              <a:rPr lang="zh-CN" altLang="en-US" b="1" dirty="0">
                <a:effectLst>
                  <a:outerShdw blurRad="38100" dist="38100" dir="2700000" algn="tl">
                    <a:srgbClr val="FFFFFF"/>
                  </a:outerShdw>
                </a:effectLst>
                <a:ea typeface="楷体" pitchFamily="49" charset="-122"/>
              </a:rPr>
              <a:t>循环来求</a:t>
            </a:r>
            <a:r>
              <a:rPr lang="en-US" altLang="zh-CN" b="1" dirty="0">
                <a:effectLst>
                  <a:outerShdw blurRad="38100" dist="38100" dir="2700000" algn="tl">
                    <a:srgbClr val="FFFFFF"/>
                  </a:outerShdw>
                </a:effectLst>
                <a:ea typeface="楷体" pitchFamily="49" charset="-122"/>
              </a:rPr>
              <a:t>1</a:t>
            </a:r>
            <a:r>
              <a:rPr lang="zh-CN" altLang="en-US" b="1" dirty="0">
                <a:effectLst>
                  <a:outerShdw blurRad="38100" dist="38100" dir="2700000" algn="tl">
                    <a:srgbClr val="FFFFFF"/>
                  </a:outerShdw>
                </a:effectLst>
                <a:ea typeface="楷体" pitchFamily="49" charset="-122"/>
              </a:rPr>
              <a:t>～</a:t>
            </a:r>
            <a:r>
              <a:rPr lang="en-US" altLang="zh-CN" b="1" dirty="0">
                <a:effectLst>
                  <a:outerShdw blurRad="38100" dist="38100" dir="2700000" algn="tl">
                    <a:srgbClr val="FFFFFF"/>
                  </a:outerShdw>
                </a:effectLst>
                <a:ea typeface="楷体" pitchFamily="49" charset="-122"/>
              </a:rPr>
              <a:t>100</a:t>
            </a:r>
            <a:r>
              <a:rPr lang="zh-CN" altLang="en-US" b="1" dirty="0">
                <a:effectLst>
                  <a:outerShdw blurRad="38100" dist="38100" dir="2700000" algn="tl">
                    <a:srgbClr val="FFFFFF"/>
                  </a:outerShdw>
                </a:effectLst>
                <a:ea typeface="楷体" pitchFamily="49" charset="-122"/>
              </a:rPr>
              <a:t>的累计和的例子就说明了这一点。 </a:t>
            </a:r>
          </a:p>
        </p:txBody>
      </p:sp>
      <p:grpSp>
        <p:nvGrpSpPr>
          <p:cNvPr id="939042" name="Group 34"/>
          <p:cNvGrpSpPr>
            <a:grpSpLocks/>
          </p:cNvGrpSpPr>
          <p:nvPr/>
        </p:nvGrpSpPr>
        <p:grpSpPr bwMode="auto">
          <a:xfrm>
            <a:off x="-15302" y="0"/>
            <a:ext cx="446088" cy="6858000"/>
            <a:chOff x="0" y="0"/>
            <a:chExt cx="281" cy="4320"/>
          </a:xfrm>
        </p:grpSpPr>
        <p:sp>
          <p:nvSpPr>
            <p:cNvPr id="939043" name="Text Box 3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39044" name="Text Box 3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39038"/>
                                        </p:tgtEl>
                                        <p:attrNameLst>
                                          <p:attrName>style.visibility</p:attrName>
                                        </p:attrNameLst>
                                      </p:cBhvr>
                                      <p:to>
                                        <p:strVal val="visible"/>
                                      </p:to>
                                    </p:set>
                                    <p:anim calcmode="lin" valueType="num">
                                      <p:cBhvr additive="base">
                                        <p:cTn id="7" dur="500" fill="hold"/>
                                        <p:tgtEl>
                                          <p:spTgt spid="939038"/>
                                        </p:tgtEl>
                                        <p:attrNameLst>
                                          <p:attrName>ppt_x</p:attrName>
                                        </p:attrNameLst>
                                      </p:cBhvr>
                                      <p:tavLst>
                                        <p:tav tm="0">
                                          <p:val>
                                            <p:strVal val="0-#ppt_w/2"/>
                                          </p:val>
                                        </p:tav>
                                        <p:tav tm="100000">
                                          <p:val>
                                            <p:strVal val="#ppt_x"/>
                                          </p:val>
                                        </p:tav>
                                      </p:tavLst>
                                    </p:anim>
                                    <p:anim calcmode="lin" valueType="num">
                                      <p:cBhvr additive="base">
                                        <p:cTn id="8" dur="500" fill="hold"/>
                                        <p:tgtEl>
                                          <p:spTgt spid="93903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939039"/>
                                        </p:tgtEl>
                                        <p:attrNameLst>
                                          <p:attrName>style.visibility</p:attrName>
                                        </p:attrNameLst>
                                      </p:cBhvr>
                                      <p:to>
                                        <p:strVal val="visible"/>
                                      </p:to>
                                    </p:set>
                                    <p:animEffect transition="in" filter="box(out)">
                                      <p:cBhvr>
                                        <p:cTn id="13" dur="500"/>
                                        <p:tgtEl>
                                          <p:spTgt spid="939039"/>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939040"/>
                                        </p:tgtEl>
                                        <p:attrNameLst>
                                          <p:attrName>style.visibility</p:attrName>
                                        </p:attrNameLst>
                                      </p:cBhvr>
                                      <p:to>
                                        <p:strVal val="visible"/>
                                      </p:to>
                                    </p:set>
                                    <p:anim calcmode="lin" valueType="num">
                                      <p:cBhvr additive="base">
                                        <p:cTn id="18" dur="500" fill="hold"/>
                                        <p:tgtEl>
                                          <p:spTgt spid="939040"/>
                                        </p:tgtEl>
                                        <p:attrNameLst>
                                          <p:attrName>ppt_x</p:attrName>
                                        </p:attrNameLst>
                                      </p:cBhvr>
                                      <p:tavLst>
                                        <p:tav tm="0">
                                          <p:val>
                                            <p:strVal val="0-#ppt_w/2"/>
                                          </p:val>
                                        </p:tav>
                                        <p:tav tm="100000">
                                          <p:val>
                                            <p:strVal val="#ppt_x"/>
                                          </p:val>
                                        </p:tav>
                                      </p:tavLst>
                                    </p:anim>
                                    <p:anim calcmode="lin" valueType="num">
                                      <p:cBhvr additive="base">
                                        <p:cTn id="19" dur="500" fill="hold"/>
                                        <p:tgtEl>
                                          <p:spTgt spid="93904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939041"/>
                                        </p:tgtEl>
                                        <p:attrNameLst>
                                          <p:attrName>style.visibility</p:attrName>
                                        </p:attrNameLst>
                                      </p:cBhvr>
                                      <p:to>
                                        <p:strVal val="visible"/>
                                      </p:to>
                                    </p:set>
                                    <p:animEffect transition="in" filter="box(out)">
                                      <p:cBhvr>
                                        <p:cTn id="24" dur="500"/>
                                        <p:tgtEl>
                                          <p:spTgt spid="939041"/>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9038" grpId="0"/>
      <p:bldP spid="939039" grpId="0" animBg="1"/>
      <p:bldP spid="939040" grpId="0"/>
      <p:bldP spid="939041"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1062" name="Rectangle 6"/>
          <p:cNvSpPr>
            <a:spLocks noChangeArrowheads="1"/>
          </p:cNvSpPr>
          <p:nvPr/>
        </p:nvSpPr>
        <p:spPr bwMode="auto">
          <a:xfrm>
            <a:off x="527006" y="95251"/>
            <a:ext cx="7705725" cy="519113"/>
          </a:xfrm>
          <a:prstGeom prst="rect">
            <a:avLst/>
          </a:prstGeom>
          <a:noFill/>
          <a:ln w="9525">
            <a:noFill/>
            <a:miter lim="800000"/>
            <a:headEnd/>
            <a:tailEnd/>
          </a:ln>
          <a:effectLst/>
        </p:spPr>
        <p:txBody>
          <a:bodyPr anchor="ctr">
            <a:spAutoFit/>
          </a:bodyPr>
          <a:lstStyle/>
          <a:p>
            <a:r>
              <a:rPr lang="en-US" altLang="zh-CN" sz="2800" b="1" dirty="0">
                <a:solidFill>
                  <a:srgbClr val="D60093"/>
                </a:solidFill>
                <a:effectLst>
                  <a:outerShdw blurRad="38100" dist="38100" dir="2700000" algn="tl">
                    <a:srgbClr val="000000"/>
                  </a:outerShdw>
                </a:effectLst>
                <a:latin typeface="隶书" pitchFamily="49" charset="-122"/>
                <a:ea typeface="隶书" pitchFamily="49" charset="-122"/>
              </a:rPr>
              <a:t>【</a:t>
            </a:r>
            <a:r>
              <a:rPr lang="zh-CN" altLang="en-US" sz="2800" b="1" dirty="0">
                <a:solidFill>
                  <a:srgbClr val="D60093"/>
                </a:solidFill>
                <a:effectLst>
                  <a:outerShdw blurRad="38100" dist="38100" dir="2700000" algn="tl">
                    <a:srgbClr val="000000"/>
                  </a:outerShdw>
                </a:effectLst>
                <a:latin typeface="隶书" pitchFamily="49" charset="-122"/>
                <a:ea typeface="隶书" pitchFamily="49" charset="-122"/>
              </a:rPr>
              <a:t>例</a:t>
            </a:r>
            <a:r>
              <a:rPr lang="en-US" altLang="zh-CN" sz="2800" b="1" dirty="0">
                <a:solidFill>
                  <a:srgbClr val="D60093"/>
                </a:solidFill>
                <a:effectLst>
                  <a:outerShdw blurRad="38100" dist="38100" dir="2700000" algn="tl">
                    <a:srgbClr val="000000"/>
                  </a:outerShdw>
                </a:effectLst>
                <a:latin typeface="隶书" pitchFamily="49" charset="-122"/>
                <a:ea typeface="隶书" pitchFamily="49" charset="-122"/>
              </a:rPr>
              <a:t>】</a:t>
            </a:r>
            <a:r>
              <a:rPr lang="zh-CN" altLang="en-US" sz="2800" b="1" dirty="0">
                <a:solidFill>
                  <a:srgbClr val="D60093"/>
                </a:solidFill>
                <a:effectLst>
                  <a:outerShdw blurRad="38100" dist="38100" dir="2700000" algn="tl">
                    <a:srgbClr val="000000"/>
                  </a:outerShdw>
                </a:effectLst>
                <a:latin typeface="隶书" pitchFamily="49" charset="-122"/>
                <a:ea typeface="隶书" pitchFamily="49" charset="-122"/>
              </a:rPr>
              <a:t>判定某整数是否为素数。</a:t>
            </a:r>
            <a:r>
              <a:rPr lang="zh-CN" altLang="en-US" sz="2800" dirty="0">
                <a:solidFill>
                  <a:srgbClr val="D60093"/>
                </a:solidFill>
                <a:latin typeface="隶书" pitchFamily="49" charset="-122"/>
                <a:ea typeface="隶书" pitchFamily="49" charset="-122"/>
              </a:rPr>
              <a:t> </a:t>
            </a:r>
          </a:p>
        </p:txBody>
      </p:sp>
      <p:sp>
        <p:nvSpPr>
          <p:cNvPr id="941063" name="Rectangle 7"/>
          <p:cNvSpPr>
            <a:spLocks noChangeArrowheads="1"/>
          </p:cNvSpPr>
          <p:nvPr/>
        </p:nvSpPr>
        <p:spPr bwMode="auto">
          <a:xfrm>
            <a:off x="-7982" y="3069582"/>
            <a:ext cx="184731" cy="461665"/>
          </a:xfrm>
          <a:prstGeom prst="rect">
            <a:avLst/>
          </a:prstGeom>
          <a:noFill/>
          <a:ln w="9525">
            <a:noFill/>
            <a:miter lim="800000"/>
            <a:headEnd/>
            <a:tailEnd/>
          </a:ln>
          <a:effectLst/>
        </p:spPr>
        <p:txBody>
          <a:bodyPr wrap="none" anchor="ctr">
            <a:spAutoFit/>
          </a:bodyPr>
          <a:lstStyle/>
          <a:p>
            <a:endParaRPr lang="zh-CN" altLang="en-US"/>
          </a:p>
        </p:txBody>
      </p:sp>
      <p:grpSp>
        <p:nvGrpSpPr>
          <p:cNvPr id="12" name="组合 11"/>
          <p:cNvGrpSpPr/>
          <p:nvPr/>
        </p:nvGrpSpPr>
        <p:grpSpPr>
          <a:xfrm>
            <a:off x="878741" y="4364325"/>
            <a:ext cx="10602321" cy="2361480"/>
            <a:chOff x="591944" y="4213907"/>
            <a:chExt cx="8424000" cy="2361480"/>
          </a:xfrm>
        </p:grpSpPr>
        <p:sp>
          <p:nvSpPr>
            <p:cNvPr id="941073" name="Rectangle 17"/>
            <p:cNvSpPr>
              <a:spLocks noChangeArrowheads="1"/>
            </p:cNvSpPr>
            <p:nvPr/>
          </p:nvSpPr>
          <p:spPr bwMode="auto">
            <a:xfrm>
              <a:off x="591944" y="4213907"/>
              <a:ext cx="8424000" cy="2361480"/>
            </a:xfrm>
            <a:prstGeom prst="rect">
              <a:avLst/>
            </a:prstGeom>
            <a:ln w="38100">
              <a:headEnd/>
              <a:tailEnd/>
            </a:ln>
            <a:effectLst>
              <a:outerShdw blurRad="50800" dist="101600" dir="2700000" algn="tl" rotWithShape="0">
                <a:prstClr val="black">
                  <a:alpha val="40000"/>
                </a:prstClr>
              </a:outerShdw>
            </a:effectLst>
            <a:scene3d>
              <a:camera prst="orthographicFront"/>
              <a:lightRig rig="threePt" dir="t"/>
            </a:scene3d>
            <a:sp3d>
              <a:bevelT w="114300" prst="hardEdge"/>
            </a:sp3d>
          </p:spPr>
          <p:style>
            <a:lnRef idx="1">
              <a:schemeClr val="accent1"/>
            </a:lnRef>
            <a:fillRef idx="2">
              <a:schemeClr val="accent1"/>
            </a:fillRef>
            <a:effectRef idx="1">
              <a:schemeClr val="accent1"/>
            </a:effectRef>
            <a:fontRef idx="minor">
              <a:schemeClr val="dk1"/>
            </a:fontRef>
          </p:style>
          <p:txBody>
            <a:bodyPr anchor="ctr">
              <a:spAutoFit/>
            </a:bodyPr>
            <a:lstStyle/>
            <a:p>
              <a:pPr marL="457200" indent="-457200">
                <a:lnSpc>
                  <a:spcPts val="3000"/>
                </a:lnSpc>
                <a:tabLst>
                  <a:tab pos="457200" algn="l"/>
                </a:tabLst>
              </a:pPr>
              <a:r>
                <a:rPr lang="zh-CN" altLang="en-US" sz="2000" b="1" u="sng" dirty="0">
                  <a:solidFill>
                    <a:srgbClr val="FF3300"/>
                  </a:solidFill>
                  <a:effectLst>
                    <a:outerShdw blurRad="50800" dist="38100" dir="10800000" algn="r" rotWithShape="0">
                      <a:prstClr val="black">
                        <a:alpha val="40000"/>
                      </a:prstClr>
                    </a:outerShdw>
                  </a:effectLst>
                  <a:latin typeface="隶书" pitchFamily="49" charset="-122"/>
                  <a:ea typeface="隶书" pitchFamily="49" charset="-122"/>
                </a:rPr>
                <a:t>这一思路的算法如下：</a:t>
              </a:r>
              <a:endParaRPr lang="en-US" altLang="zh-CN" sz="2000" b="1" u="sng" dirty="0">
                <a:solidFill>
                  <a:srgbClr val="FF3300"/>
                </a:solidFill>
                <a:effectLst>
                  <a:outerShdw blurRad="50800" dist="38100" dir="10800000" algn="r" rotWithShape="0">
                    <a:prstClr val="black">
                      <a:alpha val="40000"/>
                    </a:prstClr>
                  </a:outerShdw>
                </a:effectLst>
                <a:latin typeface="隶书" pitchFamily="49" charset="-122"/>
                <a:ea typeface="隶书" pitchFamily="49" charset="-122"/>
              </a:endParaRPr>
            </a:p>
            <a:p>
              <a:pPr marL="457200" indent="-457200">
                <a:lnSpc>
                  <a:spcPts val="3000"/>
                </a:lnSpc>
                <a:tabLst>
                  <a:tab pos="457200" algn="l"/>
                </a:tabLst>
              </a:pPr>
              <a:r>
                <a:rPr lang="zh-CN" altLang="en-US" sz="2000" b="1" dirty="0">
                  <a:effectLst>
                    <a:outerShdw blurRad="50800" dist="38100" dir="10800000" algn="r" rotWithShape="0">
                      <a:prstClr val="black">
                        <a:alpha val="40000"/>
                      </a:prstClr>
                    </a:outerShdw>
                  </a:effectLst>
                  <a:ea typeface="楷体" pitchFamily="49" charset="-122"/>
                </a:rPr>
                <a:t>    （</a:t>
              </a:r>
              <a:r>
                <a:rPr lang="en-US" altLang="zh-CN" sz="2000" b="1" dirty="0">
                  <a:effectLst>
                    <a:outerShdw blurRad="50800" dist="38100" dir="10800000" algn="r" rotWithShape="0">
                      <a:prstClr val="black">
                        <a:alpha val="40000"/>
                      </a:prstClr>
                    </a:outerShdw>
                  </a:effectLst>
                  <a:ea typeface="楷体" pitchFamily="49" charset="-122"/>
                </a:rPr>
                <a:t>1</a:t>
              </a:r>
              <a:r>
                <a:rPr lang="zh-CN" altLang="en-US" sz="2000" b="1" dirty="0">
                  <a:effectLst>
                    <a:outerShdw blurRad="50800" dist="38100" dir="10800000" algn="r" rotWithShape="0">
                      <a:prstClr val="black">
                        <a:alpha val="40000"/>
                      </a:prstClr>
                    </a:outerShdw>
                  </a:effectLst>
                  <a:ea typeface="楷体" pitchFamily="49" charset="-122"/>
                </a:rPr>
                <a:t>）从键盘输入一正整数</a:t>
              </a:r>
              <a:r>
                <a:rPr lang="en-US" altLang="zh-CN" sz="2000" b="1" dirty="0">
                  <a:effectLst>
                    <a:outerShdw blurRad="50800" dist="38100" dir="10800000" algn="r" rotWithShape="0">
                      <a:prstClr val="black">
                        <a:alpha val="40000"/>
                      </a:prstClr>
                    </a:outerShdw>
                  </a:effectLst>
                  <a:ea typeface="楷体" pitchFamily="49" charset="-122"/>
                </a:rPr>
                <a:t>m</a:t>
              </a:r>
              <a:r>
                <a:rPr lang="zh-CN" altLang="en-US" sz="2000" b="1" dirty="0">
                  <a:effectLst>
                    <a:outerShdw blurRad="50800" dist="38100" dir="10800000" algn="r" rotWithShape="0">
                      <a:prstClr val="black">
                        <a:alpha val="40000"/>
                      </a:prstClr>
                    </a:outerShdw>
                  </a:effectLst>
                  <a:ea typeface="楷体" pitchFamily="49" charset="-122"/>
                </a:rPr>
                <a:t>。</a:t>
              </a:r>
              <a:endParaRPr lang="en-US" altLang="zh-CN" sz="2000" b="1" dirty="0">
                <a:effectLst>
                  <a:outerShdw blurRad="50800" dist="38100" dir="10800000" algn="r" rotWithShape="0">
                    <a:prstClr val="black">
                      <a:alpha val="40000"/>
                    </a:prstClr>
                  </a:outerShdw>
                </a:effectLst>
                <a:ea typeface="楷体" pitchFamily="49" charset="-122"/>
              </a:endParaRPr>
            </a:p>
            <a:p>
              <a:pPr marL="457200" indent="-457200">
                <a:lnSpc>
                  <a:spcPts val="3000"/>
                </a:lnSpc>
                <a:tabLst>
                  <a:tab pos="457200" algn="l"/>
                </a:tabLst>
              </a:pPr>
              <a:r>
                <a:rPr lang="zh-CN" altLang="en-US" sz="2000" b="1" dirty="0">
                  <a:effectLst>
                    <a:outerShdw blurRad="50800" dist="38100" dir="10800000" algn="r" rotWithShape="0">
                      <a:prstClr val="black">
                        <a:alpha val="40000"/>
                      </a:prstClr>
                    </a:outerShdw>
                  </a:effectLst>
                  <a:ea typeface="楷体" pitchFamily="49" charset="-122"/>
                </a:rPr>
                <a:t>    （</a:t>
              </a:r>
              <a:r>
                <a:rPr lang="en-US" altLang="zh-CN" sz="2000" b="1" dirty="0">
                  <a:effectLst>
                    <a:outerShdw blurRad="50800" dist="38100" dir="10800000" algn="r" rotWithShape="0">
                      <a:prstClr val="black">
                        <a:alpha val="40000"/>
                      </a:prstClr>
                    </a:outerShdw>
                  </a:effectLst>
                  <a:ea typeface="楷体" pitchFamily="49" charset="-122"/>
                </a:rPr>
                <a:t>2</a:t>
              </a:r>
              <a:r>
                <a:rPr lang="zh-CN" altLang="en-US" sz="2000" b="1" dirty="0">
                  <a:effectLst>
                    <a:outerShdw blurRad="50800" dist="38100" dir="10800000" algn="r" rotWithShape="0">
                      <a:prstClr val="black">
                        <a:alpha val="40000"/>
                      </a:prstClr>
                    </a:outerShdw>
                  </a:effectLst>
                  <a:ea typeface="楷体" pitchFamily="49" charset="-122"/>
                </a:rPr>
                <a:t>）计算</a:t>
              </a:r>
              <a:r>
                <a:rPr lang="en-US" altLang="zh-CN" sz="2000" b="1" dirty="0">
                  <a:effectLst>
                    <a:outerShdw blurRad="50800" dist="38100" dir="10800000" algn="r" rotWithShape="0">
                      <a:prstClr val="black">
                        <a:alpha val="40000"/>
                      </a:prstClr>
                    </a:outerShdw>
                  </a:effectLst>
                  <a:ea typeface="楷体" pitchFamily="49" charset="-122"/>
                </a:rPr>
                <a:t>k = </a:t>
              </a:r>
            </a:p>
            <a:p>
              <a:pPr marL="457200" indent="-457200">
                <a:lnSpc>
                  <a:spcPts val="3000"/>
                </a:lnSpc>
                <a:tabLst>
                  <a:tab pos="457200" algn="l"/>
                </a:tabLst>
              </a:pPr>
              <a:r>
                <a:rPr lang="en-US" altLang="zh-CN" sz="2000" b="1" dirty="0">
                  <a:effectLst>
                    <a:outerShdw blurRad="50800" dist="38100" dir="10800000" algn="r" rotWithShape="0">
                      <a:prstClr val="black">
                        <a:alpha val="40000"/>
                      </a:prstClr>
                    </a:outerShdw>
                  </a:effectLst>
                  <a:ea typeface="楷体" pitchFamily="49" charset="-122"/>
                </a:rPr>
                <a:t>    </a:t>
              </a:r>
              <a:r>
                <a:rPr lang="zh-CN" altLang="en-US" sz="2000" b="1" dirty="0">
                  <a:effectLst>
                    <a:outerShdw blurRad="50800" dist="38100" dir="10800000" algn="r" rotWithShape="0">
                      <a:prstClr val="black">
                        <a:alpha val="40000"/>
                      </a:prstClr>
                    </a:outerShdw>
                  </a:effectLst>
                  <a:ea typeface="楷体" pitchFamily="49" charset="-122"/>
                </a:rPr>
                <a:t>（</a:t>
              </a:r>
              <a:r>
                <a:rPr lang="en-US" altLang="zh-CN" sz="2000" b="1" dirty="0">
                  <a:effectLst>
                    <a:outerShdw blurRad="50800" dist="38100" dir="10800000" algn="r" rotWithShape="0">
                      <a:prstClr val="black">
                        <a:alpha val="40000"/>
                      </a:prstClr>
                    </a:outerShdw>
                  </a:effectLst>
                  <a:ea typeface="楷体" pitchFamily="49" charset="-122"/>
                </a:rPr>
                <a:t>3</a:t>
              </a:r>
              <a:r>
                <a:rPr lang="zh-CN" altLang="en-US" sz="2000" b="1" dirty="0">
                  <a:effectLst>
                    <a:outerShdw blurRad="50800" dist="38100" dir="10800000" algn="r" rotWithShape="0">
                      <a:prstClr val="black">
                        <a:alpha val="40000"/>
                      </a:prstClr>
                    </a:outerShdw>
                  </a:effectLst>
                  <a:ea typeface="楷体" pitchFamily="49" charset="-122"/>
                </a:rPr>
                <a:t>）</a:t>
              </a:r>
              <a:r>
                <a:rPr lang="en-US" altLang="zh-CN" sz="2000" b="1" dirty="0" err="1">
                  <a:effectLst>
                    <a:outerShdw blurRad="50800" dist="38100" dir="10800000" algn="r" rotWithShape="0">
                      <a:prstClr val="black">
                        <a:alpha val="40000"/>
                      </a:prstClr>
                    </a:outerShdw>
                  </a:effectLst>
                  <a:ea typeface="楷体" pitchFamily="49" charset="-122"/>
                </a:rPr>
                <a:t>i</a:t>
              </a:r>
              <a:r>
                <a:rPr lang="zh-CN" altLang="en-US" sz="2000" b="1" dirty="0">
                  <a:effectLst>
                    <a:outerShdw blurRad="50800" dist="38100" dir="10800000" algn="r" rotWithShape="0">
                      <a:prstClr val="black">
                        <a:alpha val="40000"/>
                      </a:prstClr>
                    </a:outerShdw>
                  </a:effectLst>
                  <a:ea typeface="楷体" pitchFamily="49" charset="-122"/>
                </a:rPr>
                <a:t>从</a:t>
              </a:r>
              <a:r>
                <a:rPr lang="en-US" altLang="zh-CN" sz="2000" b="1" dirty="0">
                  <a:effectLst>
                    <a:outerShdw blurRad="50800" dist="38100" dir="10800000" algn="r" rotWithShape="0">
                      <a:prstClr val="black">
                        <a:alpha val="40000"/>
                      </a:prstClr>
                    </a:outerShdw>
                  </a:effectLst>
                  <a:ea typeface="楷体" pitchFamily="49" charset="-122"/>
                </a:rPr>
                <a:t>2</a:t>
              </a:r>
              <a:r>
                <a:rPr lang="zh-CN" altLang="en-US" sz="2000" b="1" dirty="0">
                  <a:effectLst>
                    <a:outerShdw blurRad="50800" dist="38100" dir="10800000" algn="r" rotWithShape="0">
                      <a:prstClr val="black">
                        <a:alpha val="40000"/>
                      </a:prstClr>
                    </a:outerShdw>
                  </a:effectLst>
                  <a:ea typeface="楷体" pitchFamily="49" charset="-122"/>
                </a:rPr>
                <a:t>变化到</a:t>
              </a:r>
              <a:r>
                <a:rPr lang="en-US" altLang="zh-CN" sz="2000" b="1" dirty="0">
                  <a:effectLst>
                    <a:outerShdw blurRad="50800" dist="38100" dir="10800000" algn="r" rotWithShape="0">
                      <a:prstClr val="black">
                        <a:alpha val="40000"/>
                      </a:prstClr>
                    </a:outerShdw>
                  </a:effectLst>
                  <a:ea typeface="楷体" pitchFamily="49" charset="-122"/>
                </a:rPr>
                <a:t>k</a:t>
              </a:r>
              <a:r>
                <a:rPr lang="zh-CN" altLang="en-US" sz="2000" b="1" dirty="0">
                  <a:effectLst>
                    <a:outerShdw blurRad="50800" dist="38100" dir="10800000" algn="r" rotWithShape="0">
                      <a:prstClr val="black">
                        <a:alpha val="40000"/>
                      </a:prstClr>
                    </a:outerShdw>
                  </a:effectLst>
                  <a:ea typeface="楷体" pitchFamily="49" charset="-122"/>
                </a:rPr>
                <a:t>，依次检查</a:t>
              </a:r>
              <a:r>
                <a:rPr lang="en-US" altLang="zh-CN" sz="2000" b="1" dirty="0">
                  <a:effectLst>
                    <a:outerShdw blurRad="50800" dist="38100" dir="10800000" algn="r" rotWithShape="0">
                      <a:prstClr val="black">
                        <a:alpha val="40000"/>
                      </a:prstClr>
                    </a:outerShdw>
                  </a:effectLst>
                  <a:ea typeface="楷体" pitchFamily="49" charset="-122"/>
                </a:rPr>
                <a:t>m % </a:t>
              </a:r>
              <a:r>
                <a:rPr lang="en-US" altLang="zh-CN" sz="2000" b="1" dirty="0" err="1">
                  <a:effectLst>
                    <a:outerShdw blurRad="50800" dist="38100" dir="10800000" algn="r" rotWithShape="0">
                      <a:prstClr val="black">
                        <a:alpha val="40000"/>
                      </a:prstClr>
                    </a:outerShdw>
                  </a:effectLst>
                  <a:ea typeface="楷体" pitchFamily="49" charset="-122"/>
                </a:rPr>
                <a:t>i</a:t>
              </a:r>
              <a:r>
                <a:rPr lang="zh-CN" altLang="en-US" sz="2000" b="1" dirty="0">
                  <a:effectLst>
                    <a:outerShdw blurRad="50800" dist="38100" dir="10800000" algn="r" rotWithShape="0">
                      <a:prstClr val="black">
                        <a:alpha val="40000"/>
                      </a:prstClr>
                    </a:outerShdw>
                  </a:effectLst>
                  <a:ea typeface="楷体" pitchFamily="49" charset="-122"/>
                </a:rPr>
                <a:t>是否为</a:t>
              </a:r>
              <a:r>
                <a:rPr lang="en-US" altLang="zh-CN" sz="2000" b="1" dirty="0">
                  <a:effectLst>
                    <a:outerShdw blurRad="50800" dist="38100" dir="10800000" algn="r" rotWithShape="0">
                      <a:prstClr val="black">
                        <a:alpha val="40000"/>
                      </a:prstClr>
                    </a:outerShdw>
                  </a:effectLst>
                  <a:ea typeface="楷体" pitchFamily="49" charset="-122"/>
                </a:rPr>
                <a:t>0</a:t>
              </a:r>
              <a:r>
                <a:rPr lang="zh-CN" altLang="en-US" sz="2000" b="1" dirty="0">
                  <a:effectLst>
                    <a:outerShdw blurRad="50800" dist="38100" dir="10800000" algn="r" rotWithShape="0">
                      <a:prstClr val="black">
                        <a:alpha val="40000"/>
                      </a:prstClr>
                    </a:outerShdw>
                  </a:effectLst>
                  <a:ea typeface="楷体" pitchFamily="49" charset="-122"/>
                </a:rPr>
                <a:t>。</a:t>
              </a:r>
              <a:endParaRPr lang="en-US" altLang="zh-CN" sz="2000" b="1" dirty="0">
                <a:effectLst>
                  <a:outerShdw blurRad="50800" dist="38100" dir="10800000" algn="r" rotWithShape="0">
                    <a:prstClr val="black">
                      <a:alpha val="40000"/>
                    </a:prstClr>
                  </a:outerShdw>
                </a:effectLst>
                <a:ea typeface="楷体" pitchFamily="49" charset="-122"/>
              </a:endParaRPr>
            </a:p>
            <a:p>
              <a:pPr>
                <a:lnSpc>
                  <a:spcPts val="3000"/>
                </a:lnSpc>
              </a:pPr>
              <a:r>
                <a:rPr lang="zh-CN" altLang="en-US" sz="2000" b="1" dirty="0">
                  <a:effectLst>
                    <a:outerShdw blurRad="50800" dist="38100" dir="10800000" algn="r" rotWithShape="0">
                      <a:prstClr val="black">
                        <a:alpha val="40000"/>
                      </a:prstClr>
                    </a:outerShdw>
                  </a:effectLst>
                  <a:ea typeface="楷体" pitchFamily="49" charset="-122"/>
                </a:rPr>
                <a:t>    （</a:t>
              </a:r>
              <a:r>
                <a:rPr lang="en-US" altLang="zh-CN" sz="2000" b="1" dirty="0">
                  <a:effectLst>
                    <a:outerShdw blurRad="50800" dist="38100" dir="10800000" algn="r" rotWithShape="0">
                      <a:prstClr val="black">
                        <a:alpha val="40000"/>
                      </a:prstClr>
                    </a:outerShdw>
                  </a:effectLst>
                  <a:ea typeface="楷体" pitchFamily="49" charset="-122"/>
                </a:rPr>
                <a:t>4</a:t>
              </a:r>
              <a:r>
                <a:rPr lang="zh-CN" altLang="en-US" sz="2000" b="1" dirty="0">
                  <a:effectLst>
                    <a:outerShdw blurRad="50800" dist="38100" dir="10800000" algn="r" rotWithShape="0">
                      <a:prstClr val="black">
                        <a:alpha val="40000"/>
                      </a:prstClr>
                    </a:outerShdw>
                  </a:effectLst>
                  <a:ea typeface="楷体" pitchFamily="49" charset="-122"/>
                </a:rPr>
                <a:t>）若</a:t>
              </a:r>
              <a:r>
                <a:rPr lang="en-US" altLang="zh-CN" sz="2000" b="1" dirty="0">
                  <a:effectLst>
                    <a:outerShdw blurRad="50800" dist="38100" dir="10800000" algn="r" rotWithShape="0">
                      <a:prstClr val="black">
                        <a:alpha val="40000"/>
                      </a:prstClr>
                    </a:outerShdw>
                  </a:effectLst>
                  <a:ea typeface="楷体" pitchFamily="49" charset="-122"/>
                </a:rPr>
                <a:t>m % </a:t>
              </a:r>
              <a:r>
                <a:rPr lang="en-US" altLang="zh-CN" sz="2000" b="1" dirty="0" err="1">
                  <a:effectLst>
                    <a:outerShdw blurRad="50800" dist="38100" dir="10800000" algn="r" rotWithShape="0">
                      <a:prstClr val="black">
                        <a:alpha val="40000"/>
                      </a:prstClr>
                    </a:outerShdw>
                  </a:effectLst>
                  <a:ea typeface="楷体" pitchFamily="49" charset="-122"/>
                </a:rPr>
                <a:t>i</a:t>
              </a:r>
              <a:r>
                <a:rPr lang="zh-CN" altLang="en-US" sz="2000" b="1" dirty="0">
                  <a:effectLst>
                    <a:outerShdw blurRad="50800" dist="38100" dir="10800000" algn="r" rotWithShape="0">
                      <a:prstClr val="black">
                        <a:alpha val="40000"/>
                      </a:prstClr>
                    </a:outerShdw>
                  </a:effectLst>
                  <a:ea typeface="楷体" pitchFamily="49" charset="-122"/>
                </a:rPr>
                <a:t>为</a:t>
              </a:r>
              <a:r>
                <a:rPr lang="en-US" altLang="zh-CN" sz="2000" b="1" dirty="0">
                  <a:effectLst>
                    <a:outerShdw blurRad="50800" dist="38100" dir="10800000" algn="r" rotWithShape="0">
                      <a:prstClr val="black">
                        <a:alpha val="40000"/>
                      </a:prstClr>
                    </a:outerShdw>
                  </a:effectLst>
                  <a:ea typeface="楷体" pitchFamily="49" charset="-122"/>
                </a:rPr>
                <a:t>0</a:t>
              </a:r>
              <a:r>
                <a:rPr lang="zh-CN" altLang="en-US" sz="2000" b="1" dirty="0">
                  <a:effectLst>
                    <a:outerShdw blurRad="50800" dist="38100" dir="10800000" algn="r" rotWithShape="0">
                      <a:prstClr val="black">
                        <a:alpha val="40000"/>
                      </a:prstClr>
                    </a:outerShdw>
                  </a:effectLst>
                  <a:ea typeface="楷体" pitchFamily="49" charset="-122"/>
                </a:rPr>
                <a:t>，则判定</a:t>
              </a:r>
              <a:r>
                <a:rPr lang="en-US" altLang="zh-CN" sz="2000" b="1" dirty="0">
                  <a:effectLst>
                    <a:outerShdw blurRad="50800" dist="38100" dir="10800000" algn="r" rotWithShape="0">
                      <a:prstClr val="black">
                        <a:alpha val="40000"/>
                      </a:prstClr>
                    </a:outerShdw>
                  </a:effectLst>
                  <a:ea typeface="楷体" pitchFamily="49" charset="-122"/>
                </a:rPr>
                <a:t>m</a:t>
              </a:r>
              <a:r>
                <a:rPr lang="zh-CN" altLang="en-US" sz="2000" b="1" dirty="0">
                  <a:effectLst>
                    <a:outerShdw blurRad="50800" dist="38100" dir="10800000" algn="r" rotWithShape="0">
                      <a:prstClr val="black">
                        <a:alpha val="40000"/>
                      </a:prstClr>
                    </a:outerShdw>
                  </a:effectLst>
                  <a:ea typeface="楷体" pitchFamily="49" charset="-122"/>
                </a:rPr>
                <a:t>不是素数，并终止对其余</a:t>
              </a:r>
              <a:r>
                <a:rPr lang="en-US" altLang="zh-CN" sz="2000" b="1" dirty="0" err="1">
                  <a:effectLst>
                    <a:outerShdw blurRad="50800" dist="38100" dir="10800000" algn="r" rotWithShape="0">
                      <a:prstClr val="black">
                        <a:alpha val="40000"/>
                      </a:prstClr>
                    </a:outerShdw>
                  </a:effectLst>
                  <a:ea typeface="楷体" pitchFamily="49" charset="-122"/>
                </a:rPr>
                <a:t>i</a:t>
              </a:r>
              <a:r>
                <a:rPr lang="zh-CN" altLang="en-US" sz="2000" b="1" dirty="0">
                  <a:effectLst>
                    <a:outerShdw blurRad="50800" dist="38100" dir="10800000" algn="r" rotWithShape="0">
                      <a:prstClr val="black">
                        <a:alpha val="40000"/>
                      </a:prstClr>
                    </a:outerShdw>
                  </a:effectLst>
                  <a:ea typeface="楷体" pitchFamily="49" charset="-122"/>
                </a:rPr>
                <a:t>值的检验；否则，令</a:t>
              </a:r>
              <a:r>
                <a:rPr lang="en-US" altLang="zh-CN" sz="2000" b="1" dirty="0" err="1">
                  <a:effectLst>
                    <a:outerShdw blurRad="50800" dist="38100" dir="10800000" algn="r" rotWithShape="0">
                      <a:prstClr val="black">
                        <a:alpha val="40000"/>
                      </a:prstClr>
                    </a:outerShdw>
                  </a:effectLst>
                  <a:ea typeface="楷体" pitchFamily="49" charset="-122"/>
                </a:rPr>
                <a:t>i</a:t>
              </a:r>
              <a:r>
                <a:rPr lang="en-US" altLang="zh-CN" sz="2000" b="1" dirty="0">
                  <a:effectLst>
                    <a:outerShdw blurRad="50800" dist="38100" dir="10800000" algn="r" rotWithShape="0">
                      <a:prstClr val="black">
                        <a:alpha val="40000"/>
                      </a:prstClr>
                    </a:outerShdw>
                  </a:effectLst>
                  <a:ea typeface="楷体" pitchFamily="49" charset="-122"/>
                </a:rPr>
                <a:t> = </a:t>
              </a:r>
              <a:r>
                <a:rPr lang="en-US" altLang="zh-CN" sz="2000" b="1" dirty="0" err="1">
                  <a:effectLst>
                    <a:outerShdw blurRad="50800" dist="38100" dir="10800000" algn="r" rotWithShape="0">
                      <a:prstClr val="black">
                        <a:alpha val="40000"/>
                      </a:prstClr>
                    </a:outerShdw>
                  </a:effectLst>
                  <a:ea typeface="楷体" pitchFamily="49" charset="-122"/>
                </a:rPr>
                <a:t>i</a:t>
              </a:r>
              <a:r>
                <a:rPr lang="en-US" altLang="zh-CN" sz="2000" b="1" dirty="0">
                  <a:effectLst>
                    <a:outerShdw blurRad="50800" dist="38100" dir="10800000" algn="r" rotWithShape="0">
                      <a:prstClr val="black">
                        <a:alpha val="40000"/>
                      </a:prstClr>
                    </a:outerShdw>
                  </a:effectLst>
                  <a:ea typeface="楷体" pitchFamily="49" charset="-122"/>
                </a:rPr>
                <a:t> + 1</a:t>
              </a:r>
              <a:r>
                <a:rPr lang="zh-CN" altLang="en-US" sz="2000" b="1" dirty="0">
                  <a:effectLst>
                    <a:outerShdw blurRad="50800" dist="38100" dir="10800000" algn="r" rotWithShape="0">
                      <a:prstClr val="black">
                        <a:alpha val="40000"/>
                      </a:prstClr>
                    </a:outerShdw>
                  </a:effectLst>
                  <a:ea typeface="楷体" pitchFamily="49" charset="-122"/>
                </a:rPr>
                <a:t>；并继续对其余</a:t>
              </a:r>
              <a:r>
                <a:rPr lang="en-US" altLang="zh-CN" sz="2000" b="1" dirty="0" err="1">
                  <a:effectLst>
                    <a:outerShdw blurRad="50800" dist="38100" dir="10800000" algn="r" rotWithShape="0">
                      <a:prstClr val="black">
                        <a:alpha val="40000"/>
                      </a:prstClr>
                    </a:outerShdw>
                  </a:effectLst>
                  <a:ea typeface="楷体" pitchFamily="49" charset="-122"/>
                </a:rPr>
                <a:t>i</a:t>
              </a:r>
              <a:r>
                <a:rPr lang="zh-CN" altLang="en-US" sz="2000" b="1" dirty="0">
                  <a:effectLst>
                    <a:outerShdw blurRad="50800" dist="38100" dir="10800000" algn="r" rotWithShape="0">
                      <a:prstClr val="black">
                        <a:alpha val="40000"/>
                      </a:prstClr>
                    </a:outerShdw>
                  </a:effectLst>
                  <a:ea typeface="楷体" pitchFamily="49" charset="-122"/>
                </a:rPr>
                <a:t>值进行检验，直到全部检验完毕为止，这时判定</a:t>
              </a:r>
              <a:r>
                <a:rPr lang="en-US" altLang="zh-CN" sz="2000" b="1" dirty="0">
                  <a:effectLst>
                    <a:outerShdw blurRad="50800" dist="38100" dir="10800000" algn="r" rotWithShape="0">
                      <a:prstClr val="black">
                        <a:alpha val="40000"/>
                      </a:prstClr>
                    </a:outerShdw>
                  </a:effectLst>
                  <a:ea typeface="楷体" pitchFamily="49" charset="-122"/>
                </a:rPr>
                <a:t>m</a:t>
              </a:r>
              <a:r>
                <a:rPr lang="zh-CN" altLang="en-US" sz="2000" b="1" dirty="0">
                  <a:effectLst>
                    <a:outerShdw blurRad="50800" dist="38100" dir="10800000" algn="r" rotWithShape="0">
                      <a:prstClr val="black">
                        <a:alpha val="40000"/>
                      </a:prstClr>
                    </a:outerShdw>
                  </a:effectLst>
                  <a:ea typeface="楷体" pitchFamily="49" charset="-122"/>
                </a:rPr>
                <a:t>是素数。</a:t>
              </a:r>
            </a:p>
          </p:txBody>
        </p:sp>
        <p:graphicFrame>
          <p:nvGraphicFramePr>
            <p:cNvPr id="941072" name="Object 16"/>
            <p:cNvGraphicFramePr>
              <a:graphicFrameLocks noChangeAspect="1"/>
            </p:cNvGraphicFramePr>
            <p:nvPr>
              <p:extLst>
                <p:ext uri="{D42A27DB-BD31-4B8C-83A1-F6EECF244321}">
                  <p14:modId xmlns:p14="http://schemas.microsoft.com/office/powerpoint/2010/main" val="4163320059"/>
                </p:ext>
              </p:extLst>
            </p:nvPr>
          </p:nvGraphicFramePr>
          <p:xfrm>
            <a:off x="2026913" y="5029029"/>
            <a:ext cx="633412" cy="360363"/>
          </p:xfrm>
          <a:graphic>
            <a:graphicData uri="http://schemas.openxmlformats.org/presentationml/2006/ole">
              <mc:AlternateContent xmlns:mc="http://schemas.openxmlformats.org/markup-compatibility/2006">
                <mc:Choice xmlns:v="urn:schemas-microsoft-com:vml" Requires="v">
                  <p:oleObj spid="_x0000_s941367" name="公式" r:id="rId6" imgW="279400" imgH="228600" progId="">
                    <p:embed/>
                  </p:oleObj>
                </mc:Choice>
                <mc:Fallback>
                  <p:oleObj name="公式" r:id="rId6" imgW="279400" imgH="228600" progId="">
                    <p:embed/>
                    <p:pic>
                      <p:nvPicPr>
                        <p:cNvPr id="0" name="Picture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26913" y="5029029"/>
                          <a:ext cx="633412" cy="360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 name="组合 2">
            <a:extLst>
              <a:ext uri="{FF2B5EF4-FFF2-40B4-BE49-F238E27FC236}">
                <a16:creationId xmlns:a16="http://schemas.microsoft.com/office/drawing/2014/main" id="{0CF3FC93-4DF2-4AC7-9E42-7EE38AD6A87A}"/>
              </a:ext>
            </a:extLst>
          </p:cNvPr>
          <p:cNvGrpSpPr/>
          <p:nvPr/>
        </p:nvGrpSpPr>
        <p:grpSpPr>
          <a:xfrm>
            <a:off x="893194" y="682120"/>
            <a:ext cx="10603406" cy="3515642"/>
            <a:chOff x="893194" y="682120"/>
            <a:chExt cx="10603406" cy="3515642"/>
          </a:xfrm>
        </p:grpSpPr>
        <p:sp>
          <p:nvSpPr>
            <p:cNvPr id="941071" name="Rectangle 15"/>
            <p:cNvSpPr>
              <a:spLocks noChangeArrowheads="1"/>
            </p:cNvSpPr>
            <p:nvPr/>
          </p:nvSpPr>
          <p:spPr bwMode="auto">
            <a:xfrm>
              <a:off x="893194" y="682120"/>
              <a:ext cx="10603406" cy="3515642"/>
            </a:xfrm>
            <a:prstGeom prst="rect">
              <a:avLst/>
            </a:prstGeom>
            <a:gradFill flip="none" rotWithShape="1">
              <a:gsLst>
                <a:gs pos="0">
                  <a:schemeClr val="accent4">
                    <a:tint val="50000"/>
                    <a:satMod val="300000"/>
                  </a:schemeClr>
                </a:gs>
                <a:gs pos="35000">
                  <a:schemeClr val="accent4">
                    <a:tint val="37000"/>
                    <a:satMod val="300000"/>
                  </a:schemeClr>
                </a:gs>
                <a:gs pos="100000">
                  <a:schemeClr val="accent4">
                    <a:tint val="15000"/>
                    <a:satMod val="350000"/>
                  </a:schemeClr>
                </a:gs>
              </a:gsLst>
              <a:lin ang="13500000" scaled="1"/>
              <a:tileRect/>
            </a:gradFill>
            <a:ln w="38100">
              <a:solidFill>
                <a:srgbClr val="FF33CC"/>
              </a:solidFill>
              <a:headEnd/>
              <a:tailEnd/>
            </a:ln>
            <a:effectLst>
              <a:outerShdw blurRad="50800" dist="101600" dir="2700000" algn="tl" rotWithShape="0">
                <a:prstClr val="black">
                  <a:alpha val="40000"/>
                </a:prstClr>
              </a:outerShdw>
            </a:effectLst>
            <a:scene3d>
              <a:camera prst="orthographicFront"/>
              <a:lightRig rig="threePt" dir="t"/>
            </a:scene3d>
            <a:sp3d>
              <a:bevelT w="114300" prst="hardEdge"/>
            </a:sp3d>
          </p:spPr>
          <p:style>
            <a:lnRef idx="1">
              <a:schemeClr val="accent4"/>
            </a:lnRef>
            <a:fillRef idx="2">
              <a:schemeClr val="accent4"/>
            </a:fillRef>
            <a:effectRef idx="1">
              <a:schemeClr val="accent4"/>
            </a:effectRef>
            <a:fontRef idx="minor">
              <a:schemeClr val="dk1"/>
            </a:fontRef>
          </p:style>
          <p:txBody>
            <a:bodyPr anchor="ctr">
              <a:spAutoFit/>
            </a:bodyPr>
            <a:lstStyle/>
            <a:p>
              <a:pPr>
                <a:lnSpc>
                  <a:spcPts val="3000"/>
                </a:lnSpc>
              </a:pPr>
              <a:r>
                <a:rPr lang="zh-CN" altLang="en-US" b="1" u="sng" dirty="0">
                  <a:solidFill>
                    <a:srgbClr val="FF3300"/>
                  </a:solidFill>
                  <a:effectLst>
                    <a:outerShdw blurRad="50800" dist="38100" dir="13500000" algn="br" rotWithShape="0">
                      <a:prstClr val="black">
                        <a:alpha val="40000"/>
                      </a:prstClr>
                    </a:outerShdw>
                  </a:effectLst>
                  <a:latin typeface="隶书" pitchFamily="49" charset="-122"/>
                  <a:ea typeface="隶书" pitchFamily="49" charset="-122"/>
                </a:rPr>
                <a:t>问题分析：</a:t>
              </a:r>
            </a:p>
            <a:p>
              <a:pPr>
                <a:lnSpc>
                  <a:spcPts val="3000"/>
                </a:lnSpc>
              </a:pPr>
              <a:r>
                <a:rPr lang="zh-CN" altLang="en-US" b="1" dirty="0">
                  <a:effectLst>
                    <a:outerShdw blurRad="50800" dist="38100" dir="13500000" algn="br" rotWithShape="0">
                      <a:prstClr val="black">
                        <a:alpha val="40000"/>
                      </a:prstClr>
                    </a:outerShdw>
                  </a:effectLst>
                  <a:ea typeface="楷体" pitchFamily="49" charset="-122"/>
                </a:rPr>
                <a:t>       </a:t>
              </a:r>
              <a:r>
                <a:rPr lang="zh-CN" altLang="en-US" sz="2000" b="1" dirty="0">
                  <a:solidFill>
                    <a:srgbClr val="FF3300"/>
                  </a:solidFill>
                  <a:effectLst>
                    <a:outerShdw blurRad="50800" dist="38100" dir="13500000" algn="br" rotWithShape="0">
                      <a:prstClr val="black">
                        <a:alpha val="40000"/>
                      </a:prstClr>
                    </a:outerShdw>
                  </a:effectLst>
                  <a:ea typeface="楷体" pitchFamily="49" charset="-122"/>
                </a:rPr>
                <a:t>素数</a:t>
              </a:r>
              <a:r>
                <a:rPr lang="zh-CN" altLang="en-US" sz="2000" b="1" dirty="0">
                  <a:solidFill>
                    <a:srgbClr val="339933"/>
                  </a:solidFill>
                  <a:effectLst>
                    <a:outerShdw blurRad="50800" dist="38100" dir="13500000" algn="br" rotWithShape="0">
                      <a:prstClr val="black">
                        <a:alpha val="40000"/>
                      </a:prstClr>
                    </a:outerShdw>
                  </a:effectLst>
                  <a:ea typeface="楷体" pitchFamily="49" charset="-122"/>
                </a:rPr>
                <a:t>是指除了能被</a:t>
              </a:r>
              <a:r>
                <a:rPr lang="en-US" altLang="zh-CN" sz="2000" b="1" dirty="0">
                  <a:solidFill>
                    <a:srgbClr val="339933"/>
                  </a:solidFill>
                  <a:effectLst>
                    <a:outerShdw blurRad="50800" dist="38100" dir="13500000" algn="br" rotWithShape="0">
                      <a:prstClr val="black">
                        <a:alpha val="40000"/>
                      </a:prstClr>
                    </a:outerShdw>
                  </a:effectLst>
                  <a:ea typeface="楷体" pitchFamily="49" charset="-122"/>
                </a:rPr>
                <a:t>1</a:t>
              </a:r>
              <a:r>
                <a:rPr lang="zh-CN" altLang="en-US" sz="2000" b="1" dirty="0">
                  <a:solidFill>
                    <a:srgbClr val="339933"/>
                  </a:solidFill>
                  <a:effectLst>
                    <a:outerShdw blurRad="50800" dist="38100" dir="13500000" algn="br" rotWithShape="0">
                      <a:prstClr val="black">
                        <a:alpha val="40000"/>
                      </a:prstClr>
                    </a:outerShdw>
                  </a:effectLst>
                  <a:ea typeface="楷体" pitchFamily="49" charset="-122"/>
                </a:rPr>
                <a:t>和它本身整除外，不能被其它任何整数整除的数。</a:t>
              </a:r>
              <a:r>
                <a:rPr lang="zh-CN" altLang="en-US" sz="2000" b="1" dirty="0">
                  <a:effectLst>
                    <a:outerShdw blurRad="50800" dist="38100" dir="13500000" algn="br" rotWithShape="0">
                      <a:prstClr val="black">
                        <a:alpha val="40000"/>
                      </a:prstClr>
                    </a:outerShdw>
                  </a:effectLst>
                  <a:ea typeface="楷体" pitchFamily="49" charset="-122"/>
                </a:rPr>
                <a:t>例如，</a:t>
              </a:r>
              <a:r>
                <a:rPr lang="en-US" altLang="zh-CN" sz="2000" b="1" dirty="0">
                  <a:effectLst>
                    <a:outerShdw blurRad="50800" dist="38100" dir="13500000" algn="br" rotWithShape="0">
                      <a:prstClr val="black">
                        <a:alpha val="40000"/>
                      </a:prstClr>
                    </a:outerShdw>
                  </a:effectLst>
                  <a:ea typeface="楷体" pitchFamily="49" charset="-122"/>
                </a:rPr>
                <a:t>17</a:t>
              </a:r>
              <a:r>
                <a:rPr lang="zh-CN" altLang="en-US" sz="2000" b="1" dirty="0">
                  <a:effectLst>
                    <a:outerShdw blurRad="50800" dist="38100" dir="13500000" algn="br" rotWithShape="0">
                      <a:prstClr val="black">
                        <a:alpha val="40000"/>
                      </a:prstClr>
                    </a:outerShdw>
                  </a:effectLst>
                  <a:ea typeface="楷体" pitchFamily="49" charset="-122"/>
                </a:rPr>
                <a:t>就是一个素数，除了</a:t>
              </a:r>
              <a:r>
                <a:rPr lang="en-US" altLang="zh-CN" sz="2000" b="1" dirty="0">
                  <a:effectLst>
                    <a:outerShdw blurRad="50800" dist="38100" dir="13500000" algn="br" rotWithShape="0">
                      <a:prstClr val="black">
                        <a:alpha val="40000"/>
                      </a:prstClr>
                    </a:outerShdw>
                  </a:effectLst>
                  <a:ea typeface="楷体" pitchFamily="49" charset="-122"/>
                </a:rPr>
                <a:t>1</a:t>
              </a:r>
              <a:r>
                <a:rPr lang="zh-CN" altLang="en-US" sz="2000" b="1" dirty="0">
                  <a:effectLst>
                    <a:outerShdw blurRad="50800" dist="38100" dir="13500000" algn="br" rotWithShape="0">
                      <a:prstClr val="black">
                        <a:alpha val="40000"/>
                      </a:prstClr>
                    </a:outerShdw>
                  </a:effectLst>
                  <a:ea typeface="楷体" pitchFamily="49" charset="-122"/>
                </a:rPr>
                <a:t>和</a:t>
              </a:r>
              <a:r>
                <a:rPr lang="en-US" altLang="zh-CN" sz="2000" b="1" dirty="0">
                  <a:effectLst>
                    <a:outerShdw blurRad="50800" dist="38100" dir="13500000" algn="br" rotWithShape="0">
                      <a:prstClr val="black">
                        <a:alpha val="40000"/>
                      </a:prstClr>
                    </a:outerShdw>
                  </a:effectLst>
                  <a:ea typeface="楷体" pitchFamily="49" charset="-122"/>
                </a:rPr>
                <a:t>17</a:t>
              </a:r>
              <a:r>
                <a:rPr lang="zh-CN" altLang="en-US" sz="2000" b="1" dirty="0">
                  <a:effectLst>
                    <a:outerShdw blurRad="50800" dist="38100" dir="13500000" algn="br" rotWithShape="0">
                      <a:prstClr val="black">
                        <a:alpha val="40000"/>
                      </a:prstClr>
                    </a:outerShdw>
                  </a:effectLst>
                  <a:ea typeface="楷体" pitchFamily="49" charset="-122"/>
                </a:rPr>
                <a:t>之外，它不能被</a:t>
              </a:r>
              <a:r>
                <a:rPr lang="en-US" altLang="zh-CN" sz="2000" b="1" dirty="0">
                  <a:effectLst>
                    <a:outerShdw blurRad="50800" dist="38100" dir="13500000" algn="br" rotWithShape="0">
                      <a:prstClr val="black">
                        <a:alpha val="40000"/>
                      </a:prstClr>
                    </a:outerShdw>
                  </a:effectLst>
                  <a:ea typeface="楷体" pitchFamily="49" charset="-122"/>
                </a:rPr>
                <a:t>2</a:t>
              </a:r>
              <a:r>
                <a:rPr lang="zh-CN" altLang="en-US" sz="2000" b="1" dirty="0">
                  <a:effectLst>
                    <a:outerShdw blurRad="50800" dist="38100" dir="13500000" algn="br" rotWithShape="0">
                      <a:prstClr val="black">
                        <a:alpha val="40000"/>
                      </a:prstClr>
                    </a:outerShdw>
                  </a:effectLst>
                  <a:ea typeface="楷体" pitchFamily="49" charset="-122"/>
                </a:rPr>
                <a:t>～</a:t>
              </a:r>
              <a:r>
                <a:rPr lang="en-US" altLang="zh-CN" sz="2000" b="1" dirty="0">
                  <a:effectLst>
                    <a:outerShdw blurRad="50800" dist="38100" dir="13500000" algn="br" rotWithShape="0">
                      <a:prstClr val="black">
                        <a:alpha val="40000"/>
                      </a:prstClr>
                    </a:outerShdw>
                  </a:effectLst>
                  <a:ea typeface="楷体" pitchFamily="49" charset="-122"/>
                </a:rPr>
                <a:t>16</a:t>
              </a:r>
              <a:r>
                <a:rPr lang="zh-CN" altLang="en-US" sz="2000" b="1" dirty="0">
                  <a:effectLst>
                    <a:outerShdw blurRad="50800" dist="38100" dir="13500000" algn="br" rotWithShape="0">
                      <a:prstClr val="black">
                        <a:alpha val="40000"/>
                      </a:prstClr>
                    </a:outerShdw>
                  </a:effectLst>
                  <a:ea typeface="楷体" pitchFamily="49" charset="-122"/>
                </a:rPr>
                <a:t>之间的任何整数整除。根据素数的这个定义，可得到判断素数的方法：</a:t>
              </a:r>
            </a:p>
            <a:p>
              <a:pPr>
                <a:lnSpc>
                  <a:spcPts val="3000"/>
                </a:lnSpc>
              </a:pPr>
              <a:r>
                <a:rPr lang="zh-CN" altLang="en-US" sz="2000" b="1" dirty="0">
                  <a:effectLst>
                    <a:outerShdw blurRad="50800" dist="38100" dir="13500000" algn="br" rotWithShape="0">
                      <a:prstClr val="black">
                        <a:alpha val="40000"/>
                      </a:prstClr>
                    </a:outerShdw>
                  </a:effectLst>
                  <a:ea typeface="楷体" pitchFamily="49" charset="-122"/>
                </a:rPr>
                <a:t>        把</a:t>
              </a:r>
              <a:r>
                <a:rPr lang="en-US" altLang="zh-CN" sz="2000" b="1" dirty="0">
                  <a:effectLst>
                    <a:outerShdw blurRad="50800" dist="38100" dir="13500000" algn="br" rotWithShape="0">
                      <a:prstClr val="black">
                        <a:alpha val="40000"/>
                      </a:prstClr>
                    </a:outerShdw>
                  </a:effectLst>
                  <a:ea typeface="楷体" pitchFamily="49" charset="-122"/>
                </a:rPr>
                <a:t>m</a:t>
              </a:r>
              <a:r>
                <a:rPr lang="zh-CN" altLang="en-US" sz="2000" b="1" dirty="0">
                  <a:effectLst>
                    <a:outerShdw blurRad="50800" dist="38100" dir="13500000" algn="br" rotWithShape="0">
                      <a:prstClr val="black">
                        <a:alpha val="40000"/>
                      </a:prstClr>
                    </a:outerShdw>
                  </a:effectLst>
                  <a:ea typeface="楷体" pitchFamily="49" charset="-122"/>
                </a:rPr>
                <a:t>作为被除数，把</a:t>
              </a:r>
              <a:r>
                <a:rPr lang="en-US" altLang="zh-CN" sz="2000" b="1" dirty="0" err="1">
                  <a:effectLst>
                    <a:outerShdw blurRad="50800" dist="38100" dir="13500000" algn="br" rotWithShape="0">
                      <a:prstClr val="black">
                        <a:alpha val="40000"/>
                      </a:prstClr>
                    </a:outerShdw>
                  </a:effectLst>
                  <a:ea typeface="楷体" pitchFamily="49" charset="-122"/>
                </a:rPr>
                <a:t>i</a:t>
              </a:r>
              <a:r>
                <a:rPr lang="en-US" altLang="zh-CN" sz="2000" b="1" dirty="0">
                  <a:effectLst>
                    <a:outerShdw blurRad="50800" dist="38100" dir="13500000" algn="br" rotWithShape="0">
                      <a:prstClr val="black">
                        <a:alpha val="40000"/>
                      </a:prstClr>
                    </a:outerShdw>
                  </a:effectLst>
                  <a:ea typeface="楷体" pitchFamily="49" charset="-122"/>
                </a:rPr>
                <a:t> = 2 </a:t>
              </a:r>
              <a:r>
                <a:rPr lang="zh-CN" altLang="en-US" sz="2000" b="1" dirty="0">
                  <a:effectLst>
                    <a:outerShdw blurRad="50800" dist="38100" dir="13500000" algn="br" rotWithShape="0">
                      <a:prstClr val="black">
                        <a:alpha val="40000"/>
                      </a:prstClr>
                    </a:outerShdw>
                  </a:effectLst>
                  <a:ea typeface="楷体" pitchFamily="49" charset="-122"/>
                </a:rPr>
                <a:t>～ </a:t>
              </a:r>
              <a:r>
                <a:rPr lang="en-US" altLang="zh-CN" sz="2000" b="1" dirty="0">
                  <a:effectLst>
                    <a:outerShdw blurRad="50800" dist="38100" dir="13500000" algn="br" rotWithShape="0">
                      <a:prstClr val="black">
                        <a:alpha val="40000"/>
                      </a:prstClr>
                    </a:outerShdw>
                  </a:effectLst>
                  <a:ea typeface="楷体" pitchFamily="49" charset="-122"/>
                </a:rPr>
                <a:t>(m-1)</a:t>
              </a:r>
              <a:r>
                <a:rPr lang="zh-CN" altLang="en-US" sz="2000" b="1" dirty="0">
                  <a:effectLst>
                    <a:outerShdw blurRad="50800" dist="38100" dir="13500000" algn="br" rotWithShape="0">
                      <a:prstClr val="black">
                        <a:alpha val="40000"/>
                      </a:prstClr>
                    </a:outerShdw>
                  </a:effectLst>
                  <a:ea typeface="楷体" pitchFamily="49" charset="-122"/>
                </a:rPr>
                <a:t>依次作为除数，判断被除数</a:t>
              </a:r>
              <a:r>
                <a:rPr lang="en-US" altLang="zh-CN" sz="2000" b="1" dirty="0">
                  <a:effectLst>
                    <a:outerShdw blurRad="50800" dist="38100" dir="13500000" algn="br" rotWithShape="0">
                      <a:prstClr val="black">
                        <a:alpha val="40000"/>
                      </a:prstClr>
                    </a:outerShdw>
                  </a:effectLst>
                  <a:ea typeface="楷体" pitchFamily="49" charset="-122"/>
                </a:rPr>
                <a:t>m</a:t>
              </a:r>
              <a:r>
                <a:rPr lang="zh-CN" altLang="en-US" sz="2000" b="1" dirty="0">
                  <a:effectLst>
                    <a:outerShdw blurRad="50800" dist="38100" dir="13500000" algn="br" rotWithShape="0">
                      <a:prstClr val="black">
                        <a:alpha val="40000"/>
                      </a:prstClr>
                    </a:outerShdw>
                  </a:effectLst>
                  <a:ea typeface="楷体" pitchFamily="49" charset="-122"/>
                </a:rPr>
                <a:t>与除数</a:t>
              </a:r>
              <a:r>
                <a:rPr lang="en-US" altLang="zh-CN" sz="2000" b="1" dirty="0" err="1">
                  <a:effectLst>
                    <a:outerShdw blurRad="50800" dist="38100" dir="13500000" algn="br" rotWithShape="0">
                      <a:prstClr val="black">
                        <a:alpha val="40000"/>
                      </a:prstClr>
                    </a:outerShdw>
                  </a:effectLst>
                  <a:ea typeface="楷体" pitchFamily="49" charset="-122"/>
                </a:rPr>
                <a:t>i</a:t>
              </a:r>
              <a:r>
                <a:rPr lang="zh-CN" altLang="en-US" sz="2000" b="1" dirty="0">
                  <a:effectLst>
                    <a:outerShdw blurRad="50800" dist="38100" dir="13500000" algn="br" rotWithShape="0">
                      <a:prstClr val="black">
                        <a:alpha val="40000"/>
                      </a:prstClr>
                    </a:outerShdw>
                  </a:effectLst>
                  <a:ea typeface="楷体" pitchFamily="49" charset="-122"/>
                </a:rPr>
                <a:t>相除的结果，若都除不尽，即余数都不为</a:t>
              </a:r>
              <a:r>
                <a:rPr lang="en-US" altLang="zh-CN" sz="2000" b="1" dirty="0">
                  <a:effectLst>
                    <a:outerShdw blurRad="50800" dist="38100" dir="13500000" algn="br" rotWithShape="0">
                      <a:prstClr val="black">
                        <a:alpha val="40000"/>
                      </a:prstClr>
                    </a:outerShdw>
                  </a:effectLst>
                  <a:ea typeface="楷体" pitchFamily="49" charset="-122"/>
                </a:rPr>
                <a:t>0</a:t>
              </a:r>
              <a:r>
                <a:rPr lang="zh-CN" altLang="en-US" sz="2000" b="1" dirty="0">
                  <a:effectLst>
                    <a:outerShdw blurRad="50800" dist="38100" dir="13500000" algn="br" rotWithShape="0">
                      <a:prstClr val="black">
                        <a:alpha val="40000"/>
                      </a:prstClr>
                    </a:outerShdw>
                  </a:effectLst>
                  <a:ea typeface="楷体" pitchFamily="49" charset="-122"/>
                </a:rPr>
                <a:t>，则说明</a:t>
              </a:r>
              <a:r>
                <a:rPr lang="en-US" altLang="zh-CN" sz="2000" b="1" dirty="0">
                  <a:effectLst>
                    <a:outerShdw blurRad="50800" dist="38100" dir="13500000" algn="br" rotWithShape="0">
                      <a:prstClr val="black">
                        <a:alpha val="40000"/>
                      </a:prstClr>
                    </a:outerShdw>
                  </a:effectLst>
                  <a:ea typeface="楷体" pitchFamily="49" charset="-122"/>
                </a:rPr>
                <a:t>m</a:t>
              </a:r>
              <a:r>
                <a:rPr lang="zh-CN" altLang="en-US" sz="2000" b="1" dirty="0">
                  <a:effectLst>
                    <a:outerShdw blurRad="50800" dist="38100" dir="13500000" algn="br" rotWithShape="0">
                      <a:prstClr val="black">
                        <a:alpha val="40000"/>
                      </a:prstClr>
                    </a:outerShdw>
                  </a:effectLst>
                  <a:ea typeface="楷体" pitchFamily="49" charset="-122"/>
                </a:rPr>
                <a:t>是素数，反之，只要有一次能除尽（余数为</a:t>
              </a:r>
              <a:r>
                <a:rPr lang="en-US" altLang="zh-CN" sz="2000" b="1" dirty="0">
                  <a:effectLst>
                    <a:outerShdw blurRad="50800" dist="38100" dir="13500000" algn="br" rotWithShape="0">
                      <a:prstClr val="black">
                        <a:alpha val="40000"/>
                      </a:prstClr>
                    </a:outerShdw>
                  </a:effectLst>
                  <a:ea typeface="楷体" pitchFamily="49" charset="-122"/>
                </a:rPr>
                <a:t>0</a:t>
              </a:r>
              <a:r>
                <a:rPr lang="zh-CN" altLang="en-US" sz="2000" b="1" dirty="0">
                  <a:effectLst>
                    <a:outerShdw blurRad="50800" dist="38100" dir="13500000" algn="br" rotWithShape="0">
                      <a:prstClr val="black">
                        <a:alpha val="40000"/>
                      </a:prstClr>
                    </a:outerShdw>
                  </a:effectLst>
                  <a:ea typeface="楷体" pitchFamily="49" charset="-122"/>
                </a:rPr>
                <a:t>），则说明</a:t>
              </a:r>
              <a:r>
                <a:rPr lang="en-US" altLang="zh-CN" sz="2000" b="1" dirty="0">
                  <a:effectLst>
                    <a:outerShdw blurRad="50800" dist="38100" dir="13500000" algn="br" rotWithShape="0">
                      <a:prstClr val="black">
                        <a:alpha val="40000"/>
                      </a:prstClr>
                    </a:outerShdw>
                  </a:effectLst>
                  <a:ea typeface="楷体" pitchFamily="49" charset="-122"/>
                </a:rPr>
                <a:t>m</a:t>
              </a:r>
              <a:r>
                <a:rPr lang="zh-CN" altLang="en-US" sz="2000" b="1" dirty="0">
                  <a:effectLst>
                    <a:outerShdw blurRad="50800" dist="38100" dir="13500000" algn="br" rotWithShape="0">
                      <a:prstClr val="black">
                        <a:alpha val="40000"/>
                      </a:prstClr>
                    </a:outerShdw>
                  </a:effectLst>
                  <a:ea typeface="楷体" pitchFamily="49" charset="-122"/>
                </a:rPr>
                <a:t>存在一个</a:t>
              </a:r>
              <a:r>
                <a:rPr lang="en-US" altLang="zh-CN" sz="2000" b="1" dirty="0">
                  <a:effectLst>
                    <a:outerShdw blurRad="50800" dist="38100" dir="13500000" algn="br" rotWithShape="0">
                      <a:prstClr val="black">
                        <a:alpha val="40000"/>
                      </a:prstClr>
                    </a:outerShdw>
                  </a:effectLst>
                  <a:ea typeface="楷体" pitchFamily="49" charset="-122"/>
                </a:rPr>
                <a:t>1</a:t>
              </a:r>
              <a:r>
                <a:rPr lang="zh-CN" altLang="en-US" sz="2000" b="1" dirty="0">
                  <a:effectLst>
                    <a:outerShdw blurRad="50800" dist="38100" dir="13500000" algn="br" rotWithShape="0">
                      <a:prstClr val="black">
                        <a:alpha val="40000"/>
                      </a:prstClr>
                    </a:outerShdw>
                  </a:effectLst>
                  <a:ea typeface="楷体" pitchFamily="49" charset="-122"/>
                </a:rPr>
                <a:t>和它本身以外的另一个因子，它不是素数。</a:t>
              </a:r>
            </a:p>
            <a:p>
              <a:pPr>
                <a:lnSpc>
                  <a:spcPts val="3000"/>
                </a:lnSpc>
              </a:pPr>
              <a:r>
                <a:rPr lang="zh-CN" altLang="en-US" sz="2000" b="1" dirty="0">
                  <a:effectLst>
                    <a:outerShdw blurRad="50800" dist="38100" dir="13500000" algn="br" rotWithShape="0">
                      <a:prstClr val="black">
                        <a:alpha val="40000"/>
                      </a:prstClr>
                    </a:outerShdw>
                  </a:effectLst>
                  <a:ea typeface="楷体" pitchFamily="49" charset="-122"/>
                </a:rPr>
                <a:t>        事实上，根本用不着除那么多次，用数学的方法可以证明：</a:t>
              </a:r>
              <a:r>
                <a:rPr lang="zh-CN" altLang="en-US" sz="2000" b="1" dirty="0">
                  <a:solidFill>
                    <a:srgbClr val="CC3300"/>
                  </a:solidFill>
                  <a:effectLst>
                    <a:outerShdw blurRad="50800" dist="38100" dir="13500000" algn="br" rotWithShape="0">
                      <a:prstClr val="black">
                        <a:alpha val="40000"/>
                      </a:prstClr>
                    </a:outerShdw>
                  </a:effectLst>
                  <a:ea typeface="楷体" pitchFamily="49" charset="-122"/>
                </a:rPr>
                <a:t>只需用</a:t>
              </a:r>
              <a:r>
                <a:rPr lang="en-US" altLang="zh-CN" sz="2000" b="1" dirty="0">
                  <a:solidFill>
                    <a:srgbClr val="CC3300"/>
                  </a:solidFill>
                  <a:effectLst>
                    <a:outerShdw blurRad="50800" dist="38100" dir="13500000" algn="br" rotWithShape="0">
                      <a:prstClr val="black">
                        <a:alpha val="40000"/>
                      </a:prstClr>
                    </a:outerShdw>
                  </a:effectLst>
                  <a:ea typeface="楷体" pitchFamily="49" charset="-122"/>
                </a:rPr>
                <a:t>2</a:t>
              </a:r>
              <a:r>
                <a:rPr lang="zh-CN" altLang="en-US" sz="2000" b="1" dirty="0">
                  <a:solidFill>
                    <a:srgbClr val="CC3300"/>
                  </a:solidFill>
                  <a:effectLst>
                    <a:outerShdw blurRad="50800" dist="38100" dir="13500000" algn="br" rotWithShape="0">
                      <a:prstClr val="black">
                        <a:alpha val="40000"/>
                      </a:prstClr>
                    </a:outerShdw>
                  </a:effectLst>
                  <a:ea typeface="楷体" pitchFamily="49" charset="-122"/>
                </a:rPr>
                <a:t>～        之间（取整数）数去除</a:t>
              </a:r>
              <a:r>
                <a:rPr lang="en-US" altLang="zh-CN" sz="2000" b="1" dirty="0">
                  <a:solidFill>
                    <a:srgbClr val="CC3300"/>
                  </a:solidFill>
                  <a:effectLst>
                    <a:outerShdw blurRad="50800" dist="38100" dir="13500000" algn="br" rotWithShape="0">
                      <a:prstClr val="black">
                        <a:alpha val="40000"/>
                      </a:prstClr>
                    </a:outerShdw>
                  </a:effectLst>
                  <a:ea typeface="楷体" pitchFamily="49" charset="-122"/>
                </a:rPr>
                <a:t>m</a:t>
              </a:r>
              <a:r>
                <a:rPr lang="zh-CN" altLang="en-US" sz="2000" b="1" dirty="0">
                  <a:solidFill>
                    <a:srgbClr val="CC3300"/>
                  </a:solidFill>
                  <a:effectLst>
                    <a:outerShdw blurRad="50800" dist="38100" dir="13500000" algn="br" rotWithShape="0">
                      <a:prstClr val="black">
                        <a:alpha val="40000"/>
                      </a:prstClr>
                    </a:outerShdw>
                  </a:effectLst>
                  <a:ea typeface="楷体" pitchFamily="49" charset="-122"/>
                </a:rPr>
                <a:t>，</a:t>
              </a:r>
              <a:r>
                <a:rPr lang="zh-CN" altLang="en-US" sz="2000" b="1" dirty="0">
                  <a:effectLst>
                    <a:outerShdw blurRad="50800" dist="38100" dir="13500000" algn="br" rotWithShape="0">
                      <a:prstClr val="black">
                        <a:alpha val="40000"/>
                      </a:prstClr>
                    </a:outerShdw>
                  </a:effectLst>
                  <a:ea typeface="楷体" pitchFamily="49" charset="-122"/>
                </a:rPr>
                <a:t>即可得到正确的判定结果。</a:t>
              </a:r>
              <a:r>
                <a:rPr lang="zh-CN" altLang="en-US" sz="2000" dirty="0">
                  <a:effectLst>
                    <a:outerShdw blurRad="50800" dist="38100" dir="13500000" algn="br" rotWithShape="0">
                      <a:prstClr val="black">
                        <a:alpha val="40000"/>
                      </a:prstClr>
                    </a:outerShdw>
                  </a:effectLst>
                  <a:ea typeface="楷体" pitchFamily="49" charset="-122"/>
                </a:rPr>
                <a:t>  </a:t>
              </a:r>
            </a:p>
          </p:txBody>
        </p:sp>
        <p:graphicFrame>
          <p:nvGraphicFramePr>
            <p:cNvPr id="941075" name="Object 19"/>
            <p:cNvGraphicFramePr>
              <a:graphicFrameLocks noChangeAspect="1"/>
            </p:cNvGraphicFramePr>
            <p:nvPr>
              <p:extLst>
                <p:ext uri="{D42A27DB-BD31-4B8C-83A1-F6EECF244321}">
                  <p14:modId xmlns:p14="http://schemas.microsoft.com/office/powerpoint/2010/main" val="1561947280"/>
                </p:ext>
              </p:extLst>
            </p:nvPr>
          </p:nvGraphicFramePr>
          <p:xfrm>
            <a:off x="9230318" y="3411733"/>
            <a:ext cx="588981" cy="360362"/>
          </p:xfrm>
          <a:graphic>
            <a:graphicData uri="http://schemas.openxmlformats.org/presentationml/2006/ole">
              <mc:AlternateContent xmlns:mc="http://schemas.openxmlformats.org/markup-compatibility/2006">
                <mc:Choice xmlns:v="urn:schemas-microsoft-com:vml" Requires="v">
                  <p:oleObj spid="_x0000_s941368" name="Equation" r:id="rId8" imgW="279360" imgH="228600" progId="">
                    <p:embed/>
                  </p:oleObj>
                </mc:Choice>
                <mc:Fallback>
                  <p:oleObj name="Equation" r:id="rId8" imgW="279360" imgH="228600" progId="">
                    <p:embed/>
                    <p:pic>
                      <p:nvPicPr>
                        <p:cNvPr id="0" name="Picture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230318" y="3411733"/>
                          <a:ext cx="588981" cy="360362"/>
                        </a:xfrm>
                        <a:prstGeom prst="rect">
                          <a:avLst/>
                        </a:prstGeom>
                        <a:noFill/>
                        <a:ln>
                          <a:noFill/>
                        </a:ln>
                        <a:extLst/>
                      </p:spPr>
                    </p:pic>
                  </p:oleObj>
                </mc:Fallback>
              </mc:AlternateContent>
            </a:graphicData>
          </a:graphic>
        </p:graphicFrame>
      </p:grpSp>
      <p:grpSp>
        <p:nvGrpSpPr>
          <p:cNvPr id="941076" name="Group 20"/>
          <p:cNvGrpSpPr>
            <a:grpSpLocks/>
          </p:cNvGrpSpPr>
          <p:nvPr/>
        </p:nvGrpSpPr>
        <p:grpSpPr bwMode="auto">
          <a:xfrm>
            <a:off x="-7983" y="0"/>
            <a:ext cx="446088" cy="6858000"/>
            <a:chOff x="0" y="0"/>
            <a:chExt cx="281" cy="4320"/>
          </a:xfrm>
        </p:grpSpPr>
        <p:sp>
          <p:nvSpPr>
            <p:cNvPr id="941077" name="Text Box 2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41078" name="Text Box 2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grpSp>
        <p:nvGrpSpPr>
          <p:cNvPr id="116" name="组合 115"/>
          <p:cNvGrpSpPr/>
          <p:nvPr/>
        </p:nvGrpSpPr>
        <p:grpSpPr>
          <a:xfrm>
            <a:off x="2338856" y="1236652"/>
            <a:ext cx="7429552" cy="5000660"/>
            <a:chOff x="1071538" y="1071546"/>
            <a:chExt cx="7429552" cy="5000660"/>
          </a:xfrm>
        </p:grpSpPr>
        <p:sp>
          <p:nvSpPr>
            <p:cNvPr id="13" name="矩形 12"/>
            <p:cNvSpPr/>
            <p:nvPr/>
          </p:nvSpPr>
          <p:spPr bwMode="auto">
            <a:xfrm>
              <a:off x="1071538" y="1071546"/>
              <a:ext cx="7429552" cy="5000660"/>
            </a:xfrm>
            <a:prstGeom prst="rect">
              <a:avLst/>
            </a:prstGeom>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13500000" scaled="1"/>
              <a:tileRect/>
            </a:gradFill>
            <a:ln w="38100">
              <a:solidFill>
                <a:schemeClr val="accent1">
                  <a:lumMod val="50000"/>
                </a:schemeClr>
              </a:solidFill>
              <a:headEnd type="none" w="med" len="med"/>
              <a:tailEnd type="none" w="med" len="me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prstTxWarp prst="textNoShape">
                <a:avLst/>
              </a:prstTxWarp>
            </a:bodyPr>
            <a:lstStyle/>
            <a:p>
              <a:endParaRPr lang="zh-CN" altLang="en-US">
                <a:solidFill>
                  <a:schemeClr val="tx1"/>
                </a:solidFill>
                <a:latin typeface="Times New Roman" pitchFamily="18" charset="0"/>
                <a:ea typeface="宋体" pitchFamily="2" charset="-122"/>
              </a:endParaRPr>
            </a:p>
          </p:txBody>
        </p:sp>
        <p:grpSp>
          <p:nvGrpSpPr>
            <p:cNvPr id="81" name="组合 80"/>
            <p:cNvGrpSpPr/>
            <p:nvPr/>
          </p:nvGrpSpPr>
          <p:grpSpPr>
            <a:xfrm>
              <a:off x="1227270" y="1428736"/>
              <a:ext cx="3487606" cy="4492645"/>
              <a:chOff x="1357290" y="1258761"/>
              <a:chExt cx="3487606" cy="4492645"/>
            </a:xfrm>
          </p:grpSpPr>
          <p:grpSp>
            <p:nvGrpSpPr>
              <p:cNvPr id="2" name="组合 423"/>
              <p:cNvGrpSpPr>
                <a:grpSpLocks/>
              </p:cNvGrpSpPr>
              <p:nvPr/>
            </p:nvGrpSpPr>
            <p:grpSpPr bwMode="auto">
              <a:xfrm>
                <a:off x="1357290" y="1258761"/>
                <a:ext cx="3487606" cy="4492645"/>
                <a:chOff x="95" y="792"/>
                <a:chExt cx="18955" cy="32816"/>
              </a:xfrm>
            </p:grpSpPr>
            <p:grpSp>
              <p:nvGrpSpPr>
                <p:cNvPr id="644" name="Group 10"/>
                <p:cNvGrpSpPr>
                  <a:grpSpLocks/>
                </p:cNvGrpSpPr>
                <p:nvPr/>
              </p:nvGrpSpPr>
              <p:grpSpPr bwMode="auto">
                <a:xfrm>
                  <a:off x="95" y="792"/>
                  <a:ext cx="18955" cy="32816"/>
                  <a:chOff x="1590" y="9833"/>
                  <a:chExt cx="2985" cy="5168"/>
                </a:xfrm>
              </p:grpSpPr>
              <p:grpSp>
                <p:nvGrpSpPr>
                  <p:cNvPr id="645" name="Group 11"/>
                  <p:cNvGrpSpPr>
                    <a:grpSpLocks/>
                  </p:cNvGrpSpPr>
                  <p:nvPr/>
                </p:nvGrpSpPr>
                <p:grpSpPr bwMode="auto">
                  <a:xfrm>
                    <a:off x="2150" y="10523"/>
                    <a:ext cx="910" cy="2220"/>
                    <a:chOff x="2150" y="10523"/>
                    <a:chExt cx="910" cy="2220"/>
                  </a:xfrm>
                </p:grpSpPr>
                <p:sp>
                  <p:nvSpPr>
                    <p:cNvPr id="646" name="Line 12"/>
                    <p:cNvSpPr>
                      <a:spLocks noChangeShapeType="1"/>
                    </p:cNvSpPr>
                    <p:nvPr/>
                  </p:nvSpPr>
                  <p:spPr bwMode="auto">
                    <a:xfrm>
                      <a:off x="3055" y="10523"/>
                      <a:ext cx="0" cy="31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74" name="Line 13"/>
                    <p:cNvSpPr>
                      <a:spLocks noChangeShapeType="1"/>
                    </p:cNvSpPr>
                    <p:nvPr/>
                  </p:nvSpPr>
                  <p:spPr bwMode="auto">
                    <a:xfrm>
                      <a:off x="3060" y="11182"/>
                      <a:ext cx="0" cy="31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86" name="Line 14"/>
                    <p:cNvSpPr>
                      <a:spLocks noChangeShapeType="1"/>
                    </p:cNvSpPr>
                    <p:nvPr/>
                  </p:nvSpPr>
                  <p:spPr bwMode="auto">
                    <a:xfrm>
                      <a:off x="3055" y="11822"/>
                      <a:ext cx="0" cy="31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688" name="Group 15"/>
                    <p:cNvGrpSpPr>
                      <a:grpSpLocks/>
                    </p:cNvGrpSpPr>
                    <p:nvPr/>
                  </p:nvGrpSpPr>
                  <p:grpSpPr bwMode="auto">
                    <a:xfrm>
                      <a:off x="2150" y="10664"/>
                      <a:ext cx="910" cy="2079"/>
                      <a:chOff x="2150" y="10664"/>
                      <a:chExt cx="910" cy="2079"/>
                    </a:xfrm>
                  </p:grpSpPr>
                  <p:sp>
                    <p:nvSpPr>
                      <p:cNvPr id="690" name="Line 16"/>
                      <p:cNvSpPr>
                        <a:spLocks noChangeShapeType="1"/>
                      </p:cNvSpPr>
                      <p:nvPr/>
                    </p:nvSpPr>
                    <p:spPr bwMode="auto">
                      <a:xfrm>
                        <a:off x="3055" y="12431"/>
                        <a:ext cx="0" cy="31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92" name="Line 17"/>
                      <p:cNvSpPr>
                        <a:spLocks noChangeShapeType="1"/>
                      </p:cNvSpPr>
                      <p:nvPr/>
                    </p:nvSpPr>
                    <p:spPr bwMode="auto">
                      <a:xfrm rot="-5400000">
                        <a:off x="2600" y="10220"/>
                        <a:ext cx="0" cy="900"/>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93" name="Line 18"/>
                      <p:cNvSpPr>
                        <a:spLocks noChangeShapeType="1"/>
                      </p:cNvSpPr>
                      <p:nvPr/>
                    </p:nvSpPr>
                    <p:spPr bwMode="auto">
                      <a:xfrm flipH="1">
                        <a:off x="2160" y="12738"/>
                        <a:ext cx="900"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97" name="Line 19"/>
                      <p:cNvSpPr>
                        <a:spLocks noChangeShapeType="1"/>
                      </p:cNvSpPr>
                      <p:nvPr/>
                    </p:nvSpPr>
                    <p:spPr bwMode="auto">
                      <a:xfrm>
                        <a:off x="2157" y="10664"/>
                        <a:ext cx="0" cy="2079"/>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pSp>
              <p:grpSp>
                <p:nvGrpSpPr>
                  <p:cNvPr id="700" name="Group 20"/>
                  <p:cNvGrpSpPr>
                    <a:grpSpLocks/>
                  </p:cNvGrpSpPr>
                  <p:nvPr/>
                </p:nvGrpSpPr>
                <p:grpSpPr bwMode="auto">
                  <a:xfrm>
                    <a:off x="1590" y="9833"/>
                    <a:ext cx="2985" cy="5168"/>
                    <a:chOff x="1590" y="9833"/>
                    <a:chExt cx="2985" cy="5168"/>
                  </a:xfrm>
                </p:grpSpPr>
                <p:grpSp>
                  <p:nvGrpSpPr>
                    <p:cNvPr id="702" name="Group 21"/>
                    <p:cNvGrpSpPr>
                      <a:grpSpLocks/>
                    </p:cNvGrpSpPr>
                    <p:nvPr/>
                  </p:nvGrpSpPr>
                  <p:grpSpPr bwMode="auto">
                    <a:xfrm>
                      <a:off x="2475" y="10791"/>
                      <a:ext cx="1155" cy="381"/>
                      <a:chOff x="2475" y="10791"/>
                      <a:chExt cx="1155" cy="381"/>
                    </a:xfrm>
                  </p:grpSpPr>
                  <p:sp>
                    <p:nvSpPr>
                      <p:cNvPr id="704" name="AutoShape 22"/>
                      <p:cNvSpPr>
                        <a:spLocks noChangeArrowheads="1"/>
                      </p:cNvSpPr>
                      <p:nvPr/>
                    </p:nvSpPr>
                    <p:spPr bwMode="auto">
                      <a:xfrm>
                        <a:off x="2475" y="10845"/>
                        <a:ext cx="1155" cy="327"/>
                      </a:xfrm>
                      <a:prstGeom prst="flowChartDecision">
                        <a:avLst/>
                      </a:prstGeom>
                      <a:gradFill flip="none" rotWithShape="1">
                        <a:gsLst>
                          <a:gs pos="0">
                            <a:srgbClr val="FF33CC">
                              <a:tint val="66000"/>
                              <a:satMod val="160000"/>
                            </a:srgbClr>
                          </a:gs>
                          <a:gs pos="50000">
                            <a:srgbClr val="FF33CC">
                              <a:tint val="44500"/>
                              <a:satMod val="160000"/>
                            </a:srgbClr>
                          </a:gs>
                          <a:gs pos="100000">
                            <a:srgbClr val="FF33CC">
                              <a:tint val="23500"/>
                              <a:satMod val="160000"/>
                            </a:srgbClr>
                          </a:gs>
                        </a:gsLst>
                        <a:lin ang="13500000" scaled="1"/>
                        <a:tileRect/>
                      </a:gradFill>
                      <a:ln>
                        <a:headEnd/>
                        <a:tailEnd/>
                      </a:ln>
                      <a:effectLst>
                        <a:outerShdw blurRad="50800" dist="38100" dir="2700000" algn="tl"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ea typeface="楷体" pitchFamily="49" charset="-122"/>
                        </a:endParaRPr>
                      </a:p>
                    </p:txBody>
                  </p:sp>
                  <p:sp>
                    <p:nvSpPr>
                      <p:cNvPr id="706" name="Text Box 23"/>
                      <p:cNvSpPr txBox="1">
                        <a:spLocks noChangeArrowheads="1"/>
                      </p:cNvSpPr>
                      <p:nvPr/>
                    </p:nvSpPr>
                    <p:spPr bwMode="auto">
                      <a:xfrm>
                        <a:off x="2829" y="10791"/>
                        <a:ext cx="516" cy="33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 ≤ k</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sp>
                  <p:nvSpPr>
                    <p:cNvPr id="724" name="Text Box 24"/>
                    <p:cNvSpPr txBox="1">
                      <a:spLocks noChangeArrowheads="1"/>
                    </p:cNvSpPr>
                    <p:nvPr/>
                  </p:nvSpPr>
                  <p:spPr bwMode="auto">
                    <a:xfrm>
                      <a:off x="2839" y="11771"/>
                      <a:ext cx="250" cy="3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rPr>
                        <a:t>F</a:t>
                      </a:r>
                      <a:endParaRPr kumimoji="0" lang="zh-CN" altLang="zh-CN" sz="14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endParaRPr>
                    </a:p>
                  </p:txBody>
                </p:sp>
                <p:grpSp>
                  <p:nvGrpSpPr>
                    <p:cNvPr id="727" name="Group 25"/>
                    <p:cNvGrpSpPr>
                      <a:grpSpLocks/>
                    </p:cNvGrpSpPr>
                    <p:nvPr/>
                  </p:nvGrpSpPr>
                  <p:grpSpPr bwMode="auto">
                    <a:xfrm>
                      <a:off x="2230" y="9833"/>
                      <a:ext cx="1690" cy="760"/>
                      <a:chOff x="1690" y="10427"/>
                      <a:chExt cx="1690" cy="760"/>
                    </a:xfrm>
                  </p:grpSpPr>
                  <p:sp>
                    <p:nvSpPr>
                      <p:cNvPr id="728" name="Rectangle 26"/>
                      <p:cNvSpPr>
                        <a:spLocks noChangeArrowheads="1"/>
                      </p:cNvSpPr>
                      <p:nvPr/>
                    </p:nvSpPr>
                    <p:spPr bwMode="auto">
                      <a:xfrm>
                        <a:off x="1720" y="10488"/>
                        <a:ext cx="1607" cy="624"/>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a:headEnd/>
                        <a:tailEnd/>
                      </a:ln>
                      <a:effectLst>
                        <a:outerShdw blurRad="50800" dist="38100" dir="2700000" algn="t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ea typeface="楷体" pitchFamily="49" charset="-122"/>
                        </a:endParaRPr>
                      </a:p>
                    </p:txBody>
                  </p:sp>
                  <p:sp>
                    <p:nvSpPr>
                      <p:cNvPr id="729" name="Text Box 27"/>
                      <p:cNvSpPr txBox="1">
                        <a:spLocks noChangeArrowheads="1"/>
                      </p:cNvSpPr>
                      <p:nvPr/>
                    </p:nvSpPr>
                    <p:spPr bwMode="auto">
                      <a:xfrm>
                        <a:off x="1690" y="10427"/>
                        <a:ext cx="1690" cy="6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rPr>
                          <a:t>输入</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m</a:t>
                        </a:r>
                        <a:r>
                          <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rPr>
                          <a:t>，</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k =</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730" name="Text Box 28"/>
                      <p:cNvSpPr txBox="1">
                        <a:spLocks noChangeArrowheads="1"/>
                      </p:cNvSpPr>
                      <p:nvPr/>
                    </p:nvSpPr>
                    <p:spPr bwMode="auto">
                      <a:xfrm>
                        <a:off x="2260" y="10719"/>
                        <a:ext cx="690" cy="4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 = 2</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731" name="Group 29"/>
                    <p:cNvGrpSpPr>
                      <a:grpSpLocks/>
                    </p:cNvGrpSpPr>
                    <p:nvPr/>
                  </p:nvGrpSpPr>
                  <p:grpSpPr bwMode="auto">
                    <a:xfrm>
                      <a:off x="2475" y="11465"/>
                      <a:ext cx="1155" cy="352"/>
                      <a:chOff x="2475" y="11495"/>
                      <a:chExt cx="1155" cy="352"/>
                    </a:xfrm>
                  </p:grpSpPr>
                  <p:sp>
                    <p:nvSpPr>
                      <p:cNvPr id="732" name="AutoShape 30"/>
                      <p:cNvSpPr>
                        <a:spLocks noChangeArrowheads="1"/>
                      </p:cNvSpPr>
                      <p:nvPr/>
                    </p:nvSpPr>
                    <p:spPr bwMode="auto">
                      <a:xfrm>
                        <a:off x="2475" y="11520"/>
                        <a:ext cx="1155" cy="327"/>
                      </a:xfrm>
                      <a:prstGeom prst="flowChartDecision">
                        <a:avLst/>
                      </a:prstGeom>
                      <a:gradFill flip="none" rotWithShape="1">
                        <a:gsLst>
                          <a:gs pos="0">
                            <a:srgbClr val="FF33CC">
                              <a:tint val="66000"/>
                              <a:satMod val="160000"/>
                            </a:srgbClr>
                          </a:gs>
                          <a:gs pos="50000">
                            <a:srgbClr val="FF33CC">
                              <a:tint val="44500"/>
                              <a:satMod val="160000"/>
                            </a:srgbClr>
                          </a:gs>
                          <a:gs pos="100000">
                            <a:srgbClr val="FF33CC">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733" name="Text Box 31"/>
                      <p:cNvSpPr txBox="1">
                        <a:spLocks noChangeArrowheads="1"/>
                      </p:cNvSpPr>
                      <p:nvPr/>
                    </p:nvSpPr>
                    <p:spPr bwMode="auto">
                      <a:xfrm>
                        <a:off x="2711" y="11495"/>
                        <a:ext cx="745" cy="3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err="1">
                            <a:effectLst>
                              <a:outerShdw blurRad="38100" dist="38100" dir="2700000" algn="tl">
                                <a:srgbClr val="000000">
                                  <a:alpha val="43137"/>
                                </a:srgbClr>
                              </a:outerShdw>
                            </a:effectLst>
                            <a:latin typeface="+mn-lt"/>
                            <a:ea typeface="楷体" pitchFamily="49" charset="-122"/>
                            <a:cs typeface="宋体" pitchFamily="2" charset="-122"/>
                          </a:rPr>
                          <a:t>m%i</a:t>
                        </a:r>
                        <a:r>
                          <a:rPr kumimoji="0" lang="en-US" altLang="zh-CN" sz="1400" b="1" dirty="0">
                            <a:effectLst>
                              <a:outerShdw blurRad="38100" dist="38100" dir="2700000" algn="tl">
                                <a:srgbClr val="000000">
                                  <a:alpha val="43137"/>
                                </a:srgbClr>
                              </a:outerShdw>
                            </a:effectLst>
                            <a:latin typeface="+mn-lt"/>
                            <a:ea typeface="楷体" pitchFamily="49" charset="-122"/>
                            <a:cs typeface="宋体" pitchFamily="2" charset="-122"/>
                          </a:rPr>
                          <a:t>==0</a:t>
                        </a:r>
                        <a:endParaRPr kumimoji="0" lang="zh-CN" altLang="zh-CN" sz="14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734" name="Group 32"/>
                    <p:cNvGrpSpPr>
                      <a:grpSpLocks/>
                    </p:cNvGrpSpPr>
                    <p:nvPr/>
                  </p:nvGrpSpPr>
                  <p:grpSpPr bwMode="auto">
                    <a:xfrm>
                      <a:off x="2565" y="12075"/>
                      <a:ext cx="1050" cy="354"/>
                      <a:chOff x="2370" y="12321"/>
                      <a:chExt cx="1050" cy="354"/>
                    </a:xfrm>
                  </p:grpSpPr>
                  <p:sp>
                    <p:nvSpPr>
                      <p:cNvPr id="735" name="Rectangle 33"/>
                      <p:cNvSpPr>
                        <a:spLocks noChangeArrowheads="1"/>
                      </p:cNvSpPr>
                      <p:nvPr/>
                    </p:nvSpPr>
                    <p:spPr bwMode="auto">
                      <a:xfrm>
                        <a:off x="2370" y="12390"/>
                        <a:ext cx="1050" cy="285"/>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a:headEnd/>
                        <a:tailEnd/>
                      </a:ln>
                      <a:effectLst>
                        <a:outerShdw blurRad="50800" dist="38100" dir="2700000" algn="tl"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ea typeface="楷体" pitchFamily="49" charset="-122"/>
                        </a:endParaRPr>
                      </a:p>
                    </p:txBody>
                  </p:sp>
                  <p:sp>
                    <p:nvSpPr>
                      <p:cNvPr id="736" name="Text Box 34"/>
                      <p:cNvSpPr txBox="1">
                        <a:spLocks noChangeArrowheads="1"/>
                      </p:cNvSpPr>
                      <p:nvPr/>
                    </p:nvSpPr>
                    <p:spPr bwMode="auto">
                      <a:xfrm>
                        <a:off x="2577" y="12321"/>
                        <a:ext cx="734" cy="34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 = </a:t>
                        </a:r>
                        <a:r>
                          <a:rPr kumimoji="0" lang="en-US" altLang="zh-CN" sz="1600" b="1" dirty="0" err="1">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 +1</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737" name="Group 35"/>
                    <p:cNvGrpSpPr>
                      <a:grpSpLocks/>
                    </p:cNvGrpSpPr>
                    <p:nvPr/>
                  </p:nvGrpSpPr>
                  <p:grpSpPr bwMode="auto">
                    <a:xfrm>
                      <a:off x="2490" y="13099"/>
                      <a:ext cx="1155" cy="375"/>
                      <a:chOff x="2475" y="10597"/>
                      <a:chExt cx="1155" cy="375"/>
                    </a:xfrm>
                  </p:grpSpPr>
                  <p:sp>
                    <p:nvSpPr>
                      <p:cNvPr id="738" name="AutoShape 36"/>
                      <p:cNvSpPr>
                        <a:spLocks noChangeArrowheads="1"/>
                      </p:cNvSpPr>
                      <p:nvPr/>
                    </p:nvSpPr>
                    <p:spPr bwMode="auto">
                      <a:xfrm>
                        <a:off x="2475" y="10645"/>
                        <a:ext cx="1155" cy="327"/>
                      </a:xfrm>
                      <a:prstGeom prst="flowChartDecision">
                        <a:avLst/>
                      </a:prstGeom>
                      <a:gradFill flip="none" rotWithShape="1">
                        <a:gsLst>
                          <a:gs pos="0">
                            <a:srgbClr val="FF33CC">
                              <a:tint val="66000"/>
                              <a:satMod val="160000"/>
                            </a:srgbClr>
                          </a:gs>
                          <a:gs pos="50000">
                            <a:srgbClr val="FF33CC">
                              <a:tint val="44500"/>
                              <a:satMod val="160000"/>
                            </a:srgbClr>
                          </a:gs>
                          <a:gs pos="100000">
                            <a:srgbClr val="FF33CC">
                              <a:tint val="23500"/>
                              <a:satMod val="160000"/>
                            </a:srgbClr>
                          </a:gs>
                        </a:gsLst>
                        <a:lin ang="13500000" scaled="1"/>
                        <a:tileRect/>
                      </a:gradFill>
                      <a:ln>
                        <a:headEnd/>
                        <a:tailEnd/>
                      </a:ln>
                      <a:effectLst>
                        <a:outerShdw blurRad="50800" dist="38100" dir="2700000" algn="t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ea typeface="楷体" pitchFamily="49" charset="-122"/>
                        </a:endParaRPr>
                      </a:p>
                    </p:txBody>
                  </p:sp>
                  <p:sp>
                    <p:nvSpPr>
                      <p:cNvPr id="739" name="Text Box 37"/>
                      <p:cNvSpPr txBox="1">
                        <a:spLocks noChangeArrowheads="1"/>
                      </p:cNvSpPr>
                      <p:nvPr/>
                    </p:nvSpPr>
                    <p:spPr bwMode="auto">
                      <a:xfrm>
                        <a:off x="2858" y="10597"/>
                        <a:ext cx="516" cy="3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 &gt; k</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sp>
                  <p:nvSpPr>
                    <p:cNvPr id="740" name="Text Box 38"/>
                    <p:cNvSpPr txBox="1">
                      <a:spLocks noChangeArrowheads="1"/>
                    </p:cNvSpPr>
                    <p:nvPr/>
                  </p:nvSpPr>
                  <p:spPr bwMode="auto">
                    <a:xfrm>
                      <a:off x="2839" y="11134"/>
                      <a:ext cx="205" cy="28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75000"/>
                            </a:schemeClr>
                          </a:solidFill>
                          <a:effectLst>
                            <a:outerShdw blurRad="38100" dist="38100" dir="2700000" algn="tl">
                              <a:srgbClr val="000000">
                                <a:alpha val="43137"/>
                              </a:srgbClr>
                            </a:outerShdw>
                          </a:effectLst>
                          <a:latin typeface="+mn-lt"/>
                          <a:ea typeface="楷体" pitchFamily="49" charset="-122"/>
                          <a:cs typeface="宋体" pitchFamily="2" charset="-122"/>
                        </a:rPr>
                        <a:t>T</a:t>
                      </a:r>
                      <a:endParaRPr kumimoji="0" lang="zh-CN" altLang="zh-CN" sz="1400" b="1" dirty="0">
                        <a:solidFill>
                          <a:schemeClr val="accent1">
                            <a:lumMod val="75000"/>
                          </a:schemeClr>
                        </a:solidFill>
                        <a:effectLst>
                          <a:outerShdw blurRad="38100" dist="38100" dir="2700000" algn="tl">
                            <a:srgbClr val="000000">
                              <a:alpha val="43137"/>
                            </a:srgbClr>
                          </a:outerShdw>
                        </a:effectLst>
                        <a:latin typeface="+mn-lt"/>
                        <a:ea typeface="楷体" pitchFamily="49" charset="-122"/>
                        <a:cs typeface="宋体" pitchFamily="2" charset="-122"/>
                      </a:endParaRPr>
                    </a:p>
                  </p:txBody>
                </p:sp>
                <p:grpSp>
                  <p:nvGrpSpPr>
                    <p:cNvPr id="741" name="Group 39"/>
                    <p:cNvGrpSpPr>
                      <a:grpSpLocks/>
                    </p:cNvGrpSpPr>
                    <p:nvPr/>
                  </p:nvGrpSpPr>
                  <p:grpSpPr bwMode="auto">
                    <a:xfrm>
                      <a:off x="3055" y="10691"/>
                      <a:ext cx="1115" cy="2458"/>
                      <a:chOff x="3055" y="10691"/>
                      <a:chExt cx="1115" cy="2458"/>
                    </a:xfrm>
                  </p:grpSpPr>
                  <p:sp>
                    <p:nvSpPr>
                      <p:cNvPr id="742" name="Text Box 40"/>
                      <p:cNvSpPr txBox="1">
                        <a:spLocks noChangeArrowheads="1"/>
                      </p:cNvSpPr>
                      <p:nvPr/>
                    </p:nvSpPr>
                    <p:spPr bwMode="auto">
                      <a:xfrm>
                        <a:off x="3661" y="11350"/>
                        <a:ext cx="217" cy="32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75000"/>
                              </a:schemeClr>
                            </a:solidFill>
                            <a:effectLst>
                              <a:outerShdw blurRad="38100" dist="38100" dir="2700000" algn="tl">
                                <a:srgbClr val="000000">
                                  <a:alpha val="43137"/>
                                </a:srgbClr>
                              </a:outerShdw>
                            </a:effectLst>
                            <a:latin typeface="+mn-lt"/>
                            <a:ea typeface="楷体" pitchFamily="49" charset="-122"/>
                            <a:cs typeface="宋体" pitchFamily="2" charset="-122"/>
                          </a:rPr>
                          <a:t>T</a:t>
                        </a:r>
                        <a:endParaRPr kumimoji="0" lang="zh-CN" altLang="zh-CN" sz="1400" b="1" dirty="0">
                          <a:solidFill>
                            <a:schemeClr val="accent1">
                              <a:lumMod val="75000"/>
                            </a:schemeClr>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743" name="Text Box 41"/>
                      <p:cNvSpPr txBox="1">
                        <a:spLocks noChangeArrowheads="1"/>
                      </p:cNvSpPr>
                      <p:nvPr/>
                    </p:nvSpPr>
                    <p:spPr bwMode="auto">
                      <a:xfrm>
                        <a:off x="3722" y="10691"/>
                        <a:ext cx="217" cy="2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rPr>
                          <a:t>F</a:t>
                        </a:r>
                        <a:endParaRPr kumimoji="0" lang="zh-CN" altLang="zh-CN" sz="14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endParaRPr>
                      </a:p>
                    </p:txBody>
                  </p:sp>
                  <p:grpSp>
                    <p:nvGrpSpPr>
                      <p:cNvPr id="744" name="Group 42"/>
                      <p:cNvGrpSpPr>
                        <a:grpSpLocks/>
                      </p:cNvGrpSpPr>
                      <p:nvPr/>
                    </p:nvGrpSpPr>
                    <p:grpSpPr bwMode="auto">
                      <a:xfrm>
                        <a:off x="3055" y="11003"/>
                        <a:ext cx="1115" cy="2146"/>
                        <a:chOff x="3055" y="11003"/>
                        <a:chExt cx="1115" cy="2146"/>
                      </a:xfrm>
                    </p:grpSpPr>
                    <p:sp>
                      <p:nvSpPr>
                        <p:cNvPr id="745" name="Line 43"/>
                        <p:cNvSpPr>
                          <a:spLocks noChangeShapeType="1"/>
                        </p:cNvSpPr>
                        <p:nvPr/>
                      </p:nvSpPr>
                      <p:spPr bwMode="auto">
                        <a:xfrm>
                          <a:off x="3060" y="12854"/>
                          <a:ext cx="0" cy="29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746" name="Line 44"/>
                        <p:cNvSpPr>
                          <a:spLocks noChangeShapeType="1"/>
                        </p:cNvSpPr>
                        <p:nvPr/>
                      </p:nvSpPr>
                      <p:spPr bwMode="auto">
                        <a:xfrm>
                          <a:off x="3055" y="12844"/>
                          <a:ext cx="1100"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747" name="Line 45"/>
                        <p:cNvSpPr>
                          <a:spLocks noChangeShapeType="1"/>
                        </p:cNvSpPr>
                        <p:nvPr/>
                      </p:nvSpPr>
                      <p:spPr bwMode="auto">
                        <a:xfrm>
                          <a:off x="4155" y="11003"/>
                          <a:ext cx="0" cy="1851"/>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748" name="Line 46"/>
                        <p:cNvSpPr>
                          <a:spLocks noChangeShapeType="1"/>
                        </p:cNvSpPr>
                        <p:nvPr/>
                      </p:nvSpPr>
                      <p:spPr bwMode="auto">
                        <a:xfrm rot="-5400000">
                          <a:off x="3885" y="10722"/>
                          <a:ext cx="0" cy="570"/>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749" name="Line 47"/>
                        <p:cNvSpPr>
                          <a:spLocks noChangeShapeType="1"/>
                        </p:cNvSpPr>
                        <p:nvPr/>
                      </p:nvSpPr>
                      <p:spPr bwMode="auto">
                        <a:xfrm rot="-5400000">
                          <a:off x="3885" y="11365"/>
                          <a:ext cx="0" cy="570"/>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pSp>
                <p:grpSp>
                  <p:nvGrpSpPr>
                    <p:cNvPr id="750" name="Group 48"/>
                    <p:cNvGrpSpPr>
                      <a:grpSpLocks/>
                    </p:cNvGrpSpPr>
                    <p:nvPr/>
                  </p:nvGrpSpPr>
                  <p:grpSpPr bwMode="auto">
                    <a:xfrm>
                      <a:off x="3375" y="13665"/>
                      <a:ext cx="1200" cy="353"/>
                      <a:chOff x="2520" y="13725"/>
                      <a:chExt cx="1200" cy="353"/>
                    </a:xfrm>
                  </p:grpSpPr>
                  <p:sp>
                    <p:nvSpPr>
                      <p:cNvPr id="751" name="Rectangle 49"/>
                      <p:cNvSpPr>
                        <a:spLocks noChangeArrowheads="1"/>
                      </p:cNvSpPr>
                      <p:nvPr/>
                    </p:nvSpPr>
                    <p:spPr bwMode="auto">
                      <a:xfrm>
                        <a:off x="2520" y="13773"/>
                        <a:ext cx="1200" cy="305"/>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a:headEnd/>
                        <a:tailEnd/>
                      </a:ln>
                      <a:effectLst>
                        <a:outerShdw blurRad="50800" dist="38100" dir="2700000" algn="t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ea typeface="楷体" pitchFamily="49" charset="-122"/>
                        </a:endParaRPr>
                      </a:p>
                    </p:txBody>
                  </p:sp>
                  <p:sp>
                    <p:nvSpPr>
                      <p:cNvPr id="752" name="Text Box 50"/>
                      <p:cNvSpPr txBox="1">
                        <a:spLocks noChangeArrowheads="1"/>
                      </p:cNvSpPr>
                      <p:nvPr/>
                    </p:nvSpPr>
                    <p:spPr bwMode="auto">
                      <a:xfrm>
                        <a:off x="2587" y="13725"/>
                        <a:ext cx="1015" cy="3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m</a:t>
                        </a:r>
                        <a:r>
                          <a:rPr kumimoji="0" lang="zh-CN" altLang="en-US"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不是素数</a:t>
                        </a:r>
                      </a:p>
                    </p:txBody>
                  </p:sp>
                </p:grpSp>
                <p:grpSp>
                  <p:nvGrpSpPr>
                    <p:cNvPr id="753" name="Group 51"/>
                    <p:cNvGrpSpPr>
                      <a:grpSpLocks/>
                    </p:cNvGrpSpPr>
                    <p:nvPr/>
                  </p:nvGrpSpPr>
                  <p:grpSpPr bwMode="auto">
                    <a:xfrm>
                      <a:off x="1590" y="13664"/>
                      <a:ext cx="1200" cy="354"/>
                      <a:chOff x="2580" y="13724"/>
                      <a:chExt cx="1200" cy="354"/>
                    </a:xfrm>
                  </p:grpSpPr>
                  <p:sp>
                    <p:nvSpPr>
                      <p:cNvPr id="754" name="Rectangle 52"/>
                      <p:cNvSpPr>
                        <a:spLocks noChangeArrowheads="1"/>
                      </p:cNvSpPr>
                      <p:nvPr/>
                    </p:nvSpPr>
                    <p:spPr bwMode="auto">
                      <a:xfrm>
                        <a:off x="2580" y="13785"/>
                        <a:ext cx="1200" cy="293"/>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a:headEnd/>
                        <a:tailEnd/>
                      </a:ln>
                      <a:effectLst>
                        <a:outerShdw blurRad="50800" dist="38100" dir="2700000" algn="t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ea typeface="楷体" pitchFamily="49" charset="-122"/>
                        </a:endParaRPr>
                      </a:p>
                    </p:txBody>
                  </p:sp>
                  <p:sp>
                    <p:nvSpPr>
                      <p:cNvPr id="755" name="Text Box 53"/>
                      <p:cNvSpPr txBox="1">
                        <a:spLocks noChangeArrowheads="1"/>
                      </p:cNvSpPr>
                      <p:nvPr/>
                    </p:nvSpPr>
                    <p:spPr bwMode="auto">
                      <a:xfrm>
                        <a:off x="2746" y="13724"/>
                        <a:ext cx="899" cy="30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m</a:t>
                        </a:r>
                        <a:r>
                          <a:rPr kumimoji="0" lang="zh-CN" altLang="en-US"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是素数</a:t>
                        </a:r>
                      </a:p>
                    </p:txBody>
                  </p:sp>
                </p:grpSp>
                <p:grpSp>
                  <p:nvGrpSpPr>
                    <p:cNvPr id="756" name="Group 54"/>
                    <p:cNvGrpSpPr>
                      <a:grpSpLocks/>
                    </p:cNvGrpSpPr>
                    <p:nvPr/>
                  </p:nvGrpSpPr>
                  <p:grpSpPr bwMode="auto">
                    <a:xfrm>
                      <a:off x="2160" y="13014"/>
                      <a:ext cx="360" cy="698"/>
                      <a:chOff x="2160" y="13014"/>
                      <a:chExt cx="360" cy="698"/>
                    </a:xfrm>
                  </p:grpSpPr>
                  <p:grpSp>
                    <p:nvGrpSpPr>
                      <p:cNvPr id="757" name="Group 55"/>
                      <p:cNvGrpSpPr>
                        <a:grpSpLocks/>
                      </p:cNvGrpSpPr>
                      <p:nvPr/>
                    </p:nvGrpSpPr>
                    <p:grpSpPr bwMode="auto">
                      <a:xfrm rot="10800000" flipV="1">
                        <a:off x="2160" y="13304"/>
                        <a:ext cx="360" cy="408"/>
                        <a:chOff x="3600" y="13304"/>
                        <a:chExt cx="360" cy="408"/>
                      </a:xfrm>
                    </p:grpSpPr>
                    <p:sp>
                      <p:nvSpPr>
                        <p:cNvPr id="758" name="Line 56"/>
                        <p:cNvSpPr>
                          <a:spLocks noChangeShapeType="1"/>
                        </p:cNvSpPr>
                        <p:nvPr/>
                      </p:nvSpPr>
                      <p:spPr bwMode="auto">
                        <a:xfrm>
                          <a:off x="3600" y="13312"/>
                          <a:ext cx="360"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760" name="Line 57"/>
                        <p:cNvSpPr>
                          <a:spLocks noChangeShapeType="1"/>
                        </p:cNvSpPr>
                        <p:nvPr/>
                      </p:nvSpPr>
                      <p:spPr bwMode="auto">
                        <a:xfrm>
                          <a:off x="3954" y="13304"/>
                          <a:ext cx="0" cy="408"/>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sp>
                    <p:nvSpPr>
                      <p:cNvPr id="761" name="Text Box 58"/>
                      <p:cNvSpPr txBox="1">
                        <a:spLocks noChangeArrowheads="1"/>
                      </p:cNvSpPr>
                      <p:nvPr/>
                    </p:nvSpPr>
                    <p:spPr bwMode="auto">
                      <a:xfrm>
                        <a:off x="2186" y="13014"/>
                        <a:ext cx="266" cy="34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75000"/>
                              </a:schemeClr>
                            </a:solidFill>
                            <a:effectLst>
                              <a:outerShdw blurRad="38100" dist="38100" dir="2700000" algn="tl">
                                <a:srgbClr val="000000">
                                  <a:alpha val="43137"/>
                                </a:srgbClr>
                              </a:outerShdw>
                            </a:effectLst>
                            <a:latin typeface="+mn-lt"/>
                            <a:ea typeface="楷体" pitchFamily="49" charset="-122"/>
                            <a:cs typeface="宋体" pitchFamily="2" charset="-122"/>
                          </a:rPr>
                          <a:t>T</a:t>
                        </a:r>
                        <a:endParaRPr kumimoji="0" lang="zh-CN" altLang="zh-CN" sz="1400" b="1" dirty="0">
                          <a:solidFill>
                            <a:schemeClr val="accent1">
                              <a:lumMod val="75000"/>
                            </a:schemeClr>
                          </a:solidFill>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762" name="Group 59"/>
                    <p:cNvGrpSpPr>
                      <a:grpSpLocks/>
                    </p:cNvGrpSpPr>
                    <p:nvPr/>
                  </p:nvGrpSpPr>
                  <p:grpSpPr bwMode="auto">
                    <a:xfrm>
                      <a:off x="3600" y="13011"/>
                      <a:ext cx="360" cy="701"/>
                      <a:chOff x="3600" y="13011"/>
                      <a:chExt cx="360" cy="701"/>
                    </a:xfrm>
                  </p:grpSpPr>
                  <p:grpSp>
                    <p:nvGrpSpPr>
                      <p:cNvPr id="763" name="Group 60"/>
                      <p:cNvGrpSpPr>
                        <a:grpSpLocks/>
                      </p:cNvGrpSpPr>
                      <p:nvPr/>
                    </p:nvGrpSpPr>
                    <p:grpSpPr bwMode="auto">
                      <a:xfrm>
                        <a:off x="3600" y="13304"/>
                        <a:ext cx="360" cy="408"/>
                        <a:chOff x="3600" y="13304"/>
                        <a:chExt cx="360" cy="408"/>
                      </a:xfrm>
                    </p:grpSpPr>
                    <p:sp>
                      <p:nvSpPr>
                        <p:cNvPr id="764" name="Line 61"/>
                        <p:cNvSpPr>
                          <a:spLocks noChangeShapeType="1"/>
                        </p:cNvSpPr>
                        <p:nvPr/>
                      </p:nvSpPr>
                      <p:spPr bwMode="auto">
                        <a:xfrm>
                          <a:off x="3600" y="13312"/>
                          <a:ext cx="360"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765" name="Line 62"/>
                        <p:cNvSpPr>
                          <a:spLocks noChangeShapeType="1"/>
                        </p:cNvSpPr>
                        <p:nvPr/>
                      </p:nvSpPr>
                      <p:spPr bwMode="auto">
                        <a:xfrm>
                          <a:off x="3954" y="13304"/>
                          <a:ext cx="0" cy="408"/>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sp>
                    <p:nvSpPr>
                      <p:cNvPr id="766" name="Text Box 63"/>
                      <p:cNvSpPr txBox="1">
                        <a:spLocks noChangeArrowheads="1"/>
                      </p:cNvSpPr>
                      <p:nvPr/>
                    </p:nvSpPr>
                    <p:spPr bwMode="auto">
                      <a:xfrm>
                        <a:off x="3676" y="13011"/>
                        <a:ext cx="202" cy="34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rPr>
                          <a:t>F</a:t>
                        </a:r>
                        <a:endParaRPr kumimoji="0" lang="zh-CN" altLang="zh-CN" sz="14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767" name="Group 64"/>
                    <p:cNvGrpSpPr>
                      <a:grpSpLocks/>
                    </p:cNvGrpSpPr>
                    <p:nvPr/>
                  </p:nvGrpSpPr>
                  <p:grpSpPr bwMode="auto">
                    <a:xfrm>
                      <a:off x="2611" y="14615"/>
                      <a:ext cx="900" cy="386"/>
                      <a:chOff x="2821" y="14459"/>
                      <a:chExt cx="900" cy="386"/>
                    </a:xfrm>
                  </p:grpSpPr>
                  <p:sp>
                    <p:nvSpPr>
                      <p:cNvPr id="347" name="AutoShape 65"/>
                      <p:cNvSpPr>
                        <a:spLocks noChangeArrowheads="1"/>
                      </p:cNvSpPr>
                      <p:nvPr/>
                    </p:nvSpPr>
                    <p:spPr bwMode="auto">
                      <a:xfrm>
                        <a:off x="2821" y="14494"/>
                        <a:ext cx="900" cy="312"/>
                      </a:xfrm>
                      <a:prstGeom prst="flowChartTerminator">
                        <a:avLst/>
                      </a:prstGeom>
                      <a:gradFill flip="none" rotWithShape="1">
                        <a:gsLst>
                          <a:gs pos="0">
                            <a:srgbClr val="FF3300">
                              <a:tint val="66000"/>
                              <a:satMod val="160000"/>
                            </a:srgbClr>
                          </a:gs>
                          <a:gs pos="50000">
                            <a:srgbClr val="FF3300">
                              <a:tint val="44500"/>
                              <a:satMod val="160000"/>
                            </a:srgbClr>
                          </a:gs>
                          <a:gs pos="100000">
                            <a:srgbClr val="FF3300">
                              <a:tint val="23500"/>
                              <a:satMod val="160000"/>
                            </a:srgbClr>
                          </a:gs>
                        </a:gsLst>
                        <a:lin ang="13500000" scaled="1"/>
                        <a:tileRect/>
                      </a:gradFill>
                      <a:ln>
                        <a:headEnd/>
                        <a:tailEnd/>
                      </a:ln>
                      <a:effectLst>
                        <a:outerShdw blurRad="50800" dist="38100" dir="2700000" algn="t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ea typeface="楷体" pitchFamily="49" charset="-122"/>
                        </a:endParaRPr>
                      </a:p>
                    </p:txBody>
                  </p:sp>
                  <p:sp>
                    <p:nvSpPr>
                      <p:cNvPr id="394" name="Text Box 66"/>
                      <p:cNvSpPr txBox="1">
                        <a:spLocks noChangeArrowheads="1"/>
                      </p:cNvSpPr>
                      <p:nvPr/>
                    </p:nvSpPr>
                    <p:spPr bwMode="auto">
                      <a:xfrm>
                        <a:off x="3040" y="14459"/>
                        <a:ext cx="612" cy="38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rPr>
                          <a:t>结束</a:t>
                        </a:r>
                      </a:p>
                    </p:txBody>
                  </p:sp>
                </p:grpSp>
                <p:grpSp>
                  <p:nvGrpSpPr>
                    <p:cNvPr id="395" name="Group 67"/>
                    <p:cNvGrpSpPr>
                      <a:grpSpLocks/>
                    </p:cNvGrpSpPr>
                    <p:nvPr/>
                  </p:nvGrpSpPr>
                  <p:grpSpPr bwMode="auto">
                    <a:xfrm>
                      <a:off x="2169" y="14024"/>
                      <a:ext cx="1803" cy="624"/>
                      <a:chOff x="2169" y="14024"/>
                      <a:chExt cx="1803" cy="624"/>
                    </a:xfrm>
                  </p:grpSpPr>
                  <p:sp>
                    <p:nvSpPr>
                      <p:cNvPr id="396" name="Line 68"/>
                      <p:cNvSpPr>
                        <a:spLocks noChangeShapeType="1"/>
                      </p:cNvSpPr>
                      <p:nvPr/>
                    </p:nvSpPr>
                    <p:spPr bwMode="auto">
                      <a:xfrm>
                        <a:off x="2169" y="14336"/>
                        <a:ext cx="1803"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397" name="Line 69"/>
                      <p:cNvSpPr>
                        <a:spLocks noChangeShapeType="1"/>
                      </p:cNvSpPr>
                      <p:nvPr/>
                    </p:nvSpPr>
                    <p:spPr bwMode="auto">
                      <a:xfrm>
                        <a:off x="3087" y="14336"/>
                        <a:ext cx="0" cy="31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416" name="Line 70"/>
                      <p:cNvSpPr>
                        <a:spLocks noChangeShapeType="1"/>
                      </p:cNvSpPr>
                      <p:nvPr/>
                    </p:nvSpPr>
                    <p:spPr bwMode="auto">
                      <a:xfrm>
                        <a:off x="2172" y="14024"/>
                        <a:ext cx="0" cy="312"/>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421" name="Line 71"/>
                      <p:cNvSpPr>
                        <a:spLocks noChangeShapeType="1"/>
                      </p:cNvSpPr>
                      <p:nvPr/>
                    </p:nvSpPr>
                    <p:spPr bwMode="auto">
                      <a:xfrm>
                        <a:off x="3967" y="14024"/>
                        <a:ext cx="0" cy="312"/>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pSp>
            </p:grpSp>
            <p:sp>
              <p:nvSpPr>
                <p:cNvPr id="422" name="Text Box 28"/>
                <p:cNvSpPr txBox="1">
                  <a:spLocks noChangeArrowheads="1"/>
                </p:cNvSpPr>
                <p:nvPr/>
              </p:nvSpPr>
              <p:spPr bwMode="auto">
                <a:xfrm>
                  <a:off x="12799" y="11841"/>
                  <a:ext cx="3415" cy="18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effectLst>
                        <a:outerShdw blurRad="38100" dist="38100" dir="2700000" algn="tl">
                          <a:srgbClr val="000000">
                            <a:alpha val="43137"/>
                          </a:srgbClr>
                        </a:outerShdw>
                      </a:effectLst>
                      <a:latin typeface="+mn-lt"/>
                      <a:ea typeface="楷体" pitchFamily="49" charset="-122"/>
                      <a:cs typeface="宋体" pitchFamily="2" charset="-122"/>
                    </a:rPr>
                    <a:t>break</a:t>
                  </a:r>
                  <a:endParaRPr kumimoji="0" lang="zh-CN" altLang="zh-CN" sz="14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aphicFrame>
            <p:nvGraphicFramePr>
              <p:cNvPr id="80" name="Object 19"/>
              <p:cNvGraphicFramePr>
                <a:graphicFrameLocks noChangeAspect="1"/>
              </p:cNvGraphicFramePr>
              <p:nvPr/>
            </p:nvGraphicFramePr>
            <p:xfrm>
              <a:off x="3272468" y="1327756"/>
              <a:ext cx="428628" cy="243856"/>
            </p:xfrm>
            <a:graphic>
              <a:graphicData uri="http://schemas.openxmlformats.org/presentationml/2006/ole">
                <mc:AlternateContent xmlns:mc="http://schemas.openxmlformats.org/markup-compatibility/2006">
                  <mc:Choice xmlns:v="urn:schemas-microsoft-com:vml" Requires="v">
                    <p:oleObj spid="_x0000_s941369" name="Equation" r:id="rId10" imgW="279360" imgH="228600" progId="">
                      <p:embed/>
                    </p:oleObj>
                  </mc:Choice>
                  <mc:Fallback>
                    <p:oleObj name="Equation" r:id="rId10" imgW="279360" imgH="228600" progId="">
                      <p:embed/>
                      <p:pic>
                        <p:nvPicPr>
                          <p:cNvPr id="0" name="Picture 8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72468" y="1327756"/>
                            <a:ext cx="428628" cy="243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6600"/>
                                </a:solidFill>
                                <a:miter lim="800000"/>
                                <a:headEnd/>
                                <a:tailEnd/>
                              </a14:hiddenLine>
                            </a:ext>
                          </a:extLst>
                        </p:spPr>
                      </p:pic>
                    </p:oleObj>
                  </mc:Fallback>
                </mc:AlternateContent>
              </a:graphicData>
            </a:graphic>
          </p:graphicFrame>
        </p:grpSp>
        <p:grpSp>
          <p:nvGrpSpPr>
            <p:cNvPr id="114" name="组合 113"/>
            <p:cNvGrpSpPr/>
            <p:nvPr/>
          </p:nvGrpSpPr>
          <p:grpSpPr>
            <a:xfrm>
              <a:off x="4842873" y="2143116"/>
              <a:ext cx="3400248" cy="2557250"/>
              <a:chOff x="4842873" y="1950896"/>
              <a:chExt cx="3400248" cy="2557250"/>
            </a:xfrm>
          </p:grpSpPr>
          <p:grpSp>
            <p:nvGrpSpPr>
              <p:cNvPr id="775" name="组合 775"/>
              <p:cNvGrpSpPr>
                <a:grpSpLocks/>
              </p:cNvGrpSpPr>
              <p:nvPr/>
            </p:nvGrpSpPr>
            <p:grpSpPr bwMode="auto">
              <a:xfrm>
                <a:off x="4842873" y="1950896"/>
                <a:ext cx="3400248" cy="2557250"/>
                <a:chOff x="355" y="1184"/>
                <a:chExt cx="21342" cy="15857"/>
              </a:xfrm>
              <a:solidFill>
                <a:srgbClr val="FFFFCD"/>
              </a:solidFill>
            </p:grpSpPr>
            <p:grpSp>
              <p:nvGrpSpPr>
                <p:cNvPr id="759" name="Group 665"/>
                <p:cNvGrpSpPr>
                  <a:grpSpLocks/>
                </p:cNvGrpSpPr>
                <p:nvPr/>
              </p:nvGrpSpPr>
              <p:grpSpPr bwMode="auto">
                <a:xfrm>
                  <a:off x="355" y="1184"/>
                  <a:ext cx="21342" cy="15857"/>
                  <a:chOff x="6719" y="11112"/>
                  <a:chExt cx="3361" cy="2497"/>
                </a:xfrm>
                <a:grpFill/>
              </p:grpSpPr>
              <p:grpSp>
                <p:nvGrpSpPr>
                  <p:cNvPr id="425" name="Group 662"/>
                  <p:cNvGrpSpPr>
                    <a:grpSpLocks/>
                  </p:cNvGrpSpPr>
                  <p:nvPr/>
                </p:nvGrpSpPr>
                <p:grpSpPr bwMode="auto">
                  <a:xfrm>
                    <a:off x="6719" y="11112"/>
                    <a:ext cx="3361" cy="2494"/>
                    <a:chOff x="6719" y="11112"/>
                    <a:chExt cx="3361" cy="2494"/>
                  </a:xfrm>
                  <a:grpFill/>
                </p:grpSpPr>
                <p:sp>
                  <p:nvSpPr>
                    <p:cNvPr id="426" name="Rectangle 545"/>
                    <p:cNvSpPr>
                      <a:spLocks noChangeArrowheads="1"/>
                    </p:cNvSpPr>
                    <p:nvPr/>
                  </p:nvSpPr>
                  <p:spPr bwMode="auto">
                    <a:xfrm>
                      <a:off x="6719" y="11112"/>
                      <a:ext cx="3361" cy="2494"/>
                    </a:xfrm>
                    <a:prstGeom prst="rect">
                      <a:avLst/>
                    </a:prstGeom>
                    <a:gradFill flip="none" rotWithShape="1">
                      <a:gsLst>
                        <a:gs pos="0">
                          <a:srgbClr val="FFFFCD">
                            <a:shade val="30000"/>
                            <a:satMod val="115000"/>
                          </a:srgbClr>
                        </a:gs>
                        <a:gs pos="50000">
                          <a:srgbClr val="FFFFCD">
                            <a:shade val="67500"/>
                            <a:satMod val="115000"/>
                          </a:srgbClr>
                        </a:gs>
                        <a:gs pos="100000">
                          <a:srgbClr val="FFFFCD">
                            <a:shade val="100000"/>
                            <a:satMod val="115000"/>
                          </a:srgbClr>
                        </a:gs>
                      </a:gsLst>
                      <a:lin ang="13500000" scaled="1"/>
                      <a:tileRect/>
                    </a:gradFill>
                    <a:ln w="19050">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427" name="Line 615"/>
                    <p:cNvSpPr>
                      <a:spLocks noChangeShapeType="1"/>
                    </p:cNvSpPr>
                    <p:nvPr/>
                  </p:nvSpPr>
                  <p:spPr bwMode="auto">
                    <a:xfrm>
                      <a:off x="6719" y="11525"/>
                      <a:ext cx="3361" cy="0"/>
                    </a:xfrm>
                    <a:prstGeom prst="line">
                      <a:avLst/>
                    </a:prstGeom>
                    <a:grp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429" name="Line 628"/>
                    <p:cNvSpPr>
                      <a:spLocks noChangeShapeType="1"/>
                    </p:cNvSpPr>
                    <p:nvPr/>
                  </p:nvSpPr>
                  <p:spPr bwMode="auto">
                    <a:xfrm>
                      <a:off x="6719" y="12815"/>
                      <a:ext cx="3361" cy="0"/>
                    </a:xfrm>
                    <a:prstGeom prst="line">
                      <a:avLst/>
                    </a:prstGeom>
                    <a:grp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430" name="Line 634"/>
                    <p:cNvSpPr>
                      <a:spLocks noChangeShapeType="1"/>
                    </p:cNvSpPr>
                    <p:nvPr/>
                  </p:nvSpPr>
                  <p:spPr bwMode="auto">
                    <a:xfrm>
                      <a:off x="6719" y="13211"/>
                      <a:ext cx="3361" cy="0"/>
                    </a:xfrm>
                    <a:prstGeom prst="line">
                      <a:avLst/>
                    </a:prstGeom>
                    <a:grp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431" name="Line 635"/>
                    <p:cNvSpPr>
                      <a:spLocks noChangeShapeType="1"/>
                    </p:cNvSpPr>
                    <p:nvPr/>
                  </p:nvSpPr>
                  <p:spPr bwMode="auto">
                    <a:xfrm>
                      <a:off x="7198" y="11938"/>
                      <a:ext cx="0" cy="877"/>
                    </a:xfrm>
                    <a:prstGeom prst="line">
                      <a:avLst/>
                    </a:prstGeom>
                    <a:grp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432" name="Line 640"/>
                    <p:cNvSpPr>
                      <a:spLocks noChangeShapeType="1"/>
                    </p:cNvSpPr>
                    <p:nvPr/>
                  </p:nvSpPr>
                  <p:spPr bwMode="auto">
                    <a:xfrm>
                      <a:off x="7198" y="12396"/>
                      <a:ext cx="2882" cy="0"/>
                    </a:xfrm>
                    <a:prstGeom prst="line">
                      <a:avLst/>
                    </a:prstGeom>
                    <a:grp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433" name="Line 643"/>
                    <p:cNvSpPr>
                      <a:spLocks noChangeShapeType="1"/>
                    </p:cNvSpPr>
                    <p:nvPr/>
                  </p:nvSpPr>
                  <p:spPr bwMode="auto">
                    <a:xfrm>
                      <a:off x="8632" y="12391"/>
                      <a:ext cx="0" cy="424"/>
                    </a:xfrm>
                    <a:prstGeom prst="line">
                      <a:avLst/>
                    </a:prstGeom>
                    <a:grp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434" name="Line 644"/>
                    <p:cNvSpPr>
                      <a:spLocks noChangeShapeType="1"/>
                    </p:cNvSpPr>
                    <p:nvPr/>
                  </p:nvSpPr>
                  <p:spPr bwMode="auto">
                    <a:xfrm>
                      <a:off x="7198" y="11953"/>
                      <a:ext cx="1434" cy="453"/>
                    </a:xfrm>
                    <a:prstGeom prst="line">
                      <a:avLst/>
                    </a:prstGeom>
                    <a:grp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435" name="Line 647"/>
                    <p:cNvSpPr>
                      <a:spLocks noChangeShapeType="1"/>
                    </p:cNvSpPr>
                    <p:nvPr/>
                  </p:nvSpPr>
                  <p:spPr bwMode="auto">
                    <a:xfrm flipH="1">
                      <a:off x="8632" y="11938"/>
                      <a:ext cx="1448" cy="458"/>
                    </a:xfrm>
                    <a:prstGeom prst="line">
                      <a:avLst/>
                    </a:prstGeom>
                    <a:grp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436" name="Line 650"/>
                    <p:cNvSpPr>
                      <a:spLocks noChangeShapeType="1"/>
                    </p:cNvSpPr>
                    <p:nvPr/>
                  </p:nvSpPr>
                  <p:spPr bwMode="auto">
                    <a:xfrm>
                      <a:off x="6719" y="12824"/>
                      <a:ext cx="1705" cy="393"/>
                    </a:xfrm>
                    <a:prstGeom prst="line">
                      <a:avLst/>
                    </a:prstGeom>
                    <a:grp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437" name="Line 656"/>
                    <p:cNvSpPr>
                      <a:spLocks noChangeShapeType="1"/>
                    </p:cNvSpPr>
                    <p:nvPr/>
                  </p:nvSpPr>
                  <p:spPr bwMode="auto">
                    <a:xfrm flipV="1">
                      <a:off x="8400" y="12815"/>
                      <a:ext cx="1675" cy="396"/>
                    </a:xfrm>
                    <a:prstGeom prst="line">
                      <a:avLst/>
                    </a:prstGeom>
                    <a:grp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428" name="Line 617"/>
                    <p:cNvSpPr>
                      <a:spLocks noChangeShapeType="1"/>
                    </p:cNvSpPr>
                    <p:nvPr/>
                  </p:nvSpPr>
                  <p:spPr bwMode="auto">
                    <a:xfrm>
                      <a:off x="7198" y="11943"/>
                      <a:ext cx="2867" cy="0"/>
                    </a:xfrm>
                    <a:prstGeom prst="line">
                      <a:avLst/>
                    </a:prstGeom>
                    <a:grp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pSp>
                <p:nvGrpSpPr>
                  <p:cNvPr id="439" name="Group 664"/>
                  <p:cNvGrpSpPr>
                    <a:grpSpLocks/>
                  </p:cNvGrpSpPr>
                  <p:nvPr/>
                </p:nvGrpSpPr>
                <p:grpSpPr bwMode="auto">
                  <a:xfrm>
                    <a:off x="6840" y="11154"/>
                    <a:ext cx="3199" cy="2455"/>
                    <a:chOff x="6840" y="11154"/>
                    <a:chExt cx="3199" cy="2455"/>
                  </a:xfrm>
                  <a:grpFill/>
                </p:grpSpPr>
                <p:sp>
                  <p:nvSpPr>
                    <p:cNvPr id="440" name="Text Box 612"/>
                    <p:cNvSpPr txBox="1">
                      <a:spLocks noChangeArrowheads="1"/>
                    </p:cNvSpPr>
                    <p:nvPr/>
                  </p:nvSpPr>
                  <p:spPr bwMode="auto">
                    <a:xfrm>
                      <a:off x="7252" y="11154"/>
                      <a:ext cx="2256" cy="34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rPr>
                        <a:t>输入</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m</a:t>
                      </a:r>
                      <a:r>
                        <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rPr>
                        <a:t>，</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k =       </a:t>
                      </a:r>
                      <a:r>
                        <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rPr>
                        <a:t>， </a:t>
                      </a:r>
                      <a:r>
                        <a:rPr kumimoji="0" lang="en-US" altLang="zh-CN" sz="1600" b="1" dirty="0" err="1">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 = 2</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441" name="Text Box 619"/>
                    <p:cNvSpPr txBox="1">
                      <a:spLocks noChangeArrowheads="1"/>
                    </p:cNvSpPr>
                    <p:nvPr/>
                  </p:nvSpPr>
                  <p:spPr bwMode="auto">
                    <a:xfrm>
                      <a:off x="6840" y="11540"/>
                      <a:ext cx="953" cy="3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当</a:t>
                      </a:r>
                      <a:r>
                        <a:rPr kumimoji="0" lang="en-US" altLang="zh-CN" sz="1600" b="1" dirty="0" err="1">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 ≤ k</a:t>
                      </a:r>
                    </a:p>
                    <a:p>
                      <a:endParaRPr kumimoji="0" lang="zh-CN" altLang="zh-CN"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442" name="Text Box 626"/>
                    <p:cNvSpPr txBox="1">
                      <a:spLocks noChangeArrowheads="1"/>
                    </p:cNvSpPr>
                    <p:nvPr/>
                  </p:nvSpPr>
                  <p:spPr bwMode="auto">
                    <a:xfrm>
                      <a:off x="9600" y="12074"/>
                      <a:ext cx="358" cy="2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T</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443" name="Text Box 632"/>
                    <p:cNvSpPr txBox="1">
                      <a:spLocks noChangeArrowheads="1"/>
                    </p:cNvSpPr>
                    <p:nvPr/>
                  </p:nvSpPr>
                  <p:spPr bwMode="auto">
                    <a:xfrm>
                      <a:off x="7547" y="12429"/>
                      <a:ext cx="831" cy="33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 = </a:t>
                      </a:r>
                      <a:r>
                        <a:rPr kumimoji="0" lang="en-US" altLang="zh-CN" sz="1600" b="1" dirty="0" err="1">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 +1</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444" name="Text Box 633"/>
                    <p:cNvSpPr txBox="1">
                      <a:spLocks noChangeArrowheads="1"/>
                    </p:cNvSpPr>
                    <p:nvPr/>
                  </p:nvSpPr>
                  <p:spPr bwMode="auto">
                    <a:xfrm>
                      <a:off x="8168" y="11944"/>
                      <a:ext cx="1037" cy="31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m%i</a:t>
                      </a:r>
                      <a:r>
                        <a:rPr kumimoji="0" lang="en-US" altLang="zh-CN"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==0</a:t>
                      </a:r>
                    </a:p>
                    <a:p>
                      <a:endParaRPr kumimoji="0" lang="zh-CN" altLang="zh-CN"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445" name="Text Box 638"/>
                    <p:cNvSpPr txBox="1">
                      <a:spLocks noChangeArrowheads="1"/>
                    </p:cNvSpPr>
                    <p:nvPr/>
                  </p:nvSpPr>
                  <p:spPr bwMode="auto">
                    <a:xfrm>
                      <a:off x="7336" y="12077"/>
                      <a:ext cx="316" cy="2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F</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446" name="Text Box 648"/>
                    <p:cNvSpPr txBox="1">
                      <a:spLocks noChangeArrowheads="1"/>
                    </p:cNvSpPr>
                    <p:nvPr/>
                  </p:nvSpPr>
                  <p:spPr bwMode="auto">
                    <a:xfrm>
                      <a:off x="9020" y="12431"/>
                      <a:ext cx="686" cy="37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break</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447" name="Text Box 657"/>
                    <p:cNvSpPr txBox="1">
                      <a:spLocks noChangeArrowheads="1"/>
                    </p:cNvSpPr>
                    <p:nvPr/>
                  </p:nvSpPr>
                  <p:spPr bwMode="auto">
                    <a:xfrm>
                      <a:off x="8105" y="12828"/>
                      <a:ext cx="586" cy="3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 &gt; k</a:t>
                      </a:r>
                    </a:p>
                    <a:p>
                      <a:endParaRPr kumimoji="0" lang="zh-CN" altLang="zh-CN"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768" name="Text Box 658"/>
                    <p:cNvSpPr txBox="1">
                      <a:spLocks noChangeArrowheads="1"/>
                    </p:cNvSpPr>
                    <p:nvPr/>
                  </p:nvSpPr>
                  <p:spPr bwMode="auto">
                    <a:xfrm>
                      <a:off x="6861" y="12898"/>
                      <a:ext cx="353" cy="29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T</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769" name="Text Box 659"/>
                    <p:cNvSpPr txBox="1">
                      <a:spLocks noChangeArrowheads="1"/>
                    </p:cNvSpPr>
                    <p:nvPr/>
                  </p:nvSpPr>
                  <p:spPr bwMode="auto">
                    <a:xfrm>
                      <a:off x="9681" y="12884"/>
                      <a:ext cx="358" cy="29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F</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770" name="Text Box 660"/>
                    <p:cNvSpPr txBox="1">
                      <a:spLocks noChangeArrowheads="1"/>
                    </p:cNvSpPr>
                    <p:nvPr/>
                  </p:nvSpPr>
                  <p:spPr bwMode="auto">
                    <a:xfrm>
                      <a:off x="7001" y="13254"/>
                      <a:ext cx="1031" cy="3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600" b="1" dirty="0">
                          <a:solidFill>
                            <a:srgbClr val="CC00FF"/>
                          </a:solidFill>
                          <a:effectLst>
                            <a:outerShdw blurRad="38100" dist="38100" dir="2700000" algn="tl">
                              <a:srgbClr val="000000">
                                <a:alpha val="43137"/>
                              </a:srgbClr>
                            </a:outerShdw>
                          </a:effectLst>
                          <a:latin typeface="+mn-lt"/>
                          <a:ea typeface="楷体" pitchFamily="49" charset="-122"/>
                          <a:cs typeface="宋体" pitchFamily="2" charset="-122"/>
                        </a:rPr>
                        <a:t>m</a:t>
                      </a:r>
                      <a:r>
                        <a:rPr kumimoji="0" lang="zh-CN" altLang="en-US" sz="1600" b="1" dirty="0">
                          <a:solidFill>
                            <a:srgbClr val="CC00FF"/>
                          </a:solidFill>
                          <a:effectLst>
                            <a:outerShdw blurRad="38100" dist="38100" dir="2700000" algn="tl">
                              <a:srgbClr val="000000">
                                <a:alpha val="43137"/>
                              </a:srgbClr>
                            </a:outerShdw>
                          </a:effectLst>
                          <a:latin typeface="+mn-lt"/>
                          <a:ea typeface="楷体" pitchFamily="49" charset="-122"/>
                          <a:cs typeface="宋体" pitchFamily="2" charset="-122"/>
                        </a:rPr>
                        <a:t>是素数</a:t>
                      </a:r>
                    </a:p>
                    <a:p>
                      <a:endParaRPr kumimoji="0" lang="zh-CN" altLang="en-US" sz="1600" b="1" dirty="0">
                        <a:solidFill>
                          <a:srgbClr val="CC00FF"/>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771" name="Text Box 661"/>
                    <p:cNvSpPr txBox="1">
                      <a:spLocks noChangeArrowheads="1"/>
                    </p:cNvSpPr>
                    <p:nvPr/>
                  </p:nvSpPr>
                  <p:spPr bwMode="auto">
                    <a:xfrm>
                      <a:off x="8632" y="13257"/>
                      <a:ext cx="1209" cy="34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600" b="1" dirty="0">
                          <a:solidFill>
                            <a:srgbClr val="CC00FF"/>
                          </a:solidFill>
                          <a:effectLst>
                            <a:outerShdw blurRad="38100" dist="38100" dir="2700000" algn="tl">
                              <a:srgbClr val="000000">
                                <a:alpha val="43137"/>
                              </a:srgbClr>
                            </a:outerShdw>
                          </a:effectLst>
                          <a:latin typeface="+mn-lt"/>
                          <a:ea typeface="楷体" pitchFamily="49" charset="-122"/>
                          <a:cs typeface="宋体" pitchFamily="2" charset="-122"/>
                        </a:rPr>
                        <a:t>m</a:t>
                      </a:r>
                      <a:r>
                        <a:rPr kumimoji="0" lang="zh-CN" altLang="en-US" sz="1600" b="1" dirty="0">
                          <a:solidFill>
                            <a:srgbClr val="CC00FF"/>
                          </a:solidFill>
                          <a:effectLst>
                            <a:outerShdw blurRad="38100" dist="38100" dir="2700000" algn="tl">
                              <a:srgbClr val="000000">
                                <a:alpha val="43137"/>
                              </a:srgbClr>
                            </a:outerShdw>
                          </a:effectLst>
                          <a:latin typeface="+mn-lt"/>
                          <a:ea typeface="楷体" pitchFamily="49" charset="-122"/>
                          <a:cs typeface="宋体" pitchFamily="2" charset="-122"/>
                        </a:rPr>
                        <a:t>不是素数</a:t>
                      </a:r>
                    </a:p>
                    <a:p>
                      <a:endParaRPr kumimoji="0" lang="zh-CN" altLang="en-US" sz="1600" b="1" dirty="0">
                        <a:solidFill>
                          <a:srgbClr val="CC00FF"/>
                        </a:solidFill>
                        <a:effectLst>
                          <a:outerShdw blurRad="38100" dist="38100" dir="2700000" algn="tl">
                            <a:srgbClr val="000000">
                              <a:alpha val="43137"/>
                            </a:srgbClr>
                          </a:outerShdw>
                        </a:effectLst>
                        <a:latin typeface="+mn-lt"/>
                        <a:ea typeface="楷体" pitchFamily="49" charset="-122"/>
                        <a:cs typeface="宋体" pitchFamily="2" charset="-122"/>
                      </a:endParaRPr>
                    </a:p>
                  </p:txBody>
                </p:sp>
              </p:grpSp>
            </p:grpSp>
            <p:sp>
              <p:nvSpPr>
                <p:cNvPr id="774" name="直接连接符 774"/>
                <p:cNvSpPr>
                  <a:spLocks noChangeShapeType="1"/>
                </p:cNvSpPr>
                <p:nvPr/>
              </p:nvSpPr>
              <p:spPr bwMode="auto">
                <a:xfrm>
                  <a:off x="11015" y="14513"/>
                  <a:ext cx="0" cy="2509"/>
                </a:xfrm>
                <a:prstGeom prst="line">
                  <a:avLst/>
                </a:prstGeom>
                <a:grp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aphicFrame>
            <p:nvGraphicFramePr>
              <p:cNvPr id="113" name="Object 19"/>
              <p:cNvGraphicFramePr>
                <a:graphicFrameLocks noChangeAspect="1"/>
              </p:cNvGraphicFramePr>
              <p:nvPr/>
            </p:nvGraphicFramePr>
            <p:xfrm>
              <a:off x="6500826" y="2048960"/>
              <a:ext cx="428628" cy="243856"/>
            </p:xfrm>
            <a:graphic>
              <a:graphicData uri="http://schemas.openxmlformats.org/presentationml/2006/ole">
                <mc:AlternateContent xmlns:mc="http://schemas.openxmlformats.org/markup-compatibility/2006">
                  <mc:Choice xmlns:v="urn:schemas-microsoft-com:vml" Requires="v">
                    <p:oleObj spid="_x0000_s941370" name="Equation" r:id="rId12" imgW="279360" imgH="228600" progId="">
                      <p:embed/>
                    </p:oleObj>
                  </mc:Choice>
                  <mc:Fallback>
                    <p:oleObj name="Equation" r:id="rId12" imgW="279360" imgH="228600" progId="">
                      <p:embed/>
                      <p:pic>
                        <p:nvPicPr>
                          <p:cNvPr id="0" name="Picture 1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00826" y="2048960"/>
                            <a:ext cx="428628" cy="243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6600"/>
                                </a:solidFill>
                                <a:miter lim="800000"/>
                                <a:headEnd/>
                                <a:tailEnd/>
                              </a14:hiddenLine>
                            </a:ext>
                          </a:extLst>
                        </p:spPr>
                      </p:pic>
                    </p:oleObj>
                  </mc:Fallback>
                </mc:AlternateContent>
              </a:graphicData>
            </a:graphic>
          </p:graphicFrame>
        </p:grpSp>
        <p:sp>
          <p:nvSpPr>
            <p:cNvPr id="115" name="TextBox 114"/>
            <p:cNvSpPr txBox="1"/>
            <p:nvPr/>
          </p:nvSpPr>
          <p:spPr>
            <a:xfrm>
              <a:off x="4214810" y="1252823"/>
              <a:ext cx="1928826" cy="461665"/>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zh-CN" altLang="en-US" b="1" dirty="0">
                  <a:solidFill>
                    <a:srgbClr val="FF0000"/>
                  </a:solidFill>
                  <a:effectLst>
                    <a:outerShdw blurRad="38100" dist="38100" dir="2700000" algn="tl">
                      <a:srgbClr val="000000">
                        <a:alpha val="43137"/>
                      </a:srgbClr>
                    </a:outerShdw>
                  </a:effectLst>
                  <a:latin typeface="隶书" pitchFamily="49" charset="-122"/>
                  <a:ea typeface="隶书" pitchFamily="49" charset="-122"/>
                </a:rPr>
                <a:t>算法流程图</a:t>
              </a:r>
            </a:p>
          </p:txBody>
        </p:sp>
      </p:grpSp>
    </p:spTree>
  </p:cSld>
  <p:clrMapOvr>
    <a:masterClrMapping/>
  </p:clrMapOvr>
  <p:transition>
    <p:cover/>
    <p:sndAc>
      <p:stSnd>
        <p:snd r:embed="rId4"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2000"/>
                                        <p:tgtEl>
                                          <p:spTgt spid="3"/>
                                        </p:tgtEl>
                                      </p:cBhvr>
                                    </p:animEffect>
                                  </p:childTnLst>
                                  <p:subTnLst>
                                    <p:audio>
                                      <p:cMediaNode>
                                        <p:cTn display="0" masterRel="sameClick">
                                          <p:stCondLst>
                                            <p:cond evt="begin" delay="0">
                                              <p:tn val="5"/>
                                            </p:cond>
                                          </p:stCondLst>
                                          <p:endCondLst>
                                            <p:cond evt="onStopAudio" delay="0">
                                              <p:tgtEl>
                                                <p:sldTgt/>
                                              </p:tgtEl>
                                            </p:cond>
                                          </p:endCondLst>
                                        </p:cTn>
                                        <p:tgtEl>
                                          <p:sndTgt r:embed="rId4" name="camera.wav"/>
                                        </p:tgtEl>
                                      </p:cMediaNode>
                                    </p:audio>
                                  </p:sub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amond(in)">
                                      <p:cBhvr>
                                        <p:cTn id="12" dur="2000"/>
                                        <p:tgtEl>
                                          <p:spTgt spid="12"/>
                                        </p:tgtEl>
                                      </p:cBhvr>
                                    </p:animEffect>
                                  </p:childTnLst>
                                  <p:subTnLst>
                                    <p:audio>
                                      <p:cMediaNode>
                                        <p:cTn display="0" masterRel="sameClick">
                                          <p:stCondLst>
                                            <p:cond evt="begin" delay="0">
                                              <p:tn val="10"/>
                                            </p:cond>
                                          </p:stCondLst>
                                          <p:endCondLst>
                                            <p:cond evt="onStopAudio" delay="0">
                                              <p:tgtEl>
                                                <p:sldTgt/>
                                              </p:tgtEl>
                                            </p:cond>
                                          </p:endCondLst>
                                        </p:cTn>
                                        <p:tgtEl>
                                          <p:sndTgt r:embed="rId5" name="chimes.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16"/>
                                        </p:tgtEl>
                                        <p:attrNameLst>
                                          <p:attrName>style.visibility</p:attrName>
                                        </p:attrNameLst>
                                      </p:cBhvr>
                                      <p:to>
                                        <p:strVal val="visible"/>
                                      </p:to>
                                    </p:set>
                                    <p:animEffect transition="in" filter="strips(downRight)">
                                      <p:cBhvr>
                                        <p:cTn id="17" dur="500"/>
                                        <p:tgtEl>
                                          <p:spTgt spid="116"/>
                                        </p:tgtEl>
                                      </p:cBhvr>
                                    </p:animEffect>
                                  </p:childTnLst>
                                  <p:subTnLst>
                                    <p:audio>
                                      <p:cMediaNode>
                                        <p:cTn display="0" masterRel="sameClick">
                                          <p:stCondLst>
                                            <p:cond evt="begin" delay="0">
                                              <p:tn val="15"/>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944439" name="Group 311"/>
          <p:cNvGrpSpPr>
            <a:grpSpLocks/>
          </p:cNvGrpSpPr>
          <p:nvPr/>
        </p:nvGrpSpPr>
        <p:grpSpPr bwMode="auto">
          <a:xfrm>
            <a:off x="4497691" y="332656"/>
            <a:ext cx="3541713" cy="6240462"/>
            <a:chOff x="2971" y="119"/>
            <a:chExt cx="2231" cy="3931"/>
          </a:xfrm>
        </p:grpSpPr>
        <p:sp>
          <p:nvSpPr>
            <p:cNvPr id="944426" name="Text Box 298" descr="信纸"/>
            <p:cNvSpPr txBox="1">
              <a:spLocks noChangeArrowheads="1"/>
            </p:cNvSpPr>
            <p:nvPr/>
          </p:nvSpPr>
          <p:spPr bwMode="auto">
            <a:xfrm>
              <a:off x="2971" y="119"/>
              <a:ext cx="2231" cy="3931"/>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a:lstStyle/>
            <a:p>
              <a:r>
                <a:rPr lang="en-US" altLang="zh-CN" sz="2000" b="1" dirty="0">
                  <a:effectLst>
                    <a:outerShdw blurRad="38100" dist="38100" dir="2700000" algn="tl">
                      <a:srgbClr val="FFFFFF"/>
                    </a:outerShdw>
                  </a:effectLst>
                </a:rPr>
                <a:t>#include &lt;</a:t>
              </a:r>
              <a:r>
                <a:rPr lang="en-US" altLang="zh-CN" sz="2000" b="1" dirty="0" err="1">
                  <a:effectLst>
                    <a:outerShdw blurRad="38100" dist="38100" dir="2700000" algn="tl">
                      <a:srgbClr val="FFFFFF"/>
                    </a:outerShdw>
                  </a:effectLst>
                </a:rPr>
                <a:t>stdio.h</a:t>
              </a:r>
              <a:r>
                <a:rPr lang="en-US" altLang="zh-CN" sz="2000" b="1" dirty="0">
                  <a:effectLst>
                    <a:outerShdw blurRad="38100" dist="38100" dir="2700000" algn="tl">
                      <a:srgbClr val="FFFFFF"/>
                    </a:outerShdw>
                  </a:effectLst>
                </a:rPr>
                <a:t>&gt;</a:t>
              </a:r>
            </a:p>
            <a:p>
              <a:r>
                <a:rPr lang="en-US" altLang="zh-CN" sz="2000" b="1" dirty="0">
                  <a:effectLst>
                    <a:outerShdw blurRad="38100" dist="38100" dir="2700000" algn="tl">
                      <a:srgbClr val="FFFFFF"/>
                    </a:outerShdw>
                  </a:effectLst>
                </a:rPr>
                <a:t>#include &lt;</a:t>
              </a:r>
              <a:r>
                <a:rPr lang="en-US" altLang="zh-CN" sz="2000" b="1" dirty="0" err="1">
                  <a:effectLst>
                    <a:outerShdw blurRad="38100" dist="38100" dir="2700000" algn="tl">
                      <a:srgbClr val="FFFFFF"/>
                    </a:outerShdw>
                  </a:effectLst>
                </a:rPr>
                <a:t>math.h</a:t>
              </a:r>
              <a:r>
                <a:rPr lang="en-US" altLang="zh-CN" sz="2000" b="1" dirty="0">
                  <a:effectLst>
                    <a:outerShdw blurRad="38100" dist="38100" dir="2700000" algn="tl">
                      <a:srgbClr val="FFFFFF"/>
                    </a:outerShdw>
                  </a:effectLst>
                </a:rPr>
                <a:t>&gt;</a:t>
              </a:r>
            </a:p>
            <a:p>
              <a:r>
                <a:rPr lang="en-US" altLang="zh-CN" sz="2000" b="1" dirty="0" err="1">
                  <a:solidFill>
                    <a:srgbClr val="CC3300"/>
                  </a:solidFill>
                  <a:effectLst>
                    <a:outerShdw blurRad="38100" dist="38100" dir="2700000" algn="tl">
                      <a:srgbClr val="000000"/>
                    </a:outerShdw>
                  </a:effectLst>
                </a:rPr>
                <a:t>int</a:t>
              </a:r>
              <a:r>
                <a:rPr lang="en-US" altLang="zh-CN" sz="2000" b="1" dirty="0">
                  <a:solidFill>
                    <a:srgbClr val="CC3300"/>
                  </a:solidFill>
                  <a:effectLst>
                    <a:outerShdw blurRad="38100" dist="38100" dir="2700000" algn="tl">
                      <a:srgbClr val="000000"/>
                    </a:outerShdw>
                  </a:effectLst>
                </a:rPr>
                <a:t> main ( )</a:t>
              </a:r>
            </a:p>
            <a:p>
              <a:r>
                <a:rPr lang="en-US" altLang="zh-CN" sz="2000" b="1" dirty="0">
                  <a:effectLst>
                    <a:outerShdw blurRad="38100" dist="38100" dir="2700000" algn="tl">
                      <a:srgbClr val="FFFFFF"/>
                    </a:outerShdw>
                  </a:effectLst>
                </a:rPr>
                <a:t>{</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int</a:t>
              </a:r>
              <a:r>
                <a:rPr lang="en-US" altLang="zh-CN" sz="2000" b="1" dirty="0">
                  <a:effectLst>
                    <a:outerShdw blurRad="38100" dist="38100" dir="2700000" algn="tl">
                      <a:srgbClr val="FFFFFF"/>
                    </a:outerShdw>
                  </a:effectLst>
                </a:rPr>
                <a:t> m,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k;</a:t>
              </a:r>
            </a:p>
            <a:p>
              <a:endParaRPr lang="en-US" altLang="zh-CN" sz="2000" b="1" dirty="0">
                <a:effectLst>
                  <a:outerShdw blurRad="38100" dist="38100" dir="2700000" algn="tl">
                    <a:srgbClr val="FFFFFF"/>
                  </a:outerShdw>
                </a:effectLst>
              </a:endParaRP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("input a number: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scanf</a:t>
              </a:r>
              <a:r>
                <a:rPr lang="en-US" altLang="zh-CN" sz="2000" b="1" dirty="0">
                  <a:effectLst>
                    <a:outerShdw blurRad="38100" dist="38100" dir="2700000" algn="tl">
                      <a:srgbClr val="FFFFFF"/>
                    </a:outerShdw>
                  </a:effectLst>
                </a:rPr>
                <a:t> ("%d", &amp;m);  </a:t>
              </a:r>
            </a:p>
            <a:p>
              <a:r>
                <a:rPr lang="en-US" altLang="zh-CN" sz="2000" b="1" dirty="0"/>
                <a:t>   </a:t>
              </a:r>
              <a:r>
                <a:rPr lang="en-US" altLang="zh-CN" sz="2000" b="1" dirty="0">
                  <a:effectLst>
                    <a:outerShdw blurRad="38100" dist="38100" dir="2700000" algn="tl">
                      <a:srgbClr val="FFFFFF"/>
                    </a:outerShdw>
                  </a:effectLst>
                </a:rPr>
                <a:t>k = </a:t>
              </a:r>
              <a:r>
                <a:rPr lang="en-US" altLang="zh-CN" sz="2000" b="1" dirty="0" err="1">
                  <a:effectLst>
                    <a:outerShdw blurRad="38100" dist="38100" dir="2700000" algn="tl">
                      <a:srgbClr val="FFFFFF"/>
                    </a:outerShdw>
                  </a:effectLst>
                </a:rPr>
                <a:t>sqrt</a:t>
              </a:r>
              <a:r>
                <a:rPr lang="en-US" altLang="zh-CN" sz="2000" b="1" dirty="0">
                  <a:effectLst>
                    <a:outerShdw blurRad="38100" dist="38100" dir="2700000" algn="tl">
                      <a:srgbClr val="FFFFFF"/>
                    </a:outerShdw>
                  </a:effectLst>
                </a:rPr>
                <a:t> (m);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 2;</a:t>
              </a:r>
              <a:r>
                <a:rPr lang="en-US" altLang="zh-CN" sz="2000" b="1" dirty="0"/>
                <a:t> </a:t>
              </a:r>
            </a:p>
            <a:p>
              <a:r>
                <a:rPr lang="en-US" altLang="zh-CN" sz="2000" b="1" dirty="0">
                  <a:solidFill>
                    <a:srgbClr val="FF3300"/>
                  </a:solidFill>
                </a:rPr>
                <a:t>   </a:t>
              </a:r>
              <a:r>
                <a:rPr lang="en-US" altLang="zh-CN" sz="2000" b="1" dirty="0">
                  <a:solidFill>
                    <a:srgbClr val="FF3300"/>
                  </a:solidFill>
                  <a:effectLst>
                    <a:outerShdw blurRad="38100" dist="38100" dir="2700000" algn="tl">
                      <a:srgbClr val="000000"/>
                    </a:outerShdw>
                  </a:effectLst>
                </a:rPr>
                <a:t>while (</a:t>
              </a:r>
              <a:r>
                <a:rPr lang="en-US" altLang="zh-CN" sz="2000" b="1" dirty="0" err="1">
                  <a:solidFill>
                    <a:srgbClr val="FF3300"/>
                  </a:solidFill>
                  <a:effectLst>
                    <a:outerShdw blurRad="38100" dist="38100" dir="2700000" algn="tl">
                      <a:srgbClr val="000000"/>
                    </a:outerShdw>
                  </a:effectLst>
                </a:rPr>
                <a:t>i</a:t>
              </a:r>
              <a:r>
                <a:rPr lang="en-US" altLang="zh-CN" sz="2000" b="1" dirty="0">
                  <a:solidFill>
                    <a:srgbClr val="FF3300"/>
                  </a:solidFill>
                  <a:effectLst>
                    <a:outerShdw blurRad="38100" dist="38100" dir="2700000" algn="tl">
                      <a:srgbClr val="000000"/>
                    </a:outerShdw>
                  </a:effectLst>
                </a:rPr>
                <a:t> &lt;= k)</a:t>
              </a:r>
              <a:r>
                <a:rPr lang="en-US" altLang="zh-CN" sz="2000" b="1" dirty="0">
                  <a:solidFill>
                    <a:srgbClr val="FF3300"/>
                  </a:solidFill>
                </a:rPr>
                <a:t> </a:t>
              </a:r>
            </a:p>
            <a:p>
              <a:r>
                <a:rPr lang="en-US" altLang="zh-CN" sz="2000" b="1" dirty="0">
                  <a:effectLst>
                    <a:outerShdw blurRad="38100" dist="38100" dir="2700000" algn="tl">
                      <a:srgbClr val="FFFFFF"/>
                    </a:outerShdw>
                  </a:effectLst>
                </a:rPr>
                <a:t>   { </a:t>
              </a:r>
            </a:p>
            <a:p>
              <a:r>
                <a:rPr lang="en-US" altLang="zh-CN" sz="2000" b="1" dirty="0">
                  <a:effectLst>
                    <a:outerShdw blurRad="38100" dist="38100" dir="2700000" algn="tl">
                      <a:srgbClr val="FFFFFF"/>
                    </a:outerShdw>
                  </a:effectLst>
                </a:rPr>
                <a:t>      if (m %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 0)  break;</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 </a:t>
              </a:r>
            </a:p>
            <a:p>
              <a:r>
                <a:rPr lang="en-US" altLang="zh-CN" sz="2000" b="1" dirty="0">
                  <a:effectLst>
                    <a:outerShdw blurRad="38100" dist="38100" dir="2700000" algn="tl">
                      <a:srgbClr val="FFFFFF"/>
                    </a:outerShdw>
                  </a:effectLst>
                </a:rPr>
                <a:t>   if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&gt; k)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("yes\n");</a:t>
              </a:r>
            </a:p>
            <a:p>
              <a:r>
                <a:rPr lang="en-US" altLang="zh-CN" sz="2000" b="1" dirty="0">
                  <a:effectLst>
                    <a:outerShdw blurRad="38100" dist="38100" dir="2700000" algn="tl">
                      <a:srgbClr val="FFFFFF"/>
                    </a:outerShdw>
                  </a:effectLst>
                </a:rPr>
                <a:t>   else</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("no\n");</a:t>
              </a:r>
            </a:p>
            <a:p>
              <a:r>
                <a:rPr lang="en-US" altLang="zh-CN" sz="2000" b="1" dirty="0">
                  <a:effectLst>
                    <a:outerShdw blurRad="38100" dist="38100" dir="2700000" algn="tl">
                      <a:srgbClr val="FFFFFF"/>
                    </a:outerShdw>
                  </a:effectLst>
                </a:rPr>
                <a:t>   return 0;</a:t>
              </a:r>
            </a:p>
            <a:p>
              <a:r>
                <a:rPr lang="en-US" altLang="zh-CN" sz="2000" b="1" dirty="0">
                  <a:effectLst>
                    <a:outerShdw blurRad="38100" dist="38100" dir="2700000" algn="tl">
                      <a:srgbClr val="FFFFFF"/>
                    </a:outerShdw>
                  </a:effectLst>
                </a:rPr>
                <a:t>}</a:t>
              </a:r>
              <a:endParaRPr lang="en-US" altLang="zh-CN" sz="2000" b="1" dirty="0"/>
            </a:p>
          </p:txBody>
        </p:sp>
        <p:sp>
          <p:nvSpPr>
            <p:cNvPr id="944427" name="Text Box 299"/>
            <p:cNvSpPr txBox="1">
              <a:spLocks noChangeArrowheads="1"/>
            </p:cNvSpPr>
            <p:nvPr/>
          </p:nvSpPr>
          <p:spPr bwMode="auto">
            <a:xfrm>
              <a:off x="4127" y="718"/>
              <a:ext cx="997" cy="291"/>
            </a:xfrm>
            <a:prstGeom prst="rect">
              <a:avLst/>
            </a:prstGeom>
            <a:solidFill>
              <a:srgbClr val="FFFFCD"/>
            </a:solidFill>
            <a:ln w="38100">
              <a:solidFill>
                <a:srgbClr val="0000FF"/>
              </a:solidFill>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a:spAutoFit/>
            </a:bodyPr>
            <a:lstStyle/>
            <a:p>
              <a:pPr algn="ctr">
                <a:spcBef>
                  <a:spcPct val="50000"/>
                </a:spcBef>
              </a:pPr>
              <a:r>
                <a:rPr lang="en-US" altLang="zh-CN" b="1">
                  <a:solidFill>
                    <a:srgbClr val="FF3300"/>
                  </a:solidFill>
                  <a:effectLst>
                    <a:outerShdw blurRad="38100" dist="38100" dir="2700000" algn="tl">
                      <a:srgbClr val="000000"/>
                    </a:outerShdw>
                  </a:effectLst>
                  <a:ea typeface="隶书" pitchFamily="49" charset="-122"/>
                </a:rPr>
                <a:t>while</a:t>
              </a:r>
              <a:r>
                <a:rPr lang="zh-CN" altLang="en-US" b="1">
                  <a:solidFill>
                    <a:srgbClr val="FF3300"/>
                  </a:solidFill>
                  <a:effectLst>
                    <a:outerShdw blurRad="38100" dist="38100" dir="2700000" algn="tl">
                      <a:srgbClr val="000000"/>
                    </a:outerShdw>
                  </a:effectLst>
                  <a:latin typeface="隶书" pitchFamily="49" charset="-122"/>
                  <a:ea typeface="隶书" pitchFamily="49" charset="-122"/>
                </a:rPr>
                <a:t>循环</a:t>
              </a:r>
            </a:p>
          </p:txBody>
        </p:sp>
        <p:sp>
          <p:nvSpPr>
            <p:cNvPr id="944436" name="Rectangle 308"/>
            <p:cNvSpPr>
              <a:spLocks noChangeArrowheads="1"/>
            </p:cNvSpPr>
            <p:nvPr/>
          </p:nvSpPr>
          <p:spPr bwMode="auto">
            <a:xfrm>
              <a:off x="3107" y="1912"/>
              <a:ext cx="1769" cy="952"/>
            </a:xfrm>
            <a:prstGeom prst="rect">
              <a:avLst/>
            </a:prstGeom>
            <a:noFill/>
            <a:ln w="28575">
              <a:solidFill>
                <a:srgbClr val="0000FF"/>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grpSp>
      <p:sp>
        <p:nvSpPr>
          <p:cNvPr id="944134" name="Rectangle 6"/>
          <p:cNvSpPr>
            <a:spLocks noChangeArrowheads="1"/>
          </p:cNvSpPr>
          <p:nvPr/>
        </p:nvSpPr>
        <p:spPr bwMode="auto">
          <a:xfrm>
            <a:off x="-9013" y="3069582"/>
            <a:ext cx="184731" cy="461665"/>
          </a:xfrm>
          <a:prstGeom prst="rect">
            <a:avLst/>
          </a:prstGeom>
          <a:noFill/>
          <a:ln w="9525">
            <a:noFill/>
            <a:miter lim="800000"/>
            <a:headEnd/>
            <a:tailEnd/>
          </a:ln>
          <a:effectLst/>
        </p:spPr>
        <p:txBody>
          <a:bodyPr wrap="none" anchor="ctr">
            <a:spAutoFit/>
          </a:bodyPr>
          <a:lstStyle/>
          <a:p>
            <a:endParaRPr lang="zh-CN" altLang="en-US"/>
          </a:p>
        </p:txBody>
      </p:sp>
      <p:grpSp>
        <p:nvGrpSpPr>
          <p:cNvPr id="944437" name="Group 309"/>
          <p:cNvGrpSpPr>
            <a:grpSpLocks/>
          </p:cNvGrpSpPr>
          <p:nvPr/>
        </p:nvGrpSpPr>
        <p:grpSpPr bwMode="auto">
          <a:xfrm>
            <a:off x="668917" y="332657"/>
            <a:ext cx="3543300" cy="5668963"/>
            <a:chOff x="340" y="119"/>
            <a:chExt cx="2232" cy="3571"/>
          </a:xfrm>
        </p:grpSpPr>
        <p:sp>
          <p:nvSpPr>
            <p:cNvPr id="944422" name="Text Box 294" descr="信纸"/>
            <p:cNvSpPr txBox="1">
              <a:spLocks noChangeArrowheads="1"/>
            </p:cNvSpPr>
            <p:nvPr/>
          </p:nvSpPr>
          <p:spPr bwMode="auto">
            <a:xfrm>
              <a:off x="340" y="119"/>
              <a:ext cx="2232" cy="3571"/>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a:lstStyle/>
            <a:p>
              <a:r>
                <a:rPr lang="en-US" altLang="zh-CN" sz="2000" b="1" dirty="0">
                  <a:effectLst>
                    <a:outerShdw blurRad="38100" dist="38100" dir="2700000" algn="tl">
                      <a:srgbClr val="FFFFFF"/>
                    </a:outerShdw>
                  </a:effectLst>
                </a:rPr>
                <a:t>#include &lt;</a:t>
              </a:r>
              <a:r>
                <a:rPr lang="en-US" altLang="zh-CN" sz="2000" b="1" dirty="0" err="1">
                  <a:effectLst>
                    <a:outerShdw blurRad="38100" dist="38100" dir="2700000" algn="tl">
                      <a:srgbClr val="FFFFFF"/>
                    </a:outerShdw>
                  </a:effectLst>
                </a:rPr>
                <a:t>stdio.h</a:t>
              </a:r>
              <a:r>
                <a:rPr lang="en-US" altLang="zh-CN" sz="2000" b="1" dirty="0">
                  <a:effectLst>
                    <a:outerShdw blurRad="38100" dist="38100" dir="2700000" algn="tl">
                      <a:srgbClr val="FFFFFF"/>
                    </a:outerShdw>
                  </a:effectLst>
                </a:rPr>
                <a:t>&gt;</a:t>
              </a:r>
            </a:p>
            <a:p>
              <a:r>
                <a:rPr lang="en-US" altLang="zh-CN" sz="2000" b="1" dirty="0">
                  <a:effectLst>
                    <a:outerShdw blurRad="38100" dist="38100" dir="2700000" algn="tl">
                      <a:srgbClr val="FFFFFF"/>
                    </a:outerShdw>
                  </a:effectLst>
                </a:rPr>
                <a:t>#include &lt;</a:t>
              </a:r>
              <a:r>
                <a:rPr lang="en-US" altLang="zh-CN" sz="2000" b="1" dirty="0" err="1">
                  <a:effectLst>
                    <a:outerShdw blurRad="38100" dist="38100" dir="2700000" algn="tl">
                      <a:srgbClr val="FFFFFF"/>
                    </a:outerShdw>
                  </a:effectLst>
                </a:rPr>
                <a:t>math.h</a:t>
              </a:r>
              <a:r>
                <a:rPr lang="en-US" altLang="zh-CN" sz="2000" b="1" dirty="0">
                  <a:effectLst>
                    <a:outerShdw blurRad="38100" dist="38100" dir="2700000" algn="tl">
                      <a:srgbClr val="FFFFFF"/>
                    </a:outerShdw>
                  </a:effectLst>
                </a:rPr>
                <a:t>&gt;</a:t>
              </a:r>
            </a:p>
            <a:p>
              <a:r>
                <a:rPr lang="en-US" altLang="zh-CN" sz="2000" b="1" dirty="0" err="1">
                  <a:solidFill>
                    <a:srgbClr val="CC3300"/>
                  </a:solidFill>
                  <a:effectLst>
                    <a:outerShdw blurRad="38100" dist="38100" dir="2700000" algn="tl">
                      <a:srgbClr val="000000"/>
                    </a:outerShdw>
                  </a:effectLst>
                </a:rPr>
                <a:t>int</a:t>
              </a:r>
              <a:r>
                <a:rPr lang="en-US" altLang="zh-CN" sz="2000" b="1" dirty="0">
                  <a:solidFill>
                    <a:srgbClr val="CC3300"/>
                  </a:solidFill>
                  <a:effectLst>
                    <a:outerShdw blurRad="38100" dist="38100" dir="2700000" algn="tl">
                      <a:srgbClr val="000000"/>
                    </a:outerShdw>
                  </a:effectLst>
                </a:rPr>
                <a:t> main ( )</a:t>
              </a:r>
            </a:p>
            <a:p>
              <a:r>
                <a:rPr lang="en-US" altLang="zh-CN" sz="2000" b="1" dirty="0">
                  <a:effectLst>
                    <a:outerShdw blurRad="38100" dist="38100" dir="2700000" algn="tl">
                      <a:srgbClr val="FFFFFF"/>
                    </a:outerShdw>
                  </a:effectLst>
                </a:rPr>
                <a:t>{</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int</a:t>
              </a:r>
              <a:r>
                <a:rPr lang="en-US" altLang="zh-CN" sz="2000" b="1" dirty="0">
                  <a:effectLst>
                    <a:outerShdw blurRad="38100" dist="38100" dir="2700000" algn="tl">
                      <a:srgbClr val="FFFFFF"/>
                    </a:outerShdw>
                  </a:effectLst>
                </a:rPr>
                <a:t> m,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k;</a:t>
              </a:r>
            </a:p>
            <a:p>
              <a:endParaRPr lang="en-US" altLang="zh-CN" sz="2000" b="1" dirty="0">
                <a:effectLst>
                  <a:outerShdw blurRad="38100" dist="38100" dir="2700000" algn="tl">
                    <a:srgbClr val="FFFFFF"/>
                  </a:outerShdw>
                </a:effectLst>
              </a:endParaRP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("input a number: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scanf</a:t>
              </a:r>
              <a:r>
                <a:rPr lang="en-US" altLang="zh-CN" sz="2000" b="1" dirty="0">
                  <a:effectLst>
                    <a:outerShdw blurRad="38100" dist="38100" dir="2700000" algn="tl">
                      <a:srgbClr val="FFFFFF"/>
                    </a:outerShdw>
                  </a:effectLst>
                </a:rPr>
                <a:t> ("%d", &amp;m);  </a:t>
              </a:r>
            </a:p>
            <a:p>
              <a:r>
                <a:rPr lang="en-US" altLang="zh-CN" sz="2000" b="1" dirty="0">
                  <a:effectLst>
                    <a:outerShdw blurRad="38100" dist="38100" dir="2700000" algn="tl">
                      <a:srgbClr val="FFFFFF"/>
                    </a:outerShdw>
                  </a:effectLst>
                </a:rPr>
                <a:t>   k = </a:t>
              </a:r>
              <a:r>
                <a:rPr lang="en-US" altLang="zh-CN" sz="2000" b="1" dirty="0" err="1">
                  <a:effectLst>
                    <a:outerShdw blurRad="38100" dist="38100" dir="2700000" algn="tl">
                      <a:srgbClr val="FFFFFF"/>
                    </a:outerShdw>
                  </a:effectLst>
                </a:rPr>
                <a:t>sqrt</a:t>
              </a:r>
              <a:r>
                <a:rPr lang="en-US" altLang="zh-CN" sz="2000" b="1" dirty="0">
                  <a:effectLst>
                    <a:outerShdw blurRad="38100" dist="38100" dir="2700000" algn="tl">
                      <a:srgbClr val="FFFFFF"/>
                    </a:outerShdw>
                  </a:effectLst>
                </a:rPr>
                <a:t> (m);    </a:t>
              </a:r>
            </a:p>
            <a:p>
              <a:r>
                <a:rPr lang="en-US" altLang="zh-CN" sz="2000" b="1" dirty="0">
                  <a:effectLst>
                    <a:outerShdw blurRad="38100" dist="38100" dir="2700000" algn="tl">
                      <a:srgbClr val="FFFFFF"/>
                    </a:outerShdw>
                  </a:effectLst>
                </a:rPr>
                <a:t>   </a:t>
              </a:r>
              <a:r>
                <a:rPr lang="en-US" altLang="zh-CN" sz="2000" b="1" dirty="0">
                  <a:solidFill>
                    <a:srgbClr val="FF3300"/>
                  </a:solidFill>
                  <a:effectLst>
                    <a:outerShdw blurRad="38100" dist="38100" dir="2700000" algn="tl">
                      <a:srgbClr val="000000"/>
                    </a:outerShdw>
                  </a:effectLst>
                </a:rPr>
                <a:t>for (</a:t>
              </a:r>
              <a:r>
                <a:rPr lang="en-US" altLang="zh-CN" sz="2000" b="1" dirty="0" err="1">
                  <a:solidFill>
                    <a:srgbClr val="FF3300"/>
                  </a:solidFill>
                  <a:effectLst>
                    <a:outerShdw blurRad="38100" dist="38100" dir="2700000" algn="tl">
                      <a:srgbClr val="000000"/>
                    </a:outerShdw>
                  </a:effectLst>
                </a:rPr>
                <a:t>i</a:t>
              </a:r>
              <a:r>
                <a:rPr lang="en-US" altLang="zh-CN" sz="2000" b="1" dirty="0">
                  <a:solidFill>
                    <a:srgbClr val="FF3300"/>
                  </a:solidFill>
                  <a:effectLst>
                    <a:outerShdw blurRad="38100" dist="38100" dir="2700000" algn="tl">
                      <a:srgbClr val="000000"/>
                    </a:outerShdw>
                  </a:effectLst>
                </a:rPr>
                <a:t> = 2; </a:t>
              </a:r>
              <a:r>
                <a:rPr lang="en-US" altLang="zh-CN" sz="2000" b="1" dirty="0" err="1">
                  <a:solidFill>
                    <a:srgbClr val="FF3300"/>
                  </a:solidFill>
                  <a:effectLst>
                    <a:outerShdw blurRad="38100" dist="38100" dir="2700000" algn="tl">
                      <a:srgbClr val="000000"/>
                    </a:outerShdw>
                  </a:effectLst>
                </a:rPr>
                <a:t>i</a:t>
              </a:r>
              <a:r>
                <a:rPr lang="en-US" altLang="zh-CN" sz="2000" b="1" dirty="0">
                  <a:solidFill>
                    <a:srgbClr val="FF3300"/>
                  </a:solidFill>
                  <a:effectLst>
                    <a:outerShdw blurRad="38100" dist="38100" dir="2700000" algn="tl">
                      <a:srgbClr val="000000"/>
                    </a:outerShdw>
                  </a:effectLst>
                </a:rPr>
                <a:t> &lt;= k; </a:t>
              </a:r>
              <a:r>
                <a:rPr lang="en-US" altLang="zh-CN" sz="2000" b="1" dirty="0" err="1">
                  <a:solidFill>
                    <a:srgbClr val="FF3300"/>
                  </a:solidFill>
                  <a:effectLst>
                    <a:outerShdw blurRad="38100" dist="38100" dir="2700000" algn="tl">
                      <a:srgbClr val="000000"/>
                    </a:outerShdw>
                  </a:effectLst>
                </a:rPr>
                <a:t>i</a:t>
              </a:r>
              <a:r>
                <a:rPr lang="en-US" altLang="zh-CN" sz="2000" b="1" dirty="0">
                  <a:solidFill>
                    <a:srgbClr val="FF3300"/>
                  </a:solidFill>
                  <a:effectLst>
                    <a:outerShdw blurRad="38100" dist="38100" dir="2700000" algn="tl">
                      <a:srgbClr val="000000"/>
                    </a:outerShdw>
                  </a:effectLst>
                </a:rPr>
                <a:t>++) </a:t>
              </a:r>
            </a:p>
            <a:p>
              <a:r>
                <a:rPr lang="en-US" altLang="zh-CN" sz="2000" b="1" dirty="0">
                  <a:effectLst>
                    <a:outerShdw blurRad="38100" dist="38100" dir="2700000" algn="tl">
                      <a:srgbClr val="FFFFFF"/>
                    </a:outerShdw>
                  </a:effectLst>
                </a:rPr>
                <a:t>      if (m %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 0) </a:t>
              </a:r>
            </a:p>
            <a:p>
              <a:r>
                <a:rPr lang="en-US" altLang="zh-CN" sz="2000" b="1" dirty="0">
                  <a:effectLst>
                    <a:outerShdw blurRad="38100" dist="38100" dir="2700000" algn="tl">
                      <a:srgbClr val="FFFFFF"/>
                    </a:outerShdw>
                  </a:effectLst>
                </a:rPr>
                <a:t>         break;</a:t>
              </a:r>
            </a:p>
            <a:p>
              <a:r>
                <a:rPr lang="en-US" altLang="zh-CN" sz="2000" b="1" dirty="0">
                  <a:effectLst>
                    <a:outerShdw blurRad="38100" dist="38100" dir="2700000" algn="tl">
                      <a:srgbClr val="FFFFFF"/>
                    </a:outerShdw>
                  </a:effectLst>
                </a:rPr>
                <a:t>   if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&gt; k)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("yes\n");</a:t>
              </a:r>
            </a:p>
            <a:p>
              <a:r>
                <a:rPr lang="en-US" altLang="zh-CN" sz="2000" b="1" dirty="0">
                  <a:effectLst>
                    <a:outerShdw blurRad="38100" dist="38100" dir="2700000" algn="tl">
                      <a:srgbClr val="FFFFFF"/>
                    </a:outerShdw>
                  </a:effectLst>
                </a:rPr>
                <a:t>   else</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("no\n");</a:t>
              </a:r>
            </a:p>
            <a:p>
              <a:r>
                <a:rPr lang="en-US" altLang="zh-CN" sz="2000" b="1" dirty="0">
                  <a:effectLst>
                    <a:outerShdw blurRad="38100" dist="38100" dir="2700000" algn="tl">
                      <a:srgbClr val="FFFFFF"/>
                    </a:outerShdw>
                  </a:effectLst>
                </a:rPr>
                <a:t>   return 0;</a:t>
              </a:r>
            </a:p>
            <a:p>
              <a:r>
                <a:rPr lang="en-US" altLang="zh-CN" sz="2000" b="1" dirty="0">
                  <a:effectLst>
                    <a:outerShdw blurRad="38100" dist="38100" dir="2700000" algn="tl">
                      <a:srgbClr val="FFFFFF"/>
                    </a:outerShdw>
                  </a:effectLst>
                </a:rPr>
                <a:t>}</a:t>
              </a:r>
            </a:p>
          </p:txBody>
        </p:sp>
        <p:sp>
          <p:nvSpPr>
            <p:cNvPr id="944425" name="Text Box 297"/>
            <p:cNvSpPr txBox="1">
              <a:spLocks noChangeArrowheads="1"/>
            </p:cNvSpPr>
            <p:nvPr/>
          </p:nvSpPr>
          <p:spPr bwMode="auto">
            <a:xfrm>
              <a:off x="1487" y="799"/>
              <a:ext cx="907" cy="291"/>
            </a:xfrm>
            <a:prstGeom prst="rect">
              <a:avLst/>
            </a:prstGeom>
            <a:solidFill>
              <a:srgbClr val="FFFFCD"/>
            </a:solidFill>
            <a:ln w="38100">
              <a:solidFill>
                <a:srgbClr val="0000FF"/>
              </a:solidFill>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a:spAutoFit/>
            </a:bodyPr>
            <a:lstStyle/>
            <a:p>
              <a:pPr algn="ctr">
                <a:spcBef>
                  <a:spcPct val="50000"/>
                </a:spcBef>
              </a:pPr>
              <a:r>
                <a:rPr lang="en-US" altLang="zh-CN" b="1" dirty="0">
                  <a:solidFill>
                    <a:srgbClr val="FF3300"/>
                  </a:solidFill>
                  <a:effectLst>
                    <a:outerShdw blurRad="38100" dist="38100" dir="2700000" algn="tl">
                      <a:srgbClr val="000000"/>
                    </a:outerShdw>
                  </a:effectLst>
                  <a:ea typeface="隶书" pitchFamily="49" charset="-122"/>
                </a:rPr>
                <a:t>for</a:t>
              </a:r>
              <a:r>
                <a:rPr lang="zh-CN" altLang="en-US" b="1" dirty="0">
                  <a:solidFill>
                    <a:srgbClr val="FF3300"/>
                  </a:solidFill>
                  <a:effectLst>
                    <a:outerShdw blurRad="38100" dist="38100" dir="2700000" algn="tl">
                      <a:srgbClr val="000000"/>
                    </a:outerShdw>
                  </a:effectLst>
                  <a:latin typeface="隶书" pitchFamily="49" charset="-122"/>
                  <a:ea typeface="隶书" pitchFamily="49" charset="-122"/>
                </a:rPr>
                <a:t>循环</a:t>
              </a:r>
            </a:p>
          </p:txBody>
        </p:sp>
        <p:sp>
          <p:nvSpPr>
            <p:cNvPr id="944433" name="Rectangle 305"/>
            <p:cNvSpPr>
              <a:spLocks noChangeArrowheads="1"/>
            </p:cNvSpPr>
            <p:nvPr/>
          </p:nvSpPr>
          <p:spPr bwMode="auto">
            <a:xfrm>
              <a:off x="516" y="1877"/>
              <a:ext cx="1502" cy="590"/>
            </a:xfrm>
            <a:prstGeom prst="rect">
              <a:avLst/>
            </a:prstGeom>
            <a:noFill/>
            <a:ln w="28575">
              <a:solidFill>
                <a:srgbClr val="0000FF"/>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grpSp>
      <p:grpSp>
        <p:nvGrpSpPr>
          <p:cNvPr id="944438" name="Group 310"/>
          <p:cNvGrpSpPr>
            <a:grpSpLocks/>
          </p:cNvGrpSpPr>
          <p:nvPr/>
        </p:nvGrpSpPr>
        <p:grpSpPr bwMode="auto">
          <a:xfrm>
            <a:off x="8325690" y="334391"/>
            <a:ext cx="3541713" cy="6262688"/>
            <a:chOff x="2699" y="391"/>
            <a:chExt cx="2231" cy="3945"/>
          </a:xfrm>
        </p:grpSpPr>
        <p:sp>
          <p:nvSpPr>
            <p:cNvPr id="944431" name="Text Box 303" descr="信纸"/>
            <p:cNvSpPr txBox="1">
              <a:spLocks noChangeArrowheads="1"/>
            </p:cNvSpPr>
            <p:nvPr/>
          </p:nvSpPr>
          <p:spPr bwMode="auto">
            <a:xfrm>
              <a:off x="2699" y="391"/>
              <a:ext cx="2231" cy="3945"/>
            </a:xfrm>
            <a:prstGeom prst="rect">
              <a:avLst/>
            </a:prstGeom>
            <a:blipFill dpi="0" rotWithShape="1">
              <a:blip r:embed="rId6" cstate="print"/>
              <a:srcRect/>
              <a:tile tx="0" ty="0" sx="100000" sy="100000" flip="none" algn="tl"/>
            </a:blipFill>
            <a:ln w="38100">
              <a:solidFill>
                <a:srgbClr val="008000"/>
              </a:solidFill>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a:lstStyle/>
            <a:p>
              <a:r>
                <a:rPr lang="en-US" altLang="zh-CN" sz="2000" b="1" dirty="0">
                  <a:effectLst>
                    <a:outerShdw blurRad="38100" dist="38100" dir="2700000" algn="tl">
                      <a:srgbClr val="FFFFFF"/>
                    </a:outerShdw>
                  </a:effectLst>
                </a:rPr>
                <a:t>#include &lt;</a:t>
              </a:r>
              <a:r>
                <a:rPr lang="en-US" altLang="zh-CN" sz="2000" b="1" dirty="0" err="1">
                  <a:effectLst>
                    <a:outerShdw blurRad="38100" dist="38100" dir="2700000" algn="tl">
                      <a:srgbClr val="FFFFFF"/>
                    </a:outerShdw>
                  </a:effectLst>
                </a:rPr>
                <a:t>stdio.h</a:t>
              </a:r>
              <a:r>
                <a:rPr lang="en-US" altLang="zh-CN" sz="2000" b="1" dirty="0">
                  <a:effectLst>
                    <a:outerShdw blurRad="38100" dist="38100" dir="2700000" algn="tl">
                      <a:srgbClr val="FFFFFF"/>
                    </a:outerShdw>
                  </a:effectLst>
                </a:rPr>
                <a:t>&gt;</a:t>
              </a:r>
            </a:p>
            <a:p>
              <a:r>
                <a:rPr lang="en-US" altLang="zh-CN" sz="2000" b="1" dirty="0">
                  <a:effectLst>
                    <a:outerShdw blurRad="38100" dist="38100" dir="2700000" algn="tl">
                      <a:srgbClr val="FFFFFF"/>
                    </a:outerShdw>
                  </a:effectLst>
                </a:rPr>
                <a:t>#include &lt;</a:t>
              </a:r>
              <a:r>
                <a:rPr lang="en-US" altLang="zh-CN" sz="2000" b="1" dirty="0" err="1">
                  <a:effectLst>
                    <a:outerShdw blurRad="38100" dist="38100" dir="2700000" algn="tl">
                      <a:srgbClr val="FFFFFF"/>
                    </a:outerShdw>
                  </a:effectLst>
                </a:rPr>
                <a:t>math.h</a:t>
              </a:r>
              <a:r>
                <a:rPr lang="en-US" altLang="zh-CN" sz="2000" b="1" dirty="0">
                  <a:effectLst>
                    <a:outerShdw blurRad="38100" dist="38100" dir="2700000" algn="tl">
                      <a:srgbClr val="FFFFFF"/>
                    </a:outerShdw>
                  </a:effectLst>
                </a:rPr>
                <a:t>&gt;</a:t>
              </a:r>
            </a:p>
            <a:p>
              <a:r>
                <a:rPr lang="en-US" altLang="zh-CN" sz="2000" b="1" dirty="0" err="1">
                  <a:solidFill>
                    <a:srgbClr val="CC3300"/>
                  </a:solidFill>
                  <a:effectLst>
                    <a:outerShdw blurRad="38100" dist="38100" dir="2700000" algn="tl">
                      <a:srgbClr val="000000"/>
                    </a:outerShdw>
                  </a:effectLst>
                </a:rPr>
                <a:t>int</a:t>
              </a:r>
              <a:r>
                <a:rPr lang="en-US" altLang="zh-CN" sz="2000" b="1" dirty="0">
                  <a:solidFill>
                    <a:srgbClr val="CC3300"/>
                  </a:solidFill>
                  <a:effectLst>
                    <a:outerShdw blurRad="38100" dist="38100" dir="2700000" algn="tl">
                      <a:srgbClr val="000000"/>
                    </a:outerShdw>
                  </a:effectLst>
                </a:rPr>
                <a:t> main ( )</a:t>
              </a:r>
            </a:p>
            <a:p>
              <a:r>
                <a:rPr lang="en-US" altLang="zh-CN" sz="2000" b="1" dirty="0">
                  <a:effectLst>
                    <a:outerShdw blurRad="38100" dist="38100" dir="2700000" algn="tl">
                      <a:srgbClr val="FFFFFF"/>
                    </a:outerShdw>
                  </a:effectLst>
                </a:rPr>
                <a:t>{</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int</a:t>
              </a:r>
              <a:r>
                <a:rPr lang="en-US" altLang="zh-CN" sz="2000" b="1" dirty="0">
                  <a:effectLst>
                    <a:outerShdw blurRad="38100" dist="38100" dir="2700000" algn="tl">
                      <a:srgbClr val="FFFFFF"/>
                    </a:outerShdw>
                  </a:effectLst>
                </a:rPr>
                <a:t> m,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k;</a:t>
              </a:r>
            </a:p>
            <a:p>
              <a:endParaRPr lang="en-US" altLang="zh-CN" sz="2000" b="1" dirty="0">
                <a:effectLst>
                  <a:outerShdw blurRad="38100" dist="38100" dir="2700000" algn="tl">
                    <a:srgbClr val="FFFFFF"/>
                  </a:outerShdw>
                </a:effectLst>
              </a:endParaRP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("input a number: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scanf</a:t>
              </a:r>
              <a:r>
                <a:rPr lang="en-US" altLang="zh-CN" sz="2000" b="1" dirty="0">
                  <a:effectLst>
                    <a:outerShdw blurRad="38100" dist="38100" dir="2700000" algn="tl">
                      <a:srgbClr val="FFFFFF"/>
                    </a:outerShdw>
                  </a:effectLst>
                </a:rPr>
                <a:t> ("%d", &amp;m);  </a:t>
              </a:r>
            </a:p>
            <a:p>
              <a:r>
                <a:rPr lang="en-US" altLang="zh-CN" sz="2000" b="1" dirty="0"/>
                <a:t>   </a:t>
              </a:r>
              <a:r>
                <a:rPr lang="en-US" altLang="zh-CN" sz="2000" b="1" dirty="0">
                  <a:effectLst>
                    <a:outerShdw blurRad="38100" dist="38100" dir="2700000" algn="tl">
                      <a:srgbClr val="FFFFFF"/>
                    </a:outerShdw>
                  </a:effectLst>
                </a:rPr>
                <a:t>k = </a:t>
              </a:r>
              <a:r>
                <a:rPr lang="en-US" altLang="zh-CN" sz="2000" b="1" dirty="0" err="1">
                  <a:effectLst>
                    <a:outerShdw blurRad="38100" dist="38100" dir="2700000" algn="tl">
                      <a:srgbClr val="FFFFFF"/>
                    </a:outerShdw>
                  </a:effectLst>
                </a:rPr>
                <a:t>sqrt</a:t>
              </a:r>
              <a:r>
                <a:rPr lang="en-US" altLang="zh-CN" sz="2000" b="1" dirty="0">
                  <a:effectLst>
                    <a:outerShdw blurRad="38100" dist="38100" dir="2700000" algn="tl">
                      <a:srgbClr val="FFFFFF"/>
                    </a:outerShdw>
                  </a:effectLst>
                </a:rPr>
                <a:t> (m);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 2;</a:t>
              </a:r>
              <a:r>
                <a:rPr lang="en-US" altLang="zh-CN" sz="2000" b="1" dirty="0"/>
                <a:t> </a:t>
              </a:r>
            </a:p>
            <a:p>
              <a:r>
                <a:rPr lang="en-US" altLang="zh-CN" sz="2000" b="1" dirty="0">
                  <a:effectLst>
                    <a:outerShdw blurRad="38100" dist="38100" dir="2700000" algn="tl">
                      <a:srgbClr val="FFFFFF"/>
                    </a:outerShdw>
                  </a:effectLst>
                </a:rPr>
                <a:t>   </a:t>
              </a:r>
              <a:r>
                <a:rPr lang="en-US" altLang="zh-CN" sz="2000" b="1" dirty="0">
                  <a:solidFill>
                    <a:srgbClr val="FF3300"/>
                  </a:solidFill>
                  <a:effectLst>
                    <a:outerShdw blurRad="38100" dist="38100" dir="2700000" algn="tl">
                      <a:srgbClr val="000000"/>
                    </a:outerShdw>
                  </a:effectLst>
                </a:rPr>
                <a:t>do</a:t>
              </a:r>
              <a:r>
                <a:rPr lang="en-US" altLang="zh-CN" sz="2000" dirty="0">
                  <a:solidFill>
                    <a:srgbClr val="FF3300"/>
                  </a:solidFill>
                  <a:effectLst>
                    <a:outerShdw blurRad="38100" dist="38100" dir="2700000" algn="tl">
                      <a:srgbClr val="000000"/>
                    </a:outerShdw>
                  </a:effectLst>
                </a:rPr>
                <a:t> </a:t>
              </a:r>
            </a:p>
            <a:p>
              <a:r>
                <a:rPr lang="en-US" altLang="zh-CN" sz="2000" b="1" dirty="0">
                  <a:effectLst>
                    <a:outerShdw blurRad="38100" dist="38100" dir="2700000" algn="tl">
                      <a:srgbClr val="FFFFFF"/>
                    </a:outerShdw>
                  </a:effectLst>
                </a:rPr>
                <a:t>   { </a:t>
              </a:r>
            </a:p>
            <a:p>
              <a:r>
                <a:rPr lang="en-US" altLang="zh-CN" sz="2000" b="1" dirty="0">
                  <a:effectLst>
                    <a:outerShdw blurRad="38100" dist="38100" dir="2700000" algn="tl">
                      <a:srgbClr val="FFFFFF"/>
                    </a:outerShdw>
                  </a:effectLst>
                </a:rPr>
                <a:t>      if (m %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 0)  break;</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 </a:t>
              </a:r>
              <a:r>
                <a:rPr lang="en-US" altLang="zh-CN" sz="2000" b="1" dirty="0">
                  <a:solidFill>
                    <a:srgbClr val="FF3300"/>
                  </a:solidFill>
                  <a:effectLst>
                    <a:outerShdw blurRad="38100" dist="38100" dir="2700000" algn="tl">
                      <a:srgbClr val="000000"/>
                    </a:outerShdw>
                  </a:effectLst>
                </a:rPr>
                <a:t>while (</a:t>
              </a:r>
              <a:r>
                <a:rPr lang="en-US" altLang="zh-CN" sz="2000" b="1" dirty="0" err="1">
                  <a:solidFill>
                    <a:srgbClr val="FF3300"/>
                  </a:solidFill>
                  <a:effectLst>
                    <a:outerShdw blurRad="38100" dist="38100" dir="2700000" algn="tl">
                      <a:srgbClr val="000000"/>
                    </a:outerShdw>
                  </a:effectLst>
                </a:rPr>
                <a:t>i</a:t>
              </a:r>
              <a:r>
                <a:rPr lang="en-US" altLang="zh-CN" sz="2000" b="1" dirty="0">
                  <a:solidFill>
                    <a:srgbClr val="FF3300"/>
                  </a:solidFill>
                  <a:effectLst>
                    <a:outerShdw blurRad="38100" dist="38100" dir="2700000" algn="tl">
                      <a:srgbClr val="000000"/>
                    </a:outerShdw>
                  </a:effectLst>
                </a:rPr>
                <a:t> &lt;= k);</a:t>
              </a:r>
              <a:r>
                <a:rPr lang="en-US" altLang="zh-CN" sz="2000" dirty="0"/>
                <a:t> </a:t>
              </a:r>
              <a:endParaRPr lang="en-US" altLang="zh-CN" sz="2000" b="1" dirty="0">
                <a:effectLst>
                  <a:outerShdw blurRad="38100" dist="38100" dir="2700000" algn="tl">
                    <a:srgbClr val="FFFFFF"/>
                  </a:outerShdw>
                </a:effectLst>
              </a:endParaRPr>
            </a:p>
            <a:p>
              <a:r>
                <a:rPr lang="en-US" altLang="zh-CN" sz="2000" b="1" dirty="0">
                  <a:effectLst>
                    <a:outerShdw blurRad="38100" dist="38100" dir="2700000" algn="tl">
                      <a:srgbClr val="FFFFFF"/>
                    </a:outerShdw>
                  </a:effectLst>
                </a:rPr>
                <a:t>   if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&gt; k)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("yes\n");</a:t>
              </a:r>
            </a:p>
            <a:p>
              <a:r>
                <a:rPr lang="en-US" altLang="zh-CN" sz="2000" b="1" dirty="0">
                  <a:effectLst>
                    <a:outerShdw blurRad="38100" dist="38100" dir="2700000" algn="tl">
                      <a:srgbClr val="FFFFFF"/>
                    </a:outerShdw>
                  </a:effectLst>
                </a:rPr>
                <a:t>   else</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("no\n");</a:t>
              </a:r>
            </a:p>
            <a:p>
              <a:r>
                <a:rPr lang="en-US" altLang="zh-CN" sz="2000" b="1" dirty="0">
                  <a:effectLst>
                    <a:outerShdw blurRad="38100" dist="38100" dir="2700000" algn="tl">
                      <a:srgbClr val="FFFFFF"/>
                    </a:outerShdw>
                  </a:effectLst>
                </a:rPr>
                <a:t>   return 0;</a:t>
              </a:r>
            </a:p>
            <a:p>
              <a:r>
                <a:rPr lang="en-US" altLang="zh-CN" sz="2000" b="1" dirty="0">
                  <a:effectLst>
                    <a:outerShdw blurRad="38100" dist="38100" dir="2700000" algn="tl">
                      <a:srgbClr val="FFFFFF"/>
                    </a:outerShdw>
                  </a:effectLst>
                </a:rPr>
                <a:t>}</a:t>
              </a:r>
            </a:p>
            <a:p>
              <a:endParaRPr lang="en-US" altLang="zh-CN" sz="2000" b="1" dirty="0"/>
            </a:p>
          </p:txBody>
        </p:sp>
        <p:sp>
          <p:nvSpPr>
            <p:cNvPr id="944432" name="Text Box 304"/>
            <p:cNvSpPr txBox="1">
              <a:spLocks noChangeArrowheads="1"/>
            </p:cNvSpPr>
            <p:nvPr/>
          </p:nvSpPr>
          <p:spPr bwMode="auto">
            <a:xfrm>
              <a:off x="3591" y="935"/>
              <a:ext cx="1248" cy="291"/>
            </a:xfrm>
            <a:prstGeom prst="rect">
              <a:avLst/>
            </a:prstGeom>
            <a:solidFill>
              <a:srgbClr val="FFFFCD"/>
            </a:solidFill>
            <a:ln w="38100">
              <a:solidFill>
                <a:srgbClr val="0000FF"/>
              </a:solidFill>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wrap="square">
              <a:spAutoFit/>
            </a:bodyPr>
            <a:lstStyle/>
            <a:p>
              <a:pPr algn="ctr">
                <a:spcBef>
                  <a:spcPct val="50000"/>
                </a:spcBef>
              </a:pPr>
              <a:r>
                <a:rPr lang="en-US" altLang="zh-CN" b="1">
                  <a:solidFill>
                    <a:srgbClr val="FF3300"/>
                  </a:solidFill>
                  <a:effectLst>
                    <a:outerShdw blurRad="38100" dist="38100" dir="2700000" algn="tl">
                      <a:srgbClr val="000000"/>
                    </a:outerShdw>
                  </a:effectLst>
                  <a:ea typeface="隶书" pitchFamily="49" charset="-122"/>
                </a:rPr>
                <a:t>do_while</a:t>
              </a:r>
              <a:r>
                <a:rPr lang="zh-CN" altLang="en-US" b="1">
                  <a:solidFill>
                    <a:srgbClr val="FF3300"/>
                  </a:solidFill>
                  <a:effectLst>
                    <a:outerShdw blurRad="38100" dist="38100" dir="2700000" algn="tl">
                      <a:srgbClr val="000000"/>
                    </a:outerShdw>
                  </a:effectLst>
                  <a:latin typeface="隶书" pitchFamily="49" charset="-122"/>
                  <a:ea typeface="隶书" pitchFamily="49" charset="-122"/>
                </a:rPr>
                <a:t>循环</a:t>
              </a:r>
            </a:p>
          </p:txBody>
        </p:sp>
        <p:sp>
          <p:nvSpPr>
            <p:cNvPr id="944434" name="Rectangle 306"/>
            <p:cNvSpPr>
              <a:spLocks noChangeArrowheads="1"/>
            </p:cNvSpPr>
            <p:nvPr/>
          </p:nvSpPr>
          <p:spPr bwMode="auto">
            <a:xfrm>
              <a:off x="2851" y="2181"/>
              <a:ext cx="1723" cy="953"/>
            </a:xfrm>
            <a:prstGeom prst="rect">
              <a:avLst/>
            </a:prstGeom>
            <a:noFill/>
            <a:ln w="28575">
              <a:solidFill>
                <a:srgbClr val="0000FF"/>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grpSp>
      <p:grpSp>
        <p:nvGrpSpPr>
          <p:cNvPr id="944440" name="Group 312"/>
          <p:cNvGrpSpPr>
            <a:grpSpLocks/>
          </p:cNvGrpSpPr>
          <p:nvPr/>
        </p:nvGrpSpPr>
        <p:grpSpPr bwMode="auto">
          <a:xfrm>
            <a:off x="-9014" y="0"/>
            <a:ext cx="446088" cy="6858000"/>
            <a:chOff x="0" y="0"/>
            <a:chExt cx="281" cy="4320"/>
          </a:xfrm>
        </p:grpSpPr>
        <p:sp>
          <p:nvSpPr>
            <p:cNvPr id="944441" name="Text Box 31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44442" name="Text Box 31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944437"/>
                                        </p:tgtEl>
                                        <p:attrNameLst>
                                          <p:attrName>style.visibility</p:attrName>
                                        </p:attrNameLst>
                                      </p:cBhvr>
                                      <p:to>
                                        <p:strVal val="visible"/>
                                      </p:to>
                                    </p:set>
                                    <p:animEffect transition="in" filter="box(out)">
                                      <p:cBhvr>
                                        <p:cTn id="7" dur="500"/>
                                        <p:tgtEl>
                                          <p:spTgt spid="944437"/>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944439"/>
                                        </p:tgtEl>
                                        <p:attrNameLst>
                                          <p:attrName>style.visibility</p:attrName>
                                        </p:attrNameLst>
                                      </p:cBhvr>
                                      <p:to>
                                        <p:strVal val="visible"/>
                                      </p:to>
                                    </p:set>
                                    <p:animEffect transition="in" filter="box(out)">
                                      <p:cBhvr>
                                        <p:cTn id="12" dur="500"/>
                                        <p:tgtEl>
                                          <p:spTgt spid="944439"/>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944438"/>
                                        </p:tgtEl>
                                        <p:attrNameLst>
                                          <p:attrName>style.visibility</p:attrName>
                                        </p:attrNameLst>
                                      </p:cBhvr>
                                      <p:to>
                                        <p:strVal val="visible"/>
                                      </p:to>
                                    </p:set>
                                    <p:animEffect transition="in" filter="box(out)">
                                      <p:cBhvr>
                                        <p:cTn id="17" dur="500"/>
                                        <p:tgtEl>
                                          <p:spTgt spid="944438"/>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6178" name="Rectangle 2"/>
          <p:cNvSpPr>
            <a:spLocks noGrp="1" noChangeArrowheads="1"/>
          </p:cNvSpPr>
          <p:nvPr>
            <p:ph type="body" idx="4294967295"/>
          </p:nvPr>
        </p:nvSpPr>
        <p:spPr>
          <a:xfrm>
            <a:off x="503646" y="71414"/>
            <a:ext cx="7772400" cy="647700"/>
          </a:xfrm>
        </p:spPr>
        <p:txBody>
          <a:bodyPr/>
          <a:lstStyle/>
          <a:p>
            <a:pPr algn="just">
              <a:buFontTx/>
              <a:buNone/>
            </a:pPr>
            <a:r>
              <a:rPr lang="en-US" altLang="zh-CN" dirty="0">
                <a:solidFill>
                  <a:srgbClr val="FF0000"/>
                </a:solidFill>
                <a:effectLst>
                  <a:outerShdw blurRad="38100" dist="38100" dir="2700000" algn="tl">
                    <a:srgbClr val="000000"/>
                  </a:outerShdw>
                </a:effectLst>
                <a:latin typeface="隶书" pitchFamily="49" charset="-122"/>
                <a:ea typeface="隶书" pitchFamily="49" charset="-122"/>
              </a:rPr>
              <a:t>6.3  </a:t>
            </a:r>
            <a:r>
              <a:rPr lang="zh-CN" altLang="en-US" dirty="0">
                <a:solidFill>
                  <a:srgbClr val="FF3300"/>
                </a:solidFill>
                <a:effectLst>
                  <a:outerShdw blurRad="38100" dist="38100" dir="2700000" algn="tl">
                    <a:srgbClr val="000000"/>
                  </a:outerShdw>
                </a:effectLst>
                <a:ea typeface="隶书" pitchFamily="49" charset="-122"/>
              </a:rPr>
              <a:t>循环结构程序设计举例</a:t>
            </a:r>
            <a:r>
              <a:rPr lang="zh-CN" altLang="en-US" dirty="0"/>
              <a:t> </a:t>
            </a:r>
          </a:p>
        </p:txBody>
      </p:sp>
      <p:sp>
        <p:nvSpPr>
          <p:cNvPr id="946186" name="Rectangle 10"/>
          <p:cNvSpPr>
            <a:spLocks noChangeArrowheads="1"/>
          </p:cNvSpPr>
          <p:nvPr/>
        </p:nvSpPr>
        <p:spPr bwMode="auto">
          <a:xfrm>
            <a:off x="492532" y="571481"/>
            <a:ext cx="11195821" cy="884237"/>
          </a:xfrm>
          <a:prstGeom prst="rect">
            <a:avLst/>
          </a:prstGeom>
          <a:noFill/>
          <a:ln w="9525">
            <a:noFill/>
            <a:miter lim="800000"/>
            <a:headEnd/>
            <a:tailEnd/>
          </a:ln>
          <a:effectLst/>
        </p:spPr>
        <p:txBody>
          <a:bodyPr wrap="square" anchor="ctr">
            <a:spAutoFit/>
          </a:bodyPr>
          <a:lstStyle/>
          <a:p>
            <a:r>
              <a:rPr lang="en-US" altLang="zh-CN" sz="2800" b="1" dirty="0">
                <a:solidFill>
                  <a:srgbClr val="D60093"/>
                </a:solidFill>
                <a:effectLst>
                  <a:outerShdw blurRad="38100" dist="38100" dir="2700000" algn="tl">
                    <a:srgbClr val="000000"/>
                  </a:outerShdw>
                </a:effectLst>
                <a:latin typeface="隶书" pitchFamily="49" charset="-122"/>
                <a:ea typeface="隶书" pitchFamily="49" charset="-122"/>
              </a:rPr>
              <a:t>  【</a:t>
            </a:r>
            <a:r>
              <a:rPr lang="zh-CN" altLang="en-US" sz="2800" b="1" dirty="0">
                <a:solidFill>
                  <a:srgbClr val="D60093"/>
                </a:solidFill>
                <a:effectLst>
                  <a:outerShdw blurRad="38100" dist="38100" dir="2700000" algn="tl">
                    <a:srgbClr val="000000"/>
                  </a:outerShdw>
                </a:effectLst>
                <a:latin typeface="隶书" pitchFamily="49" charset="-122"/>
                <a:ea typeface="隶书" pitchFamily="49" charset="-122"/>
              </a:rPr>
              <a:t>例</a:t>
            </a:r>
            <a:r>
              <a:rPr lang="en-US" altLang="zh-CN" sz="2800" b="1" dirty="0">
                <a:solidFill>
                  <a:srgbClr val="D60093"/>
                </a:solidFill>
                <a:effectLst>
                  <a:outerShdw blurRad="38100" dist="38100" dir="2700000" algn="tl">
                    <a:srgbClr val="000000"/>
                  </a:outerShdw>
                </a:effectLst>
                <a:latin typeface="隶书" pitchFamily="49" charset="-122"/>
                <a:ea typeface="隶书" pitchFamily="49" charset="-122"/>
              </a:rPr>
              <a:t>1】</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验证哥德巴赫猜想：任一充分大的偶数，可以用两个素数之和表示。例如：</a:t>
            </a:r>
            <a:r>
              <a:rPr lang="en-US" altLang="zh-CN" b="1" dirty="0">
                <a:solidFill>
                  <a:srgbClr val="FF33CC"/>
                </a:solidFill>
                <a:effectLst>
                  <a:outerShdw blurRad="38100" dist="38100" dir="2700000" algn="tl">
                    <a:srgbClr val="000000"/>
                  </a:outerShdw>
                </a:effectLst>
                <a:ea typeface="隶书" pitchFamily="49" charset="-122"/>
              </a:rPr>
              <a:t>4 = 2 + 2</a:t>
            </a:r>
            <a:r>
              <a:rPr lang="zh-CN" altLang="en-US" b="1" dirty="0">
                <a:solidFill>
                  <a:srgbClr val="FF33CC"/>
                </a:solidFill>
                <a:effectLst>
                  <a:outerShdw blurRad="38100" dist="38100" dir="2700000" algn="tl">
                    <a:srgbClr val="000000"/>
                  </a:outerShdw>
                </a:effectLst>
                <a:ea typeface="隶书" pitchFamily="49" charset="-122"/>
              </a:rPr>
              <a:t>，</a:t>
            </a:r>
            <a:r>
              <a:rPr lang="en-US" altLang="zh-CN" b="1" dirty="0">
                <a:solidFill>
                  <a:srgbClr val="FF33CC"/>
                </a:solidFill>
                <a:effectLst>
                  <a:outerShdw blurRad="38100" dist="38100" dir="2700000" algn="tl">
                    <a:srgbClr val="000000"/>
                  </a:outerShdw>
                </a:effectLst>
                <a:ea typeface="隶书" pitchFamily="49" charset="-122"/>
              </a:rPr>
              <a:t>6 = 3 + 3</a:t>
            </a:r>
            <a:r>
              <a:rPr lang="zh-CN" altLang="en-US" b="1" dirty="0">
                <a:solidFill>
                  <a:srgbClr val="FF33CC"/>
                </a:solidFill>
                <a:effectLst>
                  <a:outerShdw blurRad="38100" dist="38100" dir="2700000" algn="tl">
                    <a:srgbClr val="000000"/>
                  </a:outerShdw>
                </a:effectLst>
                <a:ea typeface="隶书" pitchFamily="49" charset="-122"/>
              </a:rPr>
              <a:t>，</a:t>
            </a:r>
            <a:r>
              <a:rPr lang="en-US" altLang="zh-CN" b="1" dirty="0">
                <a:solidFill>
                  <a:srgbClr val="FF33CC"/>
                </a:solidFill>
                <a:effectLst>
                  <a:outerShdw blurRad="38100" dist="38100" dir="2700000" algn="tl">
                    <a:srgbClr val="000000"/>
                  </a:outerShdw>
                </a:effectLst>
                <a:ea typeface="隶书" pitchFamily="49" charset="-122"/>
              </a:rPr>
              <a:t>98 = 19 + 79 </a:t>
            </a:r>
          </a:p>
        </p:txBody>
      </p:sp>
      <p:sp>
        <p:nvSpPr>
          <p:cNvPr id="946188" name="Rectangle 12"/>
          <p:cNvSpPr>
            <a:spLocks noChangeArrowheads="1"/>
          </p:cNvSpPr>
          <p:nvPr/>
        </p:nvSpPr>
        <p:spPr bwMode="auto">
          <a:xfrm>
            <a:off x="1198711" y="2748984"/>
            <a:ext cx="4897289" cy="3527056"/>
          </a:xfrm>
          <a:prstGeom prst="rect">
            <a:avLst/>
          </a:prstGeom>
          <a:noFill/>
          <a:ln w="9525">
            <a:noFill/>
            <a:miter lim="800000"/>
            <a:headEnd/>
            <a:tailEnd/>
          </a:ln>
          <a:effectLst/>
        </p:spPr>
        <p:txBody>
          <a:bodyPr wrap="square">
            <a:spAutoFit/>
          </a:bodyPr>
          <a:lstStyle/>
          <a:p>
            <a:pPr marL="457200" indent="-457200">
              <a:lnSpc>
                <a:spcPts val="3000"/>
              </a:lnSpc>
            </a:pPr>
            <a:r>
              <a:rPr lang="zh-CN" altLang="en-US" b="1" u="sng" dirty="0">
                <a:solidFill>
                  <a:srgbClr val="CC3300"/>
                </a:solidFill>
                <a:effectLst>
                  <a:outerShdw blurRad="38100" dist="38100" dir="2700000" algn="tl">
                    <a:srgbClr val="000000"/>
                  </a:outerShdw>
                </a:effectLst>
                <a:latin typeface="+mn-lt"/>
                <a:ea typeface="楷体" pitchFamily="49" charset="-122"/>
              </a:rPr>
              <a:t>这一思路的算法如下：</a:t>
            </a:r>
          </a:p>
          <a:p>
            <a:pPr marL="457200" indent="-457200">
              <a:lnSpc>
                <a:spcPts val="3000"/>
              </a:lnSpc>
              <a:buClr>
                <a:srgbClr val="0033CC"/>
              </a:buClr>
              <a:buFontTx/>
              <a:buAutoNum type="circleNumDbPlain"/>
            </a:pPr>
            <a:r>
              <a:rPr lang="zh-CN" altLang="en-US" b="1" dirty="0">
                <a:effectLst>
                  <a:outerShdw blurRad="38100" dist="38100" dir="2700000" algn="tl">
                    <a:srgbClr val="FFFFFF"/>
                  </a:outerShdw>
                </a:effectLst>
                <a:latin typeface="+mn-lt"/>
                <a:ea typeface="楷体" pitchFamily="49" charset="-122"/>
              </a:rPr>
              <a:t> </a:t>
            </a:r>
            <a:r>
              <a:rPr lang="zh-CN" altLang="en-US" b="1" dirty="0">
                <a:solidFill>
                  <a:srgbClr val="0033CC"/>
                </a:solidFill>
                <a:effectLst>
                  <a:outerShdw blurRad="38100" dist="38100" dir="2700000" algn="tl">
                    <a:srgbClr val="FFFFFF"/>
                  </a:outerShdw>
                </a:effectLst>
                <a:latin typeface="+mn-lt"/>
                <a:ea typeface="楷体" pitchFamily="49" charset="-122"/>
              </a:rPr>
              <a:t>读入大于</a:t>
            </a:r>
            <a:r>
              <a:rPr lang="en-US" altLang="zh-CN" b="1" dirty="0">
                <a:solidFill>
                  <a:srgbClr val="0033CC"/>
                </a:solidFill>
                <a:effectLst>
                  <a:outerShdw blurRad="38100" dist="38100" dir="2700000" algn="tl">
                    <a:srgbClr val="FFFFFF"/>
                  </a:outerShdw>
                </a:effectLst>
                <a:latin typeface="+mn-lt"/>
                <a:ea typeface="楷体" pitchFamily="49" charset="-122"/>
              </a:rPr>
              <a:t>3</a:t>
            </a:r>
            <a:r>
              <a:rPr lang="zh-CN" altLang="en-US" b="1" dirty="0">
                <a:solidFill>
                  <a:srgbClr val="0033CC"/>
                </a:solidFill>
                <a:effectLst>
                  <a:outerShdw blurRad="38100" dist="38100" dir="2700000" algn="tl">
                    <a:srgbClr val="FFFFFF"/>
                  </a:outerShdw>
                </a:effectLst>
                <a:latin typeface="+mn-lt"/>
                <a:ea typeface="楷体" pitchFamily="49" charset="-122"/>
              </a:rPr>
              <a:t>的偶数</a:t>
            </a:r>
            <a:r>
              <a:rPr lang="en-US" altLang="zh-CN" b="1" dirty="0">
                <a:solidFill>
                  <a:srgbClr val="0033CC"/>
                </a:solidFill>
                <a:effectLst>
                  <a:outerShdw blurRad="38100" dist="38100" dir="2700000" algn="tl">
                    <a:srgbClr val="FFFFFF"/>
                  </a:outerShdw>
                </a:effectLst>
                <a:latin typeface="+mn-lt"/>
                <a:ea typeface="楷体" pitchFamily="49" charset="-122"/>
              </a:rPr>
              <a:t>n</a:t>
            </a:r>
            <a:r>
              <a:rPr lang="zh-CN" altLang="en-US" b="1" dirty="0">
                <a:solidFill>
                  <a:srgbClr val="0033CC"/>
                </a:solidFill>
                <a:effectLst>
                  <a:outerShdw blurRad="38100" dist="38100" dir="2700000" algn="tl">
                    <a:srgbClr val="FFFFFF"/>
                  </a:outerShdw>
                </a:effectLst>
                <a:latin typeface="+mn-lt"/>
                <a:ea typeface="楷体" pitchFamily="49" charset="-122"/>
              </a:rPr>
              <a:t>。</a:t>
            </a:r>
          </a:p>
          <a:p>
            <a:pPr marL="457200" indent="-457200">
              <a:lnSpc>
                <a:spcPts val="3000"/>
              </a:lnSpc>
              <a:buFontTx/>
              <a:buAutoNum type="circleNumDbPlain"/>
            </a:pPr>
            <a:r>
              <a:rPr lang="zh-CN" altLang="en-US" b="1" dirty="0">
                <a:solidFill>
                  <a:srgbClr val="0033CC"/>
                </a:solidFill>
                <a:effectLst>
                  <a:outerShdw blurRad="38100" dist="38100" dir="2700000" algn="tl">
                    <a:srgbClr val="FFFFFF"/>
                  </a:outerShdw>
                </a:effectLst>
                <a:latin typeface="+mn-lt"/>
                <a:ea typeface="楷体" pitchFamily="49" charset="-122"/>
              </a:rPr>
              <a:t> </a:t>
            </a:r>
            <a:r>
              <a:rPr lang="en-US" altLang="zh-CN" b="1" dirty="0">
                <a:solidFill>
                  <a:srgbClr val="0033CC"/>
                </a:solidFill>
                <a:effectLst>
                  <a:outerShdw blurRad="38100" dist="38100" dir="2700000" algn="tl">
                    <a:srgbClr val="FFFFFF"/>
                  </a:outerShdw>
                </a:effectLst>
                <a:latin typeface="+mn-lt"/>
                <a:ea typeface="楷体" pitchFamily="49" charset="-122"/>
              </a:rPr>
              <a:t>p = 1</a:t>
            </a:r>
          </a:p>
          <a:p>
            <a:pPr marL="457200" indent="-457200">
              <a:lnSpc>
                <a:spcPts val="3000"/>
              </a:lnSpc>
              <a:buFontTx/>
              <a:buAutoNum type="circleNumDbPlain"/>
            </a:pPr>
            <a:r>
              <a:rPr lang="en-US" altLang="zh-CN" b="1" dirty="0">
                <a:solidFill>
                  <a:srgbClr val="0033CC"/>
                </a:solidFill>
                <a:effectLst>
                  <a:outerShdw blurRad="38100" dist="38100" dir="2700000" algn="tl">
                    <a:srgbClr val="FFFFFF"/>
                  </a:outerShdw>
                </a:effectLst>
                <a:latin typeface="+mn-lt"/>
                <a:ea typeface="楷体" pitchFamily="49" charset="-122"/>
              </a:rPr>
              <a:t> do {</a:t>
            </a:r>
          </a:p>
          <a:p>
            <a:pPr marL="457200" indent="-457200">
              <a:lnSpc>
                <a:spcPts val="3000"/>
              </a:lnSpc>
              <a:buFontTx/>
              <a:buAutoNum type="circleNumDbPlain"/>
            </a:pPr>
            <a:r>
              <a:rPr lang="en-US" altLang="zh-CN" b="1" dirty="0">
                <a:solidFill>
                  <a:srgbClr val="0033CC"/>
                </a:solidFill>
                <a:effectLst>
                  <a:outerShdw blurRad="38100" dist="38100" dir="2700000" algn="tl">
                    <a:srgbClr val="FFFFFF"/>
                  </a:outerShdw>
                </a:effectLst>
                <a:latin typeface="+mn-lt"/>
                <a:ea typeface="楷体" pitchFamily="49" charset="-122"/>
              </a:rPr>
              <a:t> p = p + 1;  q = n - p;</a:t>
            </a:r>
          </a:p>
          <a:p>
            <a:pPr marL="457200" indent="-457200">
              <a:lnSpc>
                <a:spcPts val="3000"/>
              </a:lnSpc>
              <a:buFontTx/>
              <a:buAutoNum type="circleNumDbPlain"/>
            </a:pPr>
            <a:r>
              <a:rPr lang="en-US" altLang="zh-CN" b="1" dirty="0">
                <a:solidFill>
                  <a:srgbClr val="0033CC"/>
                </a:solidFill>
                <a:effectLst>
                  <a:outerShdw blurRad="38100" dist="38100" dir="2700000" algn="tl">
                    <a:srgbClr val="FFFFFF"/>
                  </a:outerShdw>
                </a:effectLst>
                <a:latin typeface="+mn-lt"/>
                <a:ea typeface="楷体" pitchFamily="49" charset="-122"/>
              </a:rPr>
              <a:t> p</a:t>
            </a:r>
            <a:r>
              <a:rPr lang="zh-CN" altLang="en-US" b="1" dirty="0">
                <a:solidFill>
                  <a:srgbClr val="0033CC"/>
                </a:solidFill>
                <a:effectLst>
                  <a:outerShdw blurRad="38100" dist="38100" dir="2700000" algn="tl">
                    <a:srgbClr val="FFFFFF"/>
                  </a:outerShdw>
                </a:effectLst>
                <a:latin typeface="+mn-lt"/>
                <a:ea typeface="楷体" pitchFamily="49" charset="-122"/>
              </a:rPr>
              <a:t>是素数吗？</a:t>
            </a:r>
          </a:p>
          <a:p>
            <a:pPr marL="457200" indent="-457200">
              <a:lnSpc>
                <a:spcPts val="3000"/>
              </a:lnSpc>
              <a:buFontTx/>
              <a:buAutoNum type="circleNumDbPlain"/>
            </a:pPr>
            <a:r>
              <a:rPr lang="zh-CN" altLang="en-US" b="1" dirty="0">
                <a:solidFill>
                  <a:srgbClr val="0033CC"/>
                </a:solidFill>
                <a:effectLst>
                  <a:outerShdw blurRad="38100" dist="38100" dir="2700000" algn="tl">
                    <a:srgbClr val="FFFFFF"/>
                  </a:outerShdw>
                </a:effectLst>
                <a:latin typeface="+mn-lt"/>
                <a:ea typeface="楷体" pitchFamily="49" charset="-122"/>
              </a:rPr>
              <a:t> </a:t>
            </a:r>
            <a:r>
              <a:rPr lang="en-US" altLang="zh-CN" b="1" dirty="0">
                <a:solidFill>
                  <a:srgbClr val="0033CC"/>
                </a:solidFill>
                <a:effectLst>
                  <a:outerShdw blurRad="38100" dist="38100" dir="2700000" algn="tl">
                    <a:srgbClr val="FFFFFF"/>
                  </a:outerShdw>
                </a:effectLst>
                <a:latin typeface="+mn-lt"/>
                <a:ea typeface="楷体" pitchFamily="49" charset="-122"/>
              </a:rPr>
              <a:t>q</a:t>
            </a:r>
            <a:r>
              <a:rPr lang="zh-CN" altLang="en-US" b="1" dirty="0">
                <a:solidFill>
                  <a:srgbClr val="0033CC"/>
                </a:solidFill>
                <a:effectLst>
                  <a:outerShdw blurRad="38100" dist="38100" dir="2700000" algn="tl">
                    <a:srgbClr val="FFFFFF"/>
                  </a:outerShdw>
                </a:effectLst>
                <a:latin typeface="+mn-lt"/>
                <a:ea typeface="楷体" pitchFamily="49" charset="-122"/>
              </a:rPr>
              <a:t>是素数吗？</a:t>
            </a:r>
          </a:p>
          <a:p>
            <a:pPr marL="457200" indent="-457200">
              <a:lnSpc>
                <a:spcPts val="3000"/>
              </a:lnSpc>
              <a:buFontTx/>
              <a:buAutoNum type="circleNumDbPlain"/>
            </a:pPr>
            <a:r>
              <a:rPr lang="zh-CN" altLang="en-US" b="1" dirty="0">
                <a:solidFill>
                  <a:srgbClr val="0033CC"/>
                </a:solidFill>
                <a:effectLst>
                  <a:outerShdw blurRad="38100" dist="38100" dir="2700000" algn="tl">
                    <a:srgbClr val="FFFFFF"/>
                  </a:outerShdw>
                </a:effectLst>
                <a:latin typeface="+mn-lt"/>
                <a:ea typeface="楷体" pitchFamily="49" charset="-122"/>
              </a:rPr>
              <a:t> </a:t>
            </a:r>
            <a:r>
              <a:rPr lang="en-US" altLang="zh-CN" b="1" dirty="0">
                <a:solidFill>
                  <a:srgbClr val="0033CC"/>
                </a:solidFill>
                <a:effectLst>
                  <a:outerShdw blurRad="38100" dist="38100" dir="2700000" algn="tl">
                    <a:srgbClr val="FFFFFF"/>
                  </a:outerShdw>
                </a:effectLst>
                <a:latin typeface="+mn-lt"/>
                <a:ea typeface="楷体" pitchFamily="49" charset="-122"/>
              </a:rPr>
              <a:t>} while p</a:t>
            </a:r>
            <a:r>
              <a:rPr lang="zh-CN" altLang="en-US" b="1" dirty="0">
                <a:solidFill>
                  <a:srgbClr val="0033CC"/>
                </a:solidFill>
                <a:effectLst>
                  <a:outerShdw blurRad="38100" dist="38100" dir="2700000" algn="tl">
                    <a:srgbClr val="FFFFFF"/>
                  </a:outerShdw>
                </a:effectLst>
                <a:latin typeface="+mn-lt"/>
                <a:ea typeface="楷体" pitchFamily="49" charset="-122"/>
              </a:rPr>
              <a:t>、</a:t>
            </a:r>
            <a:r>
              <a:rPr lang="en-US" altLang="zh-CN" b="1" dirty="0">
                <a:solidFill>
                  <a:srgbClr val="0033CC"/>
                </a:solidFill>
                <a:effectLst>
                  <a:outerShdw blurRad="38100" dist="38100" dir="2700000" algn="tl">
                    <a:srgbClr val="FFFFFF"/>
                  </a:outerShdw>
                </a:effectLst>
                <a:latin typeface="+mn-lt"/>
                <a:ea typeface="楷体" pitchFamily="49" charset="-122"/>
              </a:rPr>
              <a:t>q</a:t>
            </a:r>
            <a:r>
              <a:rPr lang="zh-CN" altLang="en-US" b="1" dirty="0">
                <a:solidFill>
                  <a:srgbClr val="0033CC"/>
                </a:solidFill>
                <a:effectLst>
                  <a:outerShdw blurRad="38100" dist="38100" dir="2700000" algn="tl">
                    <a:srgbClr val="FFFFFF"/>
                  </a:outerShdw>
                </a:effectLst>
                <a:latin typeface="+mn-lt"/>
                <a:ea typeface="楷体" pitchFamily="49" charset="-122"/>
              </a:rPr>
              <a:t>有一个不是素数。</a:t>
            </a:r>
          </a:p>
          <a:p>
            <a:pPr marL="457200" indent="-457200">
              <a:lnSpc>
                <a:spcPts val="3000"/>
              </a:lnSpc>
              <a:buFontTx/>
              <a:buAutoNum type="circleNumDbPlain"/>
            </a:pPr>
            <a:r>
              <a:rPr lang="zh-CN" altLang="en-US" b="1" dirty="0">
                <a:solidFill>
                  <a:srgbClr val="0033CC"/>
                </a:solidFill>
                <a:effectLst>
                  <a:outerShdw blurRad="38100" dist="38100" dir="2700000" algn="tl">
                    <a:srgbClr val="FFFFFF"/>
                  </a:outerShdw>
                </a:effectLst>
                <a:latin typeface="+mn-lt"/>
                <a:ea typeface="楷体" pitchFamily="49" charset="-122"/>
              </a:rPr>
              <a:t> 输出</a:t>
            </a:r>
            <a:r>
              <a:rPr lang="en-US" altLang="zh-CN" b="1" dirty="0">
                <a:solidFill>
                  <a:srgbClr val="0033CC"/>
                </a:solidFill>
                <a:effectLst>
                  <a:outerShdw blurRad="38100" dist="38100" dir="2700000" algn="tl">
                    <a:srgbClr val="FFFFFF"/>
                  </a:outerShdw>
                </a:effectLst>
                <a:latin typeface="+mn-lt"/>
                <a:ea typeface="楷体" pitchFamily="49" charset="-122"/>
              </a:rPr>
              <a:t>n = p + q</a:t>
            </a:r>
            <a:r>
              <a:rPr lang="zh-CN" altLang="en-US" b="1" dirty="0">
                <a:solidFill>
                  <a:srgbClr val="0033CC"/>
                </a:solidFill>
                <a:effectLst>
                  <a:outerShdw blurRad="38100" dist="38100" dir="2700000" algn="tl">
                    <a:srgbClr val="FFFFFF"/>
                  </a:outerShdw>
                </a:effectLst>
                <a:latin typeface="+mn-lt"/>
                <a:ea typeface="楷体" pitchFamily="49" charset="-122"/>
              </a:rPr>
              <a:t>。</a:t>
            </a:r>
          </a:p>
        </p:txBody>
      </p:sp>
      <p:sp>
        <p:nvSpPr>
          <p:cNvPr id="946189" name="Rectangle 13"/>
          <p:cNvSpPr>
            <a:spLocks noChangeArrowheads="1"/>
          </p:cNvSpPr>
          <p:nvPr/>
        </p:nvSpPr>
        <p:spPr bwMode="auto">
          <a:xfrm>
            <a:off x="601959" y="1393776"/>
            <a:ext cx="11038657" cy="1200329"/>
          </a:xfrm>
          <a:prstGeom prst="rect">
            <a:avLst/>
          </a:prstGeom>
          <a:noFill/>
          <a:ln w="9525">
            <a:noFill/>
            <a:miter lim="800000"/>
            <a:headEnd/>
            <a:tailEnd/>
          </a:ln>
          <a:effectLst/>
        </p:spPr>
        <p:txBody>
          <a:bodyPr wrap="square">
            <a:spAutoFit/>
          </a:bodyPr>
          <a:lstStyle/>
          <a:p>
            <a:r>
              <a:rPr lang="zh-CN" altLang="en-US" b="1" dirty="0">
                <a:solidFill>
                  <a:srgbClr val="CC3300"/>
                </a:solidFill>
                <a:effectLst>
                  <a:outerShdw blurRad="38100" dist="38100" dir="2700000" algn="tl">
                    <a:srgbClr val="000000"/>
                  </a:outerShdw>
                </a:effectLst>
                <a:latin typeface="+mn-lt"/>
                <a:ea typeface="楷体" pitchFamily="49" charset="-122"/>
              </a:rPr>
              <a:t>        </a:t>
            </a:r>
            <a:r>
              <a:rPr lang="zh-CN" altLang="en-US" b="1" u="sng" dirty="0">
                <a:solidFill>
                  <a:srgbClr val="CC3300"/>
                </a:solidFill>
                <a:effectLst>
                  <a:outerShdw blurRad="38100" dist="38100" dir="2700000" algn="tl">
                    <a:srgbClr val="000000"/>
                  </a:outerShdw>
                </a:effectLst>
                <a:latin typeface="+mn-lt"/>
                <a:ea typeface="楷体" pitchFamily="49" charset="-122"/>
              </a:rPr>
              <a:t>问题分析：</a:t>
            </a:r>
          </a:p>
          <a:p>
            <a:r>
              <a:rPr lang="zh-CN" altLang="en-US" b="1" dirty="0">
                <a:effectLst>
                  <a:outerShdw blurRad="38100" dist="38100" dir="2700000" algn="tl">
                    <a:srgbClr val="FFFFFF"/>
                  </a:outerShdw>
                </a:effectLst>
                <a:latin typeface="+mn-lt"/>
                <a:ea typeface="楷体" pitchFamily="49" charset="-122"/>
              </a:rPr>
              <a:t>        读入一个偶数</a:t>
            </a:r>
            <a:r>
              <a:rPr lang="en-US" altLang="zh-CN" b="1" dirty="0">
                <a:effectLst>
                  <a:outerShdw blurRad="38100" dist="38100" dir="2700000" algn="tl">
                    <a:srgbClr val="FFFFFF"/>
                  </a:outerShdw>
                </a:effectLst>
                <a:latin typeface="+mn-lt"/>
                <a:ea typeface="楷体" pitchFamily="49" charset="-122"/>
              </a:rPr>
              <a:t>n</a:t>
            </a:r>
            <a:r>
              <a:rPr lang="zh-CN" altLang="en-US" b="1" dirty="0">
                <a:effectLst>
                  <a:outerShdw blurRad="38100" dist="38100" dir="2700000" algn="tl">
                    <a:srgbClr val="FFFFFF"/>
                  </a:outerShdw>
                </a:effectLst>
                <a:latin typeface="+mn-lt"/>
                <a:ea typeface="楷体" pitchFamily="49" charset="-122"/>
              </a:rPr>
              <a:t>，将它分成</a:t>
            </a:r>
            <a:r>
              <a:rPr lang="en-US" altLang="zh-CN" b="1" dirty="0">
                <a:effectLst>
                  <a:outerShdw blurRad="38100" dist="38100" dir="2700000" algn="tl">
                    <a:srgbClr val="FFFFFF"/>
                  </a:outerShdw>
                </a:effectLst>
                <a:latin typeface="+mn-lt"/>
                <a:ea typeface="楷体" pitchFamily="49" charset="-122"/>
              </a:rPr>
              <a:t>p</a:t>
            </a:r>
            <a:r>
              <a:rPr lang="zh-CN" altLang="en-US" b="1" dirty="0">
                <a:effectLst>
                  <a:outerShdw blurRad="38100" dist="38100" dir="2700000" algn="tl">
                    <a:srgbClr val="FFFFFF"/>
                  </a:outerShdw>
                </a:effectLst>
                <a:latin typeface="+mn-lt"/>
                <a:ea typeface="楷体" pitchFamily="49" charset="-122"/>
              </a:rPr>
              <a:t>和</a:t>
            </a:r>
            <a:r>
              <a:rPr lang="en-US" altLang="zh-CN" b="1" dirty="0">
                <a:effectLst>
                  <a:outerShdw blurRad="38100" dist="38100" dir="2700000" algn="tl">
                    <a:srgbClr val="FFFFFF"/>
                  </a:outerShdw>
                </a:effectLst>
                <a:latin typeface="+mn-lt"/>
                <a:ea typeface="楷体" pitchFamily="49" charset="-122"/>
              </a:rPr>
              <a:t>q</a:t>
            </a:r>
            <a:r>
              <a:rPr lang="zh-CN" altLang="en-US" b="1" dirty="0">
                <a:effectLst>
                  <a:outerShdw blurRad="38100" dist="38100" dir="2700000" algn="tl">
                    <a:srgbClr val="FFFFFF"/>
                  </a:outerShdw>
                </a:effectLst>
                <a:latin typeface="+mn-lt"/>
                <a:ea typeface="楷体" pitchFamily="49" charset="-122"/>
              </a:rPr>
              <a:t>，使</a:t>
            </a:r>
            <a:r>
              <a:rPr lang="en-US" altLang="zh-CN" b="1" dirty="0">
                <a:effectLst>
                  <a:outerShdw blurRad="38100" dist="38100" dir="2700000" algn="tl">
                    <a:srgbClr val="FFFFFF"/>
                  </a:outerShdw>
                </a:effectLst>
                <a:latin typeface="+mn-lt"/>
                <a:ea typeface="楷体" pitchFamily="49" charset="-122"/>
              </a:rPr>
              <a:t>n = p + q</a:t>
            </a:r>
            <a:r>
              <a:rPr lang="zh-CN" altLang="en-US" b="1" dirty="0">
                <a:effectLst>
                  <a:outerShdw blurRad="38100" dist="38100" dir="2700000" algn="tl">
                    <a:srgbClr val="FFFFFF"/>
                  </a:outerShdw>
                </a:effectLst>
                <a:latin typeface="+mn-lt"/>
                <a:ea typeface="楷体" pitchFamily="49" charset="-122"/>
              </a:rPr>
              <a:t>。怎样分呢？可以令</a:t>
            </a:r>
            <a:r>
              <a:rPr lang="en-US" altLang="zh-CN" b="1" dirty="0">
                <a:effectLst>
                  <a:outerShdw blurRad="38100" dist="38100" dir="2700000" algn="tl">
                    <a:srgbClr val="FFFFFF"/>
                  </a:outerShdw>
                </a:effectLst>
                <a:latin typeface="+mn-lt"/>
                <a:ea typeface="楷体" pitchFamily="49" charset="-122"/>
              </a:rPr>
              <a:t>p</a:t>
            </a:r>
            <a:r>
              <a:rPr lang="zh-CN" altLang="en-US" b="1" dirty="0">
                <a:effectLst>
                  <a:outerShdw blurRad="38100" dist="38100" dir="2700000" algn="tl">
                    <a:srgbClr val="FFFFFF"/>
                  </a:outerShdw>
                </a:effectLst>
                <a:latin typeface="+mn-lt"/>
                <a:ea typeface="楷体" pitchFamily="49" charset="-122"/>
              </a:rPr>
              <a:t>从</a:t>
            </a:r>
            <a:r>
              <a:rPr lang="en-US" altLang="zh-CN" b="1" dirty="0">
                <a:effectLst>
                  <a:outerShdw blurRad="38100" dist="38100" dir="2700000" algn="tl">
                    <a:srgbClr val="FFFFFF"/>
                  </a:outerShdw>
                </a:effectLst>
                <a:latin typeface="+mn-lt"/>
                <a:ea typeface="楷体" pitchFamily="49" charset="-122"/>
              </a:rPr>
              <a:t>2</a:t>
            </a:r>
            <a:r>
              <a:rPr lang="zh-CN" altLang="en-US" b="1" dirty="0">
                <a:effectLst>
                  <a:outerShdw blurRad="38100" dist="38100" dir="2700000" algn="tl">
                    <a:srgbClr val="FFFFFF"/>
                  </a:outerShdw>
                </a:effectLst>
                <a:latin typeface="+mn-lt"/>
                <a:ea typeface="楷体" pitchFamily="49" charset="-122"/>
              </a:rPr>
              <a:t>开始，每次加</a:t>
            </a:r>
            <a:r>
              <a:rPr lang="en-US" altLang="zh-CN" b="1" dirty="0">
                <a:effectLst>
                  <a:outerShdw blurRad="38100" dist="38100" dir="2700000" algn="tl">
                    <a:srgbClr val="FFFFFF"/>
                  </a:outerShdw>
                </a:effectLst>
                <a:latin typeface="+mn-lt"/>
                <a:ea typeface="楷体" pitchFamily="49" charset="-122"/>
              </a:rPr>
              <a:t>1</a:t>
            </a:r>
            <a:r>
              <a:rPr lang="zh-CN" altLang="en-US" b="1" dirty="0">
                <a:effectLst>
                  <a:outerShdw blurRad="38100" dist="38100" dir="2700000" algn="tl">
                    <a:srgbClr val="FFFFFF"/>
                  </a:outerShdw>
                </a:effectLst>
                <a:latin typeface="+mn-lt"/>
                <a:ea typeface="楷体" pitchFamily="49" charset="-122"/>
              </a:rPr>
              <a:t>，而令</a:t>
            </a:r>
            <a:r>
              <a:rPr lang="en-US" altLang="zh-CN" b="1" dirty="0">
                <a:effectLst>
                  <a:outerShdw blurRad="38100" dist="38100" dir="2700000" algn="tl">
                    <a:srgbClr val="FFFFFF"/>
                  </a:outerShdw>
                </a:effectLst>
                <a:latin typeface="+mn-lt"/>
                <a:ea typeface="楷体" pitchFamily="49" charset="-122"/>
              </a:rPr>
              <a:t>q = n - p</a:t>
            </a:r>
            <a:r>
              <a:rPr lang="zh-CN" altLang="en-US" b="1" dirty="0">
                <a:effectLst>
                  <a:outerShdw blurRad="38100" dist="38100" dir="2700000" algn="tl">
                    <a:srgbClr val="FFFFFF"/>
                  </a:outerShdw>
                </a:effectLst>
                <a:latin typeface="+mn-lt"/>
                <a:ea typeface="楷体" pitchFamily="49" charset="-122"/>
              </a:rPr>
              <a:t>，如果</a:t>
            </a:r>
            <a:r>
              <a:rPr lang="en-US" altLang="zh-CN" b="1" dirty="0">
                <a:effectLst>
                  <a:outerShdw blurRad="38100" dist="38100" dir="2700000" algn="tl">
                    <a:srgbClr val="FFFFFF"/>
                  </a:outerShdw>
                </a:effectLst>
                <a:latin typeface="+mn-lt"/>
                <a:ea typeface="楷体" pitchFamily="49" charset="-122"/>
              </a:rPr>
              <a:t>p</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q</a:t>
            </a:r>
            <a:r>
              <a:rPr lang="zh-CN" altLang="en-US" b="1" dirty="0">
                <a:effectLst>
                  <a:outerShdw blurRad="38100" dist="38100" dir="2700000" algn="tl">
                    <a:srgbClr val="FFFFFF"/>
                  </a:outerShdw>
                </a:effectLst>
                <a:latin typeface="+mn-lt"/>
                <a:ea typeface="楷体" pitchFamily="49" charset="-122"/>
              </a:rPr>
              <a:t>均为素数，则正为所求，否则令</a:t>
            </a:r>
            <a:r>
              <a:rPr lang="en-US" altLang="zh-CN" b="1" dirty="0">
                <a:effectLst>
                  <a:outerShdw blurRad="38100" dist="38100" dir="2700000" algn="tl">
                    <a:srgbClr val="FFFFFF"/>
                  </a:outerShdw>
                </a:effectLst>
                <a:latin typeface="+mn-lt"/>
                <a:ea typeface="楷体" pitchFamily="49" charset="-122"/>
              </a:rPr>
              <a:t>p = p + 1</a:t>
            </a:r>
            <a:r>
              <a:rPr lang="zh-CN" altLang="en-US" b="1" dirty="0">
                <a:effectLst>
                  <a:outerShdw blurRad="38100" dist="38100" dir="2700000" algn="tl">
                    <a:srgbClr val="FFFFFF"/>
                  </a:outerShdw>
                </a:effectLst>
                <a:latin typeface="+mn-lt"/>
                <a:ea typeface="楷体" pitchFamily="49" charset="-122"/>
              </a:rPr>
              <a:t>再试。</a:t>
            </a:r>
          </a:p>
        </p:txBody>
      </p:sp>
      <p:sp>
        <p:nvSpPr>
          <p:cNvPr id="946190" name="Rectangle 14"/>
          <p:cNvSpPr>
            <a:spLocks noChangeArrowheads="1"/>
          </p:cNvSpPr>
          <p:nvPr/>
        </p:nvSpPr>
        <p:spPr bwMode="auto">
          <a:xfrm>
            <a:off x="1716414" y="5492015"/>
            <a:ext cx="4019545" cy="351390"/>
          </a:xfrm>
          <a:prstGeom prst="rect">
            <a:avLst/>
          </a:prstGeom>
          <a:noFill/>
          <a:ln w="28575">
            <a:solidFill>
              <a:schemeClr val="accent1">
                <a:lumMod val="50000"/>
              </a:schemeClr>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46191" name="Rectangle 15"/>
          <p:cNvSpPr>
            <a:spLocks noChangeArrowheads="1"/>
          </p:cNvSpPr>
          <p:nvPr/>
        </p:nvSpPr>
        <p:spPr bwMode="auto">
          <a:xfrm>
            <a:off x="1727352" y="5093834"/>
            <a:ext cx="1926613" cy="351390"/>
          </a:xfrm>
          <a:prstGeom prst="rect">
            <a:avLst/>
          </a:prstGeom>
          <a:noFill/>
          <a:ln w="28575">
            <a:solidFill>
              <a:srgbClr val="CC00FF"/>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46192" name="Rectangle 16"/>
          <p:cNvSpPr>
            <a:spLocks noChangeArrowheads="1"/>
          </p:cNvSpPr>
          <p:nvPr/>
        </p:nvSpPr>
        <p:spPr bwMode="auto">
          <a:xfrm>
            <a:off x="1729545" y="4692628"/>
            <a:ext cx="1944687" cy="352800"/>
          </a:xfrm>
          <a:prstGeom prst="rect">
            <a:avLst/>
          </a:prstGeom>
          <a:noFill/>
          <a:ln w="28575">
            <a:solidFill>
              <a:srgbClr val="FF000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46193" name="AutoShape 17"/>
          <p:cNvSpPr>
            <a:spLocks/>
          </p:cNvSpPr>
          <p:nvPr/>
        </p:nvSpPr>
        <p:spPr bwMode="auto">
          <a:xfrm>
            <a:off x="5519936" y="2686372"/>
            <a:ext cx="4248150" cy="1409700"/>
          </a:xfrm>
          <a:prstGeom prst="borderCallout2">
            <a:avLst>
              <a:gd name="adj1" fmla="val 8106"/>
              <a:gd name="adj2" fmla="val -2116"/>
              <a:gd name="adj3" fmla="val 8106"/>
              <a:gd name="adj4" fmla="val -26366"/>
              <a:gd name="adj5" fmla="val 157051"/>
              <a:gd name="adj6" fmla="val -55019"/>
            </a:avLst>
          </a:prstGeom>
          <a:gradFill rotWithShape="1">
            <a:gsLst>
              <a:gs pos="0">
                <a:srgbClr val="CCFFFF"/>
              </a:gs>
              <a:gs pos="100000">
                <a:srgbClr val="CCFFFF">
                  <a:gamma/>
                  <a:shade val="66667"/>
                  <a:invGamma/>
                </a:srgbClr>
              </a:gs>
            </a:gsLst>
            <a:lin ang="5400000" scaled="1"/>
          </a:gradFill>
          <a:ln w="25400">
            <a:solidFill>
              <a:srgbClr val="FF0000"/>
            </a:solidFill>
            <a:miter lim="800000"/>
            <a:headEnd/>
            <a:tailEnd/>
          </a:ln>
          <a:effectLst>
            <a:outerShdw blurRad="50800" dist="107763" dir="2700000" algn="ctr" rotWithShape="0">
              <a:schemeClr val="tx1">
                <a:alpha val="43000"/>
              </a:schemeClr>
            </a:outerShdw>
          </a:effectLst>
        </p:spPr>
        <p:txBody>
          <a:bodyPr/>
          <a:lstStyle/>
          <a:p>
            <a:r>
              <a:rPr lang="en-US" altLang="zh-CN" sz="2000" b="1" dirty="0" err="1">
                <a:effectLst>
                  <a:outerShdw blurRad="38100" dist="38100" dir="2700000" algn="tl">
                    <a:srgbClr val="FFFFFF"/>
                  </a:outerShdw>
                </a:effectLst>
                <a:latin typeface="+mn-lt"/>
                <a:ea typeface="楷体" pitchFamily="49" charset="-122"/>
              </a:rPr>
              <a:t>flagp</a:t>
            </a:r>
            <a:r>
              <a:rPr lang="en-US" altLang="zh-CN" sz="2000" b="1" dirty="0">
                <a:effectLst>
                  <a:outerShdw blurRad="38100" dist="38100" dir="2700000" algn="tl">
                    <a:srgbClr val="FFFFFF"/>
                  </a:outerShdw>
                </a:effectLst>
                <a:latin typeface="+mn-lt"/>
                <a:ea typeface="楷体" pitchFamily="49" charset="-122"/>
              </a:rPr>
              <a:t> = 1;</a:t>
            </a:r>
          </a:p>
          <a:p>
            <a:r>
              <a:rPr lang="en-US" altLang="zh-CN" sz="2000" b="1" dirty="0">
                <a:effectLst>
                  <a:outerShdw blurRad="38100" dist="38100" dir="2700000" algn="tl">
                    <a:srgbClr val="FFFFFF"/>
                  </a:outerShdw>
                </a:effectLst>
                <a:latin typeface="+mn-lt"/>
                <a:ea typeface="楷体" pitchFamily="49" charset="-122"/>
              </a:rPr>
              <a:t>for (j = 2; j &lt;= (</a:t>
            </a:r>
            <a:r>
              <a:rPr lang="en-US" altLang="zh-CN" sz="2000" b="1" dirty="0" err="1">
                <a:effectLst>
                  <a:outerShdw blurRad="38100" dist="38100" dir="2700000" algn="tl">
                    <a:srgbClr val="FFFFFF"/>
                  </a:outerShdw>
                </a:effectLst>
                <a:latin typeface="+mn-lt"/>
                <a:ea typeface="楷体" pitchFamily="49" charset="-122"/>
              </a:rPr>
              <a:t>int</a:t>
            </a:r>
            <a:r>
              <a:rPr lang="en-US" altLang="zh-CN" sz="2000" b="1" dirty="0">
                <a:effectLst>
                  <a:outerShdw blurRad="38100" dist="38100" dir="2700000" algn="tl">
                    <a:srgbClr val="FFFFFF"/>
                  </a:outerShdw>
                </a:effectLst>
                <a:latin typeface="+mn-lt"/>
                <a:ea typeface="楷体" pitchFamily="49" charset="-122"/>
              </a:rPr>
              <a:t>)</a:t>
            </a:r>
            <a:r>
              <a:rPr lang="en-US" altLang="zh-CN" sz="2000" b="1" dirty="0" err="1">
                <a:effectLst>
                  <a:outerShdw blurRad="38100" dist="38100" dir="2700000" algn="tl">
                    <a:srgbClr val="FFFFFF"/>
                  </a:outerShdw>
                </a:effectLst>
                <a:latin typeface="+mn-lt"/>
                <a:ea typeface="楷体" pitchFamily="49" charset="-122"/>
              </a:rPr>
              <a:t>sqrt</a:t>
            </a:r>
            <a:r>
              <a:rPr lang="en-US" altLang="zh-CN" sz="2000" b="1" dirty="0">
                <a:effectLst>
                  <a:outerShdw blurRad="38100" dist="38100" dir="2700000" algn="tl">
                    <a:srgbClr val="FFFFFF"/>
                  </a:outerShdw>
                </a:effectLst>
                <a:latin typeface="+mn-lt"/>
                <a:ea typeface="楷体" pitchFamily="49" charset="-122"/>
              </a:rPr>
              <a:t>(p); j++)</a:t>
            </a:r>
          </a:p>
          <a:p>
            <a:r>
              <a:rPr lang="en-US" altLang="zh-CN" sz="2000" b="1" dirty="0">
                <a:effectLst>
                  <a:outerShdw blurRad="38100" dist="38100" dir="2700000" algn="tl">
                    <a:srgbClr val="FFFFFF"/>
                  </a:outerShdw>
                </a:effectLst>
                <a:latin typeface="+mn-lt"/>
                <a:ea typeface="楷体" pitchFamily="49" charset="-122"/>
              </a:rPr>
              <a:t>   if (p</a:t>
            </a:r>
            <a:r>
              <a:rPr lang="zh-CN" altLang="en-US" sz="2000" b="1" dirty="0">
                <a:effectLst>
                  <a:outerShdw blurRad="38100" dist="38100" dir="2700000" algn="tl">
                    <a:srgbClr val="FFFFFF"/>
                  </a:outerShdw>
                </a:effectLst>
                <a:latin typeface="+mn-lt"/>
                <a:ea typeface="楷体" pitchFamily="49" charset="-122"/>
              </a:rPr>
              <a:t>除以</a:t>
            </a:r>
            <a:r>
              <a:rPr lang="en-US" altLang="zh-CN" sz="2000" b="1" dirty="0">
                <a:effectLst>
                  <a:outerShdw blurRad="38100" dist="38100" dir="2700000" algn="tl">
                    <a:srgbClr val="FFFFFF"/>
                  </a:outerShdw>
                </a:effectLst>
                <a:latin typeface="+mn-lt"/>
                <a:ea typeface="楷体" pitchFamily="49" charset="-122"/>
              </a:rPr>
              <a:t>j</a:t>
            </a:r>
            <a:r>
              <a:rPr lang="zh-CN" altLang="en-US" sz="2000" b="1" dirty="0">
                <a:effectLst>
                  <a:outerShdw blurRad="38100" dist="38100" dir="2700000" algn="tl">
                    <a:srgbClr val="FFFFFF"/>
                  </a:outerShdw>
                </a:effectLst>
                <a:latin typeface="+mn-lt"/>
                <a:ea typeface="楷体" pitchFamily="49" charset="-122"/>
              </a:rPr>
              <a:t>的余数 </a:t>
            </a:r>
            <a:r>
              <a:rPr lang="en-US" altLang="zh-CN" sz="2000" b="1" dirty="0">
                <a:effectLst>
                  <a:outerShdw blurRad="38100" dist="38100" dir="2700000" algn="tl">
                    <a:srgbClr val="FFFFFF"/>
                  </a:outerShdw>
                </a:effectLst>
                <a:latin typeface="+mn-lt"/>
                <a:ea typeface="楷体" pitchFamily="49" charset="-122"/>
              </a:rPr>
              <a:t>== 0)</a:t>
            </a:r>
          </a:p>
          <a:p>
            <a:r>
              <a:rPr lang="en-US" altLang="zh-CN" sz="2000" b="1" dirty="0">
                <a:effectLst>
                  <a:outerShdw blurRad="38100" dist="38100" dir="2700000" algn="tl">
                    <a:srgbClr val="FFFFFF"/>
                  </a:outerShdw>
                </a:effectLst>
                <a:latin typeface="+mn-lt"/>
                <a:ea typeface="楷体" pitchFamily="49" charset="-122"/>
              </a:rPr>
              <a:t>   {  </a:t>
            </a:r>
            <a:r>
              <a:rPr lang="en-US" altLang="zh-CN" sz="2000" b="1" dirty="0" err="1">
                <a:effectLst>
                  <a:outerShdw blurRad="38100" dist="38100" dir="2700000" algn="tl">
                    <a:srgbClr val="FFFFFF"/>
                  </a:outerShdw>
                </a:effectLst>
                <a:latin typeface="+mn-lt"/>
                <a:ea typeface="楷体" pitchFamily="49" charset="-122"/>
              </a:rPr>
              <a:t>flagp</a:t>
            </a:r>
            <a:r>
              <a:rPr lang="en-US" altLang="zh-CN" sz="2000" b="1" dirty="0">
                <a:effectLst>
                  <a:outerShdw blurRad="38100" dist="38100" dir="2700000" algn="tl">
                    <a:srgbClr val="FFFFFF"/>
                  </a:outerShdw>
                </a:effectLst>
                <a:latin typeface="+mn-lt"/>
                <a:ea typeface="楷体" pitchFamily="49" charset="-122"/>
              </a:rPr>
              <a:t> = 0;  break;  }</a:t>
            </a:r>
            <a:r>
              <a:rPr lang="en-US" altLang="zh-CN" b="1" dirty="0">
                <a:effectLst>
                  <a:outerShdw blurRad="38100" dist="38100" dir="2700000" algn="tl">
                    <a:srgbClr val="FFFFFF"/>
                  </a:outerShdw>
                </a:effectLst>
                <a:latin typeface="+mn-lt"/>
                <a:ea typeface="楷体" pitchFamily="49" charset="-122"/>
              </a:rPr>
              <a:t> </a:t>
            </a:r>
          </a:p>
        </p:txBody>
      </p:sp>
      <p:sp>
        <p:nvSpPr>
          <p:cNvPr id="946194" name="AutoShape 18"/>
          <p:cNvSpPr>
            <a:spLocks/>
          </p:cNvSpPr>
          <p:nvPr/>
        </p:nvSpPr>
        <p:spPr bwMode="auto">
          <a:xfrm>
            <a:off x="6240016" y="4297052"/>
            <a:ext cx="4248150" cy="1409700"/>
          </a:xfrm>
          <a:prstGeom prst="borderCallout2">
            <a:avLst>
              <a:gd name="adj1" fmla="val 8106"/>
              <a:gd name="adj2" fmla="val -2116"/>
              <a:gd name="adj3" fmla="val 8106"/>
              <a:gd name="adj4" fmla="val -35449"/>
              <a:gd name="adj5" fmla="val 68938"/>
              <a:gd name="adj6" fmla="val -66051"/>
            </a:avLst>
          </a:prstGeom>
          <a:gradFill rotWithShape="1">
            <a:gsLst>
              <a:gs pos="0">
                <a:srgbClr val="CCFFFF"/>
              </a:gs>
              <a:gs pos="100000">
                <a:srgbClr val="CCFFFF">
                  <a:gamma/>
                  <a:shade val="66667"/>
                  <a:invGamma/>
                </a:srgbClr>
              </a:gs>
            </a:gsLst>
            <a:lin ang="5400000" scaled="1"/>
          </a:gradFill>
          <a:ln w="25400">
            <a:solidFill>
              <a:srgbClr val="CC00FF"/>
            </a:solidFill>
            <a:miter lim="800000"/>
            <a:headEnd/>
            <a:tailEnd/>
          </a:ln>
          <a:effectLst>
            <a:outerShdw blurRad="50800" dist="107763" dir="2700000" algn="ctr" rotWithShape="0">
              <a:schemeClr val="tx1">
                <a:alpha val="43000"/>
              </a:schemeClr>
            </a:outerShdw>
          </a:effectLst>
        </p:spPr>
        <p:txBody>
          <a:bodyPr/>
          <a:lstStyle/>
          <a:p>
            <a:r>
              <a:rPr lang="en-US" altLang="zh-CN" sz="2000" b="1" dirty="0" err="1">
                <a:effectLst>
                  <a:outerShdw blurRad="38100" dist="38100" dir="2700000" algn="tl">
                    <a:srgbClr val="FFFFFF"/>
                  </a:outerShdw>
                </a:effectLst>
                <a:latin typeface="+mn-lt"/>
                <a:ea typeface="楷体" pitchFamily="49" charset="-122"/>
              </a:rPr>
              <a:t>flagq</a:t>
            </a:r>
            <a:r>
              <a:rPr lang="en-US" altLang="zh-CN" sz="2000" b="1" dirty="0">
                <a:effectLst>
                  <a:outerShdw blurRad="38100" dist="38100" dir="2700000" algn="tl">
                    <a:srgbClr val="FFFFFF"/>
                  </a:outerShdw>
                </a:effectLst>
                <a:latin typeface="+mn-lt"/>
                <a:ea typeface="楷体" pitchFamily="49" charset="-122"/>
              </a:rPr>
              <a:t> = 1;</a:t>
            </a:r>
          </a:p>
          <a:p>
            <a:r>
              <a:rPr lang="en-US" altLang="zh-CN" sz="2000" b="1" dirty="0">
                <a:effectLst>
                  <a:outerShdw blurRad="38100" dist="38100" dir="2700000" algn="tl">
                    <a:srgbClr val="FFFFFF"/>
                  </a:outerShdw>
                </a:effectLst>
                <a:latin typeface="+mn-lt"/>
                <a:ea typeface="楷体" pitchFamily="49" charset="-122"/>
              </a:rPr>
              <a:t>for (j = 2; j &lt;= (</a:t>
            </a:r>
            <a:r>
              <a:rPr lang="en-US" altLang="zh-CN" sz="2000" b="1" dirty="0" err="1">
                <a:effectLst>
                  <a:outerShdw blurRad="38100" dist="38100" dir="2700000" algn="tl">
                    <a:srgbClr val="FFFFFF"/>
                  </a:outerShdw>
                </a:effectLst>
                <a:latin typeface="+mn-lt"/>
                <a:ea typeface="楷体" pitchFamily="49" charset="-122"/>
              </a:rPr>
              <a:t>int</a:t>
            </a:r>
            <a:r>
              <a:rPr lang="en-US" altLang="zh-CN" sz="2000" b="1" dirty="0">
                <a:effectLst>
                  <a:outerShdw blurRad="38100" dist="38100" dir="2700000" algn="tl">
                    <a:srgbClr val="FFFFFF"/>
                  </a:outerShdw>
                </a:effectLst>
                <a:latin typeface="+mn-lt"/>
                <a:ea typeface="楷体" pitchFamily="49" charset="-122"/>
              </a:rPr>
              <a:t>)</a:t>
            </a:r>
            <a:r>
              <a:rPr lang="en-US" altLang="zh-CN" sz="2000" b="1" dirty="0" err="1">
                <a:effectLst>
                  <a:outerShdw blurRad="38100" dist="38100" dir="2700000" algn="tl">
                    <a:srgbClr val="FFFFFF"/>
                  </a:outerShdw>
                </a:effectLst>
                <a:latin typeface="+mn-lt"/>
                <a:ea typeface="楷体" pitchFamily="49" charset="-122"/>
              </a:rPr>
              <a:t>sqrt</a:t>
            </a:r>
            <a:r>
              <a:rPr lang="en-US" altLang="zh-CN" sz="2000" b="1" dirty="0">
                <a:effectLst>
                  <a:outerShdw blurRad="38100" dist="38100" dir="2700000" algn="tl">
                    <a:srgbClr val="FFFFFF"/>
                  </a:outerShdw>
                </a:effectLst>
                <a:latin typeface="+mn-lt"/>
                <a:ea typeface="楷体" pitchFamily="49" charset="-122"/>
              </a:rPr>
              <a:t>(q); j++)</a:t>
            </a:r>
          </a:p>
          <a:p>
            <a:r>
              <a:rPr lang="en-US" altLang="zh-CN" sz="2000" b="1" dirty="0">
                <a:effectLst>
                  <a:outerShdw blurRad="38100" dist="38100" dir="2700000" algn="tl">
                    <a:srgbClr val="FFFFFF"/>
                  </a:outerShdw>
                </a:effectLst>
                <a:latin typeface="+mn-lt"/>
                <a:ea typeface="楷体" pitchFamily="49" charset="-122"/>
              </a:rPr>
              <a:t>   if (q</a:t>
            </a:r>
            <a:r>
              <a:rPr lang="zh-CN" altLang="en-US" sz="2000" b="1" dirty="0">
                <a:effectLst>
                  <a:outerShdw blurRad="38100" dist="38100" dir="2700000" algn="tl">
                    <a:srgbClr val="FFFFFF"/>
                  </a:outerShdw>
                </a:effectLst>
                <a:latin typeface="+mn-lt"/>
                <a:ea typeface="楷体" pitchFamily="49" charset="-122"/>
              </a:rPr>
              <a:t>除以</a:t>
            </a:r>
            <a:r>
              <a:rPr lang="en-US" altLang="zh-CN" sz="2000" b="1" dirty="0">
                <a:effectLst>
                  <a:outerShdw blurRad="38100" dist="38100" dir="2700000" algn="tl">
                    <a:srgbClr val="FFFFFF"/>
                  </a:outerShdw>
                </a:effectLst>
                <a:latin typeface="+mn-lt"/>
                <a:ea typeface="楷体" pitchFamily="49" charset="-122"/>
              </a:rPr>
              <a:t>j</a:t>
            </a:r>
            <a:r>
              <a:rPr lang="zh-CN" altLang="en-US" sz="2000" b="1" dirty="0">
                <a:effectLst>
                  <a:outerShdw blurRad="38100" dist="38100" dir="2700000" algn="tl">
                    <a:srgbClr val="FFFFFF"/>
                  </a:outerShdw>
                </a:effectLst>
                <a:latin typeface="+mn-lt"/>
                <a:ea typeface="楷体" pitchFamily="49" charset="-122"/>
              </a:rPr>
              <a:t>的余数 </a:t>
            </a:r>
            <a:r>
              <a:rPr lang="en-US" altLang="zh-CN" sz="2000" b="1" dirty="0">
                <a:effectLst>
                  <a:outerShdw blurRad="38100" dist="38100" dir="2700000" algn="tl">
                    <a:srgbClr val="FFFFFF"/>
                  </a:outerShdw>
                </a:effectLst>
                <a:latin typeface="+mn-lt"/>
                <a:ea typeface="楷体" pitchFamily="49" charset="-122"/>
              </a:rPr>
              <a:t>== 0)</a:t>
            </a:r>
          </a:p>
          <a:p>
            <a:r>
              <a:rPr lang="en-US" altLang="zh-CN" sz="2000" b="1" dirty="0">
                <a:effectLst>
                  <a:outerShdw blurRad="38100" dist="38100" dir="2700000" algn="tl">
                    <a:srgbClr val="FFFFFF"/>
                  </a:outerShdw>
                </a:effectLst>
                <a:latin typeface="+mn-lt"/>
                <a:ea typeface="楷体" pitchFamily="49" charset="-122"/>
              </a:rPr>
              <a:t>   {  </a:t>
            </a:r>
            <a:r>
              <a:rPr lang="en-US" altLang="zh-CN" sz="2000" b="1" dirty="0" err="1">
                <a:effectLst>
                  <a:outerShdw blurRad="38100" dist="38100" dir="2700000" algn="tl">
                    <a:srgbClr val="FFFFFF"/>
                  </a:outerShdw>
                </a:effectLst>
                <a:latin typeface="+mn-lt"/>
                <a:ea typeface="楷体" pitchFamily="49" charset="-122"/>
              </a:rPr>
              <a:t>flagq</a:t>
            </a:r>
            <a:r>
              <a:rPr lang="en-US" altLang="zh-CN" sz="2000" b="1" dirty="0">
                <a:effectLst>
                  <a:outerShdw blurRad="38100" dist="38100" dir="2700000" algn="tl">
                    <a:srgbClr val="FFFFFF"/>
                  </a:outerShdw>
                </a:effectLst>
                <a:latin typeface="+mn-lt"/>
                <a:ea typeface="楷体" pitchFamily="49" charset="-122"/>
              </a:rPr>
              <a:t> = 0;  break;  }</a:t>
            </a:r>
            <a:r>
              <a:rPr lang="en-US" altLang="zh-CN" b="1" dirty="0">
                <a:effectLst>
                  <a:outerShdw blurRad="38100" dist="38100" dir="2700000" algn="tl">
                    <a:srgbClr val="FFFFFF"/>
                  </a:outerShdw>
                </a:effectLst>
                <a:latin typeface="+mn-lt"/>
                <a:ea typeface="楷体" pitchFamily="49" charset="-122"/>
              </a:rPr>
              <a:t> </a:t>
            </a:r>
          </a:p>
        </p:txBody>
      </p:sp>
      <p:sp>
        <p:nvSpPr>
          <p:cNvPr id="946195" name="AutoShape 19"/>
          <p:cNvSpPr>
            <a:spLocks/>
          </p:cNvSpPr>
          <p:nvPr/>
        </p:nvSpPr>
        <p:spPr bwMode="auto">
          <a:xfrm>
            <a:off x="4727450" y="5922939"/>
            <a:ext cx="6553126" cy="818429"/>
          </a:xfrm>
          <a:prstGeom prst="borderCallout2">
            <a:avLst>
              <a:gd name="adj1" fmla="val 9917"/>
              <a:gd name="adj2" fmla="val -1630"/>
              <a:gd name="adj3" fmla="val 9917"/>
              <a:gd name="adj4" fmla="val -8380"/>
              <a:gd name="adj5" fmla="val -32366"/>
              <a:gd name="adj6" fmla="val -18326"/>
            </a:avLst>
          </a:prstGeom>
          <a:gradFill rotWithShape="1">
            <a:gsLst>
              <a:gs pos="0">
                <a:srgbClr val="CCFFFF"/>
              </a:gs>
              <a:gs pos="100000">
                <a:srgbClr val="CCFFFF">
                  <a:gamma/>
                  <a:shade val="66667"/>
                  <a:invGamma/>
                </a:srgbClr>
              </a:gs>
            </a:gsLst>
            <a:lin ang="5400000" scaled="1"/>
          </a:gradFill>
          <a:ln w="25400">
            <a:solidFill>
              <a:schemeClr val="accent1">
                <a:lumMod val="50000"/>
              </a:schemeClr>
            </a:solidFill>
            <a:miter lim="800000"/>
            <a:headEnd/>
            <a:tailEnd/>
          </a:ln>
          <a:effectLst>
            <a:outerShdw blurRad="50800" dist="107763" dir="2700000" algn="ctr" rotWithShape="0">
              <a:schemeClr val="tx1">
                <a:alpha val="43000"/>
              </a:schemeClr>
            </a:outerShdw>
          </a:effectLst>
        </p:spPr>
        <p:txBody>
          <a:bodyPr/>
          <a:lstStyle/>
          <a:p>
            <a:r>
              <a:rPr lang="zh-CN" altLang="en-US" sz="2000" b="1" dirty="0">
                <a:effectLst>
                  <a:outerShdw blurRad="38100" dist="38100" dir="2700000" algn="tl">
                    <a:srgbClr val="FFFFFF"/>
                  </a:outerShdw>
                </a:effectLst>
                <a:latin typeface="+mn-lt"/>
                <a:ea typeface="楷体" pitchFamily="49" charset="-122"/>
              </a:rPr>
              <a:t>设置两个标志量</a:t>
            </a:r>
            <a:r>
              <a:rPr lang="en-US" altLang="zh-CN" sz="2000" b="1" dirty="0" err="1">
                <a:solidFill>
                  <a:srgbClr val="FF3300"/>
                </a:solidFill>
                <a:effectLst>
                  <a:outerShdw blurRad="38100" dist="38100" dir="2700000" algn="tl">
                    <a:srgbClr val="000000"/>
                  </a:outerShdw>
                </a:effectLst>
                <a:latin typeface="+mn-lt"/>
                <a:ea typeface="楷体" pitchFamily="49" charset="-122"/>
              </a:rPr>
              <a:t>flagp</a:t>
            </a:r>
            <a:r>
              <a:rPr lang="zh-CN" altLang="en-US" sz="2000" b="1" dirty="0">
                <a:effectLst>
                  <a:outerShdw blurRad="38100" dist="38100" dir="2700000" algn="tl">
                    <a:srgbClr val="FFFFFF"/>
                  </a:outerShdw>
                </a:effectLst>
                <a:latin typeface="+mn-lt"/>
                <a:ea typeface="楷体" pitchFamily="49" charset="-122"/>
              </a:rPr>
              <a:t>和</a:t>
            </a:r>
            <a:r>
              <a:rPr lang="en-US" altLang="zh-CN" sz="2000" b="1" dirty="0" err="1">
                <a:solidFill>
                  <a:srgbClr val="FF3300"/>
                </a:solidFill>
                <a:effectLst>
                  <a:outerShdw blurRad="38100" dist="38100" dir="2700000" algn="tl">
                    <a:srgbClr val="000000"/>
                  </a:outerShdw>
                </a:effectLst>
                <a:latin typeface="+mn-lt"/>
                <a:ea typeface="楷体" pitchFamily="49" charset="-122"/>
              </a:rPr>
              <a:t>flagq</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0—</a:t>
            </a:r>
            <a:r>
              <a:rPr lang="zh-CN" altLang="en-US" sz="2000" b="1" dirty="0">
                <a:effectLst>
                  <a:outerShdw blurRad="38100" dist="38100" dir="2700000" algn="tl">
                    <a:srgbClr val="FFFFFF"/>
                  </a:outerShdw>
                </a:effectLst>
                <a:latin typeface="+mn-lt"/>
                <a:ea typeface="楷体" pitchFamily="49" charset="-122"/>
              </a:rPr>
              <a:t>不是素数，</a:t>
            </a:r>
            <a:r>
              <a:rPr lang="en-US" altLang="zh-CN" sz="2000" b="1" dirty="0">
                <a:effectLst>
                  <a:outerShdw blurRad="38100" dist="38100" dir="2700000" algn="tl">
                    <a:srgbClr val="FFFFFF"/>
                  </a:outerShdw>
                </a:effectLst>
                <a:latin typeface="+mn-lt"/>
                <a:ea typeface="楷体" pitchFamily="49" charset="-122"/>
              </a:rPr>
              <a:t>1—</a:t>
            </a:r>
            <a:r>
              <a:rPr lang="zh-CN" altLang="en-US" sz="2000" b="1" dirty="0">
                <a:effectLst>
                  <a:outerShdw blurRad="38100" dist="38100" dir="2700000" algn="tl">
                    <a:srgbClr val="FFFFFF"/>
                  </a:outerShdw>
                </a:effectLst>
                <a:latin typeface="+mn-lt"/>
                <a:ea typeface="楷体" pitchFamily="49" charset="-122"/>
              </a:rPr>
              <a:t>是素数</a:t>
            </a:r>
            <a:r>
              <a:rPr lang="zh-CN" altLang="en-US" sz="2000" dirty="0">
                <a:latin typeface="+mn-lt"/>
                <a:ea typeface="楷体" pitchFamily="49" charset="-122"/>
              </a:rPr>
              <a:t> </a:t>
            </a:r>
          </a:p>
          <a:p>
            <a:r>
              <a:rPr lang="zh-CN" altLang="en-US"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 while (</a:t>
            </a:r>
            <a:r>
              <a:rPr lang="en-US" altLang="zh-CN" sz="2000" b="1" dirty="0" err="1">
                <a:effectLst>
                  <a:outerShdw blurRad="38100" dist="38100" dir="2700000" algn="tl">
                    <a:srgbClr val="FFFFFF"/>
                  </a:outerShdw>
                </a:effectLst>
                <a:latin typeface="+mn-lt"/>
                <a:ea typeface="楷体" pitchFamily="49" charset="-122"/>
              </a:rPr>
              <a:t>flagp</a:t>
            </a:r>
            <a:r>
              <a:rPr lang="en-US" altLang="zh-CN" sz="2000" b="1" dirty="0">
                <a:effectLst>
                  <a:outerShdw blurRad="38100" dist="38100" dir="2700000" algn="tl">
                    <a:srgbClr val="FFFFFF"/>
                  </a:outerShdw>
                </a:effectLst>
                <a:latin typeface="+mn-lt"/>
                <a:ea typeface="楷体" pitchFamily="49" charset="-122"/>
              </a:rPr>
              <a:t> * </a:t>
            </a:r>
            <a:r>
              <a:rPr lang="en-US" altLang="zh-CN" sz="2000" b="1" dirty="0" err="1">
                <a:effectLst>
                  <a:outerShdw blurRad="38100" dist="38100" dir="2700000" algn="tl">
                    <a:srgbClr val="FFFFFF"/>
                  </a:outerShdw>
                </a:effectLst>
                <a:latin typeface="+mn-lt"/>
                <a:ea typeface="楷体" pitchFamily="49" charset="-122"/>
              </a:rPr>
              <a:t>flagq</a:t>
            </a:r>
            <a:r>
              <a:rPr lang="en-US" altLang="zh-CN" sz="2000" b="1" dirty="0">
                <a:effectLst>
                  <a:outerShdw blurRad="38100" dist="38100" dir="2700000" algn="tl">
                    <a:srgbClr val="FFFFFF"/>
                  </a:outerShdw>
                </a:effectLst>
                <a:latin typeface="+mn-lt"/>
                <a:ea typeface="楷体" pitchFamily="49" charset="-122"/>
              </a:rPr>
              <a:t> == 0);</a:t>
            </a:r>
            <a:r>
              <a:rPr lang="en-US" altLang="zh-CN" dirty="0">
                <a:effectLst>
                  <a:outerShdw blurRad="38100" dist="38100" dir="2700000" algn="tl">
                    <a:srgbClr val="FFFFFF"/>
                  </a:outerShdw>
                </a:effectLst>
                <a:latin typeface="+mn-lt"/>
                <a:ea typeface="楷体" pitchFamily="49" charset="-122"/>
              </a:rPr>
              <a:t> </a:t>
            </a:r>
          </a:p>
        </p:txBody>
      </p:sp>
      <p:grpSp>
        <p:nvGrpSpPr>
          <p:cNvPr id="946196" name="Group 20"/>
          <p:cNvGrpSpPr>
            <a:grpSpLocks/>
          </p:cNvGrpSpPr>
          <p:nvPr/>
        </p:nvGrpSpPr>
        <p:grpSpPr bwMode="auto">
          <a:xfrm>
            <a:off x="-9117" y="0"/>
            <a:ext cx="446088" cy="6858000"/>
            <a:chOff x="0" y="0"/>
            <a:chExt cx="281" cy="4320"/>
          </a:xfrm>
        </p:grpSpPr>
        <p:sp>
          <p:nvSpPr>
            <p:cNvPr id="946197" name="Text Box 2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46198" name="Text Box 2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46186"/>
                                        </p:tgtEl>
                                        <p:attrNameLst>
                                          <p:attrName>style.visibility</p:attrName>
                                        </p:attrNameLst>
                                      </p:cBhvr>
                                      <p:to>
                                        <p:strVal val="visible"/>
                                      </p:to>
                                    </p:set>
                                    <p:animEffect transition="in" filter="box(out)">
                                      <p:cBhvr>
                                        <p:cTn id="7" dur="500"/>
                                        <p:tgtEl>
                                          <p:spTgt spid="946186"/>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46189"/>
                                        </p:tgtEl>
                                        <p:attrNameLst>
                                          <p:attrName>style.visibility</p:attrName>
                                        </p:attrNameLst>
                                      </p:cBhvr>
                                      <p:to>
                                        <p:strVal val="visible"/>
                                      </p:to>
                                    </p:set>
                                    <p:animEffect transition="in" filter="box(out)">
                                      <p:cBhvr>
                                        <p:cTn id="12" dur="500"/>
                                        <p:tgtEl>
                                          <p:spTgt spid="946189"/>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946188"/>
                                        </p:tgtEl>
                                        <p:attrNameLst>
                                          <p:attrName>style.visibility</p:attrName>
                                        </p:attrNameLst>
                                      </p:cBhvr>
                                      <p:to>
                                        <p:strVal val="visible"/>
                                      </p:to>
                                    </p:set>
                                    <p:anim calcmode="lin" valueType="num">
                                      <p:cBhvr additive="base">
                                        <p:cTn id="17" dur="500" fill="hold"/>
                                        <p:tgtEl>
                                          <p:spTgt spid="946188"/>
                                        </p:tgtEl>
                                        <p:attrNameLst>
                                          <p:attrName>ppt_x</p:attrName>
                                        </p:attrNameLst>
                                      </p:cBhvr>
                                      <p:tavLst>
                                        <p:tav tm="0">
                                          <p:val>
                                            <p:strVal val="0-#ppt_w/2"/>
                                          </p:val>
                                        </p:tav>
                                        <p:tav tm="100000">
                                          <p:val>
                                            <p:strVal val="#ppt_x"/>
                                          </p:val>
                                        </p:tav>
                                      </p:tavLst>
                                    </p:anim>
                                    <p:anim calcmode="lin" valueType="num">
                                      <p:cBhvr additive="base">
                                        <p:cTn id="18" dur="500" fill="hold"/>
                                        <p:tgtEl>
                                          <p:spTgt spid="94618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18" presetClass="entr" presetSubtype="6" fill="hold" grpId="0" nodeType="clickEffect">
                                  <p:stCondLst>
                                    <p:cond delay="0"/>
                                  </p:stCondLst>
                                  <p:childTnLst>
                                    <p:set>
                                      <p:cBhvr>
                                        <p:cTn id="22" dur="1" fill="hold">
                                          <p:stCondLst>
                                            <p:cond delay="0"/>
                                          </p:stCondLst>
                                        </p:cTn>
                                        <p:tgtEl>
                                          <p:spTgt spid="946190"/>
                                        </p:tgtEl>
                                        <p:attrNameLst>
                                          <p:attrName>style.visibility</p:attrName>
                                        </p:attrNameLst>
                                      </p:cBhvr>
                                      <p:to>
                                        <p:strVal val="visible"/>
                                      </p:to>
                                    </p:set>
                                    <p:animEffect transition="in" filter="strips(downRight)">
                                      <p:cBhvr>
                                        <p:cTn id="23" dur="500"/>
                                        <p:tgtEl>
                                          <p:spTgt spid="946190"/>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par>
                          <p:cTn id="24" fill="hold">
                            <p:stCondLst>
                              <p:cond delay="500"/>
                            </p:stCondLst>
                            <p:childTnLst>
                              <p:par>
                                <p:cTn id="25" presetID="18" presetClass="entr" presetSubtype="6" fill="hold" grpId="0" nodeType="afterEffect">
                                  <p:stCondLst>
                                    <p:cond delay="0"/>
                                  </p:stCondLst>
                                  <p:childTnLst>
                                    <p:set>
                                      <p:cBhvr>
                                        <p:cTn id="26" dur="1" fill="hold">
                                          <p:stCondLst>
                                            <p:cond delay="0"/>
                                          </p:stCondLst>
                                        </p:cTn>
                                        <p:tgtEl>
                                          <p:spTgt spid="946195"/>
                                        </p:tgtEl>
                                        <p:attrNameLst>
                                          <p:attrName>style.visibility</p:attrName>
                                        </p:attrNameLst>
                                      </p:cBhvr>
                                      <p:to>
                                        <p:strVal val="visible"/>
                                      </p:to>
                                    </p:set>
                                    <p:animEffect transition="in" filter="strips(downRight)">
                                      <p:cBhvr>
                                        <p:cTn id="27" dur="500"/>
                                        <p:tgtEl>
                                          <p:spTgt spid="946195"/>
                                        </p:tgtEl>
                                      </p:cBhvr>
                                    </p:animEffect>
                                  </p:childTnLst>
                                  <p:subTnLst>
                                    <p:audio>
                                      <p:cMediaNode>
                                        <p:cTn display="0" masterRel="sameClick">
                                          <p:stCondLst>
                                            <p:cond evt="begin" delay="0">
                                              <p:tn val="25"/>
                                            </p:cond>
                                          </p:stCondLst>
                                          <p:endCondLst>
                                            <p:cond evt="onStopAudio" delay="0">
                                              <p:tgtEl>
                                                <p:sldTgt/>
                                              </p:tgtEl>
                                            </p:cond>
                                          </p:endCondLst>
                                        </p:cTn>
                                        <p:tgtEl>
                                          <p:sndTgt r:embed="rId4" name="laser.wav"/>
                                        </p:tgtEl>
                                      </p:cMediaNode>
                                    </p:audio>
                                  </p:sub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946192"/>
                                        </p:tgtEl>
                                        <p:attrNameLst>
                                          <p:attrName>style.visibility</p:attrName>
                                        </p:attrNameLst>
                                      </p:cBhvr>
                                      <p:to>
                                        <p:strVal val="visible"/>
                                      </p:to>
                                    </p:set>
                                    <p:animEffect transition="in" filter="strips(downRight)">
                                      <p:cBhvr>
                                        <p:cTn id="32" dur="500"/>
                                        <p:tgtEl>
                                          <p:spTgt spid="946192"/>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3" fill="hold">
                            <p:stCondLst>
                              <p:cond delay="500"/>
                            </p:stCondLst>
                            <p:childTnLst>
                              <p:par>
                                <p:cTn id="34" presetID="18" presetClass="entr" presetSubtype="6" fill="hold" grpId="0" nodeType="afterEffect">
                                  <p:stCondLst>
                                    <p:cond delay="0"/>
                                  </p:stCondLst>
                                  <p:childTnLst>
                                    <p:set>
                                      <p:cBhvr>
                                        <p:cTn id="35" dur="1" fill="hold">
                                          <p:stCondLst>
                                            <p:cond delay="0"/>
                                          </p:stCondLst>
                                        </p:cTn>
                                        <p:tgtEl>
                                          <p:spTgt spid="946193"/>
                                        </p:tgtEl>
                                        <p:attrNameLst>
                                          <p:attrName>style.visibility</p:attrName>
                                        </p:attrNameLst>
                                      </p:cBhvr>
                                      <p:to>
                                        <p:strVal val="visible"/>
                                      </p:to>
                                    </p:set>
                                    <p:animEffect transition="in" filter="strips(downRight)">
                                      <p:cBhvr>
                                        <p:cTn id="36" dur="500"/>
                                        <p:tgtEl>
                                          <p:spTgt spid="946193"/>
                                        </p:tgtEl>
                                      </p:cBhvr>
                                    </p:animEffect>
                                  </p:childTnLst>
                                  <p:subTnLst>
                                    <p:audio>
                                      <p:cMediaNode>
                                        <p:cTn display="0" masterRel="sameClick">
                                          <p:stCondLst>
                                            <p:cond evt="begin" delay="0">
                                              <p:tn val="34"/>
                                            </p:cond>
                                          </p:stCondLst>
                                          <p:endCondLst>
                                            <p:cond evt="onStopAudio" delay="0">
                                              <p:tgtEl>
                                                <p:sldTgt/>
                                              </p:tgtEl>
                                            </p:cond>
                                          </p:endCondLst>
                                        </p:cTn>
                                        <p:tgtEl>
                                          <p:sndTgt r:embed="rId4" name="laser.wav"/>
                                        </p:tgtEl>
                                      </p:cMediaNode>
                                    </p:audio>
                                  </p:subTnLst>
                                </p:cTn>
                              </p:par>
                            </p:childTnLst>
                          </p:cTn>
                        </p:par>
                      </p:childTnLst>
                    </p:cTn>
                  </p:par>
                  <p:par>
                    <p:cTn id="37" fill="hold">
                      <p:stCondLst>
                        <p:cond delay="indefinite"/>
                      </p:stCondLst>
                      <p:childTnLst>
                        <p:par>
                          <p:cTn id="38" fill="hold">
                            <p:stCondLst>
                              <p:cond delay="0"/>
                            </p:stCondLst>
                            <p:childTnLst>
                              <p:par>
                                <p:cTn id="39" presetID="18" presetClass="entr" presetSubtype="6" fill="hold" grpId="0" nodeType="clickEffect">
                                  <p:stCondLst>
                                    <p:cond delay="0"/>
                                  </p:stCondLst>
                                  <p:childTnLst>
                                    <p:set>
                                      <p:cBhvr>
                                        <p:cTn id="40" dur="1" fill="hold">
                                          <p:stCondLst>
                                            <p:cond delay="0"/>
                                          </p:stCondLst>
                                        </p:cTn>
                                        <p:tgtEl>
                                          <p:spTgt spid="946191"/>
                                        </p:tgtEl>
                                        <p:attrNameLst>
                                          <p:attrName>style.visibility</p:attrName>
                                        </p:attrNameLst>
                                      </p:cBhvr>
                                      <p:to>
                                        <p:strVal val="visible"/>
                                      </p:to>
                                    </p:set>
                                    <p:animEffect transition="in" filter="strips(downRight)">
                                      <p:cBhvr>
                                        <p:cTn id="41" dur="500"/>
                                        <p:tgtEl>
                                          <p:spTgt spid="946191"/>
                                        </p:tgtEl>
                                      </p:cBhvr>
                                    </p:animEffect>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par>
                          <p:cTn id="42" fill="hold">
                            <p:stCondLst>
                              <p:cond delay="500"/>
                            </p:stCondLst>
                            <p:childTnLst>
                              <p:par>
                                <p:cTn id="43" presetID="18" presetClass="entr" presetSubtype="6" fill="hold" grpId="0" nodeType="afterEffect">
                                  <p:stCondLst>
                                    <p:cond delay="0"/>
                                  </p:stCondLst>
                                  <p:childTnLst>
                                    <p:set>
                                      <p:cBhvr>
                                        <p:cTn id="44" dur="1" fill="hold">
                                          <p:stCondLst>
                                            <p:cond delay="0"/>
                                          </p:stCondLst>
                                        </p:cTn>
                                        <p:tgtEl>
                                          <p:spTgt spid="946194"/>
                                        </p:tgtEl>
                                        <p:attrNameLst>
                                          <p:attrName>style.visibility</p:attrName>
                                        </p:attrNameLst>
                                      </p:cBhvr>
                                      <p:to>
                                        <p:strVal val="visible"/>
                                      </p:to>
                                    </p:set>
                                    <p:animEffect transition="in" filter="strips(downRight)">
                                      <p:cBhvr>
                                        <p:cTn id="45" dur="500"/>
                                        <p:tgtEl>
                                          <p:spTgt spid="946194"/>
                                        </p:tgtEl>
                                      </p:cBhvr>
                                    </p:animEffect>
                                  </p:childTnLst>
                                  <p:subTnLst>
                                    <p:audio>
                                      <p:cMediaNode>
                                        <p:cTn display="0" masterRel="sameClick">
                                          <p:stCondLst>
                                            <p:cond evt="begin" delay="0">
                                              <p:tn val="43"/>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6186" grpId="0"/>
      <p:bldP spid="946188" grpId="0"/>
      <p:bldP spid="946189" grpId="0"/>
      <p:bldP spid="946190" grpId="0" animBg="1"/>
      <p:bldP spid="946191" grpId="0" animBg="1"/>
      <p:bldP spid="946192" grpId="0" animBg="1"/>
      <p:bldP spid="946193" grpId="0" animBg="1"/>
      <p:bldP spid="946194" grpId="0" animBg="1"/>
      <p:bldP spid="946195"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15"/>
          <p:cNvGrpSpPr>
            <a:grpSpLocks/>
          </p:cNvGrpSpPr>
          <p:nvPr/>
        </p:nvGrpSpPr>
        <p:grpSpPr bwMode="auto">
          <a:xfrm>
            <a:off x="-20406" y="0"/>
            <a:ext cx="446088" cy="6858000"/>
            <a:chOff x="0" y="0"/>
            <a:chExt cx="281" cy="4320"/>
          </a:xfrm>
        </p:grpSpPr>
        <p:sp>
          <p:nvSpPr>
            <p:cNvPr id="948240" name="Text Box 1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48241" name="Text Box 1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grpSp>
        <p:nvGrpSpPr>
          <p:cNvPr id="926" name="组合 926"/>
          <p:cNvGrpSpPr>
            <a:grpSpLocks/>
          </p:cNvGrpSpPr>
          <p:nvPr/>
        </p:nvGrpSpPr>
        <p:grpSpPr bwMode="auto">
          <a:xfrm>
            <a:off x="2135560" y="857233"/>
            <a:ext cx="3467758" cy="5199791"/>
            <a:chOff x="-1" y="387"/>
            <a:chExt cx="23076" cy="34837"/>
          </a:xfrm>
        </p:grpSpPr>
        <p:grpSp>
          <p:nvGrpSpPr>
            <p:cNvPr id="923" name="组合 923"/>
            <p:cNvGrpSpPr>
              <a:grpSpLocks/>
            </p:cNvGrpSpPr>
            <p:nvPr/>
          </p:nvGrpSpPr>
          <p:grpSpPr bwMode="auto">
            <a:xfrm>
              <a:off x="-1" y="387"/>
              <a:ext cx="23076" cy="34837"/>
              <a:chOff x="0" y="387"/>
              <a:chExt cx="23078" cy="34843"/>
            </a:xfrm>
          </p:grpSpPr>
          <p:grpSp>
            <p:nvGrpSpPr>
              <p:cNvPr id="918" name="组合 918"/>
              <p:cNvGrpSpPr>
                <a:grpSpLocks/>
              </p:cNvGrpSpPr>
              <p:nvPr/>
            </p:nvGrpSpPr>
            <p:grpSpPr bwMode="auto">
              <a:xfrm>
                <a:off x="5492" y="10586"/>
                <a:ext cx="11595" cy="12772"/>
                <a:chOff x="0" y="0"/>
                <a:chExt cx="11594" cy="12772"/>
              </a:xfrm>
            </p:grpSpPr>
            <p:sp>
              <p:nvSpPr>
                <p:cNvPr id="881" name="Line 19"/>
                <p:cNvSpPr>
                  <a:spLocks noChangeShapeType="1"/>
                </p:cNvSpPr>
                <p:nvPr/>
              </p:nvSpPr>
              <p:spPr bwMode="auto">
                <a:xfrm>
                  <a:off x="6075" y="30"/>
                  <a:ext cx="0" cy="12742"/>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883" name="Line 68"/>
                <p:cNvSpPr>
                  <a:spLocks noChangeShapeType="1"/>
                </p:cNvSpPr>
                <p:nvPr/>
              </p:nvSpPr>
              <p:spPr bwMode="auto">
                <a:xfrm>
                  <a:off x="0" y="12764"/>
                  <a:ext cx="6106"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886" name="Line 12"/>
                <p:cNvSpPr>
                  <a:spLocks noChangeShapeType="1"/>
                </p:cNvSpPr>
                <p:nvPr/>
              </p:nvSpPr>
              <p:spPr bwMode="auto">
                <a:xfrm>
                  <a:off x="61" y="11107"/>
                  <a:ext cx="0" cy="1626"/>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887" name="Line 68"/>
                <p:cNvSpPr>
                  <a:spLocks noChangeShapeType="1"/>
                </p:cNvSpPr>
                <p:nvPr/>
              </p:nvSpPr>
              <p:spPr bwMode="auto">
                <a:xfrm>
                  <a:off x="6044" y="0"/>
                  <a:ext cx="5550"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888" name="Line 12"/>
                <p:cNvSpPr>
                  <a:spLocks noChangeShapeType="1"/>
                </p:cNvSpPr>
                <p:nvPr/>
              </p:nvSpPr>
              <p:spPr bwMode="auto">
                <a:xfrm>
                  <a:off x="11568" y="30"/>
                  <a:ext cx="0" cy="1626"/>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pSp>
            <p:nvGrpSpPr>
              <p:cNvPr id="922" name="组合 922"/>
              <p:cNvGrpSpPr>
                <a:grpSpLocks/>
              </p:cNvGrpSpPr>
              <p:nvPr/>
            </p:nvGrpSpPr>
            <p:grpSpPr bwMode="auto">
              <a:xfrm>
                <a:off x="0" y="387"/>
                <a:ext cx="23078" cy="34843"/>
                <a:chOff x="0" y="387"/>
                <a:chExt cx="23078" cy="34843"/>
              </a:xfrm>
            </p:grpSpPr>
            <p:grpSp>
              <p:nvGrpSpPr>
                <p:cNvPr id="846" name="组合 846"/>
                <p:cNvGrpSpPr>
                  <a:grpSpLocks/>
                </p:cNvGrpSpPr>
                <p:nvPr/>
              </p:nvGrpSpPr>
              <p:grpSpPr bwMode="auto">
                <a:xfrm>
                  <a:off x="1595" y="387"/>
                  <a:ext cx="8285" cy="2005"/>
                  <a:chOff x="0" y="387"/>
                  <a:chExt cx="8284" cy="2005"/>
                </a:xfrm>
              </p:grpSpPr>
              <p:sp>
                <p:nvSpPr>
                  <p:cNvPr id="844" name="Rectangle 33"/>
                  <p:cNvSpPr>
                    <a:spLocks noChangeArrowheads="1"/>
                  </p:cNvSpPr>
                  <p:nvPr/>
                </p:nvSpPr>
                <p:spPr bwMode="auto">
                  <a:xfrm>
                    <a:off x="0" y="583"/>
                    <a:ext cx="8284" cy="1809"/>
                  </a:xfrm>
                  <a:prstGeom prst="rect">
                    <a:avLst/>
                  </a:prstGeom>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797" name="Text Box 27"/>
                  <p:cNvSpPr txBox="1">
                    <a:spLocks noChangeArrowheads="1"/>
                  </p:cNvSpPr>
                  <p:nvPr/>
                </p:nvSpPr>
                <p:spPr bwMode="auto">
                  <a:xfrm>
                    <a:off x="464" y="387"/>
                    <a:ext cx="7606" cy="191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rPr>
                      <a:t>输入偶数</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n</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847" name="组合 847"/>
                <p:cNvGrpSpPr>
                  <a:grpSpLocks/>
                </p:cNvGrpSpPr>
                <p:nvPr/>
              </p:nvGrpSpPr>
              <p:grpSpPr bwMode="auto">
                <a:xfrm>
                  <a:off x="1595" y="3601"/>
                  <a:ext cx="8285" cy="2166"/>
                  <a:chOff x="0" y="227"/>
                  <a:chExt cx="8284" cy="2165"/>
                </a:xfrm>
              </p:grpSpPr>
              <p:sp>
                <p:nvSpPr>
                  <p:cNvPr id="848" name="Rectangle 33"/>
                  <p:cNvSpPr>
                    <a:spLocks noChangeArrowheads="1"/>
                  </p:cNvSpPr>
                  <p:nvPr/>
                </p:nvSpPr>
                <p:spPr bwMode="auto">
                  <a:xfrm>
                    <a:off x="0" y="583"/>
                    <a:ext cx="8284" cy="1809"/>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849" name="Text Box 27"/>
                  <p:cNvSpPr txBox="1">
                    <a:spLocks noChangeArrowheads="1"/>
                  </p:cNvSpPr>
                  <p:nvPr/>
                </p:nvSpPr>
                <p:spPr bwMode="auto">
                  <a:xfrm>
                    <a:off x="1938" y="227"/>
                    <a:ext cx="4171" cy="19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p = 1</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sp>
              <p:nvSpPr>
                <p:cNvPr id="850" name="Line 12"/>
                <p:cNvSpPr>
                  <a:spLocks noChangeShapeType="1"/>
                </p:cNvSpPr>
                <p:nvPr/>
              </p:nvSpPr>
              <p:spPr bwMode="auto">
                <a:xfrm>
                  <a:off x="5492" y="2362"/>
                  <a:ext cx="0" cy="1626"/>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852" name="组合 852"/>
                <p:cNvGrpSpPr>
                  <a:grpSpLocks/>
                </p:cNvGrpSpPr>
                <p:nvPr/>
              </p:nvGrpSpPr>
              <p:grpSpPr bwMode="auto">
                <a:xfrm>
                  <a:off x="1595" y="7040"/>
                  <a:ext cx="8217" cy="3562"/>
                  <a:chOff x="0" y="229"/>
                  <a:chExt cx="8216" cy="3561"/>
                </a:xfrm>
              </p:grpSpPr>
              <p:sp>
                <p:nvSpPr>
                  <p:cNvPr id="796" name="Rectangle 26"/>
                  <p:cNvSpPr>
                    <a:spLocks noChangeArrowheads="1"/>
                  </p:cNvSpPr>
                  <p:nvPr/>
                </p:nvSpPr>
                <p:spPr bwMode="auto">
                  <a:xfrm>
                    <a:off x="0" y="613"/>
                    <a:ext cx="8216" cy="3177"/>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798" name="Text Box 28"/>
                  <p:cNvSpPr txBox="1">
                    <a:spLocks noChangeArrowheads="1"/>
                  </p:cNvSpPr>
                  <p:nvPr/>
                </p:nvSpPr>
                <p:spPr bwMode="auto">
                  <a:xfrm>
                    <a:off x="2424" y="229"/>
                    <a:ext cx="4062" cy="180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p++</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851" name="Text Box 28"/>
                  <p:cNvSpPr txBox="1">
                    <a:spLocks noChangeArrowheads="1"/>
                  </p:cNvSpPr>
                  <p:nvPr/>
                </p:nvSpPr>
                <p:spPr bwMode="auto">
                  <a:xfrm>
                    <a:off x="1258" y="1615"/>
                    <a:ext cx="6655" cy="183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q = n - p</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854" name="组合 854"/>
                <p:cNvGrpSpPr>
                  <a:grpSpLocks/>
                </p:cNvGrpSpPr>
                <p:nvPr/>
              </p:nvGrpSpPr>
              <p:grpSpPr bwMode="auto">
                <a:xfrm>
                  <a:off x="1595" y="11967"/>
                  <a:ext cx="8281" cy="2138"/>
                  <a:chOff x="0" y="247"/>
                  <a:chExt cx="8284" cy="2145"/>
                </a:xfrm>
              </p:grpSpPr>
              <p:sp>
                <p:nvSpPr>
                  <p:cNvPr id="855" name="Rectangle 33"/>
                  <p:cNvSpPr>
                    <a:spLocks noChangeArrowheads="1"/>
                  </p:cNvSpPr>
                  <p:nvPr/>
                </p:nvSpPr>
                <p:spPr bwMode="auto">
                  <a:xfrm>
                    <a:off x="0" y="583"/>
                    <a:ext cx="8284" cy="1809"/>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856" name="Text Box 27"/>
                  <p:cNvSpPr txBox="1">
                    <a:spLocks noChangeArrowheads="1"/>
                  </p:cNvSpPr>
                  <p:nvPr/>
                </p:nvSpPr>
                <p:spPr bwMode="auto">
                  <a:xfrm>
                    <a:off x="1258" y="247"/>
                    <a:ext cx="6551" cy="144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effectLst>
                          <a:outerShdw blurRad="38100" dist="38100" dir="2700000" algn="tl">
                            <a:srgbClr val="000000">
                              <a:alpha val="43137"/>
                            </a:srgbClr>
                          </a:outerShdw>
                        </a:effectLst>
                        <a:latin typeface="+mn-lt"/>
                        <a:ea typeface="楷体" pitchFamily="49" charset="-122"/>
                        <a:cs typeface="宋体" pitchFamily="2" charset="-122"/>
                      </a:rPr>
                      <a:t>flagp</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 = 1</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860" name="组合 860"/>
                <p:cNvGrpSpPr>
                  <a:grpSpLocks/>
                </p:cNvGrpSpPr>
                <p:nvPr/>
              </p:nvGrpSpPr>
              <p:grpSpPr bwMode="auto">
                <a:xfrm>
                  <a:off x="1439" y="15740"/>
                  <a:ext cx="8251" cy="2529"/>
                  <a:chOff x="0" y="245"/>
                  <a:chExt cx="8254" cy="2528"/>
                </a:xfrm>
              </p:grpSpPr>
              <p:sp>
                <p:nvSpPr>
                  <p:cNvPr id="858" name="AutoShape 22"/>
                  <p:cNvSpPr>
                    <a:spLocks noChangeArrowheads="1"/>
                  </p:cNvSpPr>
                  <p:nvPr/>
                </p:nvSpPr>
                <p:spPr bwMode="auto">
                  <a:xfrm>
                    <a:off x="0" y="245"/>
                    <a:ext cx="8254" cy="2528"/>
                  </a:xfrm>
                  <a:prstGeom prst="flowChartDecision">
                    <a:avLst/>
                  </a:prstGeom>
                  <a:gradFill flip="none" rotWithShape="1">
                    <a:gsLst>
                      <a:gs pos="0">
                        <a:srgbClr val="FF33CC">
                          <a:tint val="66000"/>
                          <a:satMod val="160000"/>
                        </a:srgbClr>
                      </a:gs>
                      <a:gs pos="50000">
                        <a:srgbClr val="FF33CC">
                          <a:tint val="44500"/>
                          <a:satMod val="160000"/>
                        </a:srgbClr>
                      </a:gs>
                      <a:gs pos="100000">
                        <a:srgbClr val="FF33CC">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859" name="Text Box 23"/>
                  <p:cNvSpPr txBox="1">
                    <a:spLocks noChangeArrowheads="1"/>
                  </p:cNvSpPr>
                  <p:nvPr/>
                </p:nvSpPr>
                <p:spPr bwMode="auto">
                  <a:xfrm>
                    <a:off x="1481" y="348"/>
                    <a:ext cx="5686" cy="19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effectLst>
                          <a:outerShdw blurRad="38100" dist="38100" dir="2700000" algn="tl">
                            <a:srgbClr val="000000">
                              <a:alpha val="43137"/>
                            </a:srgbClr>
                          </a:outerShdw>
                        </a:effectLst>
                        <a:latin typeface="+mn-lt"/>
                        <a:ea typeface="楷体" pitchFamily="49" charset="-122"/>
                        <a:cs typeface="宋体" pitchFamily="2" charset="-122"/>
                      </a:rPr>
                      <a:t>p</a:t>
                    </a:r>
                    <a:r>
                      <a:rPr kumimoji="0" lang="zh-CN" altLang="en-US" sz="1400" b="1" dirty="0">
                        <a:effectLst>
                          <a:outerShdw blurRad="38100" dist="38100" dir="2700000" algn="tl">
                            <a:srgbClr val="000000">
                              <a:alpha val="43137"/>
                            </a:srgbClr>
                          </a:outerShdw>
                        </a:effectLst>
                        <a:latin typeface="+mn-lt"/>
                        <a:ea typeface="楷体" pitchFamily="49" charset="-122"/>
                        <a:cs typeface="宋体" pitchFamily="2" charset="-122"/>
                      </a:rPr>
                      <a:t>是素数</a:t>
                    </a:r>
                  </a:p>
                </p:txBody>
              </p:sp>
            </p:grpSp>
            <p:grpSp>
              <p:nvGrpSpPr>
                <p:cNvPr id="861" name="组合 861"/>
                <p:cNvGrpSpPr>
                  <a:grpSpLocks/>
                </p:cNvGrpSpPr>
                <p:nvPr/>
              </p:nvGrpSpPr>
              <p:grpSpPr bwMode="auto">
                <a:xfrm>
                  <a:off x="1595" y="19513"/>
                  <a:ext cx="8281" cy="2302"/>
                  <a:chOff x="0" y="213"/>
                  <a:chExt cx="8284" cy="2305"/>
                </a:xfrm>
              </p:grpSpPr>
              <p:sp>
                <p:nvSpPr>
                  <p:cNvPr id="862" name="Rectangle 33"/>
                  <p:cNvSpPr>
                    <a:spLocks noChangeArrowheads="1"/>
                  </p:cNvSpPr>
                  <p:nvPr/>
                </p:nvSpPr>
                <p:spPr bwMode="auto">
                  <a:xfrm>
                    <a:off x="0" y="583"/>
                    <a:ext cx="8284" cy="1809"/>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863" name="Text Box 27"/>
                  <p:cNvSpPr txBox="1">
                    <a:spLocks noChangeArrowheads="1"/>
                  </p:cNvSpPr>
                  <p:nvPr/>
                </p:nvSpPr>
                <p:spPr bwMode="auto">
                  <a:xfrm>
                    <a:off x="1387" y="213"/>
                    <a:ext cx="6551" cy="230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effectLst>
                          <a:outerShdw blurRad="38100" dist="38100" dir="2700000" algn="tl">
                            <a:srgbClr val="000000">
                              <a:alpha val="43137"/>
                            </a:srgbClr>
                          </a:outerShdw>
                        </a:effectLst>
                        <a:latin typeface="+mn-lt"/>
                        <a:ea typeface="楷体" pitchFamily="49" charset="-122"/>
                        <a:cs typeface="宋体" pitchFamily="2" charset="-122"/>
                      </a:rPr>
                      <a:t>flagp</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 = 0</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sp>
              <p:nvSpPr>
                <p:cNvPr id="864" name="Line 12"/>
                <p:cNvSpPr>
                  <a:spLocks noChangeShapeType="1"/>
                </p:cNvSpPr>
                <p:nvPr/>
              </p:nvSpPr>
              <p:spPr bwMode="auto">
                <a:xfrm>
                  <a:off x="5553" y="5768"/>
                  <a:ext cx="0" cy="1626"/>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865" name="Line 12"/>
                <p:cNvSpPr>
                  <a:spLocks noChangeShapeType="1"/>
                </p:cNvSpPr>
                <p:nvPr/>
              </p:nvSpPr>
              <p:spPr bwMode="auto">
                <a:xfrm>
                  <a:off x="5553" y="10616"/>
                  <a:ext cx="0" cy="1627"/>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868" name="Line 12"/>
                <p:cNvSpPr>
                  <a:spLocks noChangeShapeType="1"/>
                </p:cNvSpPr>
                <p:nvPr/>
              </p:nvSpPr>
              <p:spPr bwMode="auto">
                <a:xfrm>
                  <a:off x="5553" y="14114"/>
                  <a:ext cx="0" cy="1627"/>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869" name="Line 12"/>
                <p:cNvSpPr>
                  <a:spLocks noChangeShapeType="1"/>
                </p:cNvSpPr>
                <p:nvPr/>
              </p:nvSpPr>
              <p:spPr bwMode="auto">
                <a:xfrm>
                  <a:off x="5584" y="18257"/>
                  <a:ext cx="0" cy="162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870" name="组合 870"/>
                <p:cNvGrpSpPr>
                  <a:grpSpLocks/>
                </p:cNvGrpSpPr>
                <p:nvPr/>
              </p:nvGrpSpPr>
              <p:grpSpPr bwMode="auto">
                <a:xfrm>
                  <a:off x="13194" y="11956"/>
                  <a:ext cx="8280" cy="2222"/>
                  <a:chOff x="0" y="236"/>
                  <a:chExt cx="8284" cy="2228"/>
                </a:xfrm>
              </p:grpSpPr>
              <p:sp>
                <p:nvSpPr>
                  <p:cNvPr id="871" name="Rectangle 33"/>
                  <p:cNvSpPr>
                    <a:spLocks noChangeArrowheads="1"/>
                  </p:cNvSpPr>
                  <p:nvPr/>
                </p:nvSpPr>
                <p:spPr bwMode="auto">
                  <a:xfrm>
                    <a:off x="0" y="583"/>
                    <a:ext cx="8284" cy="1809"/>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872" name="Text Box 27"/>
                  <p:cNvSpPr txBox="1">
                    <a:spLocks noChangeArrowheads="1"/>
                  </p:cNvSpPr>
                  <p:nvPr/>
                </p:nvSpPr>
                <p:spPr bwMode="auto">
                  <a:xfrm>
                    <a:off x="1069" y="236"/>
                    <a:ext cx="6839" cy="222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effectLst>
                          <a:outerShdw blurRad="38100" dist="38100" dir="2700000" algn="tl">
                            <a:srgbClr val="000000">
                              <a:alpha val="43137"/>
                            </a:srgbClr>
                          </a:outerShdw>
                        </a:effectLst>
                        <a:latin typeface="+mn-lt"/>
                        <a:ea typeface="楷体" pitchFamily="49" charset="-122"/>
                        <a:cs typeface="宋体" pitchFamily="2" charset="-122"/>
                      </a:rPr>
                      <a:t>flagq</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 = 1</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873" name="组合 873"/>
                <p:cNvGrpSpPr>
                  <a:grpSpLocks/>
                </p:cNvGrpSpPr>
                <p:nvPr/>
              </p:nvGrpSpPr>
              <p:grpSpPr bwMode="auto">
                <a:xfrm>
                  <a:off x="12918" y="15740"/>
                  <a:ext cx="8248" cy="2529"/>
                  <a:chOff x="0" y="245"/>
                  <a:chExt cx="8254" cy="2528"/>
                </a:xfrm>
              </p:grpSpPr>
              <p:sp>
                <p:nvSpPr>
                  <p:cNvPr id="874" name="AutoShape 22"/>
                  <p:cNvSpPr>
                    <a:spLocks noChangeArrowheads="1"/>
                  </p:cNvSpPr>
                  <p:nvPr/>
                </p:nvSpPr>
                <p:spPr bwMode="auto">
                  <a:xfrm>
                    <a:off x="0" y="245"/>
                    <a:ext cx="8254" cy="2528"/>
                  </a:xfrm>
                  <a:prstGeom prst="flowChartDecision">
                    <a:avLst/>
                  </a:prstGeom>
                  <a:gradFill flip="none" rotWithShape="1">
                    <a:gsLst>
                      <a:gs pos="0">
                        <a:srgbClr val="FF33CC">
                          <a:tint val="66000"/>
                          <a:satMod val="160000"/>
                        </a:srgbClr>
                      </a:gs>
                      <a:gs pos="50000">
                        <a:srgbClr val="FF33CC">
                          <a:tint val="44500"/>
                          <a:satMod val="160000"/>
                        </a:srgbClr>
                      </a:gs>
                      <a:gs pos="100000">
                        <a:srgbClr val="FF33CC">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875" name="Text Box 23"/>
                  <p:cNvSpPr txBox="1">
                    <a:spLocks noChangeArrowheads="1"/>
                  </p:cNvSpPr>
                  <p:nvPr/>
                </p:nvSpPr>
                <p:spPr bwMode="auto">
                  <a:xfrm>
                    <a:off x="1392" y="348"/>
                    <a:ext cx="5664" cy="200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effectLst>
                          <a:outerShdw blurRad="38100" dist="38100" dir="2700000" algn="tl">
                            <a:srgbClr val="000000">
                              <a:alpha val="43137"/>
                            </a:srgbClr>
                          </a:outerShdw>
                        </a:effectLst>
                        <a:latin typeface="+mn-lt"/>
                        <a:ea typeface="楷体" pitchFamily="49" charset="-122"/>
                        <a:cs typeface="宋体" pitchFamily="2" charset="-122"/>
                      </a:rPr>
                      <a:t>q</a:t>
                    </a:r>
                    <a:r>
                      <a:rPr kumimoji="0" lang="zh-CN" altLang="en-US" sz="1400" b="1" dirty="0">
                        <a:effectLst>
                          <a:outerShdw blurRad="38100" dist="38100" dir="2700000" algn="tl">
                            <a:srgbClr val="000000">
                              <a:alpha val="43137"/>
                            </a:srgbClr>
                          </a:outerShdw>
                        </a:effectLst>
                        <a:latin typeface="+mn-lt"/>
                        <a:ea typeface="楷体" pitchFamily="49" charset="-122"/>
                        <a:cs typeface="宋体" pitchFamily="2" charset="-122"/>
                      </a:rPr>
                      <a:t>是素数</a:t>
                    </a:r>
                  </a:p>
                </p:txBody>
              </p:sp>
            </p:grpSp>
            <p:grpSp>
              <p:nvGrpSpPr>
                <p:cNvPr id="876" name="组合 876"/>
                <p:cNvGrpSpPr>
                  <a:grpSpLocks/>
                </p:cNvGrpSpPr>
                <p:nvPr/>
              </p:nvGrpSpPr>
              <p:grpSpPr bwMode="auto">
                <a:xfrm>
                  <a:off x="13071" y="19489"/>
                  <a:ext cx="8281" cy="2302"/>
                  <a:chOff x="0" y="191"/>
                  <a:chExt cx="8284" cy="2310"/>
                </a:xfrm>
              </p:grpSpPr>
              <p:sp>
                <p:nvSpPr>
                  <p:cNvPr id="877" name="Rectangle 33"/>
                  <p:cNvSpPr>
                    <a:spLocks noChangeArrowheads="1"/>
                  </p:cNvSpPr>
                  <p:nvPr/>
                </p:nvSpPr>
                <p:spPr bwMode="auto">
                  <a:xfrm>
                    <a:off x="0" y="583"/>
                    <a:ext cx="8284" cy="1809"/>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878" name="Text Box 27"/>
                  <p:cNvSpPr txBox="1">
                    <a:spLocks noChangeArrowheads="1"/>
                  </p:cNvSpPr>
                  <p:nvPr/>
                </p:nvSpPr>
                <p:spPr bwMode="auto">
                  <a:xfrm>
                    <a:off x="1069" y="191"/>
                    <a:ext cx="6485" cy="23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effectLst>
                          <a:outerShdw blurRad="38100" dist="38100" dir="2700000" algn="tl">
                            <a:srgbClr val="000000">
                              <a:alpha val="43137"/>
                            </a:srgbClr>
                          </a:outerShdw>
                        </a:effectLst>
                        <a:latin typeface="+mn-lt"/>
                        <a:ea typeface="楷体" pitchFamily="49" charset="-122"/>
                        <a:cs typeface="宋体" pitchFamily="2" charset="-122"/>
                      </a:rPr>
                      <a:t>flagq</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 = 0</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sp>
              <p:nvSpPr>
                <p:cNvPr id="879" name="Line 12"/>
                <p:cNvSpPr>
                  <a:spLocks noChangeShapeType="1"/>
                </p:cNvSpPr>
                <p:nvPr/>
              </p:nvSpPr>
              <p:spPr bwMode="auto">
                <a:xfrm>
                  <a:off x="17029" y="14114"/>
                  <a:ext cx="0" cy="1626"/>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880" name="Line 12"/>
                <p:cNvSpPr>
                  <a:spLocks noChangeShapeType="1"/>
                </p:cNvSpPr>
                <p:nvPr/>
              </p:nvSpPr>
              <p:spPr bwMode="auto">
                <a:xfrm>
                  <a:off x="17060" y="18257"/>
                  <a:ext cx="0" cy="162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884" name="Line 46"/>
                <p:cNvSpPr>
                  <a:spLocks noChangeShapeType="1"/>
                </p:cNvSpPr>
                <p:nvPr/>
              </p:nvSpPr>
              <p:spPr bwMode="auto">
                <a:xfrm rot="-5400000">
                  <a:off x="10632" y="16001"/>
                  <a:ext cx="0" cy="1908"/>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893" name="Line 12"/>
                <p:cNvSpPr>
                  <a:spLocks noChangeShapeType="1"/>
                </p:cNvSpPr>
                <p:nvPr/>
              </p:nvSpPr>
              <p:spPr bwMode="auto">
                <a:xfrm>
                  <a:off x="17029" y="21755"/>
                  <a:ext cx="0" cy="2301"/>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902" name="组合 902"/>
                <p:cNvGrpSpPr>
                  <a:grpSpLocks/>
                </p:cNvGrpSpPr>
                <p:nvPr/>
              </p:nvGrpSpPr>
              <p:grpSpPr bwMode="auto">
                <a:xfrm>
                  <a:off x="5185" y="24056"/>
                  <a:ext cx="12446" cy="4151"/>
                  <a:chOff x="0" y="0"/>
                  <a:chExt cx="12450" cy="4154"/>
                </a:xfrm>
              </p:grpSpPr>
              <p:grpSp>
                <p:nvGrpSpPr>
                  <p:cNvPr id="900" name="组合 900"/>
                  <p:cNvGrpSpPr>
                    <a:grpSpLocks/>
                  </p:cNvGrpSpPr>
                  <p:nvPr/>
                </p:nvGrpSpPr>
                <p:grpSpPr bwMode="auto">
                  <a:xfrm>
                    <a:off x="0" y="1626"/>
                    <a:ext cx="12450" cy="2528"/>
                    <a:chOff x="0" y="276"/>
                    <a:chExt cx="12450" cy="2528"/>
                  </a:xfrm>
                </p:grpSpPr>
                <p:sp>
                  <p:nvSpPr>
                    <p:cNvPr id="898" name="AutoShape 22"/>
                    <p:cNvSpPr>
                      <a:spLocks noChangeArrowheads="1"/>
                    </p:cNvSpPr>
                    <p:nvPr/>
                  </p:nvSpPr>
                  <p:spPr bwMode="auto">
                    <a:xfrm>
                      <a:off x="0" y="276"/>
                      <a:ext cx="12450" cy="2528"/>
                    </a:xfrm>
                    <a:prstGeom prst="flowChartDecision">
                      <a:avLst/>
                    </a:prstGeom>
                    <a:gradFill flip="none" rotWithShape="1">
                      <a:gsLst>
                        <a:gs pos="0">
                          <a:srgbClr val="FF33CC">
                            <a:tint val="66000"/>
                            <a:satMod val="160000"/>
                          </a:srgbClr>
                        </a:gs>
                        <a:gs pos="50000">
                          <a:srgbClr val="FF33CC">
                            <a:tint val="44500"/>
                            <a:satMod val="160000"/>
                          </a:srgbClr>
                        </a:gs>
                        <a:gs pos="100000">
                          <a:srgbClr val="FF33CC">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899" name="Text Box 23"/>
                    <p:cNvSpPr txBox="1">
                      <a:spLocks noChangeArrowheads="1"/>
                    </p:cNvSpPr>
                    <p:nvPr/>
                  </p:nvSpPr>
                  <p:spPr bwMode="auto">
                    <a:xfrm>
                      <a:off x="1948" y="479"/>
                      <a:ext cx="9219" cy="18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err="1">
                          <a:effectLst>
                            <a:outerShdw blurRad="38100" dist="38100" dir="2700000" algn="tl">
                              <a:srgbClr val="000000">
                                <a:alpha val="43137"/>
                              </a:srgbClr>
                            </a:outerShdw>
                          </a:effectLst>
                          <a:latin typeface="+mn-lt"/>
                          <a:ea typeface="楷体" pitchFamily="49" charset="-122"/>
                          <a:cs typeface="宋体" pitchFamily="2" charset="-122"/>
                        </a:rPr>
                        <a:t>flagp</a:t>
                      </a:r>
                      <a:r>
                        <a:rPr kumimoji="0" lang="en-US" altLang="zh-CN" sz="1400" b="1" dirty="0">
                          <a:effectLst>
                            <a:outerShdw blurRad="38100" dist="38100" dir="2700000" algn="tl">
                              <a:srgbClr val="000000">
                                <a:alpha val="43137"/>
                              </a:srgbClr>
                            </a:outerShdw>
                          </a:effectLst>
                          <a:latin typeface="+mn-lt"/>
                          <a:ea typeface="楷体" pitchFamily="49" charset="-122"/>
                          <a:cs typeface="宋体" pitchFamily="2" charset="-122"/>
                        </a:rPr>
                        <a:t>*</a:t>
                      </a:r>
                      <a:r>
                        <a:rPr kumimoji="0" lang="en-US" altLang="zh-CN" sz="1400" b="1" dirty="0" err="1">
                          <a:effectLst>
                            <a:outerShdw blurRad="38100" dist="38100" dir="2700000" algn="tl">
                              <a:srgbClr val="000000">
                                <a:alpha val="43137"/>
                              </a:srgbClr>
                            </a:outerShdw>
                          </a:effectLst>
                          <a:latin typeface="+mn-lt"/>
                          <a:ea typeface="楷体" pitchFamily="49" charset="-122"/>
                          <a:cs typeface="宋体" pitchFamily="2" charset="-122"/>
                        </a:rPr>
                        <a:t>flagq</a:t>
                      </a:r>
                      <a:r>
                        <a:rPr kumimoji="0" lang="en-US" altLang="zh-CN" sz="1400" b="1" dirty="0">
                          <a:effectLst>
                            <a:outerShdw blurRad="38100" dist="38100" dir="2700000" algn="tl">
                              <a:srgbClr val="000000">
                                <a:alpha val="43137"/>
                              </a:srgbClr>
                            </a:outerShdw>
                          </a:effectLst>
                          <a:latin typeface="+mn-lt"/>
                          <a:ea typeface="楷体" pitchFamily="49" charset="-122"/>
                          <a:cs typeface="宋体" pitchFamily="2" charset="-122"/>
                        </a:rPr>
                        <a:t>==0</a:t>
                      </a:r>
                      <a:endParaRPr kumimoji="0" lang="zh-CN" altLang="zh-CN" sz="14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sp>
                <p:nvSpPr>
                  <p:cNvPr id="901" name="Line 12"/>
                  <p:cNvSpPr>
                    <a:spLocks noChangeShapeType="1"/>
                  </p:cNvSpPr>
                  <p:nvPr/>
                </p:nvSpPr>
                <p:spPr bwMode="auto">
                  <a:xfrm>
                    <a:off x="6136" y="0"/>
                    <a:ext cx="0" cy="162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pSp>
              <p:nvGrpSpPr>
                <p:cNvPr id="921" name="组合 921"/>
                <p:cNvGrpSpPr>
                  <a:grpSpLocks/>
                </p:cNvGrpSpPr>
                <p:nvPr/>
              </p:nvGrpSpPr>
              <p:grpSpPr bwMode="auto">
                <a:xfrm>
                  <a:off x="11246" y="16983"/>
                  <a:ext cx="11832" cy="7058"/>
                  <a:chOff x="-45" y="46"/>
                  <a:chExt cx="11831" cy="7057"/>
                </a:xfrm>
              </p:grpSpPr>
              <p:sp>
                <p:nvSpPr>
                  <p:cNvPr id="892" name="Line 46"/>
                  <p:cNvSpPr>
                    <a:spLocks noChangeShapeType="1"/>
                  </p:cNvSpPr>
                  <p:nvPr/>
                </p:nvSpPr>
                <p:spPr bwMode="auto">
                  <a:xfrm rot="16200000">
                    <a:off x="10832" y="-890"/>
                    <a:ext cx="0" cy="1908"/>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919" name="组合 919"/>
                  <p:cNvGrpSpPr>
                    <a:grpSpLocks/>
                  </p:cNvGrpSpPr>
                  <p:nvPr/>
                </p:nvGrpSpPr>
                <p:grpSpPr bwMode="auto">
                  <a:xfrm>
                    <a:off x="-45" y="46"/>
                    <a:ext cx="11786" cy="7057"/>
                    <a:chOff x="-45" y="46"/>
                    <a:chExt cx="11786" cy="7057"/>
                  </a:xfrm>
                </p:grpSpPr>
                <p:sp>
                  <p:nvSpPr>
                    <p:cNvPr id="903" name="Line 68"/>
                    <p:cNvSpPr>
                      <a:spLocks noChangeShapeType="1"/>
                    </p:cNvSpPr>
                    <p:nvPr/>
                  </p:nvSpPr>
                  <p:spPr bwMode="auto">
                    <a:xfrm>
                      <a:off x="-45" y="7057"/>
                      <a:ext cx="11786"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04" name="Line 19"/>
                    <p:cNvSpPr>
                      <a:spLocks noChangeShapeType="1"/>
                    </p:cNvSpPr>
                    <p:nvPr/>
                  </p:nvSpPr>
                  <p:spPr bwMode="auto">
                    <a:xfrm>
                      <a:off x="11722" y="46"/>
                      <a:ext cx="0" cy="7057"/>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pSp>
            <p:grpSp>
              <p:nvGrpSpPr>
                <p:cNvPr id="920" name="组合 920"/>
                <p:cNvGrpSpPr>
                  <a:grpSpLocks/>
                </p:cNvGrpSpPr>
                <p:nvPr/>
              </p:nvGrpSpPr>
              <p:grpSpPr bwMode="auto">
                <a:xfrm>
                  <a:off x="0" y="6439"/>
                  <a:ext cx="5530" cy="20553"/>
                  <a:chOff x="0" y="-35"/>
                  <a:chExt cx="5530" cy="20553"/>
                </a:xfrm>
              </p:grpSpPr>
              <p:sp>
                <p:nvSpPr>
                  <p:cNvPr id="885" name="Line 46"/>
                  <p:cNvSpPr>
                    <a:spLocks noChangeShapeType="1"/>
                  </p:cNvSpPr>
                  <p:nvPr/>
                </p:nvSpPr>
                <p:spPr bwMode="auto">
                  <a:xfrm rot="-5400000">
                    <a:off x="2746" y="-2746"/>
                    <a:ext cx="0" cy="549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05" name="Line 19"/>
                  <p:cNvSpPr>
                    <a:spLocks noChangeShapeType="1"/>
                  </p:cNvSpPr>
                  <p:nvPr/>
                </p:nvSpPr>
                <p:spPr bwMode="auto">
                  <a:xfrm>
                    <a:off x="1" y="-35"/>
                    <a:ext cx="0" cy="20553"/>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06" name="Line 18"/>
                  <p:cNvSpPr>
                    <a:spLocks noChangeShapeType="1"/>
                  </p:cNvSpPr>
                  <p:nvPr/>
                </p:nvSpPr>
                <p:spPr bwMode="auto">
                  <a:xfrm flipH="1">
                    <a:off x="0" y="20497"/>
                    <a:ext cx="5530"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pSp>
              <p:nvGrpSpPr>
                <p:cNvPr id="907" name="组合 907"/>
                <p:cNvGrpSpPr>
                  <a:grpSpLocks/>
                </p:cNvGrpSpPr>
                <p:nvPr/>
              </p:nvGrpSpPr>
              <p:grpSpPr bwMode="auto">
                <a:xfrm>
                  <a:off x="7425" y="29542"/>
                  <a:ext cx="8280" cy="2084"/>
                  <a:chOff x="0" y="302"/>
                  <a:chExt cx="8284" cy="2090"/>
                </a:xfrm>
              </p:grpSpPr>
              <p:sp>
                <p:nvSpPr>
                  <p:cNvPr id="908" name="Rectangle 33"/>
                  <p:cNvSpPr>
                    <a:spLocks noChangeArrowheads="1"/>
                  </p:cNvSpPr>
                  <p:nvPr/>
                </p:nvSpPr>
                <p:spPr bwMode="auto">
                  <a:xfrm>
                    <a:off x="0" y="583"/>
                    <a:ext cx="8284" cy="1809"/>
                  </a:xfrm>
                  <a:prstGeom prst="rect">
                    <a:avLst/>
                  </a:prstGeom>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09" name="Text Box 27"/>
                  <p:cNvSpPr txBox="1">
                    <a:spLocks noChangeArrowheads="1"/>
                  </p:cNvSpPr>
                  <p:nvPr/>
                </p:nvSpPr>
                <p:spPr bwMode="auto">
                  <a:xfrm>
                    <a:off x="973" y="302"/>
                    <a:ext cx="6842" cy="19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rPr>
                      <a:t>输出</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p</a:t>
                    </a:r>
                    <a:r>
                      <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rPr>
                      <a:t>、</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q</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sp>
              <p:nvSpPr>
                <p:cNvPr id="910" name="Line 12"/>
                <p:cNvSpPr>
                  <a:spLocks noChangeShapeType="1"/>
                </p:cNvSpPr>
                <p:nvPr/>
              </p:nvSpPr>
              <p:spPr bwMode="auto">
                <a:xfrm>
                  <a:off x="11476" y="28199"/>
                  <a:ext cx="0" cy="162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911" name="Group 64"/>
                <p:cNvGrpSpPr>
                  <a:grpSpLocks/>
                </p:cNvGrpSpPr>
                <p:nvPr/>
              </p:nvGrpSpPr>
              <p:grpSpPr bwMode="auto">
                <a:xfrm>
                  <a:off x="8593" y="33064"/>
                  <a:ext cx="5717" cy="2166"/>
                  <a:chOff x="2849" y="14465"/>
                  <a:chExt cx="900" cy="341"/>
                </a:xfrm>
              </p:grpSpPr>
              <p:sp>
                <p:nvSpPr>
                  <p:cNvPr id="912" name="AutoShape 65"/>
                  <p:cNvSpPr>
                    <a:spLocks noChangeArrowheads="1"/>
                  </p:cNvSpPr>
                  <p:nvPr/>
                </p:nvSpPr>
                <p:spPr bwMode="auto">
                  <a:xfrm>
                    <a:off x="2849" y="14494"/>
                    <a:ext cx="900" cy="312"/>
                  </a:xfrm>
                  <a:prstGeom prst="flowChartTerminator">
                    <a:avLst/>
                  </a:prstGeom>
                  <a:gradFill flip="none" rotWithShape="1">
                    <a:gsLst>
                      <a:gs pos="0">
                        <a:srgbClr val="C00000">
                          <a:tint val="66000"/>
                          <a:satMod val="160000"/>
                        </a:srgbClr>
                      </a:gs>
                      <a:gs pos="50000">
                        <a:srgbClr val="C00000">
                          <a:tint val="44500"/>
                          <a:satMod val="160000"/>
                        </a:srgbClr>
                      </a:gs>
                      <a:gs pos="100000">
                        <a:srgbClr val="C000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13" name="Text Box 66"/>
                  <p:cNvSpPr txBox="1">
                    <a:spLocks noChangeArrowheads="1"/>
                  </p:cNvSpPr>
                  <p:nvPr/>
                </p:nvSpPr>
                <p:spPr bwMode="auto">
                  <a:xfrm>
                    <a:off x="2997" y="14465"/>
                    <a:ext cx="713" cy="2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rPr>
                      <a:t>结束</a:t>
                    </a:r>
                  </a:p>
                </p:txBody>
              </p:sp>
            </p:grpSp>
            <p:sp>
              <p:nvSpPr>
                <p:cNvPr id="914" name="Line 12"/>
                <p:cNvSpPr>
                  <a:spLocks noChangeShapeType="1"/>
                </p:cNvSpPr>
                <p:nvPr/>
              </p:nvSpPr>
              <p:spPr bwMode="auto">
                <a:xfrm>
                  <a:off x="11476" y="31635"/>
                  <a:ext cx="0" cy="1626"/>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pSp>
        <p:grpSp>
          <p:nvGrpSpPr>
            <p:cNvPr id="925" name="组合 925"/>
            <p:cNvGrpSpPr>
              <a:grpSpLocks/>
            </p:cNvGrpSpPr>
            <p:nvPr/>
          </p:nvGrpSpPr>
          <p:grpSpPr bwMode="auto">
            <a:xfrm>
              <a:off x="1426" y="15170"/>
              <a:ext cx="21235" cy="14504"/>
              <a:chOff x="15" y="503"/>
              <a:chExt cx="21235" cy="14504"/>
            </a:xfrm>
          </p:grpSpPr>
          <p:sp>
            <p:nvSpPr>
              <p:cNvPr id="889" name="Text Box 58"/>
              <p:cNvSpPr txBox="1">
                <a:spLocks noChangeArrowheads="1"/>
              </p:cNvSpPr>
              <p:nvPr/>
            </p:nvSpPr>
            <p:spPr bwMode="auto">
              <a:xfrm>
                <a:off x="19465" y="603"/>
                <a:ext cx="1785" cy="160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50000"/>
                      </a:schemeClr>
                    </a:solidFill>
                    <a:effectLst>
                      <a:outerShdw blurRad="38100" dist="38100" dir="2700000" algn="tl">
                        <a:srgbClr val="000000">
                          <a:alpha val="43137"/>
                        </a:srgbClr>
                      </a:outerShdw>
                    </a:effectLst>
                    <a:latin typeface="+mn-lt"/>
                    <a:ea typeface="楷体" pitchFamily="49" charset="-122"/>
                    <a:cs typeface="宋体" pitchFamily="2" charset="-122"/>
                  </a:rPr>
                  <a:t>T</a:t>
                </a:r>
                <a:endParaRPr kumimoji="0" lang="zh-CN" altLang="zh-CN" sz="1400" b="1" dirty="0">
                  <a:solidFill>
                    <a:schemeClr val="accent1">
                      <a:lumMod val="50000"/>
                    </a:schemeClr>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890" name="Text Box 58"/>
              <p:cNvSpPr txBox="1">
                <a:spLocks noChangeArrowheads="1"/>
              </p:cNvSpPr>
              <p:nvPr/>
            </p:nvSpPr>
            <p:spPr bwMode="auto">
              <a:xfrm>
                <a:off x="2452" y="3294"/>
                <a:ext cx="2023" cy="22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rPr>
                  <a:t>F</a:t>
                </a:r>
                <a:endParaRPr kumimoji="0" lang="zh-CN" altLang="zh-CN" sz="14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891" name="Text Box 58"/>
              <p:cNvSpPr txBox="1">
                <a:spLocks noChangeArrowheads="1"/>
              </p:cNvSpPr>
              <p:nvPr/>
            </p:nvSpPr>
            <p:spPr bwMode="auto">
              <a:xfrm>
                <a:off x="13911" y="3225"/>
                <a:ext cx="1634" cy="17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rPr>
                  <a:t>F</a:t>
                </a:r>
                <a:endParaRPr kumimoji="0" lang="zh-CN" altLang="zh-CN" sz="14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915" name="Text Box 58"/>
              <p:cNvSpPr txBox="1">
                <a:spLocks noChangeArrowheads="1"/>
              </p:cNvSpPr>
              <p:nvPr/>
            </p:nvSpPr>
            <p:spPr bwMode="auto">
              <a:xfrm>
                <a:off x="15" y="10562"/>
                <a:ext cx="1916" cy="16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50000"/>
                      </a:schemeClr>
                    </a:solidFill>
                    <a:effectLst>
                      <a:outerShdw blurRad="38100" dist="38100" dir="2700000" algn="tl">
                        <a:srgbClr val="000000">
                          <a:alpha val="43137"/>
                        </a:srgbClr>
                      </a:outerShdw>
                    </a:effectLst>
                    <a:latin typeface="+mn-lt"/>
                    <a:ea typeface="楷体" pitchFamily="49" charset="-122"/>
                    <a:cs typeface="宋体" pitchFamily="2" charset="-122"/>
                  </a:rPr>
                  <a:t>T</a:t>
                </a:r>
                <a:endParaRPr kumimoji="0" lang="zh-CN" altLang="zh-CN" sz="1400" b="1" dirty="0">
                  <a:solidFill>
                    <a:schemeClr val="accent1">
                      <a:lumMod val="50000"/>
                    </a:schemeClr>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916" name="Text Box 58"/>
              <p:cNvSpPr txBox="1">
                <a:spLocks noChangeArrowheads="1"/>
              </p:cNvSpPr>
              <p:nvPr/>
            </p:nvSpPr>
            <p:spPr bwMode="auto">
              <a:xfrm>
                <a:off x="7912" y="503"/>
                <a:ext cx="1882" cy="160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50000"/>
                      </a:schemeClr>
                    </a:solidFill>
                    <a:effectLst>
                      <a:outerShdw blurRad="38100" dist="38100" dir="2700000" algn="tl">
                        <a:srgbClr val="000000">
                          <a:alpha val="43137"/>
                        </a:srgbClr>
                      </a:outerShdw>
                    </a:effectLst>
                    <a:latin typeface="+mn-lt"/>
                    <a:ea typeface="楷体" pitchFamily="49" charset="-122"/>
                    <a:cs typeface="宋体" pitchFamily="2" charset="-122"/>
                  </a:rPr>
                  <a:t>T</a:t>
                </a:r>
                <a:endParaRPr kumimoji="0" lang="zh-CN" altLang="zh-CN" sz="1400" b="1" dirty="0">
                  <a:solidFill>
                    <a:schemeClr val="accent1">
                      <a:lumMod val="50000"/>
                    </a:schemeClr>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917" name="Text Box 58"/>
              <p:cNvSpPr txBox="1">
                <a:spLocks noChangeArrowheads="1"/>
              </p:cNvSpPr>
              <p:nvPr/>
            </p:nvSpPr>
            <p:spPr bwMode="auto">
              <a:xfrm>
                <a:off x="8391" y="13182"/>
                <a:ext cx="1606" cy="18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rPr>
                  <a:t>F</a:t>
                </a:r>
                <a:endParaRPr kumimoji="0" lang="zh-CN" altLang="zh-CN" sz="14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endParaRPr>
              </a:p>
            </p:txBody>
          </p:sp>
        </p:grpSp>
      </p:grpSp>
      <p:grpSp>
        <p:nvGrpSpPr>
          <p:cNvPr id="985" name="组合 985"/>
          <p:cNvGrpSpPr>
            <a:grpSpLocks/>
          </p:cNvGrpSpPr>
          <p:nvPr/>
        </p:nvGrpSpPr>
        <p:grpSpPr bwMode="auto">
          <a:xfrm>
            <a:off x="6733915" y="1716023"/>
            <a:ext cx="3538549" cy="4360151"/>
            <a:chOff x="83" y="398"/>
            <a:chExt cx="21443" cy="23781"/>
          </a:xfrm>
        </p:grpSpPr>
        <p:grpSp>
          <p:nvGrpSpPr>
            <p:cNvPr id="984" name="组合 984"/>
            <p:cNvGrpSpPr>
              <a:grpSpLocks/>
            </p:cNvGrpSpPr>
            <p:nvPr/>
          </p:nvGrpSpPr>
          <p:grpSpPr bwMode="auto">
            <a:xfrm>
              <a:off x="83" y="398"/>
              <a:ext cx="21443" cy="23781"/>
              <a:chOff x="83" y="0"/>
              <a:chExt cx="21443" cy="23780"/>
            </a:xfrm>
          </p:grpSpPr>
          <p:sp>
            <p:nvSpPr>
              <p:cNvPr id="932" name="Rectangle 545"/>
              <p:cNvSpPr>
                <a:spLocks noChangeArrowheads="1"/>
              </p:cNvSpPr>
              <p:nvPr/>
            </p:nvSpPr>
            <p:spPr bwMode="auto">
              <a:xfrm>
                <a:off x="92" y="0"/>
                <a:ext cx="21342" cy="23780"/>
              </a:xfrm>
              <a:prstGeom prst="rect">
                <a:avLst/>
              </a:prstGeom>
              <a:gradFill flip="none" rotWithShape="1">
                <a:gsLst>
                  <a:gs pos="0">
                    <a:srgbClr val="FFFFCD">
                      <a:shade val="30000"/>
                      <a:satMod val="115000"/>
                    </a:srgbClr>
                  </a:gs>
                  <a:gs pos="50000">
                    <a:srgbClr val="FFFFCD">
                      <a:shade val="67500"/>
                      <a:satMod val="115000"/>
                    </a:srgbClr>
                  </a:gs>
                  <a:gs pos="100000">
                    <a:srgbClr val="FFFFCD">
                      <a:shade val="100000"/>
                      <a:satMod val="115000"/>
                    </a:srgbClr>
                  </a:gs>
                </a:gsLst>
                <a:lin ang="13500000" scaled="1"/>
                <a:tileRect/>
              </a:gradFill>
              <a:ln w="19050">
                <a:solidFill>
                  <a:srgbClr val="0033CC"/>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983" name="组合 983"/>
              <p:cNvGrpSpPr>
                <a:grpSpLocks/>
              </p:cNvGrpSpPr>
              <p:nvPr/>
            </p:nvGrpSpPr>
            <p:grpSpPr bwMode="auto">
              <a:xfrm>
                <a:off x="83" y="2209"/>
                <a:ext cx="21443" cy="19270"/>
                <a:chOff x="83" y="0"/>
                <a:chExt cx="21443" cy="19269"/>
              </a:xfrm>
            </p:grpSpPr>
            <p:sp>
              <p:nvSpPr>
                <p:cNvPr id="937" name="Line 635"/>
                <p:cNvSpPr>
                  <a:spLocks noChangeShapeType="1"/>
                </p:cNvSpPr>
                <p:nvPr/>
              </p:nvSpPr>
              <p:spPr bwMode="auto">
                <a:xfrm>
                  <a:off x="3099" y="2086"/>
                  <a:ext cx="0" cy="14999"/>
                </a:xfrm>
                <a:prstGeom prst="line">
                  <a:avLst/>
                </a:prstGeom>
                <a:noFill/>
                <a:ln w="19050">
                  <a:solidFill>
                    <a:srgbClr val="0033CC"/>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981" name="组合 981"/>
                <p:cNvGrpSpPr>
                  <a:grpSpLocks/>
                </p:cNvGrpSpPr>
                <p:nvPr/>
              </p:nvGrpSpPr>
              <p:grpSpPr bwMode="auto">
                <a:xfrm>
                  <a:off x="153" y="0"/>
                  <a:ext cx="21373" cy="8591"/>
                  <a:chOff x="0" y="0"/>
                  <a:chExt cx="21373" cy="8591"/>
                </a:xfrm>
              </p:grpSpPr>
              <p:sp>
                <p:nvSpPr>
                  <p:cNvPr id="933" name="Line 615"/>
                  <p:cNvSpPr>
                    <a:spLocks noChangeShapeType="1"/>
                  </p:cNvSpPr>
                  <p:nvPr/>
                </p:nvSpPr>
                <p:spPr bwMode="auto">
                  <a:xfrm>
                    <a:off x="30" y="0"/>
                    <a:ext cx="21343" cy="0"/>
                  </a:xfrm>
                  <a:prstGeom prst="line">
                    <a:avLst/>
                  </a:prstGeom>
                  <a:noFill/>
                  <a:ln w="19050">
                    <a:solidFill>
                      <a:srgbClr val="0033CC"/>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34" name="Line 617"/>
                  <p:cNvSpPr>
                    <a:spLocks noChangeShapeType="1"/>
                  </p:cNvSpPr>
                  <p:nvPr/>
                </p:nvSpPr>
                <p:spPr bwMode="auto">
                  <a:xfrm>
                    <a:off x="3068" y="4265"/>
                    <a:ext cx="18205" cy="0"/>
                  </a:xfrm>
                  <a:prstGeom prst="line">
                    <a:avLst/>
                  </a:prstGeom>
                  <a:noFill/>
                  <a:ln w="19050">
                    <a:solidFill>
                      <a:srgbClr val="0033CC"/>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35" name="Line 628"/>
                  <p:cNvSpPr>
                    <a:spLocks noChangeShapeType="1"/>
                  </p:cNvSpPr>
                  <p:nvPr/>
                </p:nvSpPr>
                <p:spPr bwMode="auto">
                  <a:xfrm>
                    <a:off x="2945" y="8591"/>
                    <a:ext cx="18301" cy="0"/>
                  </a:xfrm>
                  <a:prstGeom prst="line">
                    <a:avLst/>
                  </a:prstGeom>
                  <a:noFill/>
                  <a:ln w="19050">
                    <a:solidFill>
                      <a:srgbClr val="0033CC"/>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38" name="Line 640"/>
                  <p:cNvSpPr>
                    <a:spLocks noChangeShapeType="1"/>
                  </p:cNvSpPr>
                  <p:nvPr/>
                </p:nvSpPr>
                <p:spPr bwMode="auto">
                  <a:xfrm>
                    <a:off x="2976" y="6228"/>
                    <a:ext cx="18301" cy="0"/>
                  </a:xfrm>
                  <a:prstGeom prst="line">
                    <a:avLst/>
                  </a:prstGeom>
                  <a:noFill/>
                  <a:ln w="19050">
                    <a:solidFill>
                      <a:srgbClr val="0033CC"/>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58" name="Line 615"/>
                  <p:cNvSpPr>
                    <a:spLocks noChangeShapeType="1"/>
                  </p:cNvSpPr>
                  <p:nvPr/>
                </p:nvSpPr>
                <p:spPr bwMode="auto">
                  <a:xfrm>
                    <a:off x="0" y="2086"/>
                    <a:ext cx="21342" cy="0"/>
                  </a:xfrm>
                  <a:prstGeom prst="line">
                    <a:avLst/>
                  </a:prstGeom>
                  <a:noFill/>
                  <a:ln w="19050">
                    <a:solidFill>
                      <a:srgbClr val="0033CC"/>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59" name="直接连接符 959"/>
                  <p:cNvSpPr>
                    <a:spLocks noChangeShapeType="1"/>
                  </p:cNvSpPr>
                  <p:nvPr/>
                </p:nvSpPr>
                <p:spPr bwMode="auto">
                  <a:xfrm>
                    <a:off x="2976" y="6290"/>
                    <a:ext cx="8395" cy="2248"/>
                  </a:xfrm>
                  <a:prstGeom prst="line">
                    <a:avLst/>
                  </a:prstGeom>
                  <a:noFill/>
                  <a:ln w="19050">
                    <a:solidFill>
                      <a:srgbClr val="0033CC"/>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60" name="直接连接符 960"/>
                  <p:cNvSpPr>
                    <a:spLocks noChangeShapeType="1"/>
                  </p:cNvSpPr>
                  <p:nvPr/>
                </p:nvSpPr>
                <p:spPr bwMode="auto">
                  <a:xfrm flipH="1">
                    <a:off x="11537" y="6290"/>
                    <a:ext cx="9728" cy="2279"/>
                  </a:xfrm>
                  <a:prstGeom prst="line">
                    <a:avLst/>
                  </a:prstGeom>
                  <a:noFill/>
                  <a:ln w="19050">
                    <a:solidFill>
                      <a:srgbClr val="0033CC"/>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sp>
              <p:nvSpPr>
                <p:cNvPr id="966" name="Line 634"/>
                <p:cNvSpPr>
                  <a:spLocks noChangeShapeType="1"/>
                </p:cNvSpPr>
                <p:nvPr/>
              </p:nvSpPr>
              <p:spPr bwMode="auto">
                <a:xfrm>
                  <a:off x="3037" y="17121"/>
                  <a:ext cx="18301" cy="0"/>
                </a:xfrm>
                <a:prstGeom prst="line">
                  <a:avLst/>
                </a:prstGeom>
                <a:noFill/>
                <a:ln w="19050">
                  <a:solidFill>
                    <a:srgbClr val="0033CC"/>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982" name="组合 982"/>
                <p:cNvGrpSpPr>
                  <a:grpSpLocks/>
                </p:cNvGrpSpPr>
                <p:nvPr/>
              </p:nvGrpSpPr>
              <p:grpSpPr bwMode="auto">
                <a:xfrm>
                  <a:off x="3068" y="8591"/>
                  <a:ext cx="18331" cy="8459"/>
                  <a:chOff x="0" y="0"/>
                  <a:chExt cx="18331" cy="8458"/>
                </a:xfrm>
              </p:grpSpPr>
              <p:sp>
                <p:nvSpPr>
                  <p:cNvPr id="936" name="Line 634"/>
                  <p:cNvSpPr>
                    <a:spLocks noChangeShapeType="1"/>
                  </p:cNvSpPr>
                  <p:nvPr/>
                </p:nvSpPr>
                <p:spPr bwMode="auto">
                  <a:xfrm>
                    <a:off x="30" y="2117"/>
                    <a:ext cx="18301" cy="0"/>
                  </a:xfrm>
                  <a:prstGeom prst="line">
                    <a:avLst/>
                  </a:prstGeom>
                  <a:noFill/>
                  <a:ln w="19050">
                    <a:solidFill>
                      <a:srgbClr val="0033CC"/>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57" name="直接连接符 957"/>
                  <p:cNvSpPr>
                    <a:spLocks noChangeShapeType="1"/>
                  </p:cNvSpPr>
                  <p:nvPr/>
                </p:nvSpPr>
                <p:spPr bwMode="auto">
                  <a:xfrm>
                    <a:off x="8622" y="0"/>
                    <a:ext cx="0" cy="2076"/>
                  </a:xfrm>
                  <a:prstGeom prst="line">
                    <a:avLst/>
                  </a:prstGeom>
                  <a:noFill/>
                  <a:ln w="19050">
                    <a:solidFill>
                      <a:srgbClr val="0033CC"/>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63" name="Line 634"/>
                  <p:cNvSpPr>
                    <a:spLocks noChangeShapeType="1"/>
                  </p:cNvSpPr>
                  <p:nvPr/>
                </p:nvSpPr>
                <p:spPr bwMode="auto">
                  <a:xfrm>
                    <a:off x="0" y="4295"/>
                    <a:ext cx="18300" cy="0"/>
                  </a:xfrm>
                  <a:prstGeom prst="line">
                    <a:avLst/>
                  </a:prstGeom>
                  <a:noFill/>
                  <a:ln w="19050">
                    <a:solidFill>
                      <a:srgbClr val="0033CC"/>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64" name="Line 634"/>
                  <p:cNvSpPr>
                    <a:spLocks noChangeShapeType="1"/>
                  </p:cNvSpPr>
                  <p:nvPr/>
                </p:nvSpPr>
                <p:spPr bwMode="auto">
                  <a:xfrm>
                    <a:off x="0" y="6382"/>
                    <a:ext cx="18300" cy="0"/>
                  </a:xfrm>
                  <a:prstGeom prst="line">
                    <a:avLst/>
                  </a:prstGeom>
                  <a:noFill/>
                  <a:ln w="19050">
                    <a:solidFill>
                      <a:srgbClr val="0033CC"/>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67" name="直接连接符 967"/>
                  <p:cNvSpPr>
                    <a:spLocks noChangeShapeType="1"/>
                  </p:cNvSpPr>
                  <p:nvPr/>
                </p:nvSpPr>
                <p:spPr bwMode="auto">
                  <a:xfrm>
                    <a:off x="8530" y="6382"/>
                    <a:ext cx="0" cy="2076"/>
                  </a:xfrm>
                  <a:prstGeom prst="line">
                    <a:avLst/>
                  </a:prstGeom>
                  <a:noFill/>
                  <a:ln w="19050">
                    <a:solidFill>
                      <a:srgbClr val="0033CC"/>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68" name="直接连接符 968"/>
                  <p:cNvSpPr>
                    <a:spLocks noChangeShapeType="1"/>
                  </p:cNvSpPr>
                  <p:nvPr/>
                </p:nvSpPr>
                <p:spPr bwMode="auto">
                  <a:xfrm>
                    <a:off x="0" y="4326"/>
                    <a:ext cx="8530" cy="2056"/>
                  </a:xfrm>
                  <a:prstGeom prst="line">
                    <a:avLst/>
                  </a:prstGeom>
                  <a:noFill/>
                  <a:ln w="19050">
                    <a:solidFill>
                      <a:srgbClr val="0033CC"/>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69" name="直接连接符 969"/>
                  <p:cNvSpPr>
                    <a:spLocks noChangeShapeType="1"/>
                  </p:cNvSpPr>
                  <p:nvPr/>
                </p:nvSpPr>
                <p:spPr bwMode="auto">
                  <a:xfrm flipH="1">
                    <a:off x="8530" y="4265"/>
                    <a:ext cx="9577" cy="2086"/>
                  </a:xfrm>
                  <a:prstGeom prst="line">
                    <a:avLst/>
                  </a:prstGeom>
                  <a:noFill/>
                  <a:ln w="19050">
                    <a:solidFill>
                      <a:srgbClr val="0033CC"/>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sp>
              <p:nvSpPr>
                <p:cNvPr id="976" name="Line 615"/>
                <p:cNvSpPr>
                  <a:spLocks noChangeShapeType="1"/>
                </p:cNvSpPr>
                <p:nvPr/>
              </p:nvSpPr>
              <p:spPr bwMode="auto">
                <a:xfrm>
                  <a:off x="83" y="19269"/>
                  <a:ext cx="21342" cy="0"/>
                </a:xfrm>
                <a:prstGeom prst="line">
                  <a:avLst/>
                </a:prstGeom>
                <a:noFill/>
                <a:ln w="19050">
                  <a:solidFill>
                    <a:srgbClr val="0033CC"/>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pSp>
        <p:grpSp>
          <p:nvGrpSpPr>
            <p:cNvPr id="980" name="组合 980"/>
            <p:cNvGrpSpPr>
              <a:grpSpLocks/>
            </p:cNvGrpSpPr>
            <p:nvPr/>
          </p:nvGrpSpPr>
          <p:grpSpPr bwMode="auto">
            <a:xfrm>
              <a:off x="889" y="576"/>
              <a:ext cx="20199" cy="23303"/>
              <a:chOff x="0" y="576"/>
              <a:chExt cx="20199" cy="23303"/>
            </a:xfrm>
          </p:grpSpPr>
          <p:sp>
            <p:nvSpPr>
              <p:cNvPr id="946" name="Text Box 619"/>
              <p:cNvSpPr txBox="1">
                <a:spLocks noChangeArrowheads="1"/>
              </p:cNvSpPr>
              <p:nvPr/>
            </p:nvSpPr>
            <p:spPr bwMode="auto">
              <a:xfrm>
                <a:off x="7643" y="2537"/>
                <a:ext cx="4022" cy="174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p = 1</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947" name="Text Box 626"/>
              <p:cNvSpPr txBox="1">
                <a:spLocks noChangeArrowheads="1"/>
              </p:cNvSpPr>
              <p:nvPr/>
            </p:nvSpPr>
            <p:spPr bwMode="auto">
              <a:xfrm>
                <a:off x="17833" y="9338"/>
                <a:ext cx="2366" cy="168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T</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950" name="Text Box 638"/>
              <p:cNvSpPr txBox="1">
                <a:spLocks noChangeArrowheads="1"/>
              </p:cNvSpPr>
              <p:nvPr/>
            </p:nvSpPr>
            <p:spPr bwMode="auto">
              <a:xfrm>
                <a:off x="2737" y="9443"/>
                <a:ext cx="2002" cy="174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F</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948" name="Text Box 632"/>
              <p:cNvSpPr txBox="1">
                <a:spLocks noChangeArrowheads="1"/>
              </p:cNvSpPr>
              <p:nvPr/>
            </p:nvSpPr>
            <p:spPr bwMode="auto">
              <a:xfrm>
                <a:off x="6259" y="4787"/>
                <a:ext cx="9302" cy="20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p++,  q = n - p</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951" name="Text Box 648"/>
              <p:cNvSpPr txBox="1">
                <a:spLocks noChangeArrowheads="1"/>
              </p:cNvSpPr>
              <p:nvPr/>
            </p:nvSpPr>
            <p:spPr bwMode="auto">
              <a:xfrm>
                <a:off x="7456" y="6833"/>
                <a:ext cx="6374" cy="173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effectLst>
                      <a:outerShdw blurRad="38100" dist="38100" dir="2700000" algn="tl">
                        <a:srgbClr val="000000">
                          <a:alpha val="43137"/>
                        </a:srgbClr>
                      </a:outerShdw>
                    </a:effectLst>
                    <a:latin typeface="+mn-lt"/>
                    <a:ea typeface="楷体" pitchFamily="49" charset="-122"/>
                    <a:cs typeface="宋体" pitchFamily="2" charset="-122"/>
                  </a:rPr>
                  <a:t>flagp</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 = 1</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945" name="Text Box 612"/>
              <p:cNvSpPr txBox="1">
                <a:spLocks noChangeArrowheads="1"/>
              </p:cNvSpPr>
              <p:nvPr/>
            </p:nvSpPr>
            <p:spPr bwMode="auto">
              <a:xfrm>
                <a:off x="6597" y="576"/>
                <a:ext cx="7233" cy="194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输入偶数</a:t>
                </a:r>
                <a:r>
                  <a:rPr kumimoji="0" lang="en-US" altLang="zh-CN" sz="1600" b="1"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n</a:t>
                </a:r>
              </a:p>
              <a:p>
                <a:endParaRPr kumimoji="0" lang="zh-CN" altLang="zh-CN" sz="1600" b="1"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961" name="Text Box 648"/>
              <p:cNvSpPr txBox="1">
                <a:spLocks noChangeArrowheads="1"/>
              </p:cNvSpPr>
              <p:nvPr/>
            </p:nvSpPr>
            <p:spPr bwMode="auto">
              <a:xfrm>
                <a:off x="8131" y="8742"/>
                <a:ext cx="5699" cy="18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p</a:t>
                </a:r>
                <a:r>
                  <a:rPr kumimoji="0" lang="zh-CN" altLang="en-US"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是素数</a:t>
                </a:r>
              </a:p>
              <a:p>
                <a:endParaRPr kumimoji="0" lang="zh-CN" altLang="en-US"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962" name="Text Box 648"/>
              <p:cNvSpPr txBox="1">
                <a:spLocks noChangeArrowheads="1"/>
              </p:cNvSpPr>
              <p:nvPr/>
            </p:nvSpPr>
            <p:spPr bwMode="auto">
              <a:xfrm>
                <a:off x="3467" y="11179"/>
                <a:ext cx="6034" cy="17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effectLst>
                      <a:outerShdw blurRad="38100" dist="38100" dir="2700000" algn="tl">
                        <a:srgbClr val="000000">
                          <a:alpha val="43137"/>
                        </a:srgbClr>
                      </a:outerShdw>
                    </a:effectLst>
                    <a:latin typeface="+mn-lt"/>
                    <a:ea typeface="楷体" pitchFamily="49" charset="-122"/>
                    <a:cs typeface="宋体" pitchFamily="2" charset="-122"/>
                  </a:rPr>
                  <a:t>flagp</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 = 0</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965" name="Text Box 648"/>
              <p:cNvSpPr txBox="1">
                <a:spLocks noChangeArrowheads="1"/>
              </p:cNvSpPr>
              <p:nvPr/>
            </p:nvSpPr>
            <p:spPr bwMode="auto">
              <a:xfrm>
                <a:off x="7977" y="13314"/>
                <a:ext cx="6286" cy="191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effectLst>
                      <a:outerShdw blurRad="38100" dist="38100" dir="2700000" algn="tl">
                        <a:srgbClr val="000000">
                          <a:alpha val="43137"/>
                        </a:srgbClr>
                      </a:outerShdw>
                    </a:effectLst>
                    <a:latin typeface="+mn-lt"/>
                    <a:ea typeface="楷体" pitchFamily="49" charset="-122"/>
                    <a:cs typeface="宋体" pitchFamily="2" charset="-122"/>
                  </a:rPr>
                  <a:t>flagq</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 = 1</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970" name="Text Box 648"/>
              <p:cNvSpPr txBox="1">
                <a:spLocks noChangeArrowheads="1"/>
              </p:cNvSpPr>
              <p:nvPr/>
            </p:nvSpPr>
            <p:spPr bwMode="auto">
              <a:xfrm>
                <a:off x="8039" y="15315"/>
                <a:ext cx="5791" cy="190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q</a:t>
                </a:r>
                <a:r>
                  <a:rPr kumimoji="0" lang="zh-CN" altLang="en-US"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是素数</a:t>
                </a:r>
              </a:p>
              <a:p>
                <a:endParaRPr kumimoji="0" lang="zh-CN" altLang="en-US"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971" name="Text Box 648"/>
              <p:cNvSpPr txBox="1">
                <a:spLocks noChangeArrowheads="1"/>
              </p:cNvSpPr>
              <p:nvPr/>
            </p:nvSpPr>
            <p:spPr bwMode="auto">
              <a:xfrm>
                <a:off x="3436" y="17653"/>
                <a:ext cx="6498" cy="19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effectLst>
                      <a:outerShdw blurRad="38100" dist="38100" dir="2700000" algn="tl">
                        <a:srgbClr val="000000">
                          <a:alpha val="43137"/>
                        </a:srgbClr>
                      </a:outerShdw>
                    </a:effectLst>
                    <a:latin typeface="+mn-lt"/>
                    <a:ea typeface="楷体" pitchFamily="49" charset="-122"/>
                    <a:cs typeface="宋体" pitchFamily="2" charset="-122"/>
                  </a:rPr>
                  <a:t>flagq</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 = 0</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974" name="Text Box 58"/>
              <p:cNvSpPr txBox="1">
                <a:spLocks noChangeArrowheads="1"/>
              </p:cNvSpPr>
              <p:nvPr/>
            </p:nvSpPr>
            <p:spPr bwMode="auto">
              <a:xfrm>
                <a:off x="17683" y="15900"/>
                <a:ext cx="2124" cy="198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T</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975" name="Text Box 58"/>
              <p:cNvSpPr txBox="1">
                <a:spLocks noChangeArrowheads="1"/>
              </p:cNvSpPr>
              <p:nvPr/>
            </p:nvSpPr>
            <p:spPr bwMode="auto">
              <a:xfrm>
                <a:off x="2795" y="15771"/>
                <a:ext cx="1944" cy="15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F</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978" name="Text Box 648"/>
              <p:cNvSpPr txBox="1">
                <a:spLocks noChangeArrowheads="1"/>
              </p:cNvSpPr>
              <p:nvPr/>
            </p:nvSpPr>
            <p:spPr bwMode="auto">
              <a:xfrm>
                <a:off x="0" y="19834"/>
                <a:ext cx="11232" cy="183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当</a:t>
                </a:r>
                <a:r>
                  <a:rPr kumimoji="0" lang="en-US" altLang="zh-CN" sz="1600" b="1" dirty="0" err="1">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flagp</a:t>
                </a:r>
                <a:r>
                  <a:rPr kumimoji="0" lang="en-US" altLang="zh-CN"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a:t>
                </a:r>
                <a:r>
                  <a:rPr kumimoji="0" lang="en-US" altLang="zh-CN" sz="1600" b="1" dirty="0" err="1">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flagq</a:t>
                </a:r>
                <a:r>
                  <a:rPr kumimoji="0" lang="en-US" altLang="zh-CN"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 == 0</a:t>
                </a:r>
              </a:p>
              <a:p>
                <a:endParaRPr kumimoji="0" lang="zh-CN" altLang="zh-CN"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979" name="Text Box 27"/>
              <p:cNvSpPr txBox="1">
                <a:spLocks noChangeArrowheads="1"/>
              </p:cNvSpPr>
              <p:nvPr/>
            </p:nvSpPr>
            <p:spPr bwMode="auto">
              <a:xfrm>
                <a:off x="6517" y="22010"/>
                <a:ext cx="7602" cy="18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输出</a:t>
                </a:r>
                <a:r>
                  <a:rPr kumimoji="0" lang="en-US" altLang="zh-CN" sz="1600" b="1"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p</a:t>
                </a:r>
                <a:r>
                  <a:rPr kumimoji="0" lang="zh-CN" altLang="en-US" sz="1600" b="1"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a:t>
                </a:r>
                <a:r>
                  <a:rPr kumimoji="0" lang="en-US" altLang="zh-CN" sz="1600" b="1"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q</a:t>
                </a:r>
                <a:endParaRPr kumimoji="0" lang="zh-CN" altLang="zh-CN" sz="1600" b="1"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endParaRPr>
              </a:p>
            </p:txBody>
          </p:sp>
        </p:grpSp>
      </p:grpSp>
      <p:sp>
        <p:nvSpPr>
          <p:cNvPr id="130" name="TextBox 129"/>
          <p:cNvSpPr txBox="1"/>
          <p:nvPr/>
        </p:nvSpPr>
        <p:spPr>
          <a:xfrm>
            <a:off x="787398" y="181513"/>
            <a:ext cx="1928826" cy="461665"/>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zh-CN" altLang="en-US" b="1" dirty="0">
                <a:solidFill>
                  <a:srgbClr val="FF0000"/>
                </a:solidFill>
                <a:effectLst>
                  <a:outerShdw blurRad="38100" dist="38100" dir="2700000" algn="tl">
                    <a:srgbClr val="000000">
                      <a:alpha val="43137"/>
                    </a:srgbClr>
                  </a:outerShdw>
                </a:effectLst>
                <a:latin typeface="隶书" pitchFamily="49" charset="-122"/>
                <a:ea typeface="隶书" pitchFamily="49" charset="-122"/>
              </a:rPr>
              <a:t>算法流程图</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box(in)">
                                      <p:cBhvr>
                                        <p:cTn id="7" dur="500"/>
                                        <p:tgtEl>
                                          <p:spTgt spid="130"/>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926"/>
                                        </p:tgtEl>
                                        <p:attrNameLst>
                                          <p:attrName>style.visibility</p:attrName>
                                        </p:attrNameLst>
                                      </p:cBhvr>
                                      <p:to>
                                        <p:strVal val="visible"/>
                                      </p:to>
                                    </p:set>
                                    <p:animEffect transition="in" filter="strips(downRight)">
                                      <p:cBhvr>
                                        <p:cTn id="12" dur="500"/>
                                        <p:tgtEl>
                                          <p:spTgt spid="926"/>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985"/>
                                        </p:tgtEl>
                                        <p:attrNameLst>
                                          <p:attrName>style.visibility</p:attrName>
                                        </p:attrNameLst>
                                      </p:cBhvr>
                                      <p:to>
                                        <p:strVal val="visible"/>
                                      </p:to>
                                    </p:set>
                                    <p:animEffect transition="in" filter="strips(downRight)">
                                      <p:cBhvr>
                                        <p:cTn id="17" dur="500"/>
                                        <p:tgtEl>
                                          <p:spTgt spid="985"/>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8230" name="Rectangle 6" descr="信纸"/>
          <p:cNvSpPr>
            <a:spLocks noChangeArrowheads="1"/>
          </p:cNvSpPr>
          <p:nvPr/>
        </p:nvSpPr>
        <p:spPr bwMode="auto">
          <a:xfrm>
            <a:off x="756766" y="116632"/>
            <a:ext cx="5557838" cy="4093428"/>
          </a:xfrm>
          <a:prstGeom prst="rect">
            <a:avLst/>
          </a:prstGeom>
          <a:blipFill dpi="0" rotWithShape="1">
            <a:blip r:embed="rId6" cstate="print"/>
            <a:srcRect/>
            <a:tile tx="0" ty="0" sx="100000" sy="100000" flip="none" algn="tl"/>
          </a:blipFill>
          <a:ln w="38100">
            <a:solidFill>
              <a:srgbClr val="008000"/>
            </a:solidFill>
            <a:miter lim="800000"/>
            <a:headEnd/>
            <a:tailEnd/>
          </a:ln>
          <a:effectLst>
            <a:outerShdw blurRad="50800" dist="107763" dir="2700000" algn="ctr" rotWithShape="0">
              <a:srgbClr val="000000">
                <a:alpha val="43000"/>
              </a:srgbClr>
            </a:outerShdw>
          </a:effectLst>
          <a:scene3d>
            <a:camera prst="orthographicFront"/>
            <a:lightRig rig="threePt" dir="t"/>
          </a:scene3d>
          <a:sp3d>
            <a:bevelT w="114300" prst="hardEdge"/>
          </a:sp3d>
        </p:spPr>
        <p:txBody>
          <a:bodyPr anchor="ctr">
            <a:spAutoFit/>
          </a:bodyPr>
          <a:lstStyle/>
          <a:p>
            <a:pPr indent="190500">
              <a:tabLst>
                <a:tab pos="800100" algn="l"/>
              </a:tabLst>
            </a:pPr>
            <a:r>
              <a:rPr lang="en-US" altLang="zh-CN" sz="2000" b="1" dirty="0">
                <a:effectLst>
                  <a:outerShdw blurRad="38100" dist="38100" dir="2700000" algn="tl">
                    <a:srgbClr val="FFFFFF"/>
                  </a:outerShdw>
                </a:effectLst>
                <a:ea typeface="楷体_GB2312" pitchFamily="49" charset="-122"/>
              </a:rPr>
              <a:t>#include &lt;</a:t>
            </a:r>
            <a:r>
              <a:rPr lang="en-US" altLang="zh-CN" sz="2000" b="1" dirty="0" err="1">
                <a:effectLst>
                  <a:outerShdw blurRad="38100" dist="38100" dir="2700000" algn="tl">
                    <a:srgbClr val="FFFFFF"/>
                  </a:outerShdw>
                </a:effectLst>
                <a:ea typeface="楷体_GB2312" pitchFamily="49" charset="-122"/>
              </a:rPr>
              <a:t>stdio.h</a:t>
            </a:r>
            <a:r>
              <a:rPr lang="en-US" altLang="zh-CN" sz="2000" b="1" dirty="0">
                <a:effectLst>
                  <a:outerShdw blurRad="38100" dist="38100" dir="2700000" algn="tl">
                    <a:srgbClr val="FFFFFF"/>
                  </a:outerShdw>
                </a:effectLst>
                <a:ea typeface="楷体_GB2312" pitchFamily="49" charset="-122"/>
              </a:rPr>
              <a:t>&gt;</a:t>
            </a:r>
          </a:p>
          <a:p>
            <a:pPr indent="190500">
              <a:tabLst>
                <a:tab pos="800100" algn="l"/>
              </a:tabLst>
            </a:pPr>
            <a:r>
              <a:rPr lang="en-US" altLang="zh-CN" sz="2000" b="1" dirty="0">
                <a:effectLst>
                  <a:outerShdw blurRad="38100" dist="38100" dir="2700000" algn="tl">
                    <a:srgbClr val="FFFFFF"/>
                  </a:outerShdw>
                </a:effectLst>
                <a:ea typeface="楷体_GB2312" pitchFamily="49" charset="-122"/>
              </a:rPr>
              <a:t>#include &lt;</a:t>
            </a:r>
            <a:r>
              <a:rPr lang="en-US" altLang="zh-CN" sz="2000" b="1" dirty="0" err="1">
                <a:effectLst>
                  <a:outerShdw blurRad="38100" dist="38100" dir="2700000" algn="tl">
                    <a:srgbClr val="FFFFFF"/>
                  </a:outerShdw>
                </a:effectLst>
                <a:ea typeface="楷体_GB2312" pitchFamily="49" charset="-122"/>
              </a:rPr>
              <a:t>stdlib.h</a:t>
            </a:r>
            <a:r>
              <a:rPr lang="en-US" altLang="zh-CN" sz="2000" b="1" dirty="0">
                <a:effectLst>
                  <a:outerShdw blurRad="38100" dist="38100" dir="2700000" algn="tl">
                    <a:srgbClr val="FFFFFF"/>
                  </a:outerShdw>
                </a:effectLst>
                <a:ea typeface="楷体_GB2312" pitchFamily="49" charset="-122"/>
              </a:rPr>
              <a:t>&gt;</a:t>
            </a:r>
          </a:p>
          <a:p>
            <a:pPr indent="190500">
              <a:tabLst>
                <a:tab pos="800100" algn="l"/>
              </a:tabLst>
            </a:pPr>
            <a:r>
              <a:rPr lang="en-US" altLang="zh-CN" sz="2000" b="1" dirty="0">
                <a:effectLst>
                  <a:outerShdw blurRad="38100" dist="38100" dir="2700000" algn="tl">
                    <a:srgbClr val="FFFFFF"/>
                  </a:outerShdw>
                </a:effectLst>
                <a:ea typeface="楷体_GB2312" pitchFamily="49" charset="-122"/>
              </a:rPr>
              <a:t>#include &lt;</a:t>
            </a:r>
            <a:r>
              <a:rPr lang="en-US" altLang="zh-CN" sz="2000" b="1" dirty="0" err="1">
                <a:effectLst>
                  <a:outerShdw blurRad="38100" dist="38100" dir="2700000" algn="tl">
                    <a:srgbClr val="FFFFFF"/>
                  </a:outerShdw>
                </a:effectLst>
                <a:ea typeface="楷体_GB2312" pitchFamily="49" charset="-122"/>
              </a:rPr>
              <a:t>math.h</a:t>
            </a:r>
            <a:r>
              <a:rPr lang="en-US" altLang="zh-CN" sz="2000" b="1" dirty="0">
                <a:effectLst>
                  <a:outerShdw blurRad="38100" dist="38100" dir="2700000" algn="tl">
                    <a:srgbClr val="FFFFFF"/>
                  </a:outerShdw>
                </a:effectLst>
                <a:ea typeface="楷体_GB2312" pitchFamily="49" charset="-122"/>
              </a:rPr>
              <a:t>&gt;</a:t>
            </a:r>
          </a:p>
          <a:p>
            <a:pPr indent="190500">
              <a:tabLst>
                <a:tab pos="800100" algn="l"/>
              </a:tabLst>
            </a:pPr>
            <a:r>
              <a:rPr lang="en-US" altLang="zh-CN" sz="2000" b="1" dirty="0" err="1">
                <a:solidFill>
                  <a:srgbClr val="CC3300"/>
                </a:solidFill>
                <a:effectLst>
                  <a:outerShdw blurRad="38100" dist="38100" dir="2700000" algn="tl">
                    <a:srgbClr val="000000"/>
                  </a:outerShdw>
                </a:effectLst>
                <a:ea typeface="楷体_GB2312" pitchFamily="49" charset="-122"/>
              </a:rPr>
              <a:t>int</a:t>
            </a:r>
            <a:r>
              <a:rPr lang="en-US" altLang="zh-CN" sz="2000" b="1" dirty="0">
                <a:solidFill>
                  <a:srgbClr val="CC3300"/>
                </a:solidFill>
                <a:effectLst>
                  <a:outerShdw blurRad="38100" dist="38100" dir="2700000" algn="tl">
                    <a:srgbClr val="000000"/>
                  </a:outerShdw>
                </a:effectLst>
                <a:ea typeface="楷体_GB2312" pitchFamily="49" charset="-122"/>
              </a:rPr>
              <a:t> main ( )</a:t>
            </a:r>
          </a:p>
          <a:p>
            <a:pPr indent="190500">
              <a:tabLst>
                <a:tab pos="800100" algn="l"/>
              </a:tabLst>
            </a:pPr>
            <a:r>
              <a:rPr lang="en-US" altLang="zh-CN" sz="2000" b="1" dirty="0">
                <a:effectLst>
                  <a:outerShdw blurRad="38100" dist="38100" dir="2700000" algn="tl">
                    <a:srgbClr val="FFFFFF"/>
                  </a:outerShdw>
                </a:effectLst>
                <a:ea typeface="楷体_GB2312" pitchFamily="49" charset="-122"/>
              </a:rPr>
              <a:t>{</a:t>
            </a:r>
          </a:p>
          <a:p>
            <a:pPr indent="190500">
              <a:tabLst>
                <a:tab pos="8001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n, p, q, </a:t>
            </a:r>
            <a:r>
              <a:rPr lang="en-US" altLang="zh-CN" sz="2000" b="1" dirty="0" err="1">
                <a:effectLst>
                  <a:outerShdw blurRad="38100" dist="38100" dir="2700000" algn="tl">
                    <a:srgbClr val="FFFFFF"/>
                  </a:outerShdw>
                </a:effectLst>
                <a:ea typeface="楷体_GB2312" pitchFamily="49" charset="-122"/>
              </a:rPr>
              <a:t>flagp</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flagq</a:t>
            </a:r>
            <a:r>
              <a:rPr lang="en-US" altLang="zh-CN" sz="2000" b="1" dirty="0">
                <a:effectLst>
                  <a:outerShdw blurRad="38100" dist="38100" dir="2700000" algn="tl">
                    <a:srgbClr val="FFFFFF"/>
                  </a:outerShdw>
                </a:effectLst>
                <a:ea typeface="楷体_GB2312" pitchFamily="49" charset="-122"/>
              </a:rPr>
              <a:t>;</a:t>
            </a:r>
          </a:p>
          <a:p>
            <a:pPr indent="190500">
              <a:tabLst>
                <a:tab pos="8001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("please input n: ");</a:t>
            </a:r>
          </a:p>
          <a:p>
            <a:pPr indent="190500">
              <a:tabLst>
                <a:tab pos="8001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scanf</a:t>
            </a:r>
            <a:r>
              <a:rPr lang="en-US" altLang="zh-CN" sz="2000" b="1" dirty="0">
                <a:effectLst>
                  <a:outerShdw blurRad="38100" dist="38100" dir="2700000" algn="tl">
                    <a:srgbClr val="FFFFFF"/>
                  </a:outerShdw>
                </a:effectLst>
                <a:ea typeface="楷体_GB2312" pitchFamily="49" charset="-122"/>
              </a:rPr>
              <a:t> ("%d", &amp;n);        </a:t>
            </a:r>
            <a:r>
              <a:rPr lang="en-US" altLang="zh-CN" sz="1800" b="1" dirty="0">
                <a:solidFill>
                  <a:srgbClr val="0033CC"/>
                </a:solidFill>
                <a:effectLst>
                  <a:outerShdw blurRad="38100" dist="38100" dir="2700000" algn="tl">
                    <a:srgbClr val="000000"/>
                  </a:outerShdw>
                </a:effectLst>
                <a:latin typeface="+mn-lt"/>
                <a:ea typeface="楷体" pitchFamily="49" charset="-122"/>
              </a:rPr>
              <a:t>//</a:t>
            </a:r>
            <a:r>
              <a:rPr lang="zh-CN" altLang="en-US" sz="1800" b="1" dirty="0">
                <a:solidFill>
                  <a:srgbClr val="0033CC"/>
                </a:solidFill>
                <a:effectLst>
                  <a:outerShdw blurRad="38100" dist="38100" dir="2700000" algn="tl">
                    <a:srgbClr val="000000"/>
                  </a:outerShdw>
                </a:effectLst>
                <a:latin typeface="+mn-lt"/>
                <a:ea typeface="楷体" pitchFamily="49" charset="-122"/>
              </a:rPr>
              <a:t>输入一偶数</a:t>
            </a:r>
          </a:p>
          <a:p>
            <a:pPr indent="190500">
              <a:tabLst>
                <a:tab pos="8001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if (n &lt; 4 || n % 2 != 0)    </a:t>
            </a:r>
            <a:r>
              <a:rPr lang="en-US" altLang="zh-CN" sz="1800" b="1" dirty="0">
                <a:solidFill>
                  <a:srgbClr val="0033CC"/>
                </a:solidFill>
                <a:effectLst>
                  <a:outerShdw blurRad="38100" dist="38100" dir="2700000" algn="tl">
                    <a:srgbClr val="000000"/>
                  </a:outerShdw>
                </a:effectLst>
                <a:latin typeface="+mn-lt"/>
                <a:ea typeface="楷体" pitchFamily="49" charset="-122"/>
              </a:rPr>
              <a:t>//</a:t>
            </a:r>
            <a:r>
              <a:rPr lang="zh-CN" altLang="en-US" sz="1800" b="1" dirty="0">
                <a:solidFill>
                  <a:srgbClr val="0033CC"/>
                </a:solidFill>
                <a:effectLst>
                  <a:outerShdw blurRad="38100" dist="38100" dir="2700000" algn="tl">
                    <a:srgbClr val="000000"/>
                  </a:outerShdw>
                </a:effectLst>
                <a:latin typeface="+mn-lt"/>
                <a:ea typeface="楷体" pitchFamily="49" charset="-122"/>
              </a:rPr>
              <a:t>如果该数不是偶数</a:t>
            </a:r>
          </a:p>
          <a:p>
            <a:pPr indent="190500">
              <a:tabLst>
                <a:tab pos="8001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a:t>
            </a:r>
          </a:p>
          <a:p>
            <a:pPr indent="190500">
              <a:tabLst>
                <a:tab pos="8001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("input data error!\n");  </a:t>
            </a:r>
            <a:endParaRPr lang="en-US" altLang="zh-CN" sz="2000" b="1" dirty="0">
              <a:solidFill>
                <a:srgbClr val="0033CC"/>
              </a:solidFill>
              <a:effectLst>
                <a:outerShdw blurRad="38100" dist="38100" dir="2700000" algn="tl">
                  <a:srgbClr val="000000"/>
                </a:outerShdw>
              </a:effectLst>
              <a:ea typeface="楷体_GB2312" pitchFamily="49" charset="-122"/>
            </a:endParaRPr>
          </a:p>
          <a:p>
            <a:pPr indent="190500">
              <a:tabLst>
                <a:tab pos="800100" algn="l"/>
              </a:tabLst>
            </a:pPr>
            <a:r>
              <a:rPr lang="en-US" altLang="zh-CN" sz="2000" b="1" dirty="0">
                <a:effectLst>
                  <a:outerShdw blurRad="38100" dist="38100" dir="2700000" algn="tl">
                    <a:srgbClr val="FFFFFF"/>
                  </a:outerShdw>
                </a:effectLst>
                <a:ea typeface="楷体_GB2312" pitchFamily="49" charset="-122"/>
              </a:rPr>
              <a:t>    exit (-1);  </a:t>
            </a:r>
            <a:r>
              <a:rPr lang="en-US" altLang="zh-CN" sz="1800" b="1" dirty="0">
                <a:solidFill>
                  <a:srgbClr val="0033CC"/>
                </a:solidFill>
                <a:effectLst>
                  <a:outerShdw blurRad="38100" dist="38100" dir="2700000" algn="tl">
                    <a:srgbClr val="000000"/>
                  </a:outerShdw>
                </a:effectLst>
                <a:latin typeface="+mn-lt"/>
                <a:ea typeface="楷体" pitchFamily="49" charset="-122"/>
              </a:rPr>
              <a:t>//</a:t>
            </a:r>
            <a:r>
              <a:rPr lang="zh-CN" altLang="en-US" sz="1800" b="1" dirty="0">
                <a:solidFill>
                  <a:srgbClr val="0033CC"/>
                </a:solidFill>
                <a:effectLst>
                  <a:outerShdw blurRad="38100" dist="38100" dir="2700000" algn="tl">
                    <a:srgbClr val="000000"/>
                  </a:outerShdw>
                </a:effectLst>
                <a:latin typeface="+mn-lt"/>
                <a:ea typeface="楷体" pitchFamily="49" charset="-122"/>
              </a:rPr>
              <a:t>程序结束</a:t>
            </a:r>
          </a:p>
          <a:p>
            <a:pPr indent="190500">
              <a:tabLst>
                <a:tab pos="8001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a:t>
            </a:r>
          </a:p>
        </p:txBody>
      </p:sp>
      <p:sp>
        <p:nvSpPr>
          <p:cNvPr id="948233" name="Rectangle 9" descr="信纸"/>
          <p:cNvSpPr>
            <a:spLocks noChangeArrowheads="1"/>
          </p:cNvSpPr>
          <p:nvPr/>
        </p:nvSpPr>
        <p:spPr bwMode="auto">
          <a:xfrm>
            <a:off x="6665867" y="113720"/>
            <a:ext cx="5111750" cy="6555641"/>
          </a:xfrm>
          <a:prstGeom prst="rect">
            <a:avLst/>
          </a:prstGeom>
          <a:blipFill dpi="0" rotWithShape="1">
            <a:blip r:embed="rId6" cstate="print"/>
            <a:srcRect/>
            <a:tile tx="0" ty="0" sx="100000" sy="100000" flip="none" algn="tl"/>
          </a:blipFill>
          <a:ln w="38100">
            <a:solidFill>
              <a:srgbClr val="008000"/>
            </a:solidFill>
            <a:miter lim="800000"/>
            <a:headEnd/>
            <a:tailEnd/>
          </a:ln>
          <a:effectLst>
            <a:outerShdw blurRad="50800" dist="107763" dir="2700000" algn="ctr" rotWithShape="0">
              <a:srgbClr val="000000">
                <a:alpha val="43000"/>
              </a:srgbClr>
            </a:outerShdw>
          </a:effectLst>
          <a:scene3d>
            <a:camera prst="orthographicFront"/>
            <a:lightRig rig="threePt" dir="t"/>
          </a:scene3d>
          <a:sp3d>
            <a:bevelT w="114300" prst="hardEdge"/>
          </a:sp3d>
        </p:spPr>
        <p:txBody>
          <a:bodyPr anchor="ctr">
            <a:spAutoFit/>
          </a:bodyPr>
          <a:lstStyle/>
          <a:p>
            <a:pPr indent="190500">
              <a:tabLst>
                <a:tab pos="800100" algn="l"/>
              </a:tabLst>
            </a:pPr>
            <a:r>
              <a:rPr lang="en-US" altLang="zh-CN" sz="2000" b="1" dirty="0">
                <a:effectLst>
                  <a:outerShdw blurRad="38100" dist="38100" dir="2700000" algn="tl">
                    <a:srgbClr val="FFFFFF"/>
                  </a:outerShdw>
                </a:effectLst>
                <a:ea typeface="楷体_GB2312" pitchFamily="49" charset="-122"/>
              </a:rPr>
              <a:t>  p = 1;</a:t>
            </a:r>
          </a:p>
          <a:p>
            <a:pPr indent="190500">
              <a:tabLst>
                <a:tab pos="8001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a:solidFill>
                  <a:srgbClr val="FF3300"/>
                </a:solidFill>
                <a:effectLst>
                  <a:outerShdw blurRad="38100" dist="38100" dir="2700000" algn="tl">
                    <a:srgbClr val="000000"/>
                  </a:outerShdw>
                </a:effectLst>
                <a:ea typeface="楷体_GB2312" pitchFamily="49" charset="-122"/>
              </a:rPr>
              <a:t>do </a:t>
            </a:r>
          </a:p>
          <a:p>
            <a:pPr indent="190500">
              <a:tabLst>
                <a:tab pos="800100" algn="l"/>
              </a:tabLst>
            </a:pPr>
            <a:r>
              <a:rPr lang="en-US" altLang="zh-CN" sz="2000" b="1" dirty="0">
                <a:solidFill>
                  <a:srgbClr val="FF3300"/>
                </a:solidFill>
                <a:effectLst>
                  <a:outerShdw blurRad="38100" dist="38100" dir="2700000" algn="tl">
                    <a:srgbClr val="000000"/>
                  </a:outerShdw>
                </a:effectLst>
                <a:ea typeface="楷体_GB2312" pitchFamily="49" charset="-122"/>
              </a:rPr>
              <a:t>  {</a:t>
            </a:r>
          </a:p>
          <a:p>
            <a:pPr indent="190500">
              <a:tabLst>
                <a:tab pos="800100" algn="l"/>
              </a:tabLst>
            </a:pPr>
            <a:r>
              <a:rPr lang="en-US" altLang="zh-CN" sz="2000" b="1" dirty="0">
                <a:effectLst>
                  <a:outerShdw blurRad="38100" dist="38100" dir="2700000" algn="tl">
                    <a:srgbClr val="FFFFFF"/>
                  </a:outerShdw>
                </a:effectLst>
                <a:ea typeface="楷体_GB2312" pitchFamily="49" charset="-122"/>
              </a:rPr>
              <a:t>    p++;    q = n - p;</a:t>
            </a:r>
          </a:p>
          <a:p>
            <a:pPr indent="190500">
              <a:tabLst>
                <a:tab pos="8001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flagp</a:t>
            </a:r>
            <a:r>
              <a:rPr lang="en-US" altLang="zh-CN" sz="2000" b="1" dirty="0">
                <a:effectLst>
                  <a:outerShdw blurRad="38100" dist="38100" dir="2700000" algn="tl">
                    <a:srgbClr val="FFFFFF"/>
                  </a:outerShdw>
                </a:effectLst>
                <a:ea typeface="楷体_GB2312" pitchFamily="49" charset="-122"/>
              </a:rPr>
              <a:t> = 1;</a:t>
            </a:r>
          </a:p>
          <a:p>
            <a:pPr indent="190500">
              <a:tabLst>
                <a:tab pos="800100" algn="l"/>
              </a:tabLst>
            </a:pPr>
            <a:r>
              <a:rPr lang="en-US" altLang="zh-CN" sz="2000" b="1" dirty="0">
                <a:effectLst>
                  <a:outerShdw blurRad="38100" dist="38100" dir="2700000" algn="tl">
                    <a:srgbClr val="FFFFFF"/>
                  </a:outerShdw>
                </a:effectLst>
                <a:ea typeface="楷体_GB2312" pitchFamily="49" charset="-122"/>
              </a:rPr>
              <a:t>    for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 2;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&lt;=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sqrt</a:t>
            </a:r>
            <a:r>
              <a:rPr lang="en-US" altLang="zh-CN" sz="2000" b="1" dirty="0">
                <a:effectLst>
                  <a:outerShdw blurRad="38100" dist="38100" dir="2700000" algn="tl">
                    <a:srgbClr val="FFFFFF"/>
                  </a:outerShdw>
                </a:effectLst>
                <a:ea typeface="楷体_GB2312" pitchFamily="49" charset="-122"/>
              </a:rPr>
              <a:t>(p);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t>
            </a:r>
          </a:p>
          <a:p>
            <a:pPr indent="190500">
              <a:tabLst>
                <a:tab pos="800100" algn="l"/>
              </a:tabLst>
            </a:pPr>
            <a:r>
              <a:rPr lang="en-US" altLang="zh-CN" sz="2000" b="1" dirty="0">
                <a:effectLst>
                  <a:outerShdw blurRad="38100" dist="38100" dir="2700000" algn="tl">
                    <a:srgbClr val="FFFFFF"/>
                  </a:outerShdw>
                </a:effectLst>
                <a:ea typeface="楷体_GB2312" pitchFamily="49" charset="-122"/>
              </a:rPr>
              <a:t>    {</a:t>
            </a:r>
          </a:p>
          <a:p>
            <a:pPr indent="190500">
              <a:tabLst>
                <a:tab pos="800100" algn="l"/>
              </a:tabLst>
            </a:pPr>
            <a:r>
              <a:rPr lang="en-US" altLang="zh-CN" sz="2000" b="1" dirty="0">
                <a:effectLst>
                  <a:outerShdw blurRad="38100" dist="38100" dir="2700000" algn="tl">
                    <a:srgbClr val="FFFFFF"/>
                  </a:outerShdw>
                </a:effectLst>
                <a:ea typeface="楷体_GB2312" pitchFamily="49" charset="-122"/>
              </a:rPr>
              <a:t>      if (p %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 0)</a:t>
            </a:r>
          </a:p>
          <a:p>
            <a:pPr indent="190500">
              <a:tabLst>
                <a:tab pos="800100" algn="l"/>
              </a:tabLst>
            </a:pPr>
            <a:r>
              <a:rPr lang="en-US" altLang="zh-CN" sz="2000" b="1" dirty="0">
                <a:effectLst>
                  <a:outerShdw blurRad="38100" dist="38100" dir="2700000" algn="tl">
                    <a:srgbClr val="FFFFFF"/>
                  </a:outerShdw>
                </a:effectLst>
                <a:ea typeface="楷体_GB2312" pitchFamily="49" charset="-122"/>
              </a:rPr>
              <a:t>      {    </a:t>
            </a:r>
            <a:r>
              <a:rPr lang="en-US" altLang="zh-CN" sz="2000" b="1" dirty="0" err="1">
                <a:effectLst>
                  <a:outerShdw blurRad="38100" dist="38100" dir="2700000" algn="tl">
                    <a:srgbClr val="FFFFFF"/>
                  </a:outerShdw>
                </a:effectLst>
                <a:ea typeface="楷体_GB2312" pitchFamily="49" charset="-122"/>
              </a:rPr>
              <a:t>flagp</a:t>
            </a:r>
            <a:r>
              <a:rPr lang="en-US" altLang="zh-CN" sz="2000" b="1" dirty="0">
                <a:effectLst>
                  <a:outerShdw blurRad="38100" dist="38100" dir="2700000" algn="tl">
                    <a:srgbClr val="FFFFFF"/>
                  </a:outerShdw>
                </a:effectLst>
                <a:ea typeface="楷体_GB2312" pitchFamily="49" charset="-122"/>
              </a:rPr>
              <a:t> = 0;  break;  }</a:t>
            </a:r>
          </a:p>
          <a:p>
            <a:pPr indent="190500">
              <a:tabLst>
                <a:tab pos="800100" algn="l"/>
              </a:tabLst>
            </a:pPr>
            <a:r>
              <a:rPr lang="en-US" altLang="zh-CN" sz="2000" b="1" dirty="0">
                <a:effectLst>
                  <a:outerShdw blurRad="38100" dist="38100" dir="2700000" algn="tl">
                    <a:srgbClr val="FFFFFF"/>
                  </a:outerShdw>
                </a:effectLst>
                <a:ea typeface="楷体_GB2312" pitchFamily="49" charset="-122"/>
              </a:rPr>
              <a:t>    }</a:t>
            </a:r>
          </a:p>
          <a:p>
            <a:pPr indent="190500">
              <a:tabLst>
                <a:tab pos="800100" algn="l"/>
              </a:tabLst>
            </a:pPr>
            <a:endParaRPr lang="en-US" altLang="zh-CN" sz="2000" b="1" dirty="0">
              <a:effectLst>
                <a:outerShdw blurRad="38100" dist="38100" dir="2700000" algn="tl">
                  <a:srgbClr val="FFFFFF"/>
                </a:outerShdw>
              </a:effectLst>
              <a:ea typeface="楷体_GB2312" pitchFamily="49" charset="-122"/>
            </a:endParaRPr>
          </a:p>
          <a:p>
            <a:pPr indent="190500">
              <a:tabLst>
                <a:tab pos="8001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flagq</a:t>
            </a:r>
            <a:r>
              <a:rPr lang="en-US" altLang="zh-CN" sz="2000" b="1" dirty="0">
                <a:effectLst>
                  <a:outerShdw blurRad="38100" dist="38100" dir="2700000" algn="tl">
                    <a:srgbClr val="FFFFFF"/>
                  </a:outerShdw>
                </a:effectLst>
                <a:ea typeface="楷体_GB2312" pitchFamily="49" charset="-122"/>
              </a:rPr>
              <a:t> = 1;</a:t>
            </a:r>
          </a:p>
          <a:p>
            <a:pPr indent="190500">
              <a:tabLst>
                <a:tab pos="800100" algn="l"/>
              </a:tabLst>
            </a:pPr>
            <a:r>
              <a:rPr lang="en-US" altLang="zh-CN" sz="2000" b="1" dirty="0">
                <a:effectLst>
                  <a:outerShdw blurRad="38100" dist="38100" dir="2700000" algn="tl">
                    <a:srgbClr val="FFFFFF"/>
                  </a:outerShdw>
                </a:effectLst>
                <a:ea typeface="楷体_GB2312" pitchFamily="49" charset="-122"/>
              </a:rPr>
              <a:t>    for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 2;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&lt;=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sqrt</a:t>
            </a:r>
            <a:r>
              <a:rPr lang="en-US" altLang="zh-CN" sz="2000" b="1" dirty="0">
                <a:effectLst>
                  <a:outerShdw blurRad="38100" dist="38100" dir="2700000" algn="tl">
                    <a:srgbClr val="FFFFFF"/>
                  </a:outerShdw>
                </a:effectLst>
                <a:ea typeface="楷体_GB2312" pitchFamily="49" charset="-122"/>
              </a:rPr>
              <a:t> (q);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t>
            </a:r>
          </a:p>
          <a:p>
            <a:pPr indent="190500">
              <a:tabLst>
                <a:tab pos="800100" algn="l"/>
              </a:tabLst>
            </a:pPr>
            <a:r>
              <a:rPr lang="en-US" altLang="zh-CN" sz="2000" b="1" dirty="0">
                <a:effectLst>
                  <a:outerShdw blurRad="38100" dist="38100" dir="2700000" algn="tl">
                    <a:srgbClr val="FFFFFF"/>
                  </a:outerShdw>
                </a:effectLst>
                <a:ea typeface="楷体_GB2312" pitchFamily="49" charset="-122"/>
              </a:rPr>
              <a:t>    {</a:t>
            </a:r>
          </a:p>
          <a:p>
            <a:pPr indent="190500">
              <a:tabLst>
                <a:tab pos="800100" algn="l"/>
              </a:tabLst>
            </a:pPr>
            <a:r>
              <a:rPr lang="en-US" altLang="zh-CN" sz="2000" b="1" dirty="0">
                <a:effectLst>
                  <a:outerShdw blurRad="38100" dist="38100" dir="2700000" algn="tl">
                    <a:srgbClr val="FFFFFF"/>
                  </a:outerShdw>
                </a:effectLst>
                <a:ea typeface="楷体_GB2312" pitchFamily="49" charset="-122"/>
              </a:rPr>
              <a:t>      if (q %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 0)</a:t>
            </a:r>
          </a:p>
          <a:p>
            <a:pPr indent="190500">
              <a:tabLst>
                <a:tab pos="800100" algn="l"/>
              </a:tabLst>
            </a:pPr>
            <a:r>
              <a:rPr lang="en-US" altLang="zh-CN" sz="2000" b="1" dirty="0">
                <a:effectLst>
                  <a:outerShdw blurRad="38100" dist="38100" dir="2700000" algn="tl">
                    <a:srgbClr val="FFFFFF"/>
                  </a:outerShdw>
                </a:effectLst>
                <a:ea typeface="楷体_GB2312" pitchFamily="49" charset="-122"/>
              </a:rPr>
              <a:t>      {   </a:t>
            </a:r>
            <a:r>
              <a:rPr lang="en-US" altLang="zh-CN" sz="2000" b="1" dirty="0" err="1">
                <a:effectLst>
                  <a:outerShdw blurRad="38100" dist="38100" dir="2700000" algn="tl">
                    <a:srgbClr val="FFFFFF"/>
                  </a:outerShdw>
                </a:effectLst>
                <a:ea typeface="楷体_GB2312" pitchFamily="49" charset="-122"/>
              </a:rPr>
              <a:t>flagq</a:t>
            </a:r>
            <a:r>
              <a:rPr lang="en-US" altLang="zh-CN" sz="2000" b="1" dirty="0">
                <a:effectLst>
                  <a:outerShdw blurRad="38100" dist="38100" dir="2700000" algn="tl">
                    <a:srgbClr val="FFFFFF"/>
                  </a:outerShdw>
                </a:effectLst>
                <a:ea typeface="楷体_GB2312" pitchFamily="49" charset="-122"/>
              </a:rPr>
              <a:t> = 0;   break ;   }</a:t>
            </a:r>
          </a:p>
          <a:p>
            <a:pPr indent="190500">
              <a:tabLst>
                <a:tab pos="800100" algn="l"/>
              </a:tabLst>
            </a:pPr>
            <a:r>
              <a:rPr lang="en-US" altLang="zh-CN" sz="2000" b="1" dirty="0">
                <a:effectLst>
                  <a:outerShdw blurRad="38100" dist="38100" dir="2700000" algn="tl">
                    <a:srgbClr val="FFFFFF"/>
                  </a:outerShdw>
                </a:effectLst>
                <a:ea typeface="楷体_GB2312" pitchFamily="49" charset="-122"/>
              </a:rPr>
              <a:t>    }</a:t>
            </a:r>
          </a:p>
          <a:p>
            <a:pPr indent="190500">
              <a:tabLst>
                <a:tab pos="800100" algn="l"/>
              </a:tabLst>
            </a:pPr>
            <a:r>
              <a:rPr lang="en-US" altLang="zh-CN" sz="2000" b="1" dirty="0">
                <a:solidFill>
                  <a:srgbClr val="FF3300"/>
                </a:solidFill>
                <a:effectLst>
                  <a:outerShdw blurRad="38100" dist="38100" dir="2700000" algn="tl">
                    <a:srgbClr val="000000"/>
                  </a:outerShdw>
                </a:effectLst>
                <a:ea typeface="楷体_GB2312" pitchFamily="49" charset="-122"/>
              </a:rPr>
              <a:t>  } while (</a:t>
            </a:r>
            <a:r>
              <a:rPr lang="en-US" altLang="zh-CN" sz="2000" b="1" dirty="0" err="1">
                <a:solidFill>
                  <a:srgbClr val="FF3300"/>
                </a:solidFill>
                <a:effectLst>
                  <a:outerShdw blurRad="38100" dist="38100" dir="2700000" algn="tl">
                    <a:srgbClr val="000000"/>
                  </a:outerShdw>
                </a:effectLst>
                <a:ea typeface="楷体_GB2312" pitchFamily="49" charset="-122"/>
              </a:rPr>
              <a:t>flagp</a:t>
            </a:r>
            <a:r>
              <a:rPr lang="en-US" altLang="zh-CN" sz="2000" b="1" dirty="0">
                <a:solidFill>
                  <a:srgbClr val="FF3300"/>
                </a:solidFill>
                <a:effectLst>
                  <a:outerShdw blurRad="38100" dist="38100" dir="2700000" algn="tl">
                    <a:srgbClr val="000000"/>
                  </a:outerShdw>
                </a:effectLst>
                <a:ea typeface="楷体_GB2312" pitchFamily="49" charset="-122"/>
              </a:rPr>
              <a:t> * </a:t>
            </a:r>
            <a:r>
              <a:rPr lang="en-US" altLang="zh-CN" sz="2000" b="1" dirty="0" err="1">
                <a:solidFill>
                  <a:srgbClr val="FF3300"/>
                </a:solidFill>
                <a:effectLst>
                  <a:outerShdw blurRad="38100" dist="38100" dir="2700000" algn="tl">
                    <a:srgbClr val="000000"/>
                  </a:outerShdw>
                </a:effectLst>
                <a:ea typeface="楷体_GB2312" pitchFamily="49" charset="-122"/>
              </a:rPr>
              <a:t>flagq</a:t>
            </a:r>
            <a:r>
              <a:rPr lang="en-US" altLang="zh-CN" sz="2000" b="1" dirty="0">
                <a:solidFill>
                  <a:srgbClr val="FF3300"/>
                </a:solidFill>
                <a:effectLst>
                  <a:outerShdw blurRad="38100" dist="38100" dir="2700000" algn="tl">
                    <a:srgbClr val="000000"/>
                  </a:outerShdw>
                </a:effectLst>
                <a:ea typeface="楷体_GB2312" pitchFamily="49" charset="-122"/>
              </a:rPr>
              <a:t> == 0); </a:t>
            </a:r>
          </a:p>
          <a:p>
            <a:pPr indent="190500">
              <a:tabLst>
                <a:tab pos="8001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("%d = %d + %d\n", n, p, q);</a:t>
            </a:r>
          </a:p>
          <a:p>
            <a:pPr indent="190500">
              <a:tabLst>
                <a:tab pos="800100" algn="l"/>
              </a:tabLst>
            </a:pPr>
            <a:r>
              <a:rPr lang="en-US" altLang="zh-CN" sz="2000" b="1" dirty="0">
                <a:effectLst>
                  <a:outerShdw blurRad="38100" dist="38100" dir="2700000" algn="tl">
                    <a:srgbClr val="FFFFFF"/>
                  </a:outerShdw>
                </a:effectLst>
                <a:ea typeface="楷体_GB2312" pitchFamily="49" charset="-122"/>
              </a:rPr>
              <a:t>  return 0; </a:t>
            </a:r>
          </a:p>
          <a:p>
            <a:pPr indent="190500">
              <a:tabLst>
                <a:tab pos="800100" algn="l"/>
              </a:tabLst>
            </a:pPr>
            <a:r>
              <a:rPr lang="en-US" altLang="zh-CN" sz="2000" b="1" dirty="0">
                <a:effectLst>
                  <a:outerShdw blurRad="38100" dist="38100" dir="2700000" algn="tl">
                    <a:srgbClr val="FFFFFF"/>
                  </a:outerShdw>
                </a:effectLst>
                <a:ea typeface="楷体_GB2312" pitchFamily="49" charset="-122"/>
              </a:rPr>
              <a:t>}</a:t>
            </a:r>
          </a:p>
        </p:txBody>
      </p:sp>
      <p:sp>
        <p:nvSpPr>
          <p:cNvPr id="948234" name="Rectangle 10"/>
          <p:cNvSpPr>
            <a:spLocks noChangeArrowheads="1"/>
          </p:cNvSpPr>
          <p:nvPr/>
        </p:nvSpPr>
        <p:spPr bwMode="auto">
          <a:xfrm>
            <a:off x="7107192" y="1416795"/>
            <a:ext cx="3600450" cy="1871663"/>
          </a:xfrm>
          <a:prstGeom prst="rect">
            <a:avLst/>
          </a:prstGeom>
          <a:noFill/>
          <a:ln w="31750">
            <a:solidFill>
              <a:srgbClr val="FF000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48235" name="Rectangle 11"/>
          <p:cNvSpPr>
            <a:spLocks noChangeArrowheads="1"/>
          </p:cNvSpPr>
          <p:nvPr/>
        </p:nvSpPr>
        <p:spPr bwMode="auto">
          <a:xfrm>
            <a:off x="7107192" y="3513882"/>
            <a:ext cx="3600450" cy="1871662"/>
          </a:xfrm>
          <a:prstGeom prst="rect">
            <a:avLst/>
          </a:prstGeom>
          <a:noFill/>
          <a:ln w="31750">
            <a:solidFill>
              <a:srgbClr val="0000FF"/>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48236" name="AutoShape 12"/>
          <p:cNvSpPr>
            <a:spLocks/>
          </p:cNvSpPr>
          <p:nvPr/>
        </p:nvSpPr>
        <p:spPr bwMode="auto">
          <a:xfrm>
            <a:off x="9331205" y="480666"/>
            <a:ext cx="2159000" cy="500063"/>
          </a:xfrm>
          <a:prstGeom prst="borderCallout2">
            <a:avLst>
              <a:gd name="adj1" fmla="val 22856"/>
              <a:gd name="adj2" fmla="val -3528"/>
              <a:gd name="adj3" fmla="val 22856"/>
              <a:gd name="adj4" fmla="val -30000"/>
              <a:gd name="adj5" fmla="val 240954"/>
              <a:gd name="adj6" fmla="val -57574"/>
            </a:avLst>
          </a:prstGeom>
          <a:gradFill rotWithShape="1">
            <a:gsLst>
              <a:gs pos="0">
                <a:srgbClr val="CCFFFF"/>
              </a:gs>
              <a:gs pos="100000">
                <a:srgbClr val="CCFFFF">
                  <a:gamma/>
                  <a:shade val="66667"/>
                  <a:invGamma/>
                </a:srgbClr>
              </a:gs>
            </a:gsLst>
            <a:lin ang="5400000" scaled="1"/>
          </a:gradFill>
          <a:ln w="25400">
            <a:solidFill>
              <a:srgbClr val="FF0000"/>
            </a:solidFill>
            <a:miter lim="800000"/>
            <a:headEnd/>
            <a:tailEnd/>
          </a:ln>
          <a:effectLst>
            <a:outerShdw blurRad="50800" dist="107763" dir="2700000" algn="ctr" rotWithShape="0">
              <a:schemeClr val="tx1">
                <a:alpha val="43000"/>
              </a:schemeClr>
            </a:outerShdw>
          </a:effectLst>
        </p:spPr>
        <p:txBody>
          <a:bodyPr/>
          <a:lstStyle/>
          <a:p>
            <a:r>
              <a:rPr lang="zh-CN" altLang="en-US" sz="2000" b="1" dirty="0">
                <a:solidFill>
                  <a:srgbClr val="FF33CC"/>
                </a:solidFill>
                <a:effectLst>
                  <a:outerShdw blurRad="38100" dist="38100" dir="2700000" algn="tl">
                    <a:srgbClr val="FFFFFF"/>
                  </a:outerShdw>
                </a:effectLst>
                <a:latin typeface="+mn-lt"/>
                <a:ea typeface="楷体" pitchFamily="49" charset="-122"/>
              </a:rPr>
              <a:t>判断</a:t>
            </a:r>
            <a:r>
              <a:rPr lang="en-US" altLang="zh-CN" sz="2000" b="1" dirty="0">
                <a:solidFill>
                  <a:srgbClr val="FF33CC"/>
                </a:solidFill>
                <a:effectLst>
                  <a:outerShdw blurRad="38100" dist="38100" dir="2700000" algn="tl">
                    <a:srgbClr val="FFFFFF"/>
                  </a:outerShdw>
                </a:effectLst>
                <a:latin typeface="+mn-lt"/>
                <a:ea typeface="楷体" pitchFamily="49" charset="-122"/>
              </a:rPr>
              <a:t>p</a:t>
            </a:r>
            <a:r>
              <a:rPr lang="zh-CN" altLang="en-US" sz="2000" b="1" dirty="0">
                <a:solidFill>
                  <a:srgbClr val="FF33CC"/>
                </a:solidFill>
                <a:effectLst>
                  <a:outerShdw blurRad="38100" dist="38100" dir="2700000" algn="tl">
                    <a:srgbClr val="FFFFFF"/>
                  </a:outerShdw>
                </a:effectLst>
                <a:latin typeface="+mn-lt"/>
                <a:ea typeface="楷体" pitchFamily="49" charset="-122"/>
              </a:rPr>
              <a:t>是否为素数</a:t>
            </a:r>
            <a:r>
              <a:rPr lang="zh-CN" altLang="en-US" b="1" dirty="0">
                <a:solidFill>
                  <a:srgbClr val="FF33CC"/>
                </a:solidFill>
                <a:effectLst>
                  <a:outerShdw blurRad="38100" dist="38100" dir="2700000" algn="tl">
                    <a:srgbClr val="FFFFFF"/>
                  </a:outerShdw>
                </a:effectLst>
                <a:latin typeface="+mn-lt"/>
                <a:ea typeface="楷体" pitchFamily="49" charset="-122"/>
              </a:rPr>
              <a:t> </a:t>
            </a:r>
          </a:p>
        </p:txBody>
      </p:sp>
      <p:sp>
        <p:nvSpPr>
          <p:cNvPr id="948237" name="AutoShape 13"/>
          <p:cNvSpPr>
            <a:spLocks/>
          </p:cNvSpPr>
          <p:nvPr/>
        </p:nvSpPr>
        <p:spPr bwMode="auto">
          <a:xfrm>
            <a:off x="4216306" y="4581128"/>
            <a:ext cx="2159000" cy="500062"/>
          </a:xfrm>
          <a:prstGeom prst="borderCallout2">
            <a:avLst>
              <a:gd name="adj1" fmla="val 22856"/>
              <a:gd name="adj2" fmla="val 103528"/>
              <a:gd name="adj3" fmla="val 22856"/>
              <a:gd name="adj4" fmla="val 133310"/>
              <a:gd name="adj5" fmla="val -132525"/>
              <a:gd name="adj6" fmla="val 165907"/>
            </a:avLst>
          </a:prstGeom>
          <a:gradFill rotWithShape="1">
            <a:gsLst>
              <a:gs pos="0">
                <a:srgbClr val="CCFFFF"/>
              </a:gs>
              <a:gs pos="100000">
                <a:srgbClr val="CCFFFF">
                  <a:gamma/>
                  <a:shade val="66667"/>
                  <a:invGamma/>
                </a:srgbClr>
              </a:gs>
            </a:gsLst>
            <a:lin ang="5400000" scaled="1"/>
          </a:gradFill>
          <a:ln w="25400">
            <a:solidFill>
              <a:srgbClr val="0000FF"/>
            </a:solidFill>
            <a:miter lim="800000"/>
            <a:headEnd/>
            <a:tailEnd/>
          </a:ln>
          <a:effectLst>
            <a:outerShdw blurRad="50800" dist="107763" dir="2700000" algn="ctr" rotWithShape="0">
              <a:schemeClr val="tx1">
                <a:alpha val="43000"/>
              </a:schemeClr>
            </a:outerShdw>
          </a:effectLst>
        </p:spPr>
        <p:txBody>
          <a:bodyPr/>
          <a:lstStyle/>
          <a:p>
            <a:r>
              <a:rPr lang="zh-CN" altLang="en-US" sz="2000" b="1" dirty="0">
                <a:solidFill>
                  <a:srgbClr val="FF33CC"/>
                </a:solidFill>
                <a:effectLst>
                  <a:outerShdw blurRad="38100" dist="38100" dir="2700000" algn="tl">
                    <a:srgbClr val="FFFFFF"/>
                  </a:outerShdw>
                </a:effectLst>
                <a:latin typeface="+mn-lt"/>
                <a:ea typeface="楷体" pitchFamily="49" charset="-122"/>
              </a:rPr>
              <a:t>判断</a:t>
            </a:r>
            <a:r>
              <a:rPr lang="en-US" altLang="zh-CN" sz="2000" b="1" dirty="0">
                <a:solidFill>
                  <a:srgbClr val="FF33CC"/>
                </a:solidFill>
                <a:effectLst>
                  <a:outerShdw blurRad="38100" dist="38100" dir="2700000" algn="tl">
                    <a:srgbClr val="FFFFFF"/>
                  </a:outerShdw>
                </a:effectLst>
                <a:latin typeface="+mn-lt"/>
                <a:ea typeface="楷体" pitchFamily="49" charset="-122"/>
              </a:rPr>
              <a:t>q</a:t>
            </a:r>
            <a:r>
              <a:rPr lang="zh-CN" altLang="en-US" sz="2000" b="1" dirty="0">
                <a:solidFill>
                  <a:srgbClr val="FF33CC"/>
                </a:solidFill>
                <a:effectLst>
                  <a:outerShdw blurRad="38100" dist="38100" dir="2700000" algn="tl">
                    <a:srgbClr val="FFFFFF"/>
                  </a:outerShdw>
                </a:effectLst>
                <a:latin typeface="+mn-lt"/>
                <a:ea typeface="楷体" pitchFamily="49" charset="-122"/>
              </a:rPr>
              <a:t>是否为素数</a:t>
            </a:r>
            <a:r>
              <a:rPr lang="zh-CN" altLang="en-US" b="1" dirty="0">
                <a:solidFill>
                  <a:srgbClr val="FF33CC"/>
                </a:solidFill>
                <a:effectLst>
                  <a:outerShdw blurRad="38100" dist="38100" dir="2700000" algn="tl">
                    <a:srgbClr val="FFFFFF"/>
                  </a:outerShdw>
                </a:effectLst>
                <a:latin typeface="+mn-lt"/>
                <a:ea typeface="楷体" pitchFamily="49" charset="-122"/>
              </a:rPr>
              <a:t> </a:t>
            </a:r>
          </a:p>
        </p:txBody>
      </p:sp>
      <p:sp>
        <p:nvSpPr>
          <p:cNvPr id="948238" name="Text Box 14"/>
          <p:cNvSpPr txBox="1">
            <a:spLocks noChangeArrowheads="1"/>
          </p:cNvSpPr>
          <p:nvPr/>
        </p:nvSpPr>
        <p:spPr bwMode="auto">
          <a:xfrm>
            <a:off x="769073" y="4676887"/>
            <a:ext cx="3310703" cy="2016125"/>
          </a:xfrm>
          <a:prstGeom prst="rect">
            <a:avLst/>
          </a:prstGeom>
          <a:solidFill>
            <a:srgbClr val="FFFFFF"/>
          </a:solidFill>
          <a:ln w="38100">
            <a:solidFill>
              <a:srgbClr val="FF00FF"/>
            </a:solidFill>
            <a:miter lim="800000"/>
            <a:headEnd/>
            <a:tailEnd/>
          </a:ln>
          <a:effectLst>
            <a:outerShdw blurRad="50800" dist="107763" dir="2700000" algn="ctr" rotWithShape="0">
              <a:srgbClr val="000000">
                <a:alpha val="43000"/>
              </a:srgbClr>
            </a:outerShdw>
          </a:effectLst>
          <a:scene3d>
            <a:camera prst="orthographicFront"/>
            <a:lightRig rig="threePt" dir="t"/>
          </a:scene3d>
          <a:sp3d>
            <a:bevelT w="114300" prst="hardEdge"/>
          </a:sp3d>
        </p:spPr>
        <p:txBody>
          <a:bodyPr/>
          <a:lstStyle/>
          <a:p>
            <a:pPr algn="just"/>
            <a:r>
              <a:rPr lang="zh-CN" altLang="en-US" b="1" dirty="0">
                <a:solidFill>
                  <a:srgbClr val="FF3300"/>
                </a:solidFill>
                <a:effectLst>
                  <a:outerShdw blurRad="38100" dist="38100" dir="2700000" algn="tl">
                    <a:srgbClr val="C0C0C0"/>
                  </a:outerShdw>
                </a:effectLst>
                <a:ea typeface="隶书" pitchFamily="49" charset="-122"/>
              </a:rPr>
              <a:t>运行结果：</a:t>
            </a:r>
          </a:p>
          <a:p>
            <a:r>
              <a:rPr lang="en-US" altLang="zh-CN" b="1" dirty="0">
                <a:solidFill>
                  <a:srgbClr val="0033CC"/>
                </a:solidFill>
                <a:effectLst>
                  <a:outerShdw blurRad="38100" dist="38100" dir="2700000" algn="tl">
                    <a:srgbClr val="C0C0C0"/>
                  </a:outerShdw>
                </a:effectLst>
              </a:rPr>
              <a:t>please input n: 98</a:t>
            </a:r>
            <a:r>
              <a:rPr lang="en-US" altLang="zh-CN" b="1" dirty="0">
                <a:solidFill>
                  <a:srgbClr val="0033CC"/>
                </a:solidFill>
                <a:effectLst>
                  <a:outerShdw blurRad="38100" dist="38100" dir="2700000" algn="tl">
                    <a:srgbClr val="C0C0C0"/>
                  </a:outerShdw>
                </a:effectLst>
                <a:latin typeface="+mn-ea"/>
                <a:ea typeface="+mn-ea"/>
              </a:rPr>
              <a:t>↙</a:t>
            </a:r>
          </a:p>
          <a:p>
            <a:r>
              <a:rPr lang="en-US" altLang="zh-CN" b="1" dirty="0">
                <a:solidFill>
                  <a:srgbClr val="0033CC"/>
                </a:solidFill>
                <a:effectLst>
                  <a:outerShdw blurRad="38100" dist="38100" dir="2700000" algn="tl">
                    <a:srgbClr val="C0C0C0"/>
                  </a:outerShdw>
                </a:effectLst>
              </a:rPr>
              <a:t>98 = 19 + 79</a:t>
            </a:r>
          </a:p>
          <a:p>
            <a:r>
              <a:rPr lang="en-US" altLang="zh-CN" b="1" dirty="0">
                <a:solidFill>
                  <a:srgbClr val="0033CC"/>
                </a:solidFill>
                <a:effectLst>
                  <a:outerShdw blurRad="38100" dist="38100" dir="2700000" algn="tl">
                    <a:srgbClr val="C0C0C0"/>
                  </a:outerShdw>
                </a:effectLst>
              </a:rPr>
              <a:t>please input n: 9</a:t>
            </a:r>
            <a:r>
              <a:rPr lang="en-US" altLang="zh-CN" b="1" dirty="0">
                <a:solidFill>
                  <a:srgbClr val="0033CC"/>
                </a:solidFill>
                <a:effectLst>
                  <a:outerShdw blurRad="38100" dist="38100" dir="2700000" algn="tl">
                    <a:srgbClr val="C0C0C0"/>
                  </a:outerShdw>
                </a:effectLst>
                <a:latin typeface="+mn-ea"/>
                <a:ea typeface="+mn-ea"/>
              </a:rPr>
              <a:t>↙</a:t>
            </a:r>
          </a:p>
          <a:p>
            <a:r>
              <a:rPr lang="en-US" altLang="zh-CN" b="1" dirty="0">
                <a:solidFill>
                  <a:srgbClr val="0033CC"/>
                </a:solidFill>
                <a:effectLst>
                  <a:outerShdw blurRad="38100" dist="38100" dir="2700000" algn="tl">
                    <a:srgbClr val="C0C0C0"/>
                  </a:outerShdw>
                </a:effectLst>
              </a:rPr>
              <a:t>input data error!</a:t>
            </a:r>
          </a:p>
        </p:txBody>
      </p:sp>
      <p:grpSp>
        <p:nvGrpSpPr>
          <p:cNvPr id="948239" name="Group 15"/>
          <p:cNvGrpSpPr>
            <a:grpSpLocks/>
          </p:cNvGrpSpPr>
          <p:nvPr/>
        </p:nvGrpSpPr>
        <p:grpSpPr bwMode="auto">
          <a:xfrm>
            <a:off x="-9117" y="0"/>
            <a:ext cx="446088" cy="6858000"/>
            <a:chOff x="0" y="0"/>
            <a:chExt cx="281" cy="4320"/>
          </a:xfrm>
        </p:grpSpPr>
        <p:sp>
          <p:nvSpPr>
            <p:cNvPr id="948240" name="Text Box 1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48241" name="Text Box 1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48230"/>
                                        </p:tgtEl>
                                        <p:attrNameLst>
                                          <p:attrName>style.visibility</p:attrName>
                                        </p:attrNameLst>
                                      </p:cBhvr>
                                      <p:to>
                                        <p:strVal val="visible"/>
                                      </p:to>
                                    </p:set>
                                    <p:animEffect transition="in" filter="box(out)">
                                      <p:cBhvr>
                                        <p:cTn id="7" dur="500"/>
                                        <p:tgtEl>
                                          <p:spTgt spid="948230"/>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48233"/>
                                        </p:tgtEl>
                                        <p:attrNameLst>
                                          <p:attrName>style.visibility</p:attrName>
                                        </p:attrNameLst>
                                      </p:cBhvr>
                                      <p:to>
                                        <p:strVal val="visible"/>
                                      </p:to>
                                    </p:set>
                                    <p:animEffect transition="in" filter="box(out)">
                                      <p:cBhvr>
                                        <p:cTn id="12" dur="500"/>
                                        <p:tgtEl>
                                          <p:spTgt spid="948233"/>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948234"/>
                                        </p:tgtEl>
                                        <p:attrNameLst>
                                          <p:attrName>style.visibility</p:attrName>
                                        </p:attrNameLst>
                                      </p:cBhvr>
                                      <p:to>
                                        <p:strVal val="visible"/>
                                      </p:to>
                                    </p:set>
                                    <p:animEffect transition="in" filter="strips(downRight)">
                                      <p:cBhvr>
                                        <p:cTn id="17" dur="500"/>
                                        <p:tgtEl>
                                          <p:spTgt spid="948234"/>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par>
                          <p:cTn id="18" fill="hold">
                            <p:stCondLst>
                              <p:cond delay="500"/>
                            </p:stCondLst>
                            <p:childTnLst>
                              <p:par>
                                <p:cTn id="19" presetID="18" presetClass="entr" presetSubtype="6" fill="hold" grpId="0" nodeType="afterEffect">
                                  <p:stCondLst>
                                    <p:cond delay="0"/>
                                  </p:stCondLst>
                                  <p:childTnLst>
                                    <p:set>
                                      <p:cBhvr>
                                        <p:cTn id="20" dur="1" fill="hold">
                                          <p:stCondLst>
                                            <p:cond delay="0"/>
                                          </p:stCondLst>
                                        </p:cTn>
                                        <p:tgtEl>
                                          <p:spTgt spid="948236"/>
                                        </p:tgtEl>
                                        <p:attrNameLst>
                                          <p:attrName>style.visibility</p:attrName>
                                        </p:attrNameLst>
                                      </p:cBhvr>
                                      <p:to>
                                        <p:strVal val="visible"/>
                                      </p:to>
                                    </p:set>
                                    <p:animEffect transition="in" filter="strips(downRight)">
                                      <p:cBhvr>
                                        <p:cTn id="21" dur="500"/>
                                        <p:tgtEl>
                                          <p:spTgt spid="948236"/>
                                        </p:tgtEl>
                                      </p:cBhvr>
                                    </p:animEffect>
                                  </p:childTnLst>
                                  <p:subTnLst>
                                    <p:audio>
                                      <p:cMediaNode>
                                        <p:cTn display="0" masterRel="sameClick">
                                          <p:stCondLst>
                                            <p:cond evt="begin" delay="0">
                                              <p:tn val="19"/>
                                            </p:cond>
                                          </p:stCondLst>
                                          <p:endCondLst>
                                            <p:cond evt="onStopAudio" delay="0">
                                              <p:tgtEl>
                                                <p:sldTgt/>
                                              </p:tgtEl>
                                            </p:cond>
                                          </p:endCondLst>
                                        </p:cTn>
                                        <p:tgtEl>
                                          <p:sndTgt r:embed="rId4" name="laser.wav"/>
                                        </p:tgtEl>
                                      </p:cMediaNode>
                                    </p:audio>
                                  </p:subTnLst>
                                </p:cTn>
                              </p:par>
                            </p:childTnLst>
                          </p:cTn>
                        </p:par>
                      </p:childTnLst>
                    </p:cTn>
                  </p:par>
                  <p:par>
                    <p:cTn id="22" fill="hold">
                      <p:stCondLst>
                        <p:cond delay="indefinite"/>
                      </p:stCondLst>
                      <p:childTnLst>
                        <p:par>
                          <p:cTn id="23" fill="hold">
                            <p:stCondLst>
                              <p:cond delay="0"/>
                            </p:stCondLst>
                            <p:childTnLst>
                              <p:par>
                                <p:cTn id="24" presetID="18" presetClass="entr" presetSubtype="12" fill="hold" grpId="0" nodeType="clickEffect">
                                  <p:stCondLst>
                                    <p:cond delay="0"/>
                                  </p:stCondLst>
                                  <p:childTnLst>
                                    <p:set>
                                      <p:cBhvr>
                                        <p:cTn id="25" dur="1" fill="hold">
                                          <p:stCondLst>
                                            <p:cond delay="0"/>
                                          </p:stCondLst>
                                        </p:cTn>
                                        <p:tgtEl>
                                          <p:spTgt spid="948235"/>
                                        </p:tgtEl>
                                        <p:attrNameLst>
                                          <p:attrName>style.visibility</p:attrName>
                                        </p:attrNameLst>
                                      </p:cBhvr>
                                      <p:to>
                                        <p:strVal val="visible"/>
                                      </p:to>
                                    </p:set>
                                    <p:animEffect transition="in" filter="strips(downLeft)">
                                      <p:cBhvr>
                                        <p:cTn id="26" dur="500"/>
                                        <p:tgtEl>
                                          <p:spTgt spid="948235"/>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par>
                          <p:cTn id="27" fill="hold">
                            <p:stCondLst>
                              <p:cond delay="500"/>
                            </p:stCondLst>
                            <p:childTnLst>
                              <p:par>
                                <p:cTn id="28" presetID="18" presetClass="entr" presetSubtype="12" fill="hold" grpId="0" nodeType="afterEffect">
                                  <p:stCondLst>
                                    <p:cond delay="0"/>
                                  </p:stCondLst>
                                  <p:childTnLst>
                                    <p:set>
                                      <p:cBhvr>
                                        <p:cTn id="29" dur="1" fill="hold">
                                          <p:stCondLst>
                                            <p:cond delay="0"/>
                                          </p:stCondLst>
                                        </p:cTn>
                                        <p:tgtEl>
                                          <p:spTgt spid="948237"/>
                                        </p:tgtEl>
                                        <p:attrNameLst>
                                          <p:attrName>style.visibility</p:attrName>
                                        </p:attrNameLst>
                                      </p:cBhvr>
                                      <p:to>
                                        <p:strVal val="visible"/>
                                      </p:to>
                                    </p:set>
                                    <p:animEffect transition="in" filter="strips(downLeft)">
                                      <p:cBhvr>
                                        <p:cTn id="30" dur="500"/>
                                        <p:tgtEl>
                                          <p:spTgt spid="948237"/>
                                        </p:tgtEl>
                                      </p:cBhvr>
                                    </p:animEffect>
                                  </p:childTnLst>
                                  <p:subTnLst>
                                    <p:audio>
                                      <p:cMediaNode>
                                        <p:cTn display="0" masterRel="sameClick">
                                          <p:stCondLst>
                                            <p:cond evt="begin" delay="0">
                                              <p:tn val="28"/>
                                            </p:cond>
                                          </p:stCondLst>
                                          <p:endCondLst>
                                            <p:cond evt="onStopAudio" delay="0">
                                              <p:tgtEl>
                                                <p:sldTgt/>
                                              </p:tgtEl>
                                            </p:cond>
                                          </p:endCondLst>
                                        </p:cTn>
                                        <p:tgtEl>
                                          <p:sndTgt r:embed="rId4" name="laser.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948238"/>
                                        </p:tgtEl>
                                        <p:attrNameLst>
                                          <p:attrName>style.visibility</p:attrName>
                                        </p:attrNameLst>
                                      </p:cBhvr>
                                      <p:to>
                                        <p:strVal val="visible"/>
                                      </p:to>
                                    </p:set>
                                    <p:animEffect transition="in" filter="box(out)">
                                      <p:cBhvr>
                                        <p:cTn id="35" dur="500"/>
                                        <p:tgtEl>
                                          <p:spTgt spid="948238"/>
                                        </p:tgtEl>
                                      </p:cBhvr>
                                    </p:animEffect>
                                  </p:childTnLst>
                                  <p:subTnLst>
                                    <p:audio>
                                      <p:cMediaNode>
                                        <p:cTn display="0" masterRel="sameClick">
                                          <p:stCondLst>
                                            <p:cond evt="begin" delay="0">
                                              <p:tn val="33"/>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8230" grpId="0" animBg="1"/>
      <p:bldP spid="948233" grpId="0" animBg="1"/>
      <p:bldP spid="948234" grpId="0" animBg="1"/>
      <p:bldP spid="948235" grpId="0" animBg="1"/>
      <p:bldP spid="948236" grpId="0" animBg="1"/>
      <p:bldP spid="948237" grpId="0" animBg="1"/>
      <p:bldP spid="948238" grpId="0" animBg="1"/>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950281" name="Object 9"/>
          <p:cNvGraphicFramePr>
            <a:graphicFrameLocks noChangeAspect="1"/>
          </p:cNvGraphicFramePr>
          <p:nvPr>
            <p:extLst>
              <p:ext uri="{D42A27DB-BD31-4B8C-83A1-F6EECF244321}">
                <p14:modId xmlns:p14="http://schemas.microsoft.com/office/powerpoint/2010/main" val="3031531595"/>
              </p:ext>
            </p:extLst>
          </p:nvPr>
        </p:nvGraphicFramePr>
        <p:xfrm>
          <a:off x="3791620" y="644426"/>
          <a:ext cx="4392612" cy="768350"/>
        </p:xfrm>
        <a:graphic>
          <a:graphicData uri="http://schemas.openxmlformats.org/presentationml/2006/ole">
            <mc:AlternateContent xmlns:mc="http://schemas.openxmlformats.org/markup-compatibility/2006">
              <mc:Choice xmlns:v="urn:schemas-microsoft-com:vml" Requires="v">
                <p:oleObj spid="_x0000_s950330" name="公式" r:id="rId5" imgW="1320480" imgH="393480" progId="">
                  <p:embed/>
                </p:oleObj>
              </mc:Choice>
              <mc:Fallback>
                <p:oleObj name="公式" r:id="rId5" imgW="1320480" imgH="393480" progId="">
                  <p:embed/>
                  <p:pic>
                    <p:nvPicPr>
                      <p:cNvPr id="0"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91620" y="644426"/>
                        <a:ext cx="4392612" cy="768350"/>
                      </a:xfrm>
                      <a:prstGeom prst="rect">
                        <a:avLst/>
                      </a:prstGeom>
                      <a:noFill/>
                      <a:effectLst>
                        <a:outerShdw dist="35921" dir="2700000" algn="ctr" rotWithShape="0">
                          <a:srgbClr val="808080">
                            <a:alpha val="50000"/>
                          </a:srgbClr>
                        </a:outerShdw>
                      </a:effectLst>
                      <a:extLst>
                        <a:ext uri="{909E8E84-426E-40DD-AFC4-6F175D3DCCD1}">
                          <a14:hiddenFill xmlns:a14="http://schemas.microsoft.com/office/drawing/2010/main">
                            <a:solidFill>
                              <a:srgbClr val="CC00FF"/>
                            </a:solidFill>
                          </a14:hiddenFill>
                        </a:ext>
                      </a:extLst>
                    </p:spPr>
                  </p:pic>
                </p:oleObj>
              </mc:Fallback>
            </mc:AlternateContent>
          </a:graphicData>
        </a:graphic>
      </p:graphicFrame>
      <p:sp>
        <p:nvSpPr>
          <p:cNvPr id="950284" name="Rectangle 12"/>
          <p:cNvSpPr>
            <a:spLocks noChangeArrowheads="1"/>
          </p:cNvSpPr>
          <p:nvPr/>
        </p:nvSpPr>
        <p:spPr bwMode="auto">
          <a:xfrm>
            <a:off x="459197" y="163514"/>
            <a:ext cx="10821379" cy="461665"/>
          </a:xfrm>
          <a:prstGeom prst="rect">
            <a:avLst/>
          </a:prstGeom>
          <a:noFill/>
          <a:ln w="9525">
            <a:noFill/>
            <a:miter lim="800000"/>
            <a:headEnd/>
            <a:tailEnd/>
          </a:ln>
          <a:effectLst/>
        </p:spPr>
        <p:txBody>
          <a:bodyPr wrap="square">
            <a:spAutoFit/>
          </a:bodyPr>
          <a:lstStyle/>
          <a:p>
            <a:r>
              <a:rPr lang="en-US" altLang="zh-CN" b="1" dirty="0">
                <a:solidFill>
                  <a:srgbClr val="D60093"/>
                </a:solidFill>
                <a:effectLst>
                  <a:outerShdw blurRad="38100" dist="38100" dir="2700000" algn="tl">
                    <a:srgbClr val="000000"/>
                  </a:outerShdw>
                </a:effectLst>
                <a:latin typeface="隶书" pitchFamily="49" charset="-122"/>
                <a:ea typeface="隶书" pitchFamily="49" charset="-122"/>
              </a:rPr>
              <a:t>  【</a:t>
            </a:r>
            <a:r>
              <a:rPr lang="zh-CN" altLang="en-US" b="1" dirty="0">
                <a:solidFill>
                  <a:srgbClr val="D60093"/>
                </a:solidFill>
                <a:effectLst>
                  <a:outerShdw blurRad="38100" dist="38100" dir="2700000" algn="tl">
                    <a:srgbClr val="000000"/>
                  </a:outerShdw>
                </a:effectLst>
                <a:latin typeface="隶书" pitchFamily="49" charset="-122"/>
                <a:ea typeface="隶书" pitchFamily="49" charset="-122"/>
              </a:rPr>
              <a:t>例</a:t>
            </a:r>
            <a:r>
              <a:rPr lang="en-US" altLang="zh-CN" b="1" dirty="0">
                <a:solidFill>
                  <a:srgbClr val="D60093"/>
                </a:solidFill>
                <a:effectLst>
                  <a:outerShdw blurRad="38100" dist="38100" dir="2700000" algn="tl">
                    <a:srgbClr val="000000"/>
                  </a:outerShdw>
                </a:effectLst>
                <a:latin typeface="隶书" pitchFamily="49" charset="-122"/>
                <a:ea typeface="隶书" pitchFamily="49" charset="-122"/>
              </a:rPr>
              <a:t>】</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利用下面的公式求</a:t>
            </a:r>
            <a:r>
              <a:rPr lang="en-US" altLang="zh-CN" b="1" dirty="0">
                <a:solidFill>
                  <a:srgbClr val="FF33CC"/>
                </a:solidFill>
                <a:effectLst>
                  <a:outerShdw blurRad="38100" dist="38100" dir="2700000" algn="tl">
                    <a:srgbClr val="000000"/>
                  </a:outerShdw>
                </a:effectLst>
                <a:latin typeface="隶书" pitchFamily="49" charset="-122"/>
                <a:ea typeface="隶书" pitchFamily="49" charset="-122"/>
              </a:rPr>
              <a:t>π</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的近似值，要求累加到最后一项小于</a:t>
            </a:r>
            <a:r>
              <a:rPr lang="en-US" altLang="zh-CN" b="1" dirty="0">
                <a:solidFill>
                  <a:srgbClr val="FF33CC"/>
                </a:solidFill>
                <a:effectLst>
                  <a:outerShdw blurRad="38100" dist="38100" dir="2700000" algn="tl">
                    <a:srgbClr val="000000"/>
                  </a:outerShdw>
                </a:effectLst>
                <a:latin typeface="隶书" pitchFamily="49" charset="-122"/>
                <a:ea typeface="隶书" pitchFamily="49" charset="-122"/>
              </a:rPr>
              <a:t>10</a:t>
            </a:r>
            <a:r>
              <a:rPr lang="en-US" altLang="zh-CN" b="1" baseline="30000" dirty="0">
                <a:solidFill>
                  <a:srgbClr val="FF33CC"/>
                </a:solidFill>
                <a:effectLst>
                  <a:outerShdw blurRad="38100" dist="38100" dir="2700000" algn="tl">
                    <a:srgbClr val="000000"/>
                  </a:outerShdw>
                </a:effectLst>
                <a:latin typeface="隶书" pitchFamily="49" charset="-122"/>
                <a:ea typeface="隶书" pitchFamily="49" charset="-122"/>
              </a:rPr>
              <a:t>-6</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为止。</a:t>
            </a:r>
          </a:p>
        </p:txBody>
      </p:sp>
      <p:sp>
        <p:nvSpPr>
          <p:cNvPr id="950285" name="Rectangle 13"/>
          <p:cNvSpPr>
            <a:spLocks noChangeArrowheads="1"/>
          </p:cNvSpPr>
          <p:nvPr/>
        </p:nvSpPr>
        <p:spPr bwMode="auto">
          <a:xfrm>
            <a:off x="1019001" y="1650389"/>
            <a:ext cx="10405591" cy="2930739"/>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indent="266700">
              <a:lnSpc>
                <a:spcPts val="3200"/>
              </a:lnSpc>
            </a:pPr>
            <a:r>
              <a:rPr lang="zh-CN" altLang="en-US" b="1" u="sng" dirty="0">
                <a:solidFill>
                  <a:srgbClr val="CC3300"/>
                </a:solidFill>
                <a:effectLst>
                  <a:outerShdw blurRad="38100" dist="38100" dir="2700000" algn="tl">
                    <a:srgbClr val="000000"/>
                  </a:outerShdw>
                </a:effectLst>
                <a:ea typeface="楷体" pitchFamily="49" charset="-122"/>
              </a:rPr>
              <a:t>问题分析：</a:t>
            </a:r>
          </a:p>
          <a:p>
            <a:pPr indent="266700">
              <a:lnSpc>
                <a:spcPts val="3200"/>
              </a:lnSpc>
            </a:pPr>
            <a:r>
              <a:rPr lang="zh-CN" altLang="en-US" b="1" dirty="0">
                <a:effectLst>
                  <a:outerShdw blurRad="38100" dist="38100" dir="2700000" algn="tl">
                    <a:srgbClr val="FFFFFF"/>
                  </a:outerShdw>
                </a:effectLst>
                <a:ea typeface="楷体" pitchFamily="49" charset="-122"/>
              </a:rPr>
              <a:t>     这是一个</a:t>
            </a:r>
            <a:r>
              <a:rPr lang="zh-CN" altLang="en-US" b="1" dirty="0">
                <a:solidFill>
                  <a:srgbClr val="0000FF"/>
                </a:solidFill>
                <a:effectLst>
                  <a:outerShdw blurRad="38100" dist="38100" dir="2700000" algn="tl">
                    <a:srgbClr val="FFFFFF"/>
                  </a:outerShdw>
                </a:effectLst>
                <a:ea typeface="楷体" pitchFamily="49" charset="-122"/>
              </a:rPr>
              <a:t>累加求和的问题</a:t>
            </a:r>
            <a:r>
              <a:rPr lang="zh-CN" altLang="en-US" b="1" dirty="0">
                <a:effectLst>
                  <a:outerShdw blurRad="38100" dist="38100" dir="2700000" algn="tl">
                    <a:srgbClr val="FFFFFF"/>
                  </a:outerShdw>
                </a:effectLst>
                <a:ea typeface="楷体" pitchFamily="49" charset="-122"/>
              </a:rPr>
              <a:t>，但这里的循环次数是预先未知的，而且累加项以正负交替的规律出现，如何解决这类问题呢？</a:t>
            </a:r>
            <a:endParaRPr lang="en-US" altLang="zh-CN" b="1" dirty="0">
              <a:effectLst>
                <a:outerShdw blurRad="38100" dist="38100" dir="2700000" algn="tl">
                  <a:srgbClr val="FFFFFF"/>
                </a:outerShdw>
              </a:effectLst>
              <a:ea typeface="楷体" pitchFamily="49" charset="-122"/>
            </a:endParaRPr>
          </a:p>
          <a:p>
            <a:pPr indent="266700">
              <a:lnSpc>
                <a:spcPts val="3200"/>
              </a:lnSpc>
            </a:pPr>
            <a:r>
              <a:rPr lang="en-US" altLang="zh-CN" b="1" dirty="0">
                <a:effectLst>
                  <a:outerShdw blurRad="38100" dist="38100" dir="2700000" algn="tl">
                    <a:srgbClr val="FFFFFF"/>
                  </a:outerShdw>
                </a:effectLst>
                <a:ea typeface="楷体" pitchFamily="49" charset="-122"/>
              </a:rPr>
              <a:t>    </a:t>
            </a:r>
            <a:r>
              <a:rPr lang="zh-CN" altLang="en-US" b="1" dirty="0">
                <a:effectLst>
                  <a:outerShdw blurRad="38100" dist="38100" dir="2700000" algn="tl">
                    <a:srgbClr val="FFFFFF"/>
                  </a:outerShdw>
                </a:effectLst>
                <a:ea typeface="楷体" pitchFamily="49" charset="-122"/>
              </a:rPr>
              <a:t>在本例中，累加项的构成规律可用寻找累加项通式的方法得到，具体表示为</a:t>
            </a:r>
            <a:r>
              <a:rPr lang="en-US" altLang="zh-CN" b="1" dirty="0">
                <a:solidFill>
                  <a:srgbClr val="339933"/>
                </a:solidFill>
                <a:effectLst>
                  <a:outerShdw blurRad="38100" dist="38100" dir="2700000" algn="tl">
                    <a:srgbClr val="000000"/>
                  </a:outerShdw>
                </a:effectLst>
                <a:ea typeface="楷体" pitchFamily="49" charset="-122"/>
              </a:rPr>
              <a:t>t = s / n</a:t>
            </a:r>
            <a:r>
              <a:rPr lang="zh-CN" altLang="en-US" b="1" dirty="0">
                <a:effectLst>
                  <a:outerShdw blurRad="38100" dist="38100" dir="2700000" algn="tl">
                    <a:srgbClr val="FFFFFF"/>
                  </a:outerShdw>
                </a:effectLst>
                <a:ea typeface="楷体" pitchFamily="49" charset="-122"/>
              </a:rPr>
              <a:t>；即累加项由分子和分母两部分组成，分子</a:t>
            </a:r>
            <a:r>
              <a:rPr lang="en-US" altLang="zh-CN" b="1" dirty="0">
                <a:effectLst>
                  <a:outerShdw blurRad="38100" dist="38100" dir="2700000" algn="tl">
                    <a:srgbClr val="FFFFFF"/>
                  </a:outerShdw>
                </a:effectLst>
                <a:ea typeface="楷体" pitchFamily="49" charset="-122"/>
              </a:rPr>
              <a:t>s</a:t>
            </a:r>
            <a:r>
              <a:rPr lang="zh-CN" altLang="en-US" b="1" dirty="0">
                <a:effectLst>
                  <a:outerShdw blurRad="38100" dist="38100" dir="2700000" algn="tl">
                    <a:srgbClr val="FFFFFF"/>
                  </a:outerShdw>
                </a:effectLst>
                <a:ea typeface="楷体" pitchFamily="49" charset="-122"/>
              </a:rPr>
              <a:t>按</a:t>
            </a:r>
            <a:r>
              <a:rPr lang="en-US" altLang="zh-CN" b="1" dirty="0">
                <a:effectLst>
                  <a:outerShdw blurRad="38100" dist="38100" dir="2700000" algn="tl">
                    <a:srgbClr val="FFFFFF"/>
                  </a:outerShdw>
                </a:effectLst>
                <a:ea typeface="楷体" pitchFamily="49" charset="-122"/>
              </a:rPr>
              <a:t>+1</a:t>
            </a:r>
            <a:r>
              <a:rPr lang="zh-CN" altLang="en-US" b="1" dirty="0">
                <a:effectLst>
                  <a:outerShdw blurRad="38100" dist="38100" dir="2700000" algn="tl">
                    <a:srgbClr val="FFFFFF"/>
                  </a:outerShdw>
                </a:effectLst>
                <a:ea typeface="楷体" pitchFamily="49" charset="-122"/>
              </a:rPr>
              <a:t>，</a:t>
            </a:r>
            <a:r>
              <a:rPr lang="en-US" altLang="zh-CN" b="1" dirty="0">
                <a:effectLst>
                  <a:outerShdw blurRad="38100" dist="38100" dir="2700000" algn="tl">
                    <a:srgbClr val="FFFFFF"/>
                  </a:outerShdw>
                </a:effectLst>
                <a:ea typeface="楷体" pitchFamily="49" charset="-122"/>
              </a:rPr>
              <a:t>-1</a:t>
            </a:r>
            <a:r>
              <a:rPr lang="zh-CN" altLang="en-US" b="1" dirty="0">
                <a:effectLst>
                  <a:outerShdw blurRad="38100" dist="38100" dir="2700000" algn="tl">
                    <a:srgbClr val="FFFFFF"/>
                  </a:outerShdw>
                </a:effectLst>
                <a:ea typeface="楷体" pitchFamily="49" charset="-122"/>
              </a:rPr>
              <a:t>，</a:t>
            </a:r>
            <a:r>
              <a:rPr lang="en-US" altLang="zh-CN" b="1" dirty="0">
                <a:effectLst>
                  <a:outerShdw blurRad="38100" dist="38100" dir="2700000" algn="tl">
                    <a:srgbClr val="FFFFFF"/>
                  </a:outerShdw>
                </a:effectLst>
                <a:ea typeface="楷体" pitchFamily="49" charset="-122"/>
              </a:rPr>
              <a:t>+1</a:t>
            </a:r>
            <a:r>
              <a:rPr lang="zh-CN" altLang="en-US" b="1" dirty="0">
                <a:effectLst>
                  <a:outerShdw blurRad="38100" dist="38100" dir="2700000" algn="tl">
                    <a:srgbClr val="FFFFFF"/>
                  </a:outerShdw>
                </a:effectLst>
                <a:ea typeface="楷体" pitchFamily="49" charset="-122"/>
              </a:rPr>
              <a:t>，</a:t>
            </a:r>
            <a:r>
              <a:rPr lang="en-US" altLang="zh-CN" b="1" dirty="0">
                <a:effectLst>
                  <a:outerShdw blurRad="38100" dist="38100" dir="2700000" algn="tl">
                    <a:srgbClr val="FFFFFF"/>
                  </a:outerShdw>
                </a:effectLst>
                <a:ea typeface="楷体" pitchFamily="49" charset="-122"/>
              </a:rPr>
              <a:t>-1</a:t>
            </a:r>
            <a:r>
              <a:rPr lang="zh-CN" altLang="en-US" b="1" dirty="0">
                <a:effectLst>
                  <a:outerShdw blurRad="38100" dist="38100" dir="2700000" algn="tl">
                    <a:srgbClr val="FFFFFF"/>
                  </a:outerShdw>
                </a:effectLst>
                <a:ea typeface="楷体" pitchFamily="49" charset="-122"/>
              </a:rPr>
              <a:t>，</a:t>
            </a:r>
            <a:r>
              <a:rPr lang="en-US" altLang="zh-CN" b="1" dirty="0">
                <a:effectLst>
                  <a:outerShdw blurRad="38100" dist="38100" dir="2700000" algn="tl">
                    <a:srgbClr val="FFFFFF"/>
                  </a:outerShdw>
                </a:effectLst>
                <a:ea typeface="楷体" pitchFamily="49" charset="-122"/>
              </a:rPr>
              <a:t>…</a:t>
            </a:r>
            <a:r>
              <a:rPr lang="zh-CN" altLang="en-US" b="1" dirty="0">
                <a:effectLst>
                  <a:outerShdw blurRad="38100" dist="38100" dir="2700000" algn="tl">
                    <a:srgbClr val="FFFFFF"/>
                  </a:outerShdw>
                </a:effectLst>
                <a:ea typeface="楷体" pitchFamily="49" charset="-122"/>
              </a:rPr>
              <a:t>交替变化，可用赋值语句</a:t>
            </a:r>
            <a:r>
              <a:rPr lang="en-US" altLang="zh-CN" b="1" dirty="0">
                <a:effectLst>
                  <a:outerShdw blurRad="38100" dist="38100" dir="2700000" algn="tl">
                    <a:srgbClr val="FFFFFF"/>
                  </a:outerShdw>
                </a:effectLst>
                <a:ea typeface="楷体" pitchFamily="49" charset="-122"/>
              </a:rPr>
              <a:t>s = -s;</a:t>
            </a:r>
            <a:r>
              <a:rPr lang="zh-CN" altLang="en-US" b="1" dirty="0">
                <a:effectLst>
                  <a:outerShdw blurRad="38100" dist="38100" dir="2700000" algn="tl">
                    <a:srgbClr val="FFFFFF"/>
                  </a:outerShdw>
                </a:effectLst>
                <a:ea typeface="楷体" pitchFamily="49" charset="-122"/>
              </a:rPr>
              <a:t>实现，</a:t>
            </a:r>
            <a:r>
              <a:rPr lang="en-US" altLang="zh-CN" b="1" dirty="0">
                <a:effectLst>
                  <a:outerShdw blurRad="38100" dist="38100" dir="2700000" algn="tl">
                    <a:srgbClr val="FFFFFF"/>
                  </a:outerShdw>
                </a:effectLst>
                <a:ea typeface="楷体" pitchFamily="49" charset="-122"/>
              </a:rPr>
              <a:t>s</a:t>
            </a:r>
            <a:r>
              <a:rPr lang="zh-CN" altLang="en-US" b="1" dirty="0">
                <a:effectLst>
                  <a:outerShdw blurRad="38100" dist="38100" dir="2700000" algn="tl">
                    <a:srgbClr val="FFFFFF"/>
                  </a:outerShdw>
                </a:effectLst>
                <a:ea typeface="楷体" pitchFamily="49" charset="-122"/>
              </a:rPr>
              <a:t>的初始值取为</a:t>
            </a:r>
            <a:r>
              <a:rPr lang="en-US" altLang="zh-CN" b="1" dirty="0">
                <a:effectLst>
                  <a:outerShdw blurRad="38100" dist="38100" dir="2700000" algn="tl">
                    <a:srgbClr val="FFFFFF"/>
                  </a:outerShdw>
                </a:effectLst>
                <a:ea typeface="楷体" pitchFamily="49" charset="-122"/>
              </a:rPr>
              <a:t>1</a:t>
            </a:r>
            <a:r>
              <a:rPr lang="zh-CN" altLang="en-US" b="1" dirty="0">
                <a:effectLst>
                  <a:outerShdw blurRad="38100" dist="38100" dir="2700000" algn="tl">
                    <a:srgbClr val="FFFFFF"/>
                  </a:outerShdw>
                </a:effectLst>
                <a:ea typeface="楷体" pitchFamily="49" charset="-122"/>
              </a:rPr>
              <a:t>，分母</a:t>
            </a:r>
            <a:r>
              <a:rPr lang="en-US" altLang="zh-CN" b="1" dirty="0">
                <a:effectLst>
                  <a:outerShdw blurRad="38100" dist="38100" dir="2700000" algn="tl">
                    <a:srgbClr val="FFFFFF"/>
                  </a:outerShdw>
                </a:effectLst>
                <a:ea typeface="楷体" pitchFamily="49" charset="-122"/>
              </a:rPr>
              <a:t>n</a:t>
            </a:r>
            <a:r>
              <a:rPr lang="zh-CN" altLang="en-US" b="1" dirty="0">
                <a:effectLst>
                  <a:outerShdw blurRad="38100" dist="38100" dir="2700000" algn="tl">
                    <a:srgbClr val="FFFFFF"/>
                  </a:outerShdw>
                </a:effectLst>
                <a:ea typeface="楷体" pitchFamily="49" charset="-122"/>
              </a:rPr>
              <a:t>按</a:t>
            </a:r>
            <a:r>
              <a:rPr lang="en-US" altLang="zh-CN" b="1" dirty="0">
                <a:effectLst>
                  <a:outerShdw blurRad="38100" dist="38100" dir="2700000" algn="tl">
                    <a:srgbClr val="FFFFFF"/>
                  </a:outerShdw>
                </a:effectLst>
                <a:ea typeface="楷体" pitchFamily="49" charset="-122"/>
              </a:rPr>
              <a:t>1</a:t>
            </a:r>
            <a:r>
              <a:rPr lang="zh-CN" altLang="en-US" b="1" dirty="0">
                <a:effectLst>
                  <a:outerShdw blurRad="38100" dist="38100" dir="2700000" algn="tl">
                    <a:srgbClr val="FFFFFF"/>
                  </a:outerShdw>
                </a:effectLst>
                <a:ea typeface="楷体" pitchFamily="49" charset="-122"/>
              </a:rPr>
              <a:t>，</a:t>
            </a:r>
            <a:r>
              <a:rPr lang="en-US" altLang="zh-CN" b="1" dirty="0">
                <a:effectLst>
                  <a:outerShdw blurRad="38100" dist="38100" dir="2700000" algn="tl">
                    <a:srgbClr val="FFFFFF"/>
                  </a:outerShdw>
                </a:effectLst>
                <a:ea typeface="楷体" pitchFamily="49" charset="-122"/>
              </a:rPr>
              <a:t>3</a:t>
            </a:r>
            <a:r>
              <a:rPr lang="zh-CN" altLang="en-US" b="1" dirty="0">
                <a:effectLst>
                  <a:outerShdw blurRad="38100" dist="38100" dir="2700000" algn="tl">
                    <a:srgbClr val="FFFFFF"/>
                  </a:outerShdw>
                </a:effectLst>
                <a:ea typeface="楷体" pitchFamily="49" charset="-122"/>
              </a:rPr>
              <a:t>，</a:t>
            </a:r>
            <a:r>
              <a:rPr lang="en-US" altLang="zh-CN" b="1" dirty="0">
                <a:effectLst>
                  <a:outerShdw blurRad="38100" dist="38100" dir="2700000" algn="tl">
                    <a:srgbClr val="FFFFFF"/>
                  </a:outerShdw>
                </a:effectLst>
                <a:ea typeface="楷体" pitchFamily="49" charset="-122"/>
              </a:rPr>
              <a:t>5</a:t>
            </a:r>
            <a:r>
              <a:rPr lang="zh-CN" altLang="en-US" b="1" dirty="0">
                <a:effectLst>
                  <a:outerShdw blurRad="38100" dist="38100" dir="2700000" algn="tl">
                    <a:srgbClr val="FFFFFF"/>
                  </a:outerShdw>
                </a:effectLst>
                <a:ea typeface="楷体" pitchFamily="49" charset="-122"/>
              </a:rPr>
              <a:t>，</a:t>
            </a:r>
            <a:r>
              <a:rPr lang="en-US" altLang="zh-CN" b="1" dirty="0">
                <a:effectLst>
                  <a:outerShdw blurRad="38100" dist="38100" dir="2700000" algn="tl">
                    <a:srgbClr val="FFFFFF"/>
                  </a:outerShdw>
                </a:effectLst>
                <a:ea typeface="楷体" pitchFamily="49" charset="-122"/>
              </a:rPr>
              <a:t>7</a:t>
            </a:r>
            <a:r>
              <a:rPr lang="zh-CN" altLang="en-US" b="1" dirty="0">
                <a:effectLst>
                  <a:outerShdw blurRad="38100" dist="38100" dir="2700000" algn="tl">
                    <a:srgbClr val="FFFFFF"/>
                  </a:outerShdw>
                </a:effectLst>
                <a:ea typeface="楷体" pitchFamily="49" charset="-122"/>
              </a:rPr>
              <a:t>，</a:t>
            </a:r>
            <a:r>
              <a:rPr lang="en-US" altLang="zh-CN" b="1" dirty="0">
                <a:effectLst>
                  <a:outerShdw blurRad="38100" dist="38100" dir="2700000" algn="tl">
                    <a:srgbClr val="FFFFFF"/>
                  </a:outerShdw>
                </a:effectLst>
                <a:ea typeface="楷体" pitchFamily="49" charset="-122"/>
              </a:rPr>
              <a:t>…</a:t>
            </a:r>
            <a:r>
              <a:rPr lang="zh-CN" altLang="en-US" b="1" dirty="0">
                <a:effectLst>
                  <a:outerShdw blurRad="38100" dist="38100" dir="2700000" algn="tl">
                    <a:srgbClr val="FFFFFF"/>
                  </a:outerShdw>
                </a:effectLst>
                <a:ea typeface="楷体" pitchFamily="49" charset="-122"/>
              </a:rPr>
              <a:t>变化，用</a:t>
            </a:r>
            <a:r>
              <a:rPr lang="en-US" altLang="zh-CN" b="1" dirty="0">
                <a:effectLst>
                  <a:outerShdw blurRad="38100" dist="38100" dir="2700000" algn="tl">
                    <a:srgbClr val="FFFFFF"/>
                  </a:outerShdw>
                </a:effectLst>
                <a:ea typeface="楷体" pitchFamily="49" charset="-122"/>
              </a:rPr>
              <a:t>n = n +2;</a:t>
            </a:r>
            <a:r>
              <a:rPr lang="zh-CN" altLang="en-US" b="1" dirty="0">
                <a:effectLst>
                  <a:outerShdw blurRad="38100" dist="38100" dir="2700000" algn="tl">
                    <a:srgbClr val="FFFFFF"/>
                  </a:outerShdw>
                </a:effectLst>
                <a:ea typeface="楷体" pitchFamily="49" charset="-122"/>
              </a:rPr>
              <a:t>语句实现即可，</a:t>
            </a:r>
            <a:r>
              <a:rPr lang="en-US" altLang="zh-CN" b="1" dirty="0">
                <a:effectLst>
                  <a:outerShdw blurRad="38100" dist="38100" dir="2700000" algn="tl">
                    <a:srgbClr val="FFFFFF"/>
                  </a:outerShdw>
                </a:effectLst>
                <a:ea typeface="楷体" pitchFamily="49" charset="-122"/>
              </a:rPr>
              <a:t>n</a:t>
            </a:r>
            <a:r>
              <a:rPr lang="zh-CN" altLang="en-US" b="1" dirty="0">
                <a:effectLst>
                  <a:outerShdw blurRad="38100" dist="38100" dir="2700000" algn="tl">
                    <a:srgbClr val="FFFFFF"/>
                  </a:outerShdw>
                </a:effectLst>
                <a:ea typeface="楷体" pitchFamily="49" charset="-122"/>
              </a:rPr>
              <a:t>的初始值取为</a:t>
            </a:r>
            <a:r>
              <a:rPr lang="en-US" altLang="zh-CN" b="1" dirty="0">
                <a:effectLst>
                  <a:outerShdw blurRad="38100" dist="38100" dir="2700000" algn="tl">
                    <a:srgbClr val="FFFFFF"/>
                  </a:outerShdw>
                </a:effectLst>
                <a:ea typeface="楷体" pitchFamily="49" charset="-122"/>
              </a:rPr>
              <a:t>1.0</a:t>
            </a:r>
            <a:r>
              <a:rPr lang="zh-CN" altLang="en-US" b="1" dirty="0">
                <a:effectLst>
                  <a:outerShdw blurRad="38100" dist="38100" dir="2700000" algn="tl">
                    <a:srgbClr val="FFFFFF"/>
                  </a:outerShdw>
                </a:effectLst>
                <a:ea typeface="楷体" pitchFamily="49" charset="-122"/>
              </a:rPr>
              <a:t>。</a:t>
            </a:r>
          </a:p>
        </p:txBody>
      </p:sp>
      <p:grpSp>
        <p:nvGrpSpPr>
          <p:cNvPr id="950288" name="Group 16"/>
          <p:cNvGrpSpPr>
            <a:grpSpLocks/>
          </p:cNvGrpSpPr>
          <p:nvPr/>
        </p:nvGrpSpPr>
        <p:grpSpPr bwMode="auto">
          <a:xfrm>
            <a:off x="-9117" y="0"/>
            <a:ext cx="446088" cy="6858000"/>
            <a:chOff x="0" y="0"/>
            <a:chExt cx="281" cy="4320"/>
          </a:xfrm>
        </p:grpSpPr>
        <p:sp>
          <p:nvSpPr>
            <p:cNvPr id="950289" name="Text Box 17"/>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50290" name="Text Box 18"/>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950283" name="Rectangle 11"/>
          <p:cNvSpPr>
            <a:spLocks noChangeArrowheads="1"/>
          </p:cNvSpPr>
          <p:nvPr/>
        </p:nvSpPr>
        <p:spPr bwMode="auto">
          <a:xfrm>
            <a:off x="-9116" y="-2232"/>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Tree>
  </p:cSld>
  <p:clrMapOvr>
    <a:masterClrMapping/>
  </p:clrMapOvr>
  <p:transition>
    <p:cover/>
    <p:sndAc>
      <p:stSnd>
        <p:snd r:embed="rId4"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50285"/>
                                        </p:tgtEl>
                                        <p:attrNameLst>
                                          <p:attrName>style.visibility</p:attrName>
                                        </p:attrNameLst>
                                      </p:cBhvr>
                                      <p:to>
                                        <p:strVal val="visible"/>
                                      </p:to>
                                    </p:set>
                                    <p:animEffect transition="in" filter="box(out)">
                                      <p:cBhvr>
                                        <p:cTn id="7" dur="500"/>
                                        <p:tgtEl>
                                          <p:spTgt spid="950285"/>
                                        </p:tgtEl>
                                      </p:cBhvr>
                                    </p:animEffect>
                                  </p:childTnLst>
                                  <p:subTnLst>
                                    <p:audio>
                                      <p:cMediaNode>
                                        <p:cTn display="0" masterRel="sameClick">
                                          <p:stCondLst>
                                            <p:cond evt="begin" delay="0">
                                              <p:tn val="5"/>
                                            </p:cond>
                                          </p:stCondLst>
                                          <p:endCondLst>
                                            <p:cond evt="onStopAudio" delay="0">
                                              <p:tgtEl>
                                                <p:sldTgt/>
                                              </p:tgtEl>
                                            </p:cond>
                                          </p:endCondLst>
                                        </p:cTn>
                                        <p:tgtEl>
                                          <p:sndTgt r:embed="rId4"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0285"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16"/>
          <p:cNvGrpSpPr>
            <a:grpSpLocks/>
          </p:cNvGrpSpPr>
          <p:nvPr/>
        </p:nvGrpSpPr>
        <p:grpSpPr bwMode="auto">
          <a:xfrm>
            <a:off x="-9117" y="0"/>
            <a:ext cx="446088" cy="6858000"/>
            <a:chOff x="0" y="0"/>
            <a:chExt cx="281" cy="4320"/>
          </a:xfrm>
        </p:grpSpPr>
        <p:sp>
          <p:nvSpPr>
            <p:cNvPr id="950289" name="Text Box 17"/>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50290" name="Text Box 18"/>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grpSp>
        <p:nvGrpSpPr>
          <p:cNvPr id="1132" name="组合 1132"/>
          <p:cNvGrpSpPr>
            <a:grpSpLocks/>
          </p:cNvGrpSpPr>
          <p:nvPr/>
        </p:nvGrpSpPr>
        <p:grpSpPr bwMode="auto">
          <a:xfrm>
            <a:off x="1847528" y="1500434"/>
            <a:ext cx="3480494" cy="3656759"/>
            <a:chOff x="0" y="374"/>
            <a:chExt cx="16178" cy="18996"/>
          </a:xfrm>
        </p:grpSpPr>
        <p:sp>
          <p:nvSpPr>
            <p:cNvPr id="1117" name="Text Box 63"/>
            <p:cNvSpPr txBox="1">
              <a:spLocks noChangeArrowheads="1"/>
            </p:cNvSpPr>
            <p:nvPr/>
          </p:nvSpPr>
          <p:spPr bwMode="auto">
            <a:xfrm>
              <a:off x="10573" y="7679"/>
              <a:ext cx="1472" cy="17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rPr>
                <a:t>F</a:t>
              </a:r>
              <a:endParaRPr kumimoji="0" lang="zh-CN" altLang="zh-CN" sz="16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118" name="Text Box 58"/>
            <p:cNvSpPr txBox="1">
              <a:spLocks noChangeArrowheads="1"/>
            </p:cNvSpPr>
            <p:nvPr/>
          </p:nvSpPr>
          <p:spPr bwMode="auto">
            <a:xfrm>
              <a:off x="4289" y="10228"/>
              <a:ext cx="1286" cy="155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chemeClr val="accent1">
                      <a:lumMod val="50000"/>
                    </a:schemeClr>
                  </a:solidFill>
                  <a:effectLst>
                    <a:outerShdw blurRad="38100" dist="38100" dir="2700000" algn="tl">
                      <a:srgbClr val="000000">
                        <a:alpha val="43137"/>
                      </a:srgbClr>
                    </a:outerShdw>
                  </a:effectLst>
                  <a:latin typeface="+mn-lt"/>
                  <a:ea typeface="楷体" pitchFamily="49" charset="-122"/>
                  <a:cs typeface="宋体" pitchFamily="2" charset="-122"/>
                </a:rPr>
                <a:t>T</a:t>
              </a:r>
              <a:endParaRPr kumimoji="0" lang="zh-CN" altLang="zh-CN" sz="1600" b="1" dirty="0">
                <a:solidFill>
                  <a:schemeClr val="accent1">
                    <a:lumMod val="50000"/>
                  </a:schemeClr>
                </a:solidFill>
                <a:effectLst>
                  <a:outerShdw blurRad="38100" dist="38100" dir="2700000" algn="tl">
                    <a:srgbClr val="000000">
                      <a:alpha val="43137"/>
                    </a:srgbClr>
                  </a:outerShdw>
                </a:effectLst>
                <a:latin typeface="+mn-lt"/>
                <a:ea typeface="楷体" pitchFamily="49" charset="-122"/>
                <a:cs typeface="宋体" pitchFamily="2" charset="-122"/>
              </a:endParaRPr>
            </a:p>
          </p:txBody>
        </p:sp>
        <p:grpSp>
          <p:nvGrpSpPr>
            <p:cNvPr id="1131" name="组合 1131"/>
            <p:cNvGrpSpPr>
              <a:grpSpLocks/>
            </p:cNvGrpSpPr>
            <p:nvPr/>
          </p:nvGrpSpPr>
          <p:grpSpPr bwMode="auto">
            <a:xfrm>
              <a:off x="0" y="374"/>
              <a:ext cx="16178" cy="18996"/>
              <a:chOff x="0" y="374"/>
              <a:chExt cx="16178" cy="18996"/>
            </a:xfrm>
          </p:grpSpPr>
          <p:grpSp>
            <p:nvGrpSpPr>
              <p:cNvPr id="1119" name="组合 1119"/>
              <p:cNvGrpSpPr>
                <a:grpSpLocks/>
              </p:cNvGrpSpPr>
              <p:nvPr/>
            </p:nvGrpSpPr>
            <p:grpSpPr bwMode="auto">
              <a:xfrm>
                <a:off x="10821" y="12030"/>
                <a:ext cx="5211" cy="2081"/>
                <a:chOff x="0" y="370"/>
                <a:chExt cx="7617" cy="2084"/>
              </a:xfrm>
            </p:grpSpPr>
            <p:sp>
              <p:nvSpPr>
                <p:cNvPr id="1120" name="Rectangle 49"/>
                <p:cNvSpPr>
                  <a:spLocks noChangeArrowheads="1"/>
                </p:cNvSpPr>
                <p:nvPr/>
              </p:nvSpPr>
              <p:spPr bwMode="auto">
                <a:xfrm>
                  <a:off x="0" y="460"/>
                  <a:ext cx="7617" cy="1994"/>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800" b="1">
                    <a:effectLst>
                      <a:outerShdw blurRad="38100" dist="38100" dir="2700000" algn="tl">
                        <a:srgbClr val="000000">
                          <a:alpha val="43137"/>
                        </a:srgbClr>
                      </a:outerShdw>
                    </a:effectLst>
                    <a:latin typeface="+mn-lt"/>
                    <a:ea typeface="楷体" pitchFamily="49" charset="-122"/>
                  </a:endParaRPr>
                </a:p>
              </p:txBody>
            </p:sp>
            <p:sp>
              <p:nvSpPr>
                <p:cNvPr id="1121" name="Text Box 53"/>
                <p:cNvSpPr txBox="1">
                  <a:spLocks noChangeArrowheads="1"/>
                </p:cNvSpPr>
                <p:nvPr/>
              </p:nvSpPr>
              <p:spPr bwMode="auto">
                <a:xfrm>
                  <a:off x="773" y="370"/>
                  <a:ext cx="6560" cy="18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effectLst>
                        <a:outerShdw blurRad="38100" dist="38100" dir="2700000" algn="tl">
                          <a:srgbClr val="000000">
                            <a:alpha val="43137"/>
                          </a:srgbClr>
                        </a:outerShdw>
                      </a:effectLst>
                      <a:latin typeface="+mn-lt"/>
                      <a:ea typeface="楷体" pitchFamily="49" charset="-122"/>
                      <a:cs typeface="宋体" pitchFamily="2" charset="-122"/>
                    </a:rPr>
                    <a:t> pi *= 4</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1130" name="组合 1130"/>
              <p:cNvGrpSpPr>
                <a:grpSpLocks/>
              </p:cNvGrpSpPr>
              <p:nvPr/>
            </p:nvGrpSpPr>
            <p:grpSpPr bwMode="auto">
              <a:xfrm>
                <a:off x="0" y="374"/>
                <a:ext cx="16178" cy="18996"/>
                <a:chOff x="0" y="374"/>
                <a:chExt cx="16178" cy="18996"/>
              </a:xfrm>
            </p:grpSpPr>
            <p:grpSp>
              <p:nvGrpSpPr>
                <p:cNvPr id="1098" name="组合 1098"/>
                <p:cNvGrpSpPr>
                  <a:grpSpLocks/>
                </p:cNvGrpSpPr>
                <p:nvPr/>
              </p:nvGrpSpPr>
              <p:grpSpPr bwMode="auto">
                <a:xfrm>
                  <a:off x="2116" y="3995"/>
                  <a:ext cx="7646" cy="2080"/>
                  <a:chOff x="920" y="436"/>
                  <a:chExt cx="7646" cy="2080"/>
                </a:xfrm>
              </p:grpSpPr>
              <p:sp>
                <p:nvSpPr>
                  <p:cNvPr id="1091" name="Rectangle 49"/>
                  <p:cNvSpPr>
                    <a:spLocks noChangeArrowheads="1"/>
                  </p:cNvSpPr>
                  <p:nvPr/>
                </p:nvSpPr>
                <p:spPr bwMode="auto">
                  <a:xfrm>
                    <a:off x="920" y="521"/>
                    <a:ext cx="7646" cy="1995"/>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800" b="1">
                      <a:effectLst>
                        <a:outerShdw blurRad="38100" dist="38100" dir="2700000" algn="tl">
                          <a:srgbClr val="000000">
                            <a:alpha val="43137"/>
                          </a:srgbClr>
                        </a:outerShdw>
                      </a:effectLst>
                      <a:latin typeface="+mn-lt"/>
                      <a:ea typeface="楷体" pitchFamily="49" charset="-122"/>
                    </a:endParaRPr>
                  </a:p>
                </p:txBody>
              </p:sp>
              <p:sp>
                <p:nvSpPr>
                  <p:cNvPr id="1090" name="Text Box 53"/>
                  <p:cNvSpPr txBox="1">
                    <a:spLocks noChangeArrowheads="1"/>
                  </p:cNvSpPr>
                  <p:nvPr/>
                </p:nvSpPr>
                <p:spPr bwMode="auto">
                  <a:xfrm>
                    <a:off x="1004" y="436"/>
                    <a:ext cx="7392" cy="167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effectLst>
                          <a:outerShdw blurRad="38100" dist="38100" dir="2700000" algn="tl">
                            <a:srgbClr val="000000">
                              <a:alpha val="43137"/>
                            </a:srgbClr>
                          </a:outerShdw>
                        </a:effectLst>
                        <a:latin typeface="+mn-lt"/>
                        <a:ea typeface="楷体" pitchFamily="49" charset="-122"/>
                        <a:cs typeface="宋体" pitchFamily="2" charset="-122"/>
                      </a:rPr>
                      <a:t> s = 1, n = 1.0</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1099" name="组合 1099"/>
                <p:cNvGrpSpPr>
                  <a:grpSpLocks/>
                </p:cNvGrpSpPr>
                <p:nvPr/>
              </p:nvGrpSpPr>
              <p:grpSpPr bwMode="auto">
                <a:xfrm>
                  <a:off x="1749" y="7701"/>
                  <a:ext cx="7978" cy="2863"/>
                  <a:chOff x="0" y="0"/>
                  <a:chExt cx="7977" cy="2862"/>
                </a:xfrm>
              </p:grpSpPr>
              <p:sp>
                <p:nvSpPr>
                  <p:cNvPr id="1097" name="AutoShape 22"/>
                  <p:cNvSpPr>
                    <a:spLocks noChangeArrowheads="1"/>
                  </p:cNvSpPr>
                  <p:nvPr/>
                </p:nvSpPr>
                <p:spPr bwMode="auto">
                  <a:xfrm>
                    <a:off x="0" y="0"/>
                    <a:ext cx="7977" cy="2862"/>
                  </a:xfrm>
                  <a:prstGeom prst="flowChartDecision">
                    <a:avLst/>
                  </a:prstGeom>
                  <a:gradFill flip="none" rotWithShape="1">
                    <a:gsLst>
                      <a:gs pos="0">
                        <a:srgbClr val="FF33CC">
                          <a:tint val="66000"/>
                          <a:satMod val="160000"/>
                        </a:srgbClr>
                      </a:gs>
                      <a:gs pos="50000">
                        <a:srgbClr val="FF33CC">
                          <a:tint val="44500"/>
                          <a:satMod val="160000"/>
                        </a:srgbClr>
                      </a:gs>
                      <a:gs pos="100000">
                        <a:srgbClr val="FF33CC">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800" b="1">
                      <a:effectLst>
                        <a:outerShdw blurRad="38100" dist="38100" dir="2700000" algn="tl">
                          <a:srgbClr val="000000">
                            <a:alpha val="43137"/>
                          </a:srgbClr>
                        </a:outerShdw>
                      </a:effectLst>
                      <a:latin typeface="+mn-lt"/>
                      <a:ea typeface="楷体" pitchFamily="49" charset="-122"/>
                    </a:endParaRPr>
                  </a:p>
                </p:txBody>
              </p:sp>
              <p:sp>
                <p:nvSpPr>
                  <p:cNvPr id="1092" name="Text Box 53"/>
                  <p:cNvSpPr txBox="1">
                    <a:spLocks noChangeArrowheads="1"/>
                  </p:cNvSpPr>
                  <p:nvPr/>
                </p:nvSpPr>
                <p:spPr bwMode="auto">
                  <a:xfrm>
                    <a:off x="2267" y="374"/>
                    <a:ext cx="5020" cy="16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effectLst>
                          <a:outerShdw blurRad="38100" dist="38100" dir="2700000" algn="tl">
                            <a:srgbClr val="000000">
                              <a:alpha val="43137"/>
                            </a:srgbClr>
                          </a:outerShdw>
                        </a:effectLst>
                        <a:latin typeface="+mn-lt"/>
                        <a:ea typeface="楷体" pitchFamily="49" charset="-122"/>
                        <a:cs typeface="宋体" pitchFamily="2" charset="-122"/>
                      </a:rPr>
                      <a:t>|t| ≥ 10</a:t>
                    </a:r>
                    <a:r>
                      <a:rPr kumimoji="0" lang="en-US" altLang="zh-CN" sz="1800" b="1" baseline="30000" dirty="0">
                        <a:effectLst>
                          <a:outerShdw blurRad="38100" dist="38100" dir="2700000" algn="tl">
                            <a:srgbClr val="000000">
                              <a:alpha val="43137"/>
                            </a:srgbClr>
                          </a:outerShdw>
                        </a:effectLst>
                        <a:latin typeface="+mn-lt"/>
                        <a:ea typeface="楷体" pitchFamily="49" charset="-122"/>
                        <a:cs typeface="宋体" pitchFamily="2" charset="-122"/>
                      </a:rPr>
                      <a:t>-6</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1094" name="组合 1094"/>
                <p:cNvGrpSpPr>
                  <a:grpSpLocks/>
                </p:cNvGrpSpPr>
                <p:nvPr/>
              </p:nvGrpSpPr>
              <p:grpSpPr bwMode="auto">
                <a:xfrm>
                  <a:off x="2110" y="374"/>
                  <a:ext cx="7618" cy="2142"/>
                  <a:chOff x="490" y="374"/>
                  <a:chExt cx="9635" cy="2142"/>
                </a:xfrm>
              </p:grpSpPr>
              <p:sp>
                <p:nvSpPr>
                  <p:cNvPr id="1095" name="Rectangle 49"/>
                  <p:cNvSpPr>
                    <a:spLocks noChangeArrowheads="1"/>
                  </p:cNvSpPr>
                  <p:nvPr/>
                </p:nvSpPr>
                <p:spPr bwMode="auto">
                  <a:xfrm>
                    <a:off x="490" y="521"/>
                    <a:ext cx="9635" cy="1995"/>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800" b="1">
                      <a:effectLst>
                        <a:outerShdw blurRad="38100" dist="38100" dir="2700000" algn="tl">
                          <a:srgbClr val="000000">
                            <a:alpha val="43137"/>
                          </a:srgbClr>
                        </a:outerShdw>
                      </a:effectLst>
                      <a:latin typeface="+mn-lt"/>
                      <a:ea typeface="楷体" pitchFamily="49" charset="-122"/>
                    </a:endParaRPr>
                  </a:p>
                </p:txBody>
              </p:sp>
              <p:sp>
                <p:nvSpPr>
                  <p:cNvPr id="1096" name="Text Box 53"/>
                  <p:cNvSpPr txBox="1">
                    <a:spLocks noChangeArrowheads="1"/>
                  </p:cNvSpPr>
                  <p:nvPr/>
                </p:nvSpPr>
                <p:spPr bwMode="auto">
                  <a:xfrm>
                    <a:off x="1303" y="374"/>
                    <a:ext cx="8227" cy="18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effectLst>
                          <a:outerShdw blurRad="38100" dist="38100" dir="2700000" algn="tl">
                            <a:srgbClr val="000000">
                              <a:alpha val="43137"/>
                            </a:srgbClr>
                          </a:outerShdw>
                        </a:effectLst>
                        <a:latin typeface="+mn-lt"/>
                        <a:ea typeface="楷体" pitchFamily="49" charset="-122"/>
                        <a:cs typeface="宋体" pitchFamily="2" charset="-122"/>
                      </a:rPr>
                      <a:t> pi = 0, t = 1</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1105" name="组合 1105"/>
                <p:cNvGrpSpPr>
                  <a:grpSpLocks/>
                </p:cNvGrpSpPr>
                <p:nvPr/>
              </p:nvGrpSpPr>
              <p:grpSpPr bwMode="auto">
                <a:xfrm>
                  <a:off x="1939" y="11911"/>
                  <a:ext cx="8154" cy="2199"/>
                  <a:chOff x="-184" y="252"/>
                  <a:chExt cx="8156" cy="2202"/>
                </a:xfrm>
              </p:grpSpPr>
              <p:sp>
                <p:nvSpPr>
                  <p:cNvPr id="1101" name="Rectangle 49"/>
                  <p:cNvSpPr>
                    <a:spLocks noChangeArrowheads="1"/>
                  </p:cNvSpPr>
                  <p:nvPr/>
                </p:nvSpPr>
                <p:spPr bwMode="auto">
                  <a:xfrm>
                    <a:off x="0" y="460"/>
                    <a:ext cx="7617" cy="1994"/>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800" b="1">
                      <a:effectLst>
                        <a:outerShdw blurRad="38100" dist="38100" dir="2700000" algn="tl">
                          <a:srgbClr val="000000">
                            <a:alpha val="43137"/>
                          </a:srgbClr>
                        </a:outerShdw>
                      </a:effectLst>
                      <a:latin typeface="+mn-lt"/>
                      <a:ea typeface="楷体" pitchFamily="49" charset="-122"/>
                    </a:endParaRPr>
                  </a:p>
                </p:txBody>
              </p:sp>
              <p:sp>
                <p:nvSpPr>
                  <p:cNvPr id="1102" name="Text Box 53"/>
                  <p:cNvSpPr txBox="1">
                    <a:spLocks noChangeArrowheads="1"/>
                  </p:cNvSpPr>
                  <p:nvPr/>
                </p:nvSpPr>
                <p:spPr bwMode="auto">
                  <a:xfrm>
                    <a:off x="-184" y="252"/>
                    <a:ext cx="8156" cy="18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effectLst>
                          <a:outerShdw blurRad="38100" dist="38100" dir="2700000" algn="tl">
                            <a:srgbClr val="000000">
                              <a:alpha val="43137"/>
                            </a:srgbClr>
                          </a:outerShdw>
                        </a:effectLst>
                        <a:latin typeface="+mn-lt"/>
                        <a:ea typeface="楷体" pitchFamily="49" charset="-122"/>
                        <a:cs typeface="宋体" pitchFamily="2" charset="-122"/>
                      </a:rPr>
                      <a:t> pi += t, n += 2</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1106" name="组合 1106"/>
                <p:cNvGrpSpPr>
                  <a:grpSpLocks/>
                </p:cNvGrpSpPr>
                <p:nvPr/>
              </p:nvGrpSpPr>
              <p:grpSpPr bwMode="auto">
                <a:xfrm>
                  <a:off x="2117" y="15740"/>
                  <a:ext cx="7810" cy="2092"/>
                  <a:chOff x="0" y="552"/>
                  <a:chExt cx="7810" cy="2091"/>
                </a:xfrm>
              </p:grpSpPr>
              <p:sp>
                <p:nvSpPr>
                  <p:cNvPr id="1103" name="Rectangle 49"/>
                  <p:cNvSpPr>
                    <a:spLocks noChangeArrowheads="1"/>
                  </p:cNvSpPr>
                  <p:nvPr/>
                </p:nvSpPr>
                <p:spPr bwMode="auto">
                  <a:xfrm>
                    <a:off x="0" y="552"/>
                    <a:ext cx="7617" cy="1994"/>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800" b="1">
                      <a:effectLst>
                        <a:outerShdw blurRad="38100" dist="38100" dir="2700000" algn="tl">
                          <a:srgbClr val="000000">
                            <a:alpha val="43137"/>
                          </a:srgbClr>
                        </a:outerShdw>
                      </a:effectLst>
                      <a:latin typeface="+mn-lt"/>
                      <a:ea typeface="楷体" pitchFamily="49" charset="-122"/>
                    </a:endParaRPr>
                  </a:p>
                </p:txBody>
              </p:sp>
              <p:sp>
                <p:nvSpPr>
                  <p:cNvPr id="1104" name="Text Box 53"/>
                  <p:cNvSpPr txBox="1">
                    <a:spLocks noChangeArrowheads="1"/>
                  </p:cNvSpPr>
                  <p:nvPr/>
                </p:nvSpPr>
                <p:spPr bwMode="auto">
                  <a:xfrm>
                    <a:off x="237" y="595"/>
                    <a:ext cx="7573" cy="204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effectLst>
                          <a:outerShdw blurRad="38100" dist="38100" dir="2700000" algn="tl">
                            <a:srgbClr val="000000">
                              <a:alpha val="43137"/>
                            </a:srgbClr>
                          </a:outerShdw>
                        </a:effectLst>
                        <a:latin typeface="+mn-lt"/>
                        <a:ea typeface="楷体" pitchFamily="49" charset="-122"/>
                        <a:cs typeface="宋体" pitchFamily="2" charset="-122"/>
                      </a:rPr>
                      <a:t> s = -s, t = s/n</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sp>
              <p:nvSpPr>
                <p:cNvPr id="1107" name="Line 69"/>
                <p:cNvSpPr>
                  <a:spLocks noChangeShapeType="1"/>
                </p:cNvSpPr>
                <p:nvPr/>
              </p:nvSpPr>
              <p:spPr bwMode="auto">
                <a:xfrm>
                  <a:off x="5707" y="2485"/>
                  <a:ext cx="0" cy="156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800" b="1">
                    <a:effectLst>
                      <a:outerShdw blurRad="38100" dist="38100" dir="2700000" algn="tl">
                        <a:srgbClr val="000000">
                          <a:alpha val="43137"/>
                        </a:srgbClr>
                      </a:outerShdw>
                    </a:effectLst>
                    <a:latin typeface="+mn-lt"/>
                    <a:ea typeface="楷体" pitchFamily="49" charset="-122"/>
                  </a:endParaRPr>
                </a:p>
              </p:txBody>
            </p:sp>
            <p:sp>
              <p:nvSpPr>
                <p:cNvPr id="1110" name="Line 69"/>
                <p:cNvSpPr>
                  <a:spLocks noChangeShapeType="1"/>
                </p:cNvSpPr>
                <p:nvPr/>
              </p:nvSpPr>
              <p:spPr bwMode="auto">
                <a:xfrm>
                  <a:off x="5707" y="6136"/>
                  <a:ext cx="0" cy="156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800" b="1">
                    <a:effectLst>
                      <a:outerShdw blurRad="38100" dist="38100" dir="2700000" algn="tl">
                        <a:srgbClr val="000000">
                          <a:alpha val="43137"/>
                        </a:srgbClr>
                      </a:outerShdw>
                    </a:effectLst>
                    <a:latin typeface="+mn-lt"/>
                    <a:ea typeface="楷体" pitchFamily="49" charset="-122"/>
                  </a:endParaRPr>
                </a:p>
              </p:txBody>
            </p:sp>
            <p:sp>
              <p:nvSpPr>
                <p:cNvPr id="1111" name="Line 69"/>
                <p:cNvSpPr>
                  <a:spLocks noChangeShapeType="1"/>
                </p:cNvSpPr>
                <p:nvPr/>
              </p:nvSpPr>
              <p:spPr bwMode="auto">
                <a:xfrm>
                  <a:off x="5707" y="10555"/>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800" b="1">
                    <a:effectLst>
                      <a:outerShdw blurRad="38100" dist="38100" dir="2700000" algn="tl">
                        <a:srgbClr val="000000">
                          <a:alpha val="43137"/>
                        </a:srgbClr>
                      </a:outerShdw>
                    </a:effectLst>
                    <a:latin typeface="+mn-lt"/>
                    <a:ea typeface="楷体" pitchFamily="49" charset="-122"/>
                  </a:endParaRPr>
                </a:p>
              </p:txBody>
            </p:sp>
            <p:sp>
              <p:nvSpPr>
                <p:cNvPr id="1112" name="Line 69"/>
                <p:cNvSpPr>
                  <a:spLocks noChangeShapeType="1"/>
                </p:cNvSpPr>
                <p:nvPr/>
              </p:nvSpPr>
              <p:spPr bwMode="auto">
                <a:xfrm>
                  <a:off x="5676" y="14145"/>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800" b="1">
                    <a:effectLst>
                      <a:outerShdw blurRad="38100" dist="38100" dir="2700000" algn="tl">
                        <a:srgbClr val="000000">
                          <a:alpha val="43137"/>
                        </a:srgbClr>
                      </a:outerShdw>
                    </a:effectLst>
                    <a:latin typeface="+mn-lt"/>
                    <a:ea typeface="楷体" pitchFamily="49" charset="-122"/>
                  </a:endParaRPr>
                </a:p>
              </p:txBody>
            </p:sp>
            <p:grpSp>
              <p:nvGrpSpPr>
                <p:cNvPr id="1128" name="组合 1128"/>
                <p:cNvGrpSpPr>
                  <a:grpSpLocks/>
                </p:cNvGrpSpPr>
                <p:nvPr/>
              </p:nvGrpSpPr>
              <p:grpSpPr bwMode="auto">
                <a:xfrm>
                  <a:off x="0" y="6689"/>
                  <a:ext cx="5734" cy="12681"/>
                  <a:chOff x="0" y="0"/>
                  <a:chExt cx="5734" cy="12681"/>
                </a:xfrm>
              </p:grpSpPr>
              <p:sp>
                <p:nvSpPr>
                  <p:cNvPr id="1113" name="Line 69"/>
                  <p:cNvSpPr>
                    <a:spLocks noChangeShapeType="1"/>
                  </p:cNvSpPr>
                  <p:nvPr/>
                </p:nvSpPr>
                <p:spPr bwMode="auto">
                  <a:xfrm>
                    <a:off x="5695" y="11119"/>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800" b="1">
                      <a:effectLst>
                        <a:outerShdw blurRad="38100" dist="38100" dir="2700000" algn="tl">
                          <a:srgbClr val="000000">
                            <a:alpha val="43137"/>
                          </a:srgbClr>
                        </a:outerShdw>
                      </a:effectLst>
                      <a:latin typeface="+mn-lt"/>
                      <a:ea typeface="楷体" pitchFamily="49" charset="-122"/>
                    </a:endParaRPr>
                  </a:p>
                </p:txBody>
              </p:sp>
              <p:sp>
                <p:nvSpPr>
                  <p:cNvPr id="1114" name="Line 18"/>
                  <p:cNvSpPr>
                    <a:spLocks noChangeShapeType="1"/>
                  </p:cNvSpPr>
                  <p:nvPr/>
                </p:nvSpPr>
                <p:spPr bwMode="auto">
                  <a:xfrm flipH="1">
                    <a:off x="19" y="12561"/>
                    <a:ext cx="5715"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b="1">
                      <a:effectLst>
                        <a:outerShdw blurRad="38100" dist="38100" dir="2700000" algn="tl">
                          <a:srgbClr val="000000">
                            <a:alpha val="43137"/>
                          </a:srgbClr>
                        </a:outerShdw>
                      </a:effectLst>
                      <a:latin typeface="+mn-lt"/>
                      <a:ea typeface="楷体" pitchFamily="49" charset="-122"/>
                    </a:endParaRPr>
                  </a:p>
                </p:txBody>
              </p:sp>
              <p:sp>
                <p:nvSpPr>
                  <p:cNvPr id="1115" name="Line 19"/>
                  <p:cNvSpPr>
                    <a:spLocks noChangeShapeType="1"/>
                  </p:cNvSpPr>
                  <p:nvPr/>
                </p:nvSpPr>
                <p:spPr bwMode="auto">
                  <a:xfrm>
                    <a:off x="19" y="11"/>
                    <a:ext cx="0" cy="12533"/>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b="1">
                      <a:effectLst>
                        <a:outerShdw blurRad="38100" dist="38100" dir="2700000" algn="tl">
                          <a:srgbClr val="000000">
                            <a:alpha val="43137"/>
                          </a:srgbClr>
                        </a:outerShdw>
                      </a:effectLst>
                      <a:latin typeface="+mn-lt"/>
                      <a:ea typeface="楷体" pitchFamily="49" charset="-122"/>
                    </a:endParaRPr>
                  </a:p>
                </p:txBody>
              </p:sp>
              <p:sp>
                <p:nvSpPr>
                  <p:cNvPr id="1116" name="Line 17"/>
                  <p:cNvSpPr>
                    <a:spLocks noChangeShapeType="1"/>
                  </p:cNvSpPr>
                  <p:nvPr/>
                </p:nvSpPr>
                <p:spPr bwMode="auto">
                  <a:xfrm rot="-5400000">
                    <a:off x="2858" y="-2858"/>
                    <a:ext cx="0" cy="571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800" b="1">
                      <a:effectLst>
                        <a:outerShdw blurRad="38100" dist="38100" dir="2700000" algn="tl">
                          <a:srgbClr val="000000">
                            <a:alpha val="43137"/>
                          </a:srgbClr>
                        </a:outerShdw>
                      </a:effectLst>
                      <a:latin typeface="+mn-lt"/>
                      <a:ea typeface="楷体" pitchFamily="49" charset="-122"/>
                    </a:endParaRPr>
                  </a:p>
                </p:txBody>
              </p:sp>
            </p:grpSp>
            <p:grpSp>
              <p:nvGrpSpPr>
                <p:cNvPr id="1129" name="组合 1129"/>
                <p:cNvGrpSpPr>
                  <a:grpSpLocks/>
                </p:cNvGrpSpPr>
                <p:nvPr/>
              </p:nvGrpSpPr>
              <p:grpSpPr bwMode="auto">
                <a:xfrm>
                  <a:off x="9788" y="9144"/>
                  <a:ext cx="3621" cy="2946"/>
                  <a:chOff x="0" y="0"/>
                  <a:chExt cx="362078" cy="294644"/>
                </a:xfrm>
              </p:grpSpPr>
              <p:sp>
                <p:nvSpPr>
                  <p:cNvPr id="1122" name="Line 61"/>
                  <p:cNvSpPr>
                    <a:spLocks noChangeShapeType="1"/>
                  </p:cNvSpPr>
                  <p:nvPr/>
                </p:nvSpPr>
                <p:spPr bwMode="auto">
                  <a:xfrm>
                    <a:off x="0" y="0"/>
                    <a:ext cx="362078"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b="1">
                      <a:effectLst>
                        <a:outerShdw blurRad="38100" dist="38100" dir="2700000" algn="tl">
                          <a:srgbClr val="000000">
                            <a:alpha val="43137"/>
                          </a:srgbClr>
                        </a:outerShdw>
                      </a:effectLst>
                      <a:latin typeface="+mn-lt"/>
                      <a:ea typeface="楷体" pitchFamily="49" charset="-122"/>
                    </a:endParaRPr>
                  </a:p>
                </p:txBody>
              </p:sp>
              <p:sp>
                <p:nvSpPr>
                  <p:cNvPr id="1123" name="Line 62"/>
                  <p:cNvSpPr>
                    <a:spLocks noChangeShapeType="1"/>
                  </p:cNvSpPr>
                  <p:nvPr/>
                </p:nvSpPr>
                <p:spPr bwMode="auto">
                  <a:xfrm>
                    <a:off x="362078" y="0"/>
                    <a:ext cx="0" cy="294644"/>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800" b="1">
                      <a:effectLst>
                        <a:outerShdw blurRad="38100" dist="38100" dir="2700000" algn="tl">
                          <a:srgbClr val="000000">
                            <a:alpha val="43137"/>
                          </a:srgbClr>
                        </a:outerShdw>
                      </a:effectLst>
                      <a:latin typeface="+mn-lt"/>
                      <a:ea typeface="楷体" pitchFamily="49" charset="-122"/>
                    </a:endParaRPr>
                  </a:p>
                </p:txBody>
              </p:sp>
            </p:grpSp>
            <p:sp>
              <p:nvSpPr>
                <p:cNvPr id="1124" name="Line 69"/>
                <p:cNvSpPr>
                  <a:spLocks noChangeShapeType="1"/>
                </p:cNvSpPr>
                <p:nvPr/>
              </p:nvSpPr>
              <p:spPr bwMode="auto">
                <a:xfrm>
                  <a:off x="13286" y="14084"/>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800" b="1">
                    <a:effectLst>
                      <a:outerShdw blurRad="38100" dist="38100" dir="2700000" algn="tl">
                        <a:srgbClr val="000000">
                          <a:alpha val="43137"/>
                        </a:srgbClr>
                      </a:outerShdw>
                    </a:effectLst>
                    <a:latin typeface="+mn-lt"/>
                    <a:ea typeface="楷体" pitchFamily="49" charset="-122"/>
                  </a:endParaRPr>
                </a:p>
              </p:txBody>
            </p:sp>
            <p:grpSp>
              <p:nvGrpSpPr>
                <p:cNvPr id="1127" name="组合 1127"/>
                <p:cNvGrpSpPr>
                  <a:grpSpLocks/>
                </p:cNvGrpSpPr>
                <p:nvPr/>
              </p:nvGrpSpPr>
              <p:grpSpPr bwMode="auto">
                <a:xfrm>
                  <a:off x="10463" y="15654"/>
                  <a:ext cx="5715" cy="2037"/>
                  <a:chOff x="0" y="374"/>
                  <a:chExt cx="5715" cy="2036"/>
                </a:xfrm>
              </p:grpSpPr>
              <p:sp>
                <p:nvSpPr>
                  <p:cNvPr id="1125" name="AutoShape 65"/>
                  <p:cNvSpPr>
                    <a:spLocks noChangeArrowheads="1"/>
                  </p:cNvSpPr>
                  <p:nvPr/>
                </p:nvSpPr>
                <p:spPr bwMode="auto">
                  <a:xfrm>
                    <a:off x="0" y="429"/>
                    <a:ext cx="5715" cy="1981"/>
                  </a:xfrm>
                  <a:prstGeom prst="flowChartTerminator">
                    <a:avLst/>
                  </a:prstGeom>
                  <a:gradFill flip="none" rotWithShape="1">
                    <a:gsLst>
                      <a:gs pos="0">
                        <a:srgbClr val="C00000">
                          <a:tint val="66000"/>
                          <a:satMod val="160000"/>
                        </a:srgbClr>
                      </a:gs>
                      <a:gs pos="50000">
                        <a:srgbClr val="C00000">
                          <a:tint val="44500"/>
                          <a:satMod val="160000"/>
                        </a:srgbClr>
                      </a:gs>
                      <a:gs pos="100000">
                        <a:srgbClr val="C000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800" b="1">
                      <a:effectLst>
                        <a:outerShdw blurRad="38100" dist="38100" dir="2700000" algn="tl">
                          <a:srgbClr val="000000">
                            <a:alpha val="43137"/>
                          </a:srgbClr>
                        </a:outerShdw>
                      </a:effectLst>
                      <a:latin typeface="+mn-lt"/>
                      <a:ea typeface="楷体" pitchFamily="49" charset="-122"/>
                    </a:endParaRPr>
                  </a:p>
                </p:txBody>
              </p:sp>
              <p:sp>
                <p:nvSpPr>
                  <p:cNvPr id="1126" name="Text Box 66"/>
                  <p:cNvSpPr txBox="1">
                    <a:spLocks noChangeArrowheads="1"/>
                  </p:cNvSpPr>
                  <p:nvPr/>
                </p:nvSpPr>
                <p:spPr bwMode="auto">
                  <a:xfrm>
                    <a:off x="1455" y="374"/>
                    <a:ext cx="3140" cy="192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800" b="1" dirty="0">
                        <a:effectLst>
                          <a:outerShdw blurRad="38100" dist="38100" dir="2700000" algn="tl">
                            <a:srgbClr val="000000">
                              <a:alpha val="43137"/>
                            </a:srgbClr>
                          </a:outerShdw>
                        </a:effectLst>
                        <a:latin typeface="+mn-lt"/>
                        <a:ea typeface="楷体" pitchFamily="49" charset="-122"/>
                        <a:cs typeface="宋体" pitchFamily="2" charset="-122"/>
                      </a:rPr>
                      <a:t>结束</a:t>
                    </a:r>
                  </a:p>
                </p:txBody>
              </p:sp>
            </p:grpSp>
          </p:grpSp>
        </p:grpSp>
      </p:grpSp>
      <p:grpSp>
        <p:nvGrpSpPr>
          <p:cNvPr id="1175" name="组合 1175"/>
          <p:cNvGrpSpPr>
            <a:grpSpLocks/>
          </p:cNvGrpSpPr>
          <p:nvPr/>
        </p:nvGrpSpPr>
        <p:grpSpPr bwMode="auto">
          <a:xfrm>
            <a:off x="6827001" y="2024750"/>
            <a:ext cx="3517471" cy="2829434"/>
            <a:chOff x="0" y="490"/>
            <a:chExt cx="17871" cy="12847"/>
          </a:xfrm>
        </p:grpSpPr>
        <p:sp>
          <p:nvSpPr>
            <p:cNvPr id="1140" name="Rectangle 545"/>
            <p:cNvSpPr>
              <a:spLocks noChangeArrowheads="1"/>
            </p:cNvSpPr>
            <p:nvPr/>
          </p:nvSpPr>
          <p:spPr bwMode="auto">
            <a:xfrm>
              <a:off x="61" y="490"/>
              <a:ext cx="17779" cy="12847"/>
            </a:xfrm>
            <a:prstGeom prst="rect">
              <a:avLst/>
            </a:prstGeom>
            <a:gradFill flip="none" rotWithShape="1">
              <a:gsLst>
                <a:gs pos="0">
                  <a:srgbClr val="FFFFCD">
                    <a:shade val="30000"/>
                    <a:satMod val="115000"/>
                  </a:srgbClr>
                </a:gs>
                <a:gs pos="50000">
                  <a:srgbClr val="FFFFCD">
                    <a:shade val="67500"/>
                    <a:satMod val="115000"/>
                  </a:srgbClr>
                </a:gs>
                <a:gs pos="100000">
                  <a:srgbClr val="FFFFCD">
                    <a:shade val="100000"/>
                    <a:satMod val="115000"/>
                  </a:srgbClr>
                </a:gs>
              </a:gsLst>
              <a:lin ang="13500000" scaled="1"/>
              <a:tileRect/>
            </a:gradFill>
            <a:ln w="19050">
              <a:solidFill>
                <a:srgbClr val="3366CC"/>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800" b="1">
                <a:effectLst>
                  <a:outerShdw blurRad="38100" dist="38100" dir="2700000" algn="tl">
                    <a:srgbClr val="000000">
                      <a:alpha val="43137"/>
                    </a:srgbClr>
                  </a:outerShdw>
                </a:effectLst>
                <a:latin typeface="+mn-lt"/>
                <a:ea typeface="楷体" pitchFamily="49" charset="-122"/>
              </a:endParaRPr>
            </a:p>
          </p:txBody>
        </p:sp>
        <p:grpSp>
          <p:nvGrpSpPr>
            <p:cNvPr id="1174" name="组合 1174"/>
            <p:cNvGrpSpPr>
              <a:grpSpLocks/>
            </p:cNvGrpSpPr>
            <p:nvPr/>
          </p:nvGrpSpPr>
          <p:grpSpPr bwMode="auto">
            <a:xfrm>
              <a:off x="0" y="654"/>
              <a:ext cx="17871" cy="12316"/>
              <a:chOff x="0" y="654"/>
              <a:chExt cx="17871" cy="12316"/>
            </a:xfrm>
          </p:grpSpPr>
          <p:grpSp>
            <p:nvGrpSpPr>
              <p:cNvPr id="1173" name="组合 1173"/>
              <p:cNvGrpSpPr>
                <a:grpSpLocks/>
              </p:cNvGrpSpPr>
              <p:nvPr/>
            </p:nvGrpSpPr>
            <p:grpSpPr bwMode="auto">
              <a:xfrm>
                <a:off x="0" y="654"/>
                <a:ext cx="17871" cy="10545"/>
                <a:chOff x="0" y="654"/>
                <a:chExt cx="17871" cy="10545"/>
              </a:xfrm>
            </p:grpSpPr>
            <p:sp>
              <p:nvSpPr>
                <p:cNvPr id="1141" name="Line 615"/>
                <p:cNvSpPr>
                  <a:spLocks noChangeShapeType="1"/>
                </p:cNvSpPr>
                <p:nvPr/>
              </p:nvSpPr>
              <p:spPr bwMode="auto">
                <a:xfrm>
                  <a:off x="0" y="2669"/>
                  <a:ext cx="17782"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800" b="1">
                    <a:effectLst>
                      <a:outerShdw blurRad="38100" dist="38100" dir="2700000" algn="tl">
                        <a:srgbClr val="000000">
                          <a:alpha val="43137"/>
                        </a:srgbClr>
                      </a:outerShdw>
                    </a:effectLst>
                    <a:latin typeface="+mn-lt"/>
                    <a:ea typeface="楷体" pitchFamily="49" charset="-122"/>
                  </a:endParaRPr>
                </a:p>
              </p:txBody>
            </p:sp>
            <p:sp>
              <p:nvSpPr>
                <p:cNvPr id="1143" name="Line 628"/>
                <p:cNvSpPr>
                  <a:spLocks noChangeShapeType="1"/>
                </p:cNvSpPr>
                <p:nvPr/>
              </p:nvSpPr>
              <p:spPr bwMode="auto">
                <a:xfrm>
                  <a:off x="30" y="11199"/>
                  <a:ext cx="17752"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800" b="1">
                    <a:effectLst>
                      <a:outerShdw blurRad="38100" dist="38100" dir="2700000" algn="tl">
                        <a:srgbClr val="000000">
                          <a:alpha val="43137"/>
                        </a:srgbClr>
                      </a:outerShdw>
                    </a:effectLst>
                    <a:latin typeface="+mn-lt"/>
                    <a:ea typeface="楷体" pitchFamily="49" charset="-122"/>
                  </a:endParaRPr>
                </a:p>
              </p:txBody>
            </p:sp>
            <p:sp>
              <p:nvSpPr>
                <p:cNvPr id="1145" name="Line 635"/>
                <p:cNvSpPr>
                  <a:spLocks noChangeShapeType="1"/>
                </p:cNvSpPr>
                <p:nvPr/>
              </p:nvSpPr>
              <p:spPr bwMode="auto">
                <a:xfrm>
                  <a:off x="2301" y="6996"/>
                  <a:ext cx="0" cy="4203"/>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800" b="1">
                    <a:effectLst>
                      <a:outerShdw blurRad="38100" dist="38100" dir="2700000" algn="tl">
                        <a:srgbClr val="000000">
                          <a:alpha val="43137"/>
                        </a:srgbClr>
                      </a:outerShdw>
                    </a:effectLst>
                    <a:latin typeface="+mn-lt"/>
                    <a:ea typeface="楷体" pitchFamily="49" charset="-122"/>
                  </a:endParaRPr>
                </a:p>
              </p:txBody>
            </p:sp>
            <p:sp>
              <p:nvSpPr>
                <p:cNvPr id="1146" name="Line 640"/>
                <p:cNvSpPr>
                  <a:spLocks noChangeShapeType="1"/>
                </p:cNvSpPr>
                <p:nvPr/>
              </p:nvSpPr>
              <p:spPr bwMode="auto">
                <a:xfrm>
                  <a:off x="2270" y="6996"/>
                  <a:ext cx="15570"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800" b="1">
                    <a:effectLst>
                      <a:outerShdw blurRad="38100" dist="38100" dir="2700000" algn="tl">
                        <a:srgbClr val="000000">
                          <a:alpha val="43137"/>
                        </a:srgbClr>
                      </a:outerShdw>
                    </a:effectLst>
                    <a:latin typeface="+mn-lt"/>
                    <a:ea typeface="楷体" pitchFamily="49" charset="-122"/>
                  </a:endParaRPr>
                </a:p>
              </p:txBody>
            </p:sp>
            <p:sp>
              <p:nvSpPr>
                <p:cNvPr id="1153" name="Text Box 612"/>
                <p:cNvSpPr txBox="1">
                  <a:spLocks noChangeArrowheads="1"/>
                </p:cNvSpPr>
                <p:nvPr/>
              </p:nvSpPr>
              <p:spPr bwMode="auto">
                <a:xfrm>
                  <a:off x="5525" y="654"/>
                  <a:ext cx="7590" cy="1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effectLst>
                        <a:outerShdw blurRad="38100" dist="38100" dir="2700000" algn="tl">
                          <a:srgbClr val="000000">
                            <a:alpha val="43137"/>
                          </a:srgbClr>
                        </a:outerShdw>
                      </a:effectLst>
                      <a:latin typeface="+mn-lt"/>
                      <a:ea typeface="楷体" pitchFamily="49" charset="-122"/>
                      <a:cs typeface="宋体" pitchFamily="2" charset="-122"/>
                    </a:rPr>
                    <a:t>pi = 0, t = 1</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166" name="Line 615"/>
                <p:cNvSpPr>
                  <a:spLocks noChangeShapeType="1"/>
                </p:cNvSpPr>
                <p:nvPr/>
              </p:nvSpPr>
              <p:spPr bwMode="auto">
                <a:xfrm>
                  <a:off x="30" y="4848"/>
                  <a:ext cx="17783"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800" b="1">
                    <a:effectLst>
                      <a:outerShdw blurRad="38100" dist="38100" dir="2700000" algn="tl">
                        <a:srgbClr val="000000">
                          <a:alpha val="43137"/>
                        </a:srgbClr>
                      </a:outerShdw>
                    </a:effectLst>
                    <a:latin typeface="+mn-lt"/>
                    <a:ea typeface="楷体" pitchFamily="49" charset="-122"/>
                  </a:endParaRPr>
                </a:p>
              </p:txBody>
            </p:sp>
            <p:sp>
              <p:nvSpPr>
                <p:cNvPr id="1167" name="Text Box 612"/>
                <p:cNvSpPr txBox="1">
                  <a:spLocks noChangeArrowheads="1"/>
                </p:cNvSpPr>
                <p:nvPr/>
              </p:nvSpPr>
              <p:spPr bwMode="auto">
                <a:xfrm>
                  <a:off x="5432" y="2616"/>
                  <a:ext cx="7833" cy="174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effectLst>
                        <a:outerShdw blurRad="38100" dist="38100" dir="2700000" algn="tl">
                          <a:srgbClr val="000000">
                            <a:alpha val="43137"/>
                          </a:srgbClr>
                        </a:outerShdw>
                      </a:effectLst>
                      <a:latin typeface="+mn-lt"/>
                      <a:ea typeface="楷体" pitchFamily="49" charset="-122"/>
                      <a:cs typeface="宋体" pitchFamily="2" charset="-122"/>
                    </a:rPr>
                    <a:t>s = 1, n = 1.0</a:t>
                  </a:r>
                </a:p>
                <a:p>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168" name="Text Box 53"/>
                <p:cNvSpPr txBox="1">
                  <a:spLocks noChangeArrowheads="1"/>
                </p:cNvSpPr>
                <p:nvPr/>
              </p:nvSpPr>
              <p:spPr bwMode="auto">
                <a:xfrm>
                  <a:off x="337" y="4995"/>
                  <a:ext cx="6193" cy="143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8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当</a:t>
                  </a:r>
                  <a:r>
                    <a:rPr kumimoji="0" lang="en-US" altLang="zh-CN" sz="18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|t| ≥ 10</a:t>
                  </a:r>
                  <a:r>
                    <a:rPr kumimoji="0" lang="en-US" altLang="zh-CN" sz="1800" b="1" baseline="30000"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-6</a:t>
                  </a:r>
                  <a:endParaRPr kumimoji="0" lang="zh-CN" altLang="zh-CN" sz="18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169" name="Line 640"/>
                <p:cNvSpPr>
                  <a:spLocks noChangeShapeType="1"/>
                </p:cNvSpPr>
                <p:nvPr/>
              </p:nvSpPr>
              <p:spPr bwMode="auto">
                <a:xfrm>
                  <a:off x="2301" y="9113"/>
                  <a:ext cx="15570"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800" b="1">
                    <a:effectLst>
                      <a:outerShdw blurRad="38100" dist="38100" dir="2700000" algn="tl">
                        <a:srgbClr val="000000">
                          <a:alpha val="43137"/>
                        </a:srgbClr>
                      </a:outerShdw>
                    </a:effectLst>
                    <a:latin typeface="+mn-lt"/>
                    <a:ea typeface="楷体" pitchFamily="49" charset="-122"/>
                  </a:endParaRPr>
                </a:p>
              </p:txBody>
            </p:sp>
            <p:sp>
              <p:nvSpPr>
                <p:cNvPr id="1170" name="Text Box 53"/>
                <p:cNvSpPr txBox="1">
                  <a:spLocks noChangeArrowheads="1"/>
                </p:cNvSpPr>
                <p:nvPr/>
              </p:nvSpPr>
              <p:spPr bwMode="auto">
                <a:xfrm>
                  <a:off x="5155" y="7189"/>
                  <a:ext cx="9058" cy="163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effectLst>
                        <a:outerShdw blurRad="38100" dist="38100" dir="2700000" algn="tl">
                          <a:srgbClr val="000000">
                            <a:alpha val="43137"/>
                          </a:srgbClr>
                        </a:outerShdw>
                      </a:effectLst>
                      <a:latin typeface="+mn-lt"/>
                      <a:ea typeface="楷体" pitchFamily="49" charset="-122"/>
                      <a:cs typeface="宋体" pitchFamily="2" charset="-122"/>
                    </a:rPr>
                    <a:t> pi += t, n += 2</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171" name="Text Box 53"/>
                <p:cNvSpPr txBox="1">
                  <a:spLocks noChangeArrowheads="1"/>
                </p:cNvSpPr>
                <p:nvPr/>
              </p:nvSpPr>
              <p:spPr bwMode="auto">
                <a:xfrm>
                  <a:off x="5247" y="9155"/>
                  <a:ext cx="8813" cy="15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effectLst>
                        <a:outerShdw blurRad="38100" dist="38100" dir="2700000" algn="tl">
                          <a:srgbClr val="000000">
                            <a:alpha val="43137"/>
                          </a:srgbClr>
                        </a:outerShdw>
                      </a:effectLst>
                      <a:latin typeface="+mn-lt"/>
                      <a:ea typeface="楷体" pitchFamily="49" charset="-122"/>
                      <a:cs typeface="宋体" pitchFamily="2" charset="-122"/>
                    </a:rPr>
                    <a:t> s = -s, t = s/n</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sp>
            <p:nvSpPr>
              <p:cNvPr id="1172" name="Text Box 53"/>
              <p:cNvSpPr txBox="1">
                <a:spLocks noChangeArrowheads="1"/>
              </p:cNvSpPr>
              <p:nvPr/>
            </p:nvSpPr>
            <p:spPr bwMode="auto">
              <a:xfrm>
                <a:off x="6576" y="11316"/>
                <a:ext cx="5917" cy="165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effectLst>
                      <a:outerShdw blurRad="38100" dist="38100" dir="2700000" algn="tl">
                        <a:srgbClr val="000000">
                          <a:alpha val="43137"/>
                        </a:srgbClr>
                      </a:outerShdw>
                    </a:effectLst>
                    <a:latin typeface="+mn-lt"/>
                    <a:ea typeface="楷体" pitchFamily="49" charset="-122"/>
                    <a:cs typeface="宋体" pitchFamily="2" charset="-122"/>
                  </a:rPr>
                  <a:t> pi *= 4</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sp>
        <p:nvSpPr>
          <p:cNvPr id="69" name="TextBox 68"/>
          <p:cNvSpPr txBox="1"/>
          <p:nvPr/>
        </p:nvSpPr>
        <p:spPr>
          <a:xfrm>
            <a:off x="962483" y="548681"/>
            <a:ext cx="1928826" cy="461665"/>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zh-CN" altLang="en-US" b="1" dirty="0">
                <a:solidFill>
                  <a:srgbClr val="FF0000"/>
                </a:solidFill>
                <a:effectLst>
                  <a:outerShdw blurRad="38100" dist="38100" dir="2700000" algn="tl">
                    <a:srgbClr val="000000">
                      <a:alpha val="43137"/>
                    </a:srgbClr>
                  </a:outerShdw>
                </a:effectLst>
                <a:latin typeface="隶书" pitchFamily="49" charset="-122"/>
                <a:ea typeface="隶书" pitchFamily="49" charset="-122"/>
              </a:rPr>
              <a:t>算法流程图</a:t>
            </a:r>
          </a:p>
        </p:txBody>
      </p:sp>
      <p:graphicFrame>
        <p:nvGraphicFramePr>
          <p:cNvPr id="63" name="Object 9">
            <a:extLst>
              <a:ext uri="{FF2B5EF4-FFF2-40B4-BE49-F238E27FC236}">
                <a16:creationId xmlns:a16="http://schemas.microsoft.com/office/drawing/2014/main" id="{7C59E1B0-4EA7-4528-9BAB-D3CDF5E0CFF5}"/>
              </a:ext>
            </a:extLst>
          </p:cNvPr>
          <p:cNvGraphicFramePr>
            <a:graphicFrameLocks noChangeAspect="1"/>
          </p:cNvGraphicFramePr>
          <p:nvPr>
            <p:extLst>
              <p:ext uri="{D42A27DB-BD31-4B8C-83A1-F6EECF244321}">
                <p14:modId xmlns:p14="http://schemas.microsoft.com/office/powerpoint/2010/main" val="1971840810"/>
              </p:ext>
            </p:extLst>
          </p:nvPr>
        </p:nvGraphicFramePr>
        <p:xfrm>
          <a:off x="3839176" y="373511"/>
          <a:ext cx="4392612" cy="768350"/>
        </p:xfrm>
        <a:graphic>
          <a:graphicData uri="http://schemas.openxmlformats.org/presentationml/2006/ole">
            <mc:AlternateContent xmlns:mc="http://schemas.openxmlformats.org/markup-compatibility/2006">
              <mc:Choice xmlns:v="urn:schemas-microsoft-com:vml" Requires="v">
                <p:oleObj spid="_x0000_s951302" name="公式" r:id="rId6" imgW="1320480" imgH="393480" progId="">
                  <p:embed/>
                </p:oleObj>
              </mc:Choice>
              <mc:Fallback>
                <p:oleObj name="公式" r:id="rId6" imgW="1320480" imgH="393480" progId="">
                  <p:embed/>
                  <p:pic>
                    <p:nvPicPr>
                      <p:cNvPr id="950281"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39176" y="373511"/>
                        <a:ext cx="4392612" cy="768350"/>
                      </a:xfrm>
                      <a:prstGeom prst="rect">
                        <a:avLst/>
                      </a:prstGeom>
                      <a:noFill/>
                      <a:effectLst>
                        <a:outerShdw dist="35921" dir="2700000" algn="ctr" rotWithShape="0">
                          <a:srgbClr val="808080">
                            <a:alpha val="50000"/>
                          </a:srgbClr>
                        </a:outerShdw>
                      </a:effectLst>
                      <a:extLst>
                        <a:ext uri="{909E8E84-426E-40DD-AFC4-6F175D3DCCD1}">
                          <a14:hiddenFill xmlns:a14="http://schemas.microsoft.com/office/drawing/2010/main">
                            <a:solidFill>
                              <a:srgbClr val="CC00FF"/>
                            </a:solidFill>
                          </a14:hiddenFill>
                        </a:ext>
                      </a:extLst>
                    </p:spPr>
                  </p:pic>
                </p:oleObj>
              </mc:Fallback>
            </mc:AlternateContent>
          </a:graphicData>
        </a:graphic>
      </p:graphicFrame>
      <p:sp>
        <p:nvSpPr>
          <p:cNvPr id="950286" name="Rectangle 14" descr="信纸"/>
          <p:cNvSpPr>
            <a:spLocks noChangeArrowheads="1"/>
          </p:cNvSpPr>
          <p:nvPr/>
        </p:nvSpPr>
        <p:spPr bwMode="auto">
          <a:xfrm>
            <a:off x="2114729" y="286738"/>
            <a:ext cx="7264778" cy="6370975"/>
          </a:xfrm>
          <a:prstGeom prst="rect">
            <a:avLst/>
          </a:prstGeom>
          <a:blipFill dpi="0" rotWithShape="1">
            <a:blip r:embed="rId8" cstate="print"/>
            <a:srcRect/>
            <a:tile tx="0" ty="0" sx="100000" sy="100000" flip="none" algn="tl"/>
          </a:blipFill>
          <a:ln w="38100">
            <a:solidFill>
              <a:srgbClr val="008000"/>
            </a:solidFill>
            <a:miter lim="800000"/>
            <a:headEnd/>
            <a:tailEnd/>
          </a:ln>
          <a:effectLst>
            <a:outerShdw blurRad="50800" dist="107763" dir="2700000" algn="ctr" rotWithShape="0">
              <a:srgbClr val="000000">
                <a:alpha val="43000"/>
              </a:srgbClr>
            </a:outerShdw>
          </a:effectLst>
          <a:scene3d>
            <a:camera prst="orthographicFront"/>
            <a:lightRig rig="threePt" dir="t"/>
          </a:scene3d>
          <a:sp3d>
            <a:bevelT w="114300" prst="hardEdge"/>
          </a:sp3d>
        </p:spPr>
        <p:txBody>
          <a:bodyPr wrap="square" anchor="ctr">
            <a:spAutoFit/>
          </a:bodyPr>
          <a:lstStyle/>
          <a:p>
            <a:pPr indent="190500">
              <a:tabLst>
                <a:tab pos="800100" algn="l"/>
              </a:tabLst>
            </a:pPr>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a:t>
            </a:r>
          </a:p>
          <a:p>
            <a:pPr indent="190500">
              <a:tabLst>
                <a:tab pos="800100" algn="l"/>
              </a:tabLst>
            </a:pPr>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math.h</a:t>
            </a:r>
            <a:r>
              <a:rPr lang="en-US" altLang="zh-CN" b="1" dirty="0">
                <a:effectLst>
                  <a:outerShdw blurRad="38100" dist="38100" dir="2700000" algn="tl">
                    <a:srgbClr val="FFFFFF"/>
                  </a:outerShdw>
                </a:effectLst>
              </a:rPr>
              <a:t>&gt;</a:t>
            </a:r>
          </a:p>
          <a:p>
            <a:pPr indent="190500">
              <a:tabLst>
                <a:tab pos="800100" algn="l"/>
              </a:tabLst>
            </a:pPr>
            <a:r>
              <a:rPr lang="en-US" altLang="zh-CN" b="1" dirty="0" err="1">
                <a:solidFill>
                  <a:srgbClr val="CC3300"/>
                </a:solidFill>
                <a:effectLst>
                  <a:outerShdw blurRad="38100" dist="38100" dir="2700000" algn="tl">
                    <a:srgbClr val="000000"/>
                  </a:outerShdw>
                </a:effectLst>
              </a:rPr>
              <a:t>int</a:t>
            </a:r>
            <a:r>
              <a:rPr lang="en-US" altLang="zh-CN" b="1" dirty="0">
                <a:solidFill>
                  <a:srgbClr val="CC3300"/>
                </a:solidFill>
                <a:effectLst>
                  <a:outerShdw blurRad="38100" dist="38100" dir="2700000" algn="tl">
                    <a:srgbClr val="000000"/>
                  </a:outerShdw>
                </a:effectLst>
              </a:rPr>
              <a:t> main ( )</a:t>
            </a:r>
          </a:p>
          <a:p>
            <a:pPr indent="190500">
              <a:tabLst>
                <a:tab pos="800100" algn="l"/>
              </a:tabLst>
            </a:pPr>
            <a:r>
              <a:rPr lang="en-US" altLang="zh-CN" b="1" dirty="0">
                <a:effectLst>
                  <a:outerShdw blurRad="38100" dist="38100" dir="2700000" algn="tl">
                    <a:srgbClr val="FFFFFF"/>
                  </a:outerShdw>
                </a:effectLst>
              </a:rPr>
              <a:t>{</a:t>
            </a:r>
          </a:p>
          <a:p>
            <a:pPr indent="1905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s = 1;</a:t>
            </a:r>
          </a:p>
          <a:p>
            <a:pPr indent="190500">
              <a:tabLst>
                <a:tab pos="800100" algn="l"/>
              </a:tabLst>
            </a:pPr>
            <a:r>
              <a:rPr lang="en-US" altLang="zh-CN" b="1" dirty="0">
                <a:effectLst>
                  <a:outerShdw blurRad="38100" dist="38100" dir="2700000" algn="tl">
                    <a:srgbClr val="FFFFFF"/>
                  </a:outerShdw>
                </a:effectLst>
              </a:rPr>
              <a:t>  float n = 1.0, t = 1, pi = 0;</a:t>
            </a:r>
          </a:p>
          <a:p>
            <a:pPr indent="190500">
              <a:tabLst>
                <a:tab pos="800100" algn="l"/>
              </a:tabLst>
            </a:pPr>
            <a:r>
              <a:rPr lang="en-US" altLang="zh-CN" b="1" dirty="0">
                <a:effectLst>
                  <a:outerShdw blurRad="38100" dist="38100" dir="2700000" algn="tl">
                    <a:srgbClr val="FFFFFF"/>
                  </a:outerShdw>
                </a:effectLst>
              </a:rPr>
              <a:t>  while (</a:t>
            </a:r>
            <a:r>
              <a:rPr lang="en-US" altLang="zh-CN" b="1" dirty="0" err="1">
                <a:effectLst>
                  <a:outerShdw blurRad="38100" dist="38100" dir="2700000" algn="tl">
                    <a:srgbClr val="FFFFFF"/>
                  </a:outerShdw>
                </a:effectLst>
              </a:rPr>
              <a:t>fabs</a:t>
            </a:r>
            <a:r>
              <a:rPr lang="en-US" altLang="zh-CN" b="1" dirty="0">
                <a:effectLst>
                  <a:outerShdw blurRad="38100" dist="38100" dir="2700000" algn="tl">
                    <a:srgbClr val="FFFFFF"/>
                  </a:outerShdw>
                </a:effectLst>
              </a:rPr>
              <a:t>(t) &gt;= 1e-6)</a:t>
            </a:r>
          </a:p>
          <a:p>
            <a:pPr indent="190500">
              <a:tabLst>
                <a:tab pos="800100" algn="l"/>
              </a:tabLst>
            </a:pPr>
            <a:r>
              <a:rPr lang="en-US" altLang="zh-CN" b="1" dirty="0">
                <a:effectLst>
                  <a:outerShdw blurRad="38100" dist="38100" dir="2700000" algn="tl">
                    <a:srgbClr val="FFFFFF"/>
                  </a:outerShdw>
                </a:effectLst>
              </a:rPr>
              <a:t>  {</a:t>
            </a:r>
          </a:p>
          <a:p>
            <a:pPr indent="190500">
              <a:tabLst>
                <a:tab pos="800100" algn="l"/>
              </a:tabLst>
            </a:pPr>
            <a:r>
              <a:rPr lang="en-US" altLang="zh-CN" b="1" dirty="0">
                <a:effectLst>
                  <a:outerShdw blurRad="38100" dist="38100" dir="2700000" algn="tl">
                    <a:srgbClr val="FFFFFF"/>
                  </a:outerShdw>
                </a:effectLst>
              </a:rPr>
              <a:t>    pi += t;</a:t>
            </a:r>
          </a:p>
          <a:p>
            <a:pPr indent="190500">
              <a:tabLst>
                <a:tab pos="800100" algn="l"/>
              </a:tabLst>
            </a:pPr>
            <a:r>
              <a:rPr lang="en-US" altLang="zh-CN" b="1" dirty="0">
                <a:effectLst>
                  <a:outerShdw blurRad="38100" dist="38100" dir="2700000" algn="tl">
                    <a:srgbClr val="FFFFFF"/>
                  </a:outerShdw>
                </a:effectLst>
              </a:rPr>
              <a:t>    n += 2;</a:t>
            </a:r>
          </a:p>
          <a:p>
            <a:pPr indent="190500">
              <a:tabLst>
                <a:tab pos="800100" algn="l"/>
              </a:tabLst>
            </a:pPr>
            <a:r>
              <a:rPr lang="en-US" altLang="zh-CN" b="1" dirty="0">
                <a:effectLst>
                  <a:outerShdw blurRad="38100" dist="38100" dir="2700000" algn="tl">
                    <a:srgbClr val="FFFFFF"/>
                  </a:outerShdw>
                </a:effectLst>
              </a:rPr>
              <a:t>    s = -s;</a:t>
            </a:r>
          </a:p>
          <a:p>
            <a:pPr indent="190500">
              <a:tabLst>
                <a:tab pos="800100" algn="l"/>
              </a:tabLst>
            </a:pPr>
            <a:r>
              <a:rPr lang="en-US" altLang="zh-CN" b="1" dirty="0">
                <a:effectLst>
                  <a:outerShdw blurRad="38100" dist="38100" dir="2700000" algn="tl">
                    <a:srgbClr val="FFFFFF"/>
                  </a:outerShdw>
                </a:effectLst>
              </a:rPr>
              <a:t>    t = s / n;</a:t>
            </a:r>
          </a:p>
          <a:p>
            <a:pPr indent="190500">
              <a:tabLst>
                <a:tab pos="800100" algn="l"/>
              </a:tabLst>
            </a:pPr>
            <a:r>
              <a:rPr lang="en-US" altLang="zh-CN" b="1" dirty="0">
                <a:effectLst>
                  <a:outerShdw blurRad="38100" dist="38100" dir="2700000" algn="tl">
                    <a:srgbClr val="FFFFFF"/>
                  </a:outerShdw>
                </a:effectLst>
              </a:rPr>
              <a:t>  }</a:t>
            </a:r>
          </a:p>
          <a:p>
            <a:pPr indent="190500">
              <a:tabLst>
                <a:tab pos="800100" algn="l"/>
              </a:tabLst>
            </a:pPr>
            <a:r>
              <a:rPr lang="en-US" altLang="zh-CN" b="1" dirty="0">
                <a:effectLst>
                  <a:outerShdw blurRad="38100" dist="38100" dir="2700000" algn="tl">
                    <a:srgbClr val="FFFFFF"/>
                  </a:outerShdw>
                </a:effectLst>
              </a:rPr>
              <a:t>  pi *= 4;</a:t>
            </a:r>
          </a:p>
          <a:p>
            <a:pPr indent="1905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("pi = %.6f\n", pi);</a:t>
            </a:r>
          </a:p>
          <a:p>
            <a:pPr indent="190500">
              <a:tabLst>
                <a:tab pos="800100" algn="l"/>
              </a:tabLst>
            </a:pPr>
            <a:r>
              <a:rPr lang="en-US" altLang="zh-CN" b="1" dirty="0">
                <a:effectLst>
                  <a:outerShdw blurRad="38100" dist="38100" dir="2700000" algn="tl">
                    <a:srgbClr val="FFFFFF"/>
                  </a:outerShdw>
                </a:effectLst>
              </a:rPr>
              <a:t>  return 0;</a:t>
            </a:r>
          </a:p>
          <a:p>
            <a:pPr indent="190500">
              <a:tabLst>
                <a:tab pos="800100" algn="l"/>
              </a:tabLst>
            </a:pPr>
            <a:r>
              <a:rPr lang="en-US" altLang="zh-CN" b="1" dirty="0">
                <a:effectLst>
                  <a:outerShdw blurRad="38100" dist="38100" dir="2700000" algn="tl">
                    <a:srgbClr val="FFFFFF"/>
                  </a:outerShdw>
                </a:effectLst>
              </a:rPr>
              <a:t>}</a:t>
            </a:r>
          </a:p>
        </p:txBody>
      </p:sp>
      <p:sp>
        <p:nvSpPr>
          <p:cNvPr id="950287" name="Text Box 15"/>
          <p:cNvSpPr txBox="1">
            <a:spLocks noChangeArrowheads="1"/>
          </p:cNvSpPr>
          <p:nvPr/>
        </p:nvSpPr>
        <p:spPr bwMode="auto">
          <a:xfrm>
            <a:off x="6384032" y="5448593"/>
            <a:ext cx="2665412" cy="935037"/>
          </a:xfrm>
          <a:prstGeom prst="rect">
            <a:avLst/>
          </a:prstGeom>
          <a:solidFill>
            <a:srgbClr val="FFFFFF"/>
          </a:solidFill>
          <a:ln w="38100">
            <a:solidFill>
              <a:srgbClr val="FF00FF"/>
            </a:solidFill>
            <a:miter lim="800000"/>
            <a:headEnd/>
            <a:tailEnd/>
          </a:ln>
          <a:effectLst>
            <a:outerShdw blurRad="50800" dist="107763" dir="2700000" algn="ctr" rotWithShape="0">
              <a:srgbClr val="000000">
                <a:alpha val="43000"/>
              </a:srgbClr>
            </a:outerShdw>
          </a:effectLst>
          <a:scene3d>
            <a:camera prst="orthographicFront"/>
            <a:lightRig rig="threePt" dir="t"/>
          </a:scene3d>
          <a:sp3d>
            <a:bevelT w="114300" prst="hardEdge"/>
          </a:sp3d>
        </p:spPr>
        <p:txBody>
          <a:bodyPr/>
          <a:lstStyle/>
          <a:p>
            <a:pPr algn="just"/>
            <a:r>
              <a:rPr lang="zh-CN" altLang="en-US" b="1" dirty="0">
                <a:solidFill>
                  <a:srgbClr val="FF3300"/>
                </a:solidFill>
                <a:effectLst>
                  <a:outerShdw blurRad="38100" dist="38100" dir="2700000" algn="tl">
                    <a:srgbClr val="C0C0C0"/>
                  </a:outerShdw>
                </a:effectLst>
                <a:ea typeface="隶书" pitchFamily="49" charset="-122"/>
              </a:rPr>
              <a:t>运行结果：</a:t>
            </a:r>
          </a:p>
          <a:p>
            <a:pPr algn="just"/>
            <a:r>
              <a:rPr lang="en-US" altLang="zh-CN" b="1" dirty="0">
                <a:solidFill>
                  <a:srgbClr val="0033CC"/>
                </a:solidFill>
                <a:effectLst>
                  <a:outerShdw blurRad="38100" dist="38100" dir="2700000" algn="tl">
                    <a:srgbClr val="C0C0C0"/>
                  </a:outerShdw>
                </a:effectLst>
              </a:rPr>
              <a:t>pi = 3.141594</a:t>
            </a:r>
          </a:p>
        </p:txBody>
      </p:sp>
    </p:spTree>
  </p:cSld>
  <p:clrMapOvr>
    <a:masterClrMapping/>
  </p:clrMapOvr>
  <p:transition>
    <p:cover/>
    <p:sndAc>
      <p:stSnd>
        <p:snd r:embed="rId4"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box(in)">
                                      <p:cBhvr>
                                        <p:cTn id="7" dur="500"/>
                                        <p:tgtEl>
                                          <p:spTgt spid="69"/>
                                        </p:tgtEl>
                                      </p:cBhvr>
                                    </p:animEffect>
                                  </p:childTnLst>
                                  <p:subTnLst>
                                    <p:audio>
                                      <p:cMediaNode>
                                        <p:cTn display="0" masterRel="sameClick">
                                          <p:stCondLst>
                                            <p:cond evt="begin" delay="0">
                                              <p:tn val="5"/>
                                            </p:cond>
                                          </p:stCondLst>
                                          <p:endCondLst>
                                            <p:cond evt="onStopAudio" delay="0">
                                              <p:tgtEl>
                                                <p:sldTgt/>
                                              </p:tgtEl>
                                            </p:cond>
                                          </p:endCondLst>
                                        </p:cTn>
                                        <p:tgtEl>
                                          <p:sndTgt r:embed="rId4"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strips(downRight)">
                                      <p:cBhvr>
                                        <p:cTn id="12" dur="500"/>
                                        <p:tgtEl>
                                          <p:spTgt spid="63"/>
                                        </p:tgtEl>
                                      </p:cBhvr>
                                    </p:animEffect>
                                  </p:childTnLst>
                                  <p:subTnLst>
                                    <p:audio>
                                      <p:cMediaNode>
                                        <p:cTn display="0" masterRel="sameClick">
                                          <p:stCondLst>
                                            <p:cond evt="begin" delay="0">
                                              <p:tn val="10"/>
                                            </p:cond>
                                          </p:stCondLst>
                                          <p:endCondLst>
                                            <p:cond evt="onStopAudio" delay="0">
                                              <p:tgtEl>
                                                <p:sldTgt/>
                                              </p:tgtEl>
                                            </p:cond>
                                          </p:endCondLst>
                                        </p:cTn>
                                        <p:tgtEl>
                                          <p:sndTgt r:embed="rId4"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132"/>
                                        </p:tgtEl>
                                        <p:attrNameLst>
                                          <p:attrName>style.visibility</p:attrName>
                                        </p:attrNameLst>
                                      </p:cBhvr>
                                      <p:to>
                                        <p:strVal val="visible"/>
                                      </p:to>
                                    </p:set>
                                    <p:animEffect transition="in" filter="strips(downRight)">
                                      <p:cBhvr>
                                        <p:cTn id="17" dur="500"/>
                                        <p:tgtEl>
                                          <p:spTgt spid="1132"/>
                                        </p:tgtEl>
                                      </p:cBhvr>
                                    </p:animEffect>
                                  </p:childTnLst>
                                  <p:subTnLst>
                                    <p:audio>
                                      <p:cMediaNode>
                                        <p:cTn display="0" masterRel="sameClick">
                                          <p:stCondLst>
                                            <p:cond evt="begin" delay="0">
                                              <p:tn val="15"/>
                                            </p:cond>
                                          </p:stCondLst>
                                          <p:endCondLst>
                                            <p:cond evt="onStopAudio" delay="0">
                                              <p:tgtEl>
                                                <p:sldTgt/>
                                              </p:tgtEl>
                                            </p:cond>
                                          </p:endCondLst>
                                        </p:cTn>
                                        <p:tgtEl>
                                          <p:sndTgt r:embed="rId5" name="chimes.wav"/>
                                        </p:tgtEl>
                                      </p:cMediaNode>
                                    </p:audio>
                                  </p:sub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1175"/>
                                        </p:tgtEl>
                                        <p:attrNameLst>
                                          <p:attrName>style.visibility</p:attrName>
                                        </p:attrNameLst>
                                      </p:cBhvr>
                                      <p:to>
                                        <p:strVal val="visible"/>
                                      </p:to>
                                    </p:set>
                                    <p:animEffect transition="in" filter="strips(downRight)">
                                      <p:cBhvr>
                                        <p:cTn id="22" dur="500"/>
                                        <p:tgtEl>
                                          <p:spTgt spid="1175"/>
                                        </p:tgtEl>
                                      </p:cBhvr>
                                    </p:animEffect>
                                  </p:childTnLst>
                                  <p:subTnLst>
                                    <p:audio>
                                      <p:cMediaNode>
                                        <p:cTn display="0" masterRel="sameClick">
                                          <p:stCondLst>
                                            <p:cond evt="begin" delay="0">
                                              <p:tn val="20"/>
                                            </p:cond>
                                          </p:stCondLst>
                                          <p:endCondLst>
                                            <p:cond evt="onStopAudio" delay="0">
                                              <p:tgtEl>
                                                <p:sldTgt/>
                                              </p:tgtEl>
                                            </p:cond>
                                          </p:endCondLst>
                                        </p:cTn>
                                        <p:tgtEl>
                                          <p:sndTgt r:embed="rId5" name="chimes.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950286"/>
                                        </p:tgtEl>
                                        <p:attrNameLst>
                                          <p:attrName>style.visibility</p:attrName>
                                        </p:attrNameLst>
                                      </p:cBhvr>
                                      <p:to>
                                        <p:strVal val="visible"/>
                                      </p:to>
                                    </p:set>
                                    <p:animEffect transition="in" filter="box(out)">
                                      <p:cBhvr>
                                        <p:cTn id="27" dur="500"/>
                                        <p:tgtEl>
                                          <p:spTgt spid="950286"/>
                                        </p:tgtEl>
                                      </p:cBhvr>
                                    </p:animEffect>
                                  </p:childTnLst>
                                  <p:subTnLst>
                                    <p:audio>
                                      <p:cMediaNode>
                                        <p:cTn display="0" masterRel="sameClick">
                                          <p:stCondLst>
                                            <p:cond evt="begin" delay="0">
                                              <p:tn val="25"/>
                                            </p:cond>
                                          </p:stCondLst>
                                          <p:endCondLst>
                                            <p:cond evt="onStopAudio" delay="0">
                                              <p:tgtEl>
                                                <p:sldTgt/>
                                              </p:tgtEl>
                                            </p:cond>
                                          </p:endCondLst>
                                        </p:cTn>
                                        <p:tgtEl>
                                          <p:sndTgt r:embed="rId4"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950287"/>
                                        </p:tgtEl>
                                        <p:attrNameLst>
                                          <p:attrName>style.visibility</p:attrName>
                                        </p:attrNameLst>
                                      </p:cBhvr>
                                      <p:to>
                                        <p:strVal val="visible"/>
                                      </p:to>
                                    </p:set>
                                    <p:animEffect transition="in" filter="box(out)">
                                      <p:cBhvr>
                                        <p:cTn id="32" dur="500"/>
                                        <p:tgtEl>
                                          <p:spTgt spid="950287"/>
                                        </p:tgtEl>
                                      </p:cBhvr>
                                    </p:animEffect>
                                  </p:childTnLst>
                                  <p:subTnLst>
                                    <p:audio>
                                      <p:cMediaNode>
                                        <p:cTn display="0" masterRel="sameClick">
                                          <p:stCondLst>
                                            <p:cond evt="begin" delay="0">
                                              <p:tn val="30"/>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p:bldP spid="950286" grpId="0" animBg="1"/>
      <p:bldP spid="950287"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2326" name="Rectangle 6"/>
          <p:cNvSpPr>
            <a:spLocks noChangeArrowheads="1"/>
          </p:cNvSpPr>
          <p:nvPr/>
        </p:nvSpPr>
        <p:spPr bwMode="auto">
          <a:xfrm>
            <a:off x="459196" y="163513"/>
            <a:ext cx="8280400" cy="457200"/>
          </a:xfrm>
          <a:prstGeom prst="rect">
            <a:avLst/>
          </a:prstGeom>
          <a:noFill/>
          <a:ln w="9525">
            <a:noFill/>
            <a:miter lim="800000"/>
            <a:headEnd/>
            <a:tailEnd/>
          </a:ln>
          <a:effectLst/>
        </p:spPr>
        <p:txBody>
          <a:bodyPr>
            <a:spAutoFit/>
          </a:bodyPr>
          <a:lstStyle/>
          <a:p>
            <a:pPr marL="457200" indent="-457200"/>
            <a:r>
              <a:rPr lang="en-US" altLang="zh-CN" b="1">
                <a:solidFill>
                  <a:srgbClr val="FF33CC"/>
                </a:solidFill>
                <a:effectLst>
                  <a:outerShdw blurRad="38100" dist="38100" dir="2700000" algn="tl">
                    <a:srgbClr val="000000"/>
                  </a:outerShdw>
                </a:effectLst>
                <a:latin typeface="隶书" pitchFamily="49" charset="-122"/>
                <a:ea typeface="隶书" pitchFamily="49" charset="-122"/>
              </a:rPr>
              <a:t> 【</a:t>
            </a:r>
            <a:r>
              <a:rPr lang="zh-CN" altLang="en-US" b="1">
                <a:solidFill>
                  <a:srgbClr val="FF33CC"/>
                </a:solidFill>
                <a:effectLst>
                  <a:outerShdw blurRad="38100" dist="38100" dir="2700000" algn="tl">
                    <a:srgbClr val="000000"/>
                  </a:outerShdw>
                </a:effectLst>
                <a:latin typeface="隶书" pitchFamily="49" charset="-122"/>
                <a:ea typeface="隶书" pitchFamily="49" charset="-122"/>
              </a:rPr>
              <a:t>例</a:t>
            </a:r>
            <a:r>
              <a:rPr lang="en-US" altLang="zh-CN" b="1">
                <a:solidFill>
                  <a:srgbClr val="FF33CC"/>
                </a:solidFill>
                <a:effectLst>
                  <a:outerShdw blurRad="38100" dist="38100" dir="2700000" algn="tl">
                    <a:srgbClr val="000000"/>
                  </a:outerShdw>
                </a:effectLst>
                <a:latin typeface="隶书" pitchFamily="49" charset="-122"/>
                <a:ea typeface="隶书" pitchFamily="49" charset="-122"/>
              </a:rPr>
              <a:t>】</a:t>
            </a:r>
            <a:r>
              <a:rPr lang="zh-CN" altLang="en-US" b="1">
                <a:solidFill>
                  <a:srgbClr val="FF33CC"/>
                </a:solidFill>
                <a:effectLst>
                  <a:outerShdw blurRad="38100" dist="38100" dir="2700000" algn="tl">
                    <a:srgbClr val="000000"/>
                  </a:outerShdw>
                </a:effectLst>
                <a:latin typeface="隶书" pitchFamily="49" charset="-122"/>
                <a:ea typeface="隶书" pitchFamily="49" charset="-122"/>
              </a:rPr>
              <a:t>打印大小可变的菱形图案（下面菱形的大小是</a:t>
            </a:r>
            <a:r>
              <a:rPr lang="en-US" altLang="zh-CN" b="1">
                <a:solidFill>
                  <a:srgbClr val="FF33CC"/>
                </a:solidFill>
                <a:effectLst>
                  <a:outerShdw blurRad="38100" dist="38100" dir="2700000" algn="tl">
                    <a:srgbClr val="000000"/>
                  </a:outerShdw>
                </a:effectLst>
                <a:latin typeface="隶书" pitchFamily="49" charset="-122"/>
                <a:ea typeface="隶书" pitchFamily="49" charset="-122"/>
              </a:rPr>
              <a:t>7</a:t>
            </a:r>
            <a:r>
              <a:rPr lang="zh-CN" altLang="en-US" b="1">
                <a:solidFill>
                  <a:srgbClr val="FF33CC"/>
                </a:solidFill>
                <a:effectLst>
                  <a:outerShdw blurRad="38100" dist="38100" dir="2700000" algn="tl">
                    <a:srgbClr val="000000"/>
                  </a:outerShdw>
                </a:effectLst>
                <a:latin typeface="隶书" pitchFamily="49" charset="-122"/>
                <a:ea typeface="隶书" pitchFamily="49" charset="-122"/>
              </a:rPr>
              <a:t>）。</a:t>
            </a:r>
          </a:p>
        </p:txBody>
      </p:sp>
      <p:sp>
        <p:nvSpPr>
          <p:cNvPr id="952330" name="Text Box 10"/>
          <p:cNvSpPr txBox="1">
            <a:spLocks noChangeArrowheads="1"/>
          </p:cNvSpPr>
          <p:nvPr/>
        </p:nvSpPr>
        <p:spPr bwMode="auto">
          <a:xfrm>
            <a:off x="4799633" y="692697"/>
            <a:ext cx="2376487" cy="2665413"/>
          </a:xfrm>
          <a:prstGeom prst="rect">
            <a:avLst/>
          </a:prstGeom>
          <a:gradFill rotWithShape="1">
            <a:gsLst>
              <a:gs pos="0">
                <a:srgbClr val="00FFFF"/>
              </a:gs>
              <a:gs pos="100000">
                <a:srgbClr val="00FFFF">
                  <a:gamma/>
                  <a:shade val="75686"/>
                  <a:invGamma/>
                </a:srgbClr>
              </a:gs>
            </a:gsLst>
            <a:lin ang="5400000" scaled="1"/>
          </a:gradFill>
          <a:ln w="28575" cap="rnd">
            <a:solidFill>
              <a:srgbClr val="FF33CC"/>
            </a:solidFill>
            <a:prstDash val="sysDot"/>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a:lstStyle/>
          <a:p>
            <a:pPr algn="just"/>
            <a:r>
              <a:rPr lang="en-US" altLang="zh-CN" sz="2000" dirty="0"/>
              <a:t>              </a:t>
            </a:r>
            <a:r>
              <a:rPr lang="en-US" altLang="zh-CN" b="1" dirty="0">
                <a:effectLst>
                  <a:outerShdw blurRad="38100" dist="38100" dir="2700000" algn="tl">
                    <a:srgbClr val="FFFFFF"/>
                  </a:outerShdw>
                </a:effectLst>
              </a:rPr>
              <a:t>﹡</a:t>
            </a:r>
          </a:p>
          <a:p>
            <a:pPr algn="just"/>
            <a:r>
              <a:rPr lang="en-US" altLang="zh-CN" b="1" dirty="0">
                <a:effectLst>
                  <a:outerShdw blurRad="38100" dist="38100" dir="2700000" algn="tl">
                    <a:srgbClr val="FFFFFF"/>
                  </a:outerShdw>
                </a:effectLst>
              </a:rPr>
              <a:t>        ﹡﹡﹡</a:t>
            </a:r>
          </a:p>
          <a:p>
            <a:pPr algn="just"/>
            <a:r>
              <a:rPr lang="en-US" altLang="zh-CN" b="1" dirty="0">
                <a:effectLst>
                  <a:outerShdw blurRad="38100" dist="38100" dir="2700000" algn="tl">
                    <a:srgbClr val="FFFFFF"/>
                  </a:outerShdw>
                </a:effectLst>
              </a:rPr>
              <a:t>    ﹡﹡﹡﹡﹡</a:t>
            </a:r>
          </a:p>
          <a:p>
            <a:pPr algn="just"/>
            <a:r>
              <a:rPr lang="en-US" altLang="zh-CN" b="1" dirty="0">
                <a:effectLst>
                  <a:outerShdw blurRad="38100" dist="38100" dir="2700000" algn="tl">
                    <a:srgbClr val="FFFFFF"/>
                  </a:outerShdw>
                </a:effectLst>
              </a:rPr>
              <a:t>﹡﹡﹡﹡﹡﹡﹡</a:t>
            </a:r>
          </a:p>
          <a:p>
            <a:pPr algn="just"/>
            <a:r>
              <a:rPr lang="en-US" altLang="zh-CN" b="1" dirty="0">
                <a:effectLst>
                  <a:outerShdw blurRad="38100" dist="38100" dir="2700000" algn="tl">
                    <a:srgbClr val="FFFFFF"/>
                  </a:outerShdw>
                </a:effectLst>
              </a:rPr>
              <a:t>    ﹡﹡﹡﹡﹡</a:t>
            </a:r>
          </a:p>
          <a:p>
            <a:pPr algn="just"/>
            <a:r>
              <a:rPr lang="en-US" altLang="zh-CN" b="1" dirty="0">
                <a:effectLst>
                  <a:outerShdw blurRad="38100" dist="38100" dir="2700000" algn="tl">
                    <a:srgbClr val="FFFFFF"/>
                  </a:outerShdw>
                </a:effectLst>
              </a:rPr>
              <a:t>        ﹡﹡﹡</a:t>
            </a:r>
          </a:p>
          <a:p>
            <a:pPr algn="just"/>
            <a:r>
              <a:rPr lang="en-US" altLang="zh-CN" b="1" dirty="0">
                <a:effectLst>
                  <a:outerShdw blurRad="38100" dist="38100" dir="2700000" algn="tl">
                    <a:srgbClr val="FFFFFF"/>
                  </a:outerShdw>
                </a:effectLst>
              </a:rPr>
              <a:t>            ﹡</a:t>
            </a:r>
          </a:p>
          <a:p>
            <a:endParaRPr lang="en-US" altLang="zh-CN" dirty="0"/>
          </a:p>
        </p:txBody>
      </p:sp>
      <p:sp>
        <p:nvSpPr>
          <p:cNvPr id="952331" name="Rectangle 11"/>
          <p:cNvSpPr>
            <a:spLocks noChangeArrowheads="1"/>
          </p:cNvSpPr>
          <p:nvPr/>
        </p:nvSpPr>
        <p:spPr bwMode="auto">
          <a:xfrm>
            <a:off x="767408" y="3987181"/>
            <a:ext cx="11017224" cy="2214004"/>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indent="266700">
              <a:lnSpc>
                <a:spcPts val="2800"/>
              </a:lnSpc>
            </a:pPr>
            <a:r>
              <a:rPr lang="zh-CN" altLang="en-US" sz="2000" b="1" u="sng" dirty="0">
                <a:solidFill>
                  <a:srgbClr val="CC3300"/>
                </a:solidFill>
                <a:effectLst>
                  <a:outerShdw blurRad="38100" dist="38100" dir="2700000" algn="tl">
                    <a:srgbClr val="000000"/>
                  </a:outerShdw>
                </a:effectLst>
                <a:ea typeface="楷体" pitchFamily="49" charset="-122"/>
              </a:rPr>
              <a:t>问题分析：</a:t>
            </a:r>
          </a:p>
          <a:p>
            <a:pPr indent="266700">
              <a:lnSpc>
                <a:spcPts val="2800"/>
              </a:lnSpc>
            </a:pPr>
            <a:r>
              <a:rPr lang="zh-CN" altLang="en-US" sz="2000" b="1" dirty="0">
                <a:effectLst>
                  <a:outerShdw blurRad="38100" dist="38100" dir="2700000" algn="tl">
                    <a:srgbClr val="FFFFFF"/>
                  </a:outerShdw>
                </a:effectLst>
                <a:ea typeface="楷体" pitchFamily="49" charset="-122"/>
              </a:rPr>
              <a:t>    菱形的大小</a:t>
            </a:r>
            <a:r>
              <a:rPr lang="en-US" altLang="zh-CN" sz="2000" b="1" dirty="0">
                <a:effectLst>
                  <a:outerShdw blurRad="38100" dist="38100" dir="2700000" algn="tl">
                    <a:srgbClr val="FFFFFF"/>
                  </a:outerShdw>
                </a:effectLst>
                <a:ea typeface="楷体" pitchFamily="49" charset="-122"/>
              </a:rPr>
              <a:t>size</a:t>
            </a:r>
            <a:r>
              <a:rPr lang="zh-CN" altLang="en-US" sz="2000" b="1" dirty="0">
                <a:effectLst>
                  <a:outerShdw blurRad="38100" dist="38100" dir="2700000" algn="tl">
                    <a:srgbClr val="FFFFFF"/>
                  </a:outerShdw>
                </a:effectLst>
                <a:ea typeface="楷体" pitchFamily="49" charset="-122"/>
              </a:rPr>
              <a:t>其实就是中间行中*号的个数，也是整个菱形的行数，其值必须是奇数。</a:t>
            </a:r>
          </a:p>
          <a:p>
            <a:pPr indent="266700">
              <a:lnSpc>
                <a:spcPts val="2800"/>
              </a:lnSpc>
            </a:pPr>
            <a:r>
              <a:rPr lang="zh-CN" altLang="en-US" sz="2000" b="1" dirty="0">
                <a:effectLst>
                  <a:outerShdw blurRad="38100" dist="38100" dir="2700000" algn="tl">
                    <a:srgbClr val="FFFFFF"/>
                  </a:outerShdw>
                </a:effectLst>
                <a:ea typeface="楷体" pitchFamily="49" charset="-122"/>
              </a:rPr>
              <a:t>    </a:t>
            </a:r>
            <a:r>
              <a:rPr lang="zh-CN" altLang="en-US" sz="2000" b="1" dirty="0">
                <a:solidFill>
                  <a:srgbClr val="FF33CC"/>
                </a:solidFill>
                <a:effectLst>
                  <a:outerShdw blurRad="38100" dist="38100" dir="2700000" algn="tl">
                    <a:srgbClr val="000000"/>
                  </a:outerShdw>
                </a:effectLst>
                <a:ea typeface="楷体" pitchFamily="49" charset="-122"/>
              </a:rPr>
              <a:t>问题的关键之一</a:t>
            </a:r>
            <a:r>
              <a:rPr lang="zh-CN" altLang="en-US" sz="2000" b="1" dirty="0">
                <a:effectLst>
                  <a:outerShdw blurRad="38100" dist="38100" dir="2700000" algn="tl">
                    <a:srgbClr val="FFFFFF"/>
                  </a:outerShdw>
                </a:effectLst>
                <a:ea typeface="楷体" pitchFamily="49" charset="-122"/>
              </a:rPr>
              <a:t>是如何确定每行中*号的个数。经过分析得知：当行数</a:t>
            </a:r>
            <a:r>
              <a:rPr lang="en-US" altLang="zh-CN" sz="2000" b="1" dirty="0" err="1">
                <a:effectLst>
                  <a:outerShdw blurRad="38100" dist="38100" dir="2700000" algn="tl">
                    <a:srgbClr val="FFFFFF"/>
                  </a:outerShdw>
                </a:effectLst>
                <a:ea typeface="楷体" pitchFamily="49" charset="-122"/>
              </a:rPr>
              <a:t>i</a:t>
            </a:r>
            <a:r>
              <a:rPr lang="zh-CN" altLang="en-US" sz="2000" b="1" dirty="0">
                <a:effectLst>
                  <a:outerShdw blurRad="38100" dist="38100" dir="2700000" algn="tl">
                    <a:srgbClr val="FFFFFF"/>
                  </a:outerShdw>
                </a:effectLst>
                <a:ea typeface="楷体" pitchFamily="49" charset="-122"/>
              </a:rPr>
              <a:t>（假设最上面的一行为第</a:t>
            </a:r>
            <a:r>
              <a:rPr lang="en-US" altLang="zh-CN" sz="2000" b="1" dirty="0">
                <a:effectLst>
                  <a:outerShdw blurRad="38100" dist="38100" dir="2700000" algn="tl">
                    <a:srgbClr val="FFFFFF"/>
                  </a:outerShdw>
                </a:effectLst>
                <a:ea typeface="楷体" pitchFamily="49" charset="-122"/>
              </a:rPr>
              <a:t>1</a:t>
            </a:r>
            <a:r>
              <a:rPr lang="zh-CN" altLang="en-US" sz="2000" b="1" dirty="0">
                <a:effectLst>
                  <a:outerShdw blurRad="38100" dist="38100" dir="2700000" algn="tl">
                    <a:srgbClr val="FFFFFF"/>
                  </a:outerShdw>
                </a:effectLst>
                <a:ea typeface="楷体" pitchFamily="49" charset="-122"/>
              </a:rPr>
              <a:t>行）≦ </a:t>
            </a:r>
            <a:r>
              <a:rPr lang="en-US" altLang="zh-CN" sz="2000" b="1" dirty="0">
                <a:effectLst>
                  <a:outerShdw blurRad="38100" dist="38100" dir="2700000" algn="tl">
                    <a:srgbClr val="FFFFFF"/>
                  </a:outerShdw>
                </a:effectLst>
                <a:ea typeface="楷体" pitchFamily="49" charset="-122"/>
              </a:rPr>
              <a:t>(size+1)/2</a:t>
            </a:r>
            <a:r>
              <a:rPr lang="zh-CN" altLang="en-US" sz="2000" b="1" dirty="0">
                <a:effectLst>
                  <a:outerShdw blurRad="38100" dist="38100" dir="2700000" algn="tl">
                    <a:srgbClr val="FFFFFF"/>
                  </a:outerShdw>
                </a:effectLst>
                <a:ea typeface="楷体" pitchFamily="49" charset="-122"/>
              </a:rPr>
              <a:t>时，该行上的*号个数为</a:t>
            </a:r>
            <a:r>
              <a:rPr lang="en-US" altLang="zh-CN" sz="2000" b="1" dirty="0">
                <a:effectLst>
                  <a:outerShdw blurRad="38100" dist="38100" dir="2700000" algn="tl">
                    <a:srgbClr val="FFFFFF"/>
                  </a:outerShdw>
                </a:effectLst>
                <a:ea typeface="楷体" pitchFamily="49" charset="-122"/>
              </a:rPr>
              <a:t>n = 2*i-1</a:t>
            </a:r>
            <a:r>
              <a:rPr lang="zh-CN" altLang="en-US" sz="2000" b="1" dirty="0">
                <a:effectLst>
                  <a:outerShdw blurRad="38100" dist="38100" dir="2700000" algn="tl">
                    <a:srgbClr val="FFFFFF"/>
                  </a:outerShdw>
                </a:effectLst>
                <a:ea typeface="楷体" pitchFamily="49" charset="-122"/>
              </a:rPr>
              <a:t>，否则</a:t>
            </a:r>
            <a:r>
              <a:rPr lang="en-US" altLang="zh-CN" sz="2000" b="1" dirty="0">
                <a:effectLst>
                  <a:outerShdw blurRad="38100" dist="38100" dir="2700000" algn="tl">
                    <a:srgbClr val="FFFFFF"/>
                  </a:outerShdw>
                </a:effectLst>
                <a:ea typeface="楷体" pitchFamily="49" charset="-122"/>
              </a:rPr>
              <a:t>n = 2*( size-i+1)-1</a:t>
            </a:r>
            <a:r>
              <a:rPr lang="zh-CN" altLang="en-US" sz="2000" b="1" dirty="0">
                <a:effectLst>
                  <a:outerShdw blurRad="38100" dist="38100" dir="2700000" algn="tl">
                    <a:srgbClr val="FFFFFF"/>
                  </a:outerShdw>
                </a:effectLst>
                <a:ea typeface="楷体" pitchFamily="49" charset="-122"/>
              </a:rPr>
              <a:t>。</a:t>
            </a:r>
          </a:p>
          <a:p>
            <a:pPr indent="266700">
              <a:lnSpc>
                <a:spcPts val="2800"/>
              </a:lnSpc>
            </a:pPr>
            <a:r>
              <a:rPr lang="zh-CN" altLang="en-US" sz="2000" b="1" dirty="0">
                <a:effectLst>
                  <a:outerShdw blurRad="38100" dist="38100" dir="2700000" algn="tl">
                    <a:srgbClr val="FFFFFF"/>
                  </a:outerShdw>
                </a:effectLst>
                <a:ea typeface="楷体" pitchFamily="49" charset="-122"/>
              </a:rPr>
              <a:t>    </a:t>
            </a:r>
            <a:r>
              <a:rPr lang="zh-CN" altLang="en-US" sz="2000" b="1" dirty="0">
                <a:solidFill>
                  <a:srgbClr val="FF33CC"/>
                </a:solidFill>
                <a:effectLst>
                  <a:outerShdw blurRad="38100" dist="38100" dir="2700000" algn="tl">
                    <a:srgbClr val="000000"/>
                  </a:outerShdw>
                </a:effectLst>
                <a:ea typeface="楷体" pitchFamily="49" charset="-122"/>
              </a:rPr>
              <a:t>问题的关键之二</a:t>
            </a:r>
            <a:r>
              <a:rPr lang="zh-CN" altLang="en-US" sz="2000" b="1" dirty="0">
                <a:effectLst>
                  <a:outerShdw blurRad="38100" dist="38100" dir="2700000" algn="tl">
                    <a:srgbClr val="FFFFFF"/>
                  </a:outerShdw>
                </a:effectLst>
                <a:ea typeface="楷体" pitchFamily="49" charset="-122"/>
              </a:rPr>
              <a:t>是如何确定每行显示的第一个*号的位置，也就是显示第一个*号之前应显示多少个空格。经过分析得知：每行应显示的空格数为</a:t>
            </a:r>
            <a:r>
              <a:rPr lang="en-US" altLang="zh-CN" sz="2000" b="1" dirty="0">
                <a:effectLst>
                  <a:outerShdw blurRad="38100" dist="38100" dir="2700000" algn="tl">
                    <a:srgbClr val="FFFFFF"/>
                  </a:outerShdw>
                </a:effectLst>
                <a:ea typeface="楷体" pitchFamily="49" charset="-122"/>
              </a:rPr>
              <a:t>m = (size - n) / 2</a:t>
            </a:r>
            <a:r>
              <a:rPr lang="zh-CN" altLang="en-US" sz="2000" b="1" dirty="0">
                <a:effectLst>
                  <a:outerShdw blurRad="38100" dist="38100" dir="2700000" algn="tl">
                    <a:srgbClr val="FFFFFF"/>
                  </a:outerShdw>
                </a:effectLst>
                <a:ea typeface="楷体" pitchFamily="49" charset="-122"/>
              </a:rPr>
              <a:t>个。</a:t>
            </a:r>
            <a:r>
              <a:rPr lang="zh-CN" altLang="en-US" sz="2000" dirty="0">
                <a:ea typeface="楷体" pitchFamily="49" charset="-122"/>
              </a:rPr>
              <a:t> </a:t>
            </a:r>
          </a:p>
        </p:txBody>
      </p:sp>
      <p:grpSp>
        <p:nvGrpSpPr>
          <p:cNvPr id="952334" name="Group 14"/>
          <p:cNvGrpSpPr>
            <a:grpSpLocks/>
          </p:cNvGrpSpPr>
          <p:nvPr/>
        </p:nvGrpSpPr>
        <p:grpSpPr bwMode="auto">
          <a:xfrm>
            <a:off x="-9117" y="0"/>
            <a:ext cx="446088" cy="6858000"/>
            <a:chOff x="0" y="0"/>
            <a:chExt cx="281" cy="4320"/>
          </a:xfrm>
        </p:grpSpPr>
        <p:sp>
          <p:nvSpPr>
            <p:cNvPr id="952335" name="Text Box 1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52336" name="Text Box 1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52331"/>
                                        </p:tgtEl>
                                        <p:attrNameLst>
                                          <p:attrName>style.visibility</p:attrName>
                                        </p:attrNameLst>
                                      </p:cBhvr>
                                      <p:to>
                                        <p:strVal val="visible"/>
                                      </p:to>
                                    </p:set>
                                    <p:animEffect transition="in" filter="box(out)">
                                      <p:cBhvr>
                                        <p:cTn id="7" dur="500"/>
                                        <p:tgtEl>
                                          <p:spTgt spid="952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31" grpId="0" animBg="1"/>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14"/>
          <p:cNvGrpSpPr>
            <a:grpSpLocks/>
          </p:cNvGrpSpPr>
          <p:nvPr/>
        </p:nvGrpSpPr>
        <p:grpSpPr bwMode="auto">
          <a:xfrm>
            <a:off x="-9117" y="0"/>
            <a:ext cx="446088" cy="6858000"/>
            <a:chOff x="0" y="0"/>
            <a:chExt cx="281" cy="4320"/>
          </a:xfrm>
        </p:grpSpPr>
        <p:sp>
          <p:nvSpPr>
            <p:cNvPr id="952335" name="Text Box 1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52336" name="Text Box 1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grpSp>
        <p:nvGrpSpPr>
          <p:cNvPr id="1188" name="组合 1188"/>
          <p:cNvGrpSpPr>
            <a:grpSpLocks/>
          </p:cNvGrpSpPr>
          <p:nvPr/>
        </p:nvGrpSpPr>
        <p:grpSpPr bwMode="auto">
          <a:xfrm>
            <a:off x="1271464" y="760218"/>
            <a:ext cx="4681522" cy="5549103"/>
            <a:chOff x="0" y="156"/>
            <a:chExt cx="25120" cy="36478"/>
          </a:xfrm>
        </p:grpSpPr>
        <p:sp>
          <p:nvSpPr>
            <p:cNvPr id="1165" name="Line 19"/>
            <p:cNvSpPr>
              <a:spLocks noChangeShapeType="1"/>
            </p:cNvSpPr>
            <p:nvPr/>
          </p:nvSpPr>
          <p:spPr bwMode="auto">
            <a:xfrm>
              <a:off x="21693" y="6443"/>
              <a:ext cx="0" cy="12529"/>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1186" name="组合 1186"/>
            <p:cNvGrpSpPr>
              <a:grpSpLocks/>
            </p:cNvGrpSpPr>
            <p:nvPr/>
          </p:nvGrpSpPr>
          <p:grpSpPr bwMode="auto">
            <a:xfrm>
              <a:off x="0" y="156"/>
              <a:ext cx="25120" cy="36478"/>
              <a:chOff x="0" y="156"/>
              <a:chExt cx="25120" cy="36478"/>
            </a:xfrm>
          </p:grpSpPr>
          <p:grpSp>
            <p:nvGrpSpPr>
              <p:cNvPr id="1181" name="组合 1181"/>
              <p:cNvGrpSpPr>
                <a:grpSpLocks/>
              </p:cNvGrpSpPr>
              <p:nvPr/>
            </p:nvGrpSpPr>
            <p:grpSpPr bwMode="auto">
              <a:xfrm>
                <a:off x="0" y="20957"/>
                <a:ext cx="20665" cy="15677"/>
                <a:chOff x="0" y="0"/>
                <a:chExt cx="20665" cy="15676"/>
              </a:xfrm>
            </p:grpSpPr>
            <p:grpSp>
              <p:nvGrpSpPr>
                <p:cNvPr id="1151" name="组合 1151"/>
                <p:cNvGrpSpPr>
                  <a:grpSpLocks/>
                </p:cNvGrpSpPr>
                <p:nvPr/>
              </p:nvGrpSpPr>
              <p:grpSpPr bwMode="auto">
                <a:xfrm>
                  <a:off x="0" y="0"/>
                  <a:ext cx="18180" cy="15676"/>
                  <a:chOff x="0" y="0"/>
                  <a:chExt cx="18180" cy="15676"/>
                </a:xfrm>
              </p:grpSpPr>
              <p:grpSp>
                <p:nvGrpSpPr>
                  <p:cNvPr id="1147" name="组合 1147"/>
                  <p:cNvGrpSpPr>
                    <a:grpSpLocks/>
                  </p:cNvGrpSpPr>
                  <p:nvPr/>
                </p:nvGrpSpPr>
                <p:grpSpPr bwMode="auto">
                  <a:xfrm>
                    <a:off x="0" y="0"/>
                    <a:ext cx="7626" cy="15676"/>
                    <a:chOff x="0" y="0"/>
                    <a:chExt cx="7626" cy="15676"/>
                  </a:xfrm>
                </p:grpSpPr>
                <p:sp>
                  <p:nvSpPr>
                    <p:cNvPr id="1016" name="Line 69"/>
                    <p:cNvSpPr>
                      <a:spLocks noChangeShapeType="1"/>
                    </p:cNvSpPr>
                    <p:nvPr/>
                  </p:nvSpPr>
                  <p:spPr bwMode="auto">
                    <a:xfrm>
                      <a:off x="4173" y="14114"/>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1144" name="组合 1144"/>
                    <p:cNvGrpSpPr>
                      <a:grpSpLocks/>
                    </p:cNvGrpSpPr>
                    <p:nvPr/>
                  </p:nvGrpSpPr>
                  <p:grpSpPr bwMode="auto">
                    <a:xfrm>
                      <a:off x="0" y="0"/>
                      <a:ext cx="7626" cy="15587"/>
                      <a:chOff x="0" y="0"/>
                      <a:chExt cx="7626" cy="15587"/>
                    </a:xfrm>
                  </p:grpSpPr>
                  <p:grpSp>
                    <p:nvGrpSpPr>
                      <p:cNvPr id="843" name="组合 843"/>
                      <p:cNvGrpSpPr>
                        <a:grpSpLocks/>
                      </p:cNvGrpSpPr>
                      <p:nvPr/>
                    </p:nvGrpSpPr>
                    <p:grpSpPr bwMode="auto">
                      <a:xfrm>
                        <a:off x="890" y="4713"/>
                        <a:ext cx="6658" cy="2365"/>
                        <a:chOff x="0" y="57"/>
                        <a:chExt cx="7975" cy="2627"/>
                      </a:xfrm>
                    </p:grpSpPr>
                    <p:sp>
                      <p:nvSpPr>
                        <p:cNvPr id="845" name="AutoShape 22"/>
                        <p:cNvSpPr>
                          <a:spLocks noChangeArrowheads="1"/>
                        </p:cNvSpPr>
                        <p:nvPr/>
                      </p:nvSpPr>
                      <p:spPr bwMode="auto">
                        <a:xfrm>
                          <a:off x="0" y="415"/>
                          <a:ext cx="7975" cy="2269"/>
                        </a:xfrm>
                        <a:prstGeom prst="flowChartDecision">
                          <a:avLst/>
                        </a:prstGeom>
                        <a:gradFill flip="none" rotWithShape="1">
                          <a:gsLst>
                            <a:gs pos="0">
                              <a:srgbClr val="FF33CC">
                                <a:tint val="66000"/>
                                <a:satMod val="160000"/>
                              </a:srgbClr>
                            </a:gs>
                            <a:gs pos="50000">
                              <a:srgbClr val="FF33CC">
                                <a:tint val="44500"/>
                                <a:satMod val="160000"/>
                              </a:srgbClr>
                            </a:gs>
                            <a:gs pos="100000">
                              <a:srgbClr val="FF33CC">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853" name="Text Box 53"/>
                        <p:cNvSpPr txBox="1">
                          <a:spLocks noChangeArrowheads="1"/>
                        </p:cNvSpPr>
                        <p:nvPr/>
                      </p:nvSpPr>
                      <p:spPr bwMode="auto">
                        <a:xfrm>
                          <a:off x="2250" y="57"/>
                          <a:ext cx="4050" cy="24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effectLst>
                                <a:outerShdw blurRad="38100" dist="38100" dir="2700000" algn="tl">
                                  <a:srgbClr val="000000">
                                    <a:alpha val="43137"/>
                                  </a:srgbClr>
                                </a:outerShdw>
                              </a:effectLst>
                              <a:latin typeface="+mn-lt"/>
                              <a:ea typeface="楷体" pitchFamily="49" charset="-122"/>
                              <a:cs typeface="宋体" pitchFamily="2" charset="-122"/>
                            </a:rPr>
                            <a:t>k≤m</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857" name="组合 857"/>
                      <p:cNvGrpSpPr>
                        <a:grpSpLocks/>
                      </p:cNvGrpSpPr>
                      <p:nvPr/>
                    </p:nvGrpSpPr>
                    <p:grpSpPr bwMode="auto">
                      <a:xfrm>
                        <a:off x="1411" y="1277"/>
                        <a:ext cx="6215" cy="2327"/>
                        <a:chOff x="0" y="142"/>
                        <a:chExt cx="8315" cy="2327"/>
                      </a:xfrm>
                    </p:grpSpPr>
                    <p:sp>
                      <p:nvSpPr>
                        <p:cNvPr id="866" name="Rectangle 49"/>
                        <p:cNvSpPr>
                          <a:spLocks noChangeArrowheads="1"/>
                        </p:cNvSpPr>
                        <p:nvPr/>
                      </p:nvSpPr>
                      <p:spPr bwMode="auto">
                        <a:xfrm>
                          <a:off x="0" y="398"/>
                          <a:ext cx="8315" cy="1994"/>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867" name="Text Box 53"/>
                        <p:cNvSpPr txBox="1">
                          <a:spLocks noChangeArrowheads="1"/>
                        </p:cNvSpPr>
                        <p:nvPr/>
                      </p:nvSpPr>
                      <p:spPr bwMode="auto">
                        <a:xfrm>
                          <a:off x="2218" y="142"/>
                          <a:ext cx="4506" cy="232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k=1</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952" name="组合 952"/>
                      <p:cNvGrpSpPr>
                        <a:grpSpLocks/>
                      </p:cNvGrpSpPr>
                      <p:nvPr/>
                    </p:nvGrpSpPr>
                    <p:grpSpPr bwMode="auto">
                      <a:xfrm>
                        <a:off x="1328" y="8320"/>
                        <a:ext cx="6212" cy="2173"/>
                        <a:chOff x="0" y="220"/>
                        <a:chExt cx="8315" cy="2172"/>
                      </a:xfrm>
                    </p:grpSpPr>
                    <p:sp>
                      <p:nvSpPr>
                        <p:cNvPr id="953" name="Rectangle 49"/>
                        <p:cNvSpPr>
                          <a:spLocks noChangeArrowheads="1"/>
                        </p:cNvSpPr>
                        <p:nvPr/>
                      </p:nvSpPr>
                      <p:spPr bwMode="auto">
                        <a:xfrm>
                          <a:off x="0" y="398"/>
                          <a:ext cx="8315" cy="1994"/>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54" name="Text Box 53"/>
                        <p:cNvSpPr txBox="1">
                          <a:spLocks noChangeArrowheads="1"/>
                        </p:cNvSpPr>
                        <p:nvPr/>
                      </p:nvSpPr>
                      <p:spPr bwMode="auto">
                        <a:xfrm>
                          <a:off x="500" y="220"/>
                          <a:ext cx="7544" cy="19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rPr>
                            <a:t>打印空格</a:t>
                          </a:r>
                        </a:p>
                        <a:p>
                          <a:endPar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955" name="组合 955"/>
                      <p:cNvGrpSpPr>
                        <a:grpSpLocks/>
                      </p:cNvGrpSpPr>
                      <p:nvPr/>
                    </p:nvGrpSpPr>
                    <p:grpSpPr bwMode="auto">
                      <a:xfrm>
                        <a:off x="1381" y="11802"/>
                        <a:ext cx="6215" cy="2250"/>
                        <a:chOff x="0" y="142"/>
                        <a:chExt cx="8315" cy="2250"/>
                      </a:xfrm>
                    </p:grpSpPr>
                    <p:sp>
                      <p:nvSpPr>
                        <p:cNvPr id="956" name="Rectangle 49"/>
                        <p:cNvSpPr>
                          <a:spLocks noChangeArrowheads="1"/>
                        </p:cNvSpPr>
                        <p:nvPr/>
                      </p:nvSpPr>
                      <p:spPr bwMode="auto">
                        <a:xfrm>
                          <a:off x="0" y="398"/>
                          <a:ext cx="8315" cy="1994"/>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72" name="Text Box 53"/>
                        <p:cNvSpPr txBox="1">
                          <a:spLocks noChangeArrowheads="1"/>
                        </p:cNvSpPr>
                        <p:nvPr/>
                      </p:nvSpPr>
                      <p:spPr bwMode="auto">
                        <a:xfrm>
                          <a:off x="1391" y="142"/>
                          <a:ext cx="6237" cy="174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k=k+1</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sp>
                    <p:nvSpPr>
                      <p:cNvPr id="1012" name="Line 69"/>
                      <p:cNvSpPr>
                        <a:spLocks noChangeShapeType="1"/>
                      </p:cNvSpPr>
                      <p:nvPr/>
                    </p:nvSpPr>
                    <p:spPr bwMode="auto">
                      <a:xfrm>
                        <a:off x="4265" y="0"/>
                        <a:ext cx="0" cy="1564"/>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013" name="Line 69"/>
                      <p:cNvSpPr>
                        <a:spLocks noChangeShapeType="1"/>
                      </p:cNvSpPr>
                      <p:nvPr/>
                    </p:nvSpPr>
                    <p:spPr bwMode="auto">
                      <a:xfrm>
                        <a:off x="4234" y="3654"/>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014" name="Line 69"/>
                      <p:cNvSpPr>
                        <a:spLocks noChangeShapeType="1"/>
                      </p:cNvSpPr>
                      <p:nvPr/>
                    </p:nvSpPr>
                    <p:spPr bwMode="auto">
                      <a:xfrm>
                        <a:off x="4204" y="6996"/>
                        <a:ext cx="0" cy="1564"/>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015" name="Line 69"/>
                      <p:cNvSpPr>
                        <a:spLocks noChangeShapeType="1"/>
                      </p:cNvSpPr>
                      <p:nvPr/>
                    </p:nvSpPr>
                    <p:spPr bwMode="auto">
                      <a:xfrm>
                        <a:off x="4234" y="10494"/>
                        <a:ext cx="0" cy="1564"/>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017" name="Line 18"/>
                      <p:cNvSpPr>
                        <a:spLocks noChangeShapeType="1"/>
                      </p:cNvSpPr>
                      <p:nvPr/>
                    </p:nvSpPr>
                    <p:spPr bwMode="auto">
                      <a:xfrm flipH="1">
                        <a:off x="0" y="15587"/>
                        <a:ext cx="4236"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018" name="Line 19"/>
                      <p:cNvSpPr>
                        <a:spLocks noChangeShapeType="1"/>
                      </p:cNvSpPr>
                      <p:nvPr/>
                    </p:nvSpPr>
                    <p:spPr bwMode="auto">
                      <a:xfrm>
                        <a:off x="0" y="3986"/>
                        <a:ext cx="0" cy="11598"/>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019" name="Line 17"/>
                      <p:cNvSpPr>
                        <a:spLocks noChangeShapeType="1"/>
                      </p:cNvSpPr>
                      <p:nvPr/>
                    </p:nvSpPr>
                    <p:spPr bwMode="auto">
                      <a:xfrm rot="-5400000">
                        <a:off x="2087" y="1963"/>
                        <a:ext cx="0" cy="4173"/>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pSp>
              <p:grpSp>
                <p:nvGrpSpPr>
                  <p:cNvPr id="1149" name="组合 1149"/>
                  <p:cNvGrpSpPr>
                    <a:grpSpLocks/>
                  </p:cNvGrpSpPr>
                  <p:nvPr/>
                </p:nvGrpSpPr>
                <p:grpSpPr bwMode="auto">
                  <a:xfrm>
                    <a:off x="11077" y="398"/>
                    <a:ext cx="7103" cy="15215"/>
                    <a:chOff x="0" y="0"/>
                    <a:chExt cx="7104" cy="15219"/>
                  </a:xfrm>
                </p:grpSpPr>
                <p:grpSp>
                  <p:nvGrpSpPr>
                    <p:cNvPr id="973" name="组合 973"/>
                    <p:cNvGrpSpPr>
                      <a:grpSpLocks/>
                    </p:cNvGrpSpPr>
                    <p:nvPr/>
                  </p:nvGrpSpPr>
                  <p:grpSpPr bwMode="auto">
                    <a:xfrm>
                      <a:off x="889" y="817"/>
                      <a:ext cx="6215" cy="2250"/>
                      <a:chOff x="0" y="142"/>
                      <a:chExt cx="8315" cy="2250"/>
                    </a:xfrm>
                  </p:grpSpPr>
                  <p:sp>
                    <p:nvSpPr>
                      <p:cNvPr id="977" name="Rectangle 49"/>
                      <p:cNvSpPr>
                        <a:spLocks noChangeArrowheads="1"/>
                      </p:cNvSpPr>
                      <p:nvPr/>
                    </p:nvSpPr>
                    <p:spPr bwMode="auto">
                      <a:xfrm>
                        <a:off x="0" y="398"/>
                        <a:ext cx="8315" cy="1994"/>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88" name="Text Box 53"/>
                      <p:cNvSpPr txBox="1">
                        <a:spLocks noChangeArrowheads="1"/>
                      </p:cNvSpPr>
                      <p:nvPr/>
                    </p:nvSpPr>
                    <p:spPr bwMode="auto">
                      <a:xfrm>
                        <a:off x="2644" y="142"/>
                        <a:ext cx="4343" cy="19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j=1</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993" name="组合 993"/>
                    <p:cNvGrpSpPr>
                      <a:grpSpLocks/>
                    </p:cNvGrpSpPr>
                    <p:nvPr/>
                  </p:nvGrpSpPr>
                  <p:grpSpPr bwMode="auto">
                    <a:xfrm>
                      <a:off x="429" y="4315"/>
                      <a:ext cx="6659" cy="2322"/>
                      <a:chOff x="0" y="57"/>
                      <a:chExt cx="7975" cy="2581"/>
                    </a:xfrm>
                  </p:grpSpPr>
                  <p:sp>
                    <p:nvSpPr>
                      <p:cNvPr id="994" name="AutoShape 22"/>
                      <p:cNvSpPr>
                        <a:spLocks noChangeArrowheads="1"/>
                      </p:cNvSpPr>
                      <p:nvPr/>
                    </p:nvSpPr>
                    <p:spPr bwMode="auto">
                      <a:xfrm>
                        <a:off x="0" y="368"/>
                        <a:ext cx="7975" cy="2270"/>
                      </a:xfrm>
                      <a:prstGeom prst="flowChartDecision">
                        <a:avLst/>
                      </a:prstGeom>
                      <a:gradFill flip="none" rotWithShape="1">
                        <a:gsLst>
                          <a:gs pos="0">
                            <a:srgbClr val="FF33CC">
                              <a:tint val="66000"/>
                              <a:satMod val="160000"/>
                            </a:srgbClr>
                          </a:gs>
                          <a:gs pos="50000">
                            <a:srgbClr val="FF33CC">
                              <a:tint val="44500"/>
                              <a:satMod val="160000"/>
                            </a:srgbClr>
                          </a:gs>
                          <a:gs pos="100000">
                            <a:srgbClr val="FF33CC">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95" name="Text Box 53"/>
                      <p:cNvSpPr txBox="1">
                        <a:spLocks noChangeArrowheads="1"/>
                      </p:cNvSpPr>
                      <p:nvPr/>
                    </p:nvSpPr>
                    <p:spPr bwMode="auto">
                      <a:xfrm>
                        <a:off x="2660" y="57"/>
                        <a:ext cx="3830" cy="2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effectLst>
                              <a:outerShdw blurRad="38100" dist="38100" dir="2700000" algn="tl">
                                <a:srgbClr val="000000">
                                  <a:alpha val="43137"/>
                                </a:srgbClr>
                              </a:outerShdw>
                            </a:effectLst>
                            <a:latin typeface="+mn-lt"/>
                            <a:ea typeface="楷体" pitchFamily="49" charset="-122"/>
                            <a:cs typeface="宋体" pitchFamily="2" charset="-122"/>
                          </a:rPr>
                          <a:t>j≤n</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996" name="组合 996"/>
                    <p:cNvGrpSpPr>
                      <a:grpSpLocks/>
                    </p:cNvGrpSpPr>
                    <p:nvPr/>
                  </p:nvGrpSpPr>
                  <p:grpSpPr bwMode="auto">
                    <a:xfrm>
                      <a:off x="868" y="7952"/>
                      <a:ext cx="6211" cy="2173"/>
                      <a:chOff x="0" y="220"/>
                      <a:chExt cx="8315" cy="2172"/>
                    </a:xfrm>
                  </p:grpSpPr>
                  <p:sp>
                    <p:nvSpPr>
                      <p:cNvPr id="997" name="Rectangle 49"/>
                      <p:cNvSpPr>
                        <a:spLocks noChangeArrowheads="1"/>
                      </p:cNvSpPr>
                      <p:nvPr/>
                    </p:nvSpPr>
                    <p:spPr bwMode="auto">
                      <a:xfrm>
                        <a:off x="0" y="398"/>
                        <a:ext cx="8315" cy="1994"/>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98" name="Text Box 53"/>
                      <p:cNvSpPr txBox="1">
                        <a:spLocks noChangeArrowheads="1"/>
                      </p:cNvSpPr>
                      <p:nvPr/>
                    </p:nvSpPr>
                    <p:spPr bwMode="auto">
                      <a:xfrm>
                        <a:off x="756" y="220"/>
                        <a:ext cx="6781" cy="19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rPr>
                          <a:t>打印*号</a:t>
                        </a:r>
                      </a:p>
                      <a:p>
                        <a:endPar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999" name="组合 999"/>
                    <p:cNvGrpSpPr>
                      <a:grpSpLocks/>
                    </p:cNvGrpSpPr>
                    <p:nvPr/>
                  </p:nvGrpSpPr>
                  <p:grpSpPr bwMode="auto">
                    <a:xfrm>
                      <a:off x="828" y="11325"/>
                      <a:ext cx="6216" cy="2328"/>
                      <a:chOff x="0" y="64"/>
                      <a:chExt cx="8315" cy="2328"/>
                    </a:xfrm>
                  </p:grpSpPr>
                  <p:sp>
                    <p:nvSpPr>
                      <p:cNvPr id="1000" name="Rectangle 49"/>
                      <p:cNvSpPr>
                        <a:spLocks noChangeArrowheads="1"/>
                      </p:cNvSpPr>
                      <p:nvPr/>
                    </p:nvSpPr>
                    <p:spPr bwMode="auto">
                      <a:xfrm>
                        <a:off x="0" y="398"/>
                        <a:ext cx="8315" cy="1994"/>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001" name="Text Box 53"/>
                      <p:cNvSpPr txBox="1">
                        <a:spLocks noChangeArrowheads="1"/>
                      </p:cNvSpPr>
                      <p:nvPr/>
                    </p:nvSpPr>
                    <p:spPr bwMode="auto">
                      <a:xfrm>
                        <a:off x="1987" y="64"/>
                        <a:ext cx="5597" cy="221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j=j+1</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sp>
                  <p:nvSpPr>
                    <p:cNvPr id="1023" name="Line 69"/>
                    <p:cNvSpPr>
                      <a:spLocks noChangeShapeType="1"/>
                    </p:cNvSpPr>
                    <p:nvPr/>
                  </p:nvSpPr>
                  <p:spPr bwMode="auto">
                    <a:xfrm>
                      <a:off x="3835" y="0"/>
                      <a:ext cx="0" cy="111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088" name="Line 69"/>
                    <p:cNvSpPr>
                      <a:spLocks noChangeShapeType="1"/>
                    </p:cNvSpPr>
                    <p:nvPr/>
                  </p:nvSpPr>
                  <p:spPr bwMode="auto">
                    <a:xfrm>
                      <a:off x="3743" y="3068"/>
                      <a:ext cx="0" cy="156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089" name="Line 69"/>
                    <p:cNvSpPr>
                      <a:spLocks noChangeShapeType="1"/>
                    </p:cNvSpPr>
                    <p:nvPr/>
                  </p:nvSpPr>
                  <p:spPr bwMode="auto">
                    <a:xfrm>
                      <a:off x="3804" y="6627"/>
                      <a:ext cx="0" cy="156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093" name="Line 69"/>
                    <p:cNvSpPr>
                      <a:spLocks noChangeShapeType="1"/>
                    </p:cNvSpPr>
                    <p:nvPr/>
                  </p:nvSpPr>
                  <p:spPr bwMode="auto">
                    <a:xfrm>
                      <a:off x="3712" y="10125"/>
                      <a:ext cx="0" cy="156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109" name="Line 69"/>
                    <p:cNvSpPr>
                      <a:spLocks noChangeShapeType="1"/>
                    </p:cNvSpPr>
                    <p:nvPr/>
                  </p:nvSpPr>
                  <p:spPr bwMode="auto">
                    <a:xfrm>
                      <a:off x="3651" y="13654"/>
                      <a:ext cx="0" cy="156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137" name="Line 18"/>
                    <p:cNvSpPr>
                      <a:spLocks noChangeShapeType="1"/>
                    </p:cNvSpPr>
                    <p:nvPr/>
                  </p:nvSpPr>
                  <p:spPr bwMode="auto">
                    <a:xfrm flipH="1">
                      <a:off x="30" y="15096"/>
                      <a:ext cx="3683"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138" name="Line 19"/>
                    <p:cNvSpPr>
                      <a:spLocks noChangeShapeType="1"/>
                    </p:cNvSpPr>
                    <p:nvPr/>
                  </p:nvSpPr>
                  <p:spPr bwMode="auto">
                    <a:xfrm>
                      <a:off x="0" y="3559"/>
                      <a:ext cx="0" cy="11537"/>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139" name="Line 17"/>
                    <p:cNvSpPr>
                      <a:spLocks noChangeShapeType="1"/>
                    </p:cNvSpPr>
                    <p:nvPr/>
                  </p:nvSpPr>
                  <p:spPr bwMode="auto">
                    <a:xfrm rot="-5400000">
                      <a:off x="1841" y="1748"/>
                      <a:ext cx="0" cy="3681"/>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sp>
                <p:nvSpPr>
                  <p:cNvPr id="1142" name="Line 19"/>
                  <p:cNvSpPr>
                    <a:spLocks noChangeShapeType="1"/>
                  </p:cNvSpPr>
                  <p:nvPr/>
                </p:nvSpPr>
                <p:spPr bwMode="auto">
                  <a:xfrm>
                    <a:off x="10064" y="490"/>
                    <a:ext cx="0" cy="5524"/>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148" name="Line 18"/>
                  <p:cNvSpPr>
                    <a:spLocks noChangeShapeType="1"/>
                  </p:cNvSpPr>
                  <p:nvPr/>
                </p:nvSpPr>
                <p:spPr bwMode="auto">
                  <a:xfrm flipH="1">
                    <a:off x="10033" y="429"/>
                    <a:ext cx="4848"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150" name="Line 18"/>
                  <p:cNvSpPr>
                    <a:spLocks noChangeShapeType="1"/>
                  </p:cNvSpPr>
                  <p:nvPr/>
                </p:nvSpPr>
                <p:spPr bwMode="auto">
                  <a:xfrm flipH="1">
                    <a:off x="7609" y="6014"/>
                    <a:ext cx="2455"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sp>
              <p:nvSpPr>
                <p:cNvPr id="1152" name="Text Box 63"/>
                <p:cNvSpPr txBox="1">
                  <a:spLocks noChangeArrowheads="1"/>
                </p:cNvSpPr>
                <p:nvPr/>
              </p:nvSpPr>
              <p:spPr bwMode="auto">
                <a:xfrm>
                  <a:off x="8003" y="4178"/>
                  <a:ext cx="1848" cy="18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rPr>
                    <a:t>F</a:t>
                  </a:r>
                  <a:endParaRPr kumimoji="0" lang="zh-CN" altLang="zh-CN" sz="14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154" name="Text Box 58"/>
                <p:cNvSpPr txBox="1">
                  <a:spLocks noChangeArrowheads="1"/>
                </p:cNvSpPr>
                <p:nvPr/>
              </p:nvSpPr>
              <p:spPr bwMode="auto">
                <a:xfrm>
                  <a:off x="2762" y="6713"/>
                  <a:ext cx="1747" cy="193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50000"/>
                        </a:schemeClr>
                      </a:solidFill>
                      <a:effectLst>
                        <a:outerShdw blurRad="38100" dist="38100" dir="2700000" algn="tl">
                          <a:srgbClr val="000000">
                            <a:alpha val="43137"/>
                          </a:srgbClr>
                        </a:outerShdw>
                      </a:effectLst>
                      <a:latin typeface="+mn-lt"/>
                      <a:ea typeface="楷体" pitchFamily="49" charset="-122"/>
                      <a:cs typeface="宋体" pitchFamily="2" charset="-122"/>
                    </a:rPr>
                    <a:t>T</a:t>
                  </a:r>
                  <a:endParaRPr kumimoji="0" lang="zh-CN" altLang="zh-CN" sz="1400" b="1" dirty="0">
                    <a:solidFill>
                      <a:schemeClr val="accent1">
                        <a:lumMod val="50000"/>
                      </a:schemeClr>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155" name="Text Box 58"/>
                <p:cNvSpPr txBox="1">
                  <a:spLocks noChangeArrowheads="1"/>
                </p:cNvSpPr>
                <p:nvPr/>
              </p:nvSpPr>
              <p:spPr bwMode="auto">
                <a:xfrm>
                  <a:off x="13342" y="6765"/>
                  <a:ext cx="1532" cy="196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50000"/>
                        </a:schemeClr>
                      </a:solidFill>
                      <a:effectLst>
                        <a:outerShdw blurRad="38100" dist="38100" dir="2700000" algn="tl">
                          <a:srgbClr val="000000">
                            <a:alpha val="43137"/>
                          </a:srgbClr>
                        </a:outerShdw>
                      </a:effectLst>
                      <a:latin typeface="+mn-lt"/>
                      <a:ea typeface="楷体" pitchFamily="49" charset="-122"/>
                      <a:cs typeface="宋体" pitchFamily="2" charset="-122"/>
                    </a:rPr>
                    <a:t>T</a:t>
                  </a:r>
                  <a:endParaRPr kumimoji="0" lang="zh-CN" altLang="zh-CN" sz="1400" b="1" dirty="0">
                    <a:solidFill>
                      <a:schemeClr val="accent1">
                        <a:lumMod val="50000"/>
                      </a:schemeClr>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164" name="Text Box 63"/>
                <p:cNvSpPr txBox="1">
                  <a:spLocks noChangeArrowheads="1"/>
                </p:cNvSpPr>
                <p:nvPr/>
              </p:nvSpPr>
              <p:spPr bwMode="auto">
                <a:xfrm>
                  <a:off x="19137" y="4213"/>
                  <a:ext cx="1528" cy="23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rPr>
                    <a:t>F</a:t>
                  </a:r>
                  <a:endParaRPr kumimoji="0" lang="zh-CN" altLang="zh-CN" sz="14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1180" name="组合 1180"/>
              <p:cNvGrpSpPr>
                <a:grpSpLocks/>
              </p:cNvGrpSpPr>
              <p:nvPr/>
            </p:nvGrpSpPr>
            <p:grpSpPr bwMode="auto">
              <a:xfrm>
                <a:off x="9542" y="6505"/>
                <a:ext cx="15578" cy="20466"/>
                <a:chOff x="0" y="0"/>
                <a:chExt cx="15577" cy="20466"/>
              </a:xfrm>
            </p:grpSpPr>
            <p:grpSp>
              <p:nvGrpSpPr>
                <p:cNvPr id="1002" name="组合 1002"/>
                <p:cNvGrpSpPr>
                  <a:grpSpLocks/>
                </p:cNvGrpSpPr>
                <p:nvPr/>
              </p:nvGrpSpPr>
              <p:grpSpPr bwMode="auto">
                <a:xfrm>
                  <a:off x="9361" y="15746"/>
                  <a:ext cx="6216" cy="2173"/>
                  <a:chOff x="0" y="220"/>
                  <a:chExt cx="8315" cy="2172"/>
                </a:xfrm>
              </p:grpSpPr>
              <p:sp>
                <p:nvSpPr>
                  <p:cNvPr id="1003" name="Rectangle 49"/>
                  <p:cNvSpPr>
                    <a:spLocks noChangeArrowheads="1"/>
                  </p:cNvSpPr>
                  <p:nvPr/>
                </p:nvSpPr>
                <p:spPr bwMode="auto">
                  <a:xfrm>
                    <a:off x="0" y="398"/>
                    <a:ext cx="8315" cy="1994"/>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004" name="Text Box 53"/>
                  <p:cNvSpPr txBox="1">
                    <a:spLocks noChangeArrowheads="1"/>
                  </p:cNvSpPr>
                  <p:nvPr/>
                </p:nvSpPr>
                <p:spPr bwMode="auto">
                  <a:xfrm>
                    <a:off x="382" y="220"/>
                    <a:ext cx="7835" cy="19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rPr>
                      <a:t>回车换行</a:t>
                    </a:r>
                  </a:p>
                </p:txBody>
              </p:sp>
            </p:grpSp>
            <p:grpSp>
              <p:nvGrpSpPr>
                <p:cNvPr id="1005" name="组合 1005"/>
                <p:cNvGrpSpPr>
                  <a:grpSpLocks/>
                </p:cNvGrpSpPr>
                <p:nvPr/>
              </p:nvGrpSpPr>
              <p:grpSpPr bwMode="auto">
                <a:xfrm>
                  <a:off x="9358" y="12122"/>
                  <a:ext cx="6216" cy="2329"/>
                  <a:chOff x="0" y="64"/>
                  <a:chExt cx="8315" cy="2328"/>
                </a:xfrm>
              </p:grpSpPr>
              <p:sp>
                <p:nvSpPr>
                  <p:cNvPr id="1006" name="Rectangle 49"/>
                  <p:cNvSpPr>
                    <a:spLocks noChangeArrowheads="1"/>
                  </p:cNvSpPr>
                  <p:nvPr/>
                </p:nvSpPr>
                <p:spPr bwMode="auto">
                  <a:xfrm>
                    <a:off x="0" y="398"/>
                    <a:ext cx="8315" cy="1994"/>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007" name="Text Box 53"/>
                  <p:cNvSpPr txBox="1">
                    <a:spLocks noChangeArrowheads="1"/>
                  </p:cNvSpPr>
                  <p:nvPr/>
                </p:nvSpPr>
                <p:spPr bwMode="auto">
                  <a:xfrm>
                    <a:off x="1731" y="64"/>
                    <a:ext cx="5025" cy="20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=i+1</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sp>
              <p:nvSpPr>
                <p:cNvPr id="1161" name="Line 18"/>
                <p:cNvSpPr>
                  <a:spLocks noChangeShapeType="1"/>
                </p:cNvSpPr>
                <p:nvPr/>
              </p:nvSpPr>
              <p:spPr bwMode="auto">
                <a:xfrm flipH="1">
                  <a:off x="8683" y="20466"/>
                  <a:ext cx="3590"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cxnSp>
              <p:nvCxnSpPr>
                <p:cNvPr id="1162" name="直接箭头连接符 1162"/>
                <p:cNvCxnSpPr>
                  <a:cxnSpLocks noChangeShapeType="1"/>
                </p:cNvCxnSpPr>
                <p:nvPr/>
              </p:nvCxnSpPr>
              <p:spPr bwMode="auto">
                <a:xfrm flipV="1">
                  <a:off x="12243" y="17981"/>
                  <a:ext cx="0" cy="2456"/>
                </a:xfrm>
                <a:prstGeom prst="straightConnector1">
                  <a:avLst/>
                </a:prstGeom>
                <a:noFill/>
                <a:ln w="19050">
                  <a:solidFill>
                    <a:srgbClr val="000000"/>
                  </a:solidFill>
                  <a:miter lim="800000"/>
                  <a:headEnd/>
                  <a:tailEnd type="stealth" w="med" len="lg"/>
                </a:ln>
              </p:spPr>
            </p:cxnSp>
            <p:cxnSp>
              <p:nvCxnSpPr>
                <p:cNvPr id="1163" name="直接箭头连接符 1163"/>
                <p:cNvCxnSpPr>
                  <a:cxnSpLocks noChangeShapeType="1"/>
                </p:cNvCxnSpPr>
                <p:nvPr/>
              </p:nvCxnSpPr>
              <p:spPr bwMode="auto">
                <a:xfrm flipV="1">
                  <a:off x="12181" y="14452"/>
                  <a:ext cx="0" cy="1512"/>
                </a:xfrm>
                <a:prstGeom prst="straightConnector1">
                  <a:avLst/>
                </a:prstGeom>
                <a:noFill/>
                <a:ln w="19050">
                  <a:solidFill>
                    <a:srgbClr val="000000"/>
                  </a:solidFill>
                  <a:miter lim="800000"/>
                  <a:headEnd/>
                  <a:tailEnd type="stealth" w="med" len="lg"/>
                </a:ln>
              </p:spPr>
            </p:cxnSp>
            <p:cxnSp>
              <p:nvCxnSpPr>
                <p:cNvPr id="1177" name="直接箭头连接符 1177"/>
                <p:cNvCxnSpPr>
                  <a:cxnSpLocks noChangeShapeType="1"/>
                </p:cNvCxnSpPr>
                <p:nvPr/>
              </p:nvCxnSpPr>
              <p:spPr bwMode="auto">
                <a:xfrm flipH="1">
                  <a:off x="0" y="0"/>
                  <a:ext cx="12147" cy="0"/>
                </a:xfrm>
                <a:prstGeom prst="straightConnector1">
                  <a:avLst/>
                </a:prstGeom>
                <a:noFill/>
                <a:ln w="19050">
                  <a:solidFill>
                    <a:srgbClr val="000000"/>
                  </a:solidFill>
                  <a:miter lim="800000"/>
                  <a:headEnd/>
                  <a:tailEnd type="stealth" w="med" len="lg"/>
                </a:ln>
              </p:spPr>
            </p:cxnSp>
          </p:grpSp>
          <p:grpSp>
            <p:nvGrpSpPr>
              <p:cNvPr id="1185" name="组合 1185"/>
              <p:cNvGrpSpPr>
                <a:grpSpLocks/>
              </p:cNvGrpSpPr>
              <p:nvPr/>
            </p:nvGrpSpPr>
            <p:grpSpPr bwMode="auto">
              <a:xfrm>
                <a:off x="2409" y="156"/>
                <a:ext cx="18709" cy="20800"/>
                <a:chOff x="446" y="156"/>
                <a:chExt cx="18708" cy="20800"/>
              </a:xfrm>
            </p:grpSpPr>
            <p:sp>
              <p:nvSpPr>
                <p:cNvPr id="1160" name="Text Box 58"/>
                <p:cNvSpPr txBox="1">
                  <a:spLocks noChangeArrowheads="1"/>
                </p:cNvSpPr>
                <p:nvPr/>
              </p:nvSpPr>
              <p:spPr bwMode="auto">
                <a:xfrm>
                  <a:off x="6033" y="9444"/>
                  <a:ext cx="1787" cy="170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50000"/>
                        </a:schemeClr>
                      </a:solidFill>
                      <a:effectLst>
                        <a:outerShdw blurRad="38100" dist="38100" dir="2700000" algn="tl">
                          <a:srgbClr val="000000">
                            <a:alpha val="43137"/>
                          </a:srgbClr>
                        </a:outerShdw>
                      </a:effectLst>
                      <a:latin typeface="+mn-lt"/>
                      <a:ea typeface="楷体" pitchFamily="49" charset="-122"/>
                      <a:cs typeface="宋体" pitchFamily="2" charset="-122"/>
                    </a:rPr>
                    <a:t>T</a:t>
                  </a:r>
                  <a:endParaRPr kumimoji="0" lang="zh-CN" altLang="zh-CN" sz="1400" b="1" dirty="0">
                    <a:solidFill>
                      <a:schemeClr val="accent1">
                        <a:lumMod val="50000"/>
                      </a:schemeClr>
                    </a:solidFill>
                    <a:effectLst>
                      <a:outerShdw blurRad="38100" dist="38100" dir="2700000" algn="tl">
                        <a:srgbClr val="000000">
                          <a:alpha val="43137"/>
                        </a:srgbClr>
                      </a:outerShdw>
                    </a:effectLst>
                    <a:latin typeface="+mn-lt"/>
                    <a:ea typeface="楷体" pitchFamily="49" charset="-122"/>
                    <a:cs typeface="宋体" pitchFamily="2" charset="-122"/>
                  </a:endParaRPr>
                </a:p>
              </p:txBody>
            </p:sp>
            <p:grpSp>
              <p:nvGrpSpPr>
                <p:cNvPr id="1184" name="组合 1184"/>
                <p:cNvGrpSpPr>
                  <a:grpSpLocks/>
                </p:cNvGrpSpPr>
                <p:nvPr/>
              </p:nvGrpSpPr>
              <p:grpSpPr bwMode="auto">
                <a:xfrm>
                  <a:off x="446" y="156"/>
                  <a:ext cx="18708" cy="20800"/>
                  <a:chOff x="446" y="156"/>
                  <a:chExt cx="18708" cy="20800"/>
                </a:xfrm>
              </p:grpSpPr>
              <p:grpSp>
                <p:nvGrpSpPr>
                  <p:cNvPr id="821" name="组合 821"/>
                  <p:cNvGrpSpPr>
                    <a:grpSpLocks/>
                  </p:cNvGrpSpPr>
                  <p:nvPr/>
                </p:nvGrpSpPr>
                <p:grpSpPr bwMode="auto">
                  <a:xfrm>
                    <a:off x="3467" y="156"/>
                    <a:ext cx="8315" cy="2236"/>
                    <a:chOff x="0" y="156"/>
                    <a:chExt cx="8315" cy="2236"/>
                  </a:xfrm>
                </p:grpSpPr>
                <p:sp>
                  <p:nvSpPr>
                    <p:cNvPr id="820" name="Rectangle 49"/>
                    <p:cNvSpPr>
                      <a:spLocks noChangeArrowheads="1"/>
                    </p:cNvSpPr>
                    <p:nvPr/>
                  </p:nvSpPr>
                  <p:spPr bwMode="auto">
                    <a:xfrm>
                      <a:off x="0" y="398"/>
                      <a:ext cx="8315" cy="1994"/>
                    </a:xfrm>
                    <a:prstGeom prst="rect">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818" name="Text Box 53"/>
                    <p:cNvSpPr txBox="1">
                      <a:spLocks noChangeArrowheads="1"/>
                    </p:cNvSpPr>
                    <p:nvPr/>
                  </p:nvSpPr>
                  <p:spPr bwMode="auto">
                    <a:xfrm>
                      <a:off x="540" y="156"/>
                      <a:ext cx="7290" cy="207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rPr>
                        <a:t>输入大小</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size</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822" name="组合 822"/>
                  <p:cNvGrpSpPr>
                    <a:grpSpLocks/>
                  </p:cNvGrpSpPr>
                  <p:nvPr/>
                </p:nvGrpSpPr>
                <p:grpSpPr bwMode="auto">
                  <a:xfrm>
                    <a:off x="3467" y="3698"/>
                    <a:ext cx="8312" cy="2315"/>
                    <a:chOff x="0" y="78"/>
                    <a:chExt cx="8315" cy="2314"/>
                  </a:xfrm>
                </p:grpSpPr>
                <p:sp>
                  <p:nvSpPr>
                    <p:cNvPr id="823" name="Rectangle 49"/>
                    <p:cNvSpPr>
                      <a:spLocks noChangeArrowheads="1"/>
                    </p:cNvSpPr>
                    <p:nvPr/>
                  </p:nvSpPr>
                  <p:spPr bwMode="auto">
                    <a:xfrm>
                      <a:off x="0" y="398"/>
                      <a:ext cx="8315" cy="1994"/>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824" name="Text Box 53"/>
                    <p:cNvSpPr txBox="1">
                      <a:spLocks noChangeArrowheads="1"/>
                    </p:cNvSpPr>
                    <p:nvPr/>
                  </p:nvSpPr>
                  <p:spPr bwMode="auto">
                    <a:xfrm>
                      <a:off x="2735" y="78"/>
                      <a:ext cx="3428" cy="224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 = 1</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836" name="组合 836"/>
                  <p:cNvGrpSpPr>
                    <a:grpSpLocks/>
                  </p:cNvGrpSpPr>
                  <p:nvPr/>
                </p:nvGrpSpPr>
                <p:grpSpPr bwMode="auto">
                  <a:xfrm>
                    <a:off x="446" y="11103"/>
                    <a:ext cx="14651" cy="4973"/>
                    <a:chOff x="446" y="395"/>
                    <a:chExt cx="14654" cy="4974"/>
                  </a:xfrm>
                </p:grpSpPr>
                <p:sp>
                  <p:nvSpPr>
                    <p:cNvPr id="832" name="Rectangle 49"/>
                    <p:cNvSpPr>
                      <a:spLocks noChangeArrowheads="1"/>
                    </p:cNvSpPr>
                    <p:nvPr/>
                  </p:nvSpPr>
                  <p:spPr bwMode="auto">
                    <a:xfrm>
                      <a:off x="521" y="583"/>
                      <a:ext cx="14510" cy="4786"/>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834" name="Text Box 53"/>
                    <p:cNvSpPr txBox="1">
                      <a:spLocks noChangeArrowheads="1"/>
                    </p:cNvSpPr>
                    <p:nvPr/>
                  </p:nvSpPr>
                  <p:spPr bwMode="auto">
                    <a:xfrm>
                      <a:off x="446" y="1806"/>
                      <a:ext cx="14654" cy="22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n=(</a:t>
                      </a:r>
                      <a:r>
                        <a:rPr kumimoji="0" lang="en-US" altLang="zh-CN" sz="1600" b="1" dirty="0" err="1">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&lt;=(size+1)/2) ? </a:t>
                      </a:r>
                      <a:r>
                        <a:rPr kumimoji="0" lang="en-US" altLang="zh-CN" sz="1600" b="1" dirty="0" err="1">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 :size-i+1</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835" name="Text Box 53"/>
                    <p:cNvSpPr txBox="1">
                      <a:spLocks noChangeArrowheads="1"/>
                    </p:cNvSpPr>
                    <p:nvPr/>
                  </p:nvSpPr>
                  <p:spPr bwMode="auto">
                    <a:xfrm>
                      <a:off x="476" y="3279"/>
                      <a:ext cx="5349" cy="17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n=2*n-1</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833" name="Text Box 53"/>
                    <p:cNvSpPr txBox="1">
                      <a:spLocks noChangeArrowheads="1"/>
                    </p:cNvSpPr>
                    <p:nvPr/>
                  </p:nvSpPr>
                  <p:spPr bwMode="auto">
                    <a:xfrm>
                      <a:off x="476" y="395"/>
                      <a:ext cx="11918" cy="178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u="sng"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计算第</a:t>
                      </a:r>
                      <a:r>
                        <a:rPr kumimoji="0" lang="en-US" altLang="zh-CN" sz="1600" b="1" u="sng" dirty="0" err="1">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i</a:t>
                      </a:r>
                      <a:r>
                        <a:rPr kumimoji="0" lang="zh-CN" altLang="en-US" sz="1600" b="1" u="sng"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行*号个数</a:t>
                      </a:r>
                      <a:r>
                        <a:rPr kumimoji="0" lang="en-US" altLang="zh-CN" sz="1600" b="1" u="sng"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n</a:t>
                      </a:r>
                      <a:endParaRPr kumimoji="0" lang="zh-CN" altLang="zh-CN" sz="1600" b="1"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842" name="组合 842"/>
                  <p:cNvGrpSpPr>
                    <a:grpSpLocks/>
                  </p:cNvGrpSpPr>
                  <p:nvPr/>
                </p:nvGrpSpPr>
                <p:grpSpPr bwMode="auto">
                  <a:xfrm>
                    <a:off x="446" y="17394"/>
                    <a:ext cx="14582" cy="3562"/>
                    <a:chOff x="446" y="395"/>
                    <a:chExt cx="14582" cy="3563"/>
                  </a:xfrm>
                </p:grpSpPr>
                <p:sp>
                  <p:nvSpPr>
                    <p:cNvPr id="838" name="Rectangle 49"/>
                    <p:cNvSpPr>
                      <a:spLocks noChangeArrowheads="1"/>
                    </p:cNvSpPr>
                    <p:nvPr/>
                  </p:nvSpPr>
                  <p:spPr bwMode="auto">
                    <a:xfrm>
                      <a:off x="521" y="583"/>
                      <a:ext cx="14507" cy="3375"/>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839" name="Text Box 53"/>
                    <p:cNvSpPr txBox="1">
                      <a:spLocks noChangeArrowheads="1"/>
                    </p:cNvSpPr>
                    <p:nvPr/>
                  </p:nvSpPr>
                  <p:spPr bwMode="auto">
                    <a:xfrm>
                      <a:off x="446" y="1806"/>
                      <a:ext cx="9241" cy="213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m=(size-n)/2+15</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841" name="Text Box 53"/>
                    <p:cNvSpPr txBox="1">
                      <a:spLocks noChangeArrowheads="1"/>
                    </p:cNvSpPr>
                    <p:nvPr/>
                  </p:nvSpPr>
                  <p:spPr bwMode="auto">
                    <a:xfrm>
                      <a:off x="476" y="395"/>
                      <a:ext cx="12302" cy="212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u="sng"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计算第</a:t>
                      </a:r>
                      <a:r>
                        <a:rPr kumimoji="0" lang="en-US" altLang="zh-CN" sz="1600" b="1" u="sng" dirty="0" err="1">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i</a:t>
                      </a:r>
                      <a:r>
                        <a:rPr kumimoji="0" lang="zh-CN" altLang="en-US" sz="1600" b="1" u="sng"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行打印空格数</a:t>
                      </a:r>
                      <a:r>
                        <a:rPr kumimoji="0" lang="en-US" altLang="zh-CN" sz="1600" b="1" u="sng"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m</a:t>
                      </a:r>
                      <a:endParaRPr kumimoji="0" lang="zh-CN" altLang="zh-CN" sz="1600" b="1"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endParaRPr>
                    </a:p>
                  </p:txBody>
                </p:sp>
              </p:grpSp>
              <p:sp>
                <p:nvSpPr>
                  <p:cNvPr id="1008" name="Line 69"/>
                  <p:cNvSpPr>
                    <a:spLocks noChangeShapeType="1"/>
                  </p:cNvSpPr>
                  <p:nvPr/>
                </p:nvSpPr>
                <p:spPr bwMode="auto">
                  <a:xfrm>
                    <a:off x="7425" y="2393"/>
                    <a:ext cx="0" cy="156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009" name="Line 69"/>
                  <p:cNvSpPr>
                    <a:spLocks noChangeShapeType="1"/>
                  </p:cNvSpPr>
                  <p:nvPr/>
                </p:nvSpPr>
                <p:spPr bwMode="auto">
                  <a:xfrm>
                    <a:off x="7456" y="6061"/>
                    <a:ext cx="0" cy="156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010" name="Line 69"/>
                  <p:cNvSpPr>
                    <a:spLocks noChangeShapeType="1"/>
                  </p:cNvSpPr>
                  <p:nvPr/>
                </p:nvSpPr>
                <p:spPr bwMode="auto">
                  <a:xfrm>
                    <a:off x="7452" y="9665"/>
                    <a:ext cx="0" cy="156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011" name="Line 69"/>
                  <p:cNvSpPr>
                    <a:spLocks noChangeShapeType="1"/>
                  </p:cNvSpPr>
                  <p:nvPr/>
                </p:nvSpPr>
                <p:spPr bwMode="auto">
                  <a:xfrm>
                    <a:off x="7548" y="16078"/>
                    <a:ext cx="0" cy="156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1183" name="组合 1183"/>
                  <p:cNvGrpSpPr>
                    <a:grpSpLocks/>
                  </p:cNvGrpSpPr>
                  <p:nvPr/>
                </p:nvGrpSpPr>
                <p:grpSpPr bwMode="auto">
                  <a:xfrm>
                    <a:off x="3498" y="6847"/>
                    <a:ext cx="15656" cy="2941"/>
                    <a:chOff x="0" y="312"/>
                    <a:chExt cx="15656" cy="2940"/>
                  </a:xfrm>
                </p:grpSpPr>
                <p:grpSp>
                  <p:nvGrpSpPr>
                    <p:cNvPr id="1182" name="组合 1182"/>
                    <p:cNvGrpSpPr>
                      <a:grpSpLocks/>
                    </p:cNvGrpSpPr>
                    <p:nvPr/>
                  </p:nvGrpSpPr>
                  <p:grpSpPr bwMode="auto">
                    <a:xfrm>
                      <a:off x="0" y="847"/>
                      <a:ext cx="15656" cy="2405"/>
                      <a:chOff x="0" y="295"/>
                      <a:chExt cx="15656" cy="2405"/>
                    </a:xfrm>
                  </p:grpSpPr>
                  <p:grpSp>
                    <p:nvGrpSpPr>
                      <p:cNvPr id="830" name="组合 830"/>
                      <p:cNvGrpSpPr>
                        <a:grpSpLocks/>
                      </p:cNvGrpSpPr>
                      <p:nvPr/>
                    </p:nvGrpSpPr>
                    <p:grpSpPr bwMode="auto">
                      <a:xfrm>
                        <a:off x="0" y="295"/>
                        <a:ext cx="7975" cy="2405"/>
                        <a:chOff x="0" y="234"/>
                        <a:chExt cx="7975" cy="2404"/>
                      </a:xfrm>
                    </p:grpSpPr>
                    <p:sp>
                      <p:nvSpPr>
                        <p:cNvPr id="825" name="AutoShape 22"/>
                        <p:cNvSpPr>
                          <a:spLocks noChangeArrowheads="1"/>
                        </p:cNvSpPr>
                        <p:nvPr/>
                      </p:nvSpPr>
                      <p:spPr bwMode="auto">
                        <a:xfrm>
                          <a:off x="0" y="368"/>
                          <a:ext cx="7975" cy="2270"/>
                        </a:xfrm>
                        <a:prstGeom prst="flowChartDecision">
                          <a:avLst/>
                        </a:prstGeom>
                        <a:gradFill flip="none" rotWithShape="1">
                          <a:gsLst>
                            <a:gs pos="0">
                              <a:srgbClr val="FF33CC">
                                <a:tint val="66000"/>
                                <a:satMod val="160000"/>
                              </a:srgbClr>
                            </a:gs>
                            <a:gs pos="50000">
                              <a:srgbClr val="FF33CC">
                                <a:tint val="44500"/>
                                <a:satMod val="160000"/>
                              </a:srgbClr>
                            </a:gs>
                            <a:gs pos="100000">
                              <a:srgbClr val="FF33CC">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829" name="Text Box 53"/>
                        <p:cNvSpPr txBox="1">
                          <a:spLocks noChangeArrowheads="1"/>
                        </p:cNvSpPr>
                        <p:nvPr/>
                      </p:nvSpPr>
                      <p:spPr bwMode="auto">
                        <a:xfrm>
                          <a:off x="2364" y="234"/>
                          <a:ext cx="3885" cy="203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effectLst>
                                <a:outerShdw blurRad="38100" dist="38100" dir="2700000" algn="tl">
                                  <a:srgbClr val="000000">
                                    <a:alpha val="43137"/>
                                  </a:srgbClr>
                                </a:outerShdw>
                              </a:effectLst>
                              <a:latin typeface="+mn-lt"/>
                              <a:ea typeface="楷体" pitchFamily="49" charset="-122"/>
                              <a:cs typeface="宋体" pitchFamily="2" charset="-122"/>
                            </a:rPr>
                            <a:t>i≤size</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1159" name="组合 1159"/>
                      <p:cNvGrpSpPr>
                        <a:grpSpLocks/>
                      </p:cNvGrpSpPr>
                      <p:nvPr/>
                    </p:nvGrpSpPr>
                    <p:grpSpPr bwMode="auto">
                      <a:xfrm>
                        <a:off x="9941" y="317"/>
                        <a:ext cx="5715" cy="2124"/>
                        <a:chOff x="0" y="317"/>
                        <a:chExt cx="5714" cy="2124"/>
                      </a:xfrm>
                    </p:grpSpPr>
                    <p:sp>
                      <p:nvSpPr>
                        <p:cNvPr id="1157" name="AutoShape 65"/>
                        <p:cNvSpPr>
                          <a:spLocks noChangeArrowheads="1"/>
                        </p:cNvSpPr>
                        <p:nvPr/>
                      </p:nvSpPr>
                      <p:spPr bwMode="auto">
                        <a:xfrm>
                          <a:off x="0" y="460"/>
                          <a:ext cx="5714" cy="1981"/>
                        </a:xfrm>
                        <a:prstGeom prst="flowChartTerminator">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158" name="Text Box 66"/>
                        <p:cNvSpPr txBox="1">
                          <a:spLocks noChangeArrowheads="1"/>
                        </p:cNvSpPr>
                        <p:nvPr/>
                      </p:nvSpPr>
                      <p:spPr bwMode="auto">
                        <a:xfrm>
                          <a:off x="1373" y="317"/>
                          <a:ext cx="3179" cy="209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rPr>
                            <a:t>结束</a:t>
                          </a:r>
                        </a:p>
                      </p:txBody>
                    </p:sp>
                  </p:grpSp>
                  <p:sp>
                    <p:nvSpPr>
                      <p:cNvPr id="1178" name="Line 17"/>
                      <p:cNvSpPr>
                        <a:spLocks noChangeShapeType="1"/>
                      </p:cNvSpPr>
                      <p:nvPr/>
                    </p:nvSpPr>
                    <p:spPr bwMode="auto">
                      <a:xfrm rot="-5400000">
                        <a:off x="8944" y="536"/>
                        <a:ext cx="0" cy="1994"/>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sp>
                  <p:nvSpPr>
                    <p:cNvPr id="1179" name="Text Box 63"/>
                    <p:cNvSpPr txBox="1">
                      <a:spLocks noChangeArrowheads="1"/>
                    </p:cNvSpPr>
                    <p:nvPr/>
                  </p:nvSpPr>
                  <p:spPr bwMode="auto">
                    <a:xfrm>
                      <a:off x="8055" y="312"/>
                      <a:ext cx="1612" cy="169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rPr>
                        <a:t>F</a:t>
                      </a:r>
                      <a:endParaRPr kumimoji="0" lang="zh-CN" altLang="zh-CN" sz="14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endParaRPr>
                    </a:p>
                  </p:txBody>
                </p:sp>
              </p:grpSp>
            </p:grpSp>
          </p:grpSp>
        </p:grpSp>
      </p:grpSp>
      <p:grpSp>
        <p:nvGrpSpPr>
          <p:cNvPr id="1235" name="组合 1235"/>
          <p:cNvGrpSpPr>
            <a:grpSpLocks/>
          </p:cNvGrpSpPr>
          <p:nvPr/>
        </p:nvGrpSpPr>
        <p:grpSpPr bwMode="auto">
          <a:xfrm>
            <a:off x="7392144" y="848372"/>
            <a:ext cx="3456384" cy="5462552"/>
            <a:chOff x="0" y="429"/>
            <a:chExt cx="17871" cy="28009"/>
          </a:xfrm>
        </p:grpSpPr>
        <p:sp>
          <p:nvSpPr>
            <p:cNvPr id="1194" name="Rectangle 545"/>
            <p:cNvSpPr>
              <a:spLocks noChangeArrowheads="1"/>
            </p:cNvSpPr>
            <p:nvPr/>
          </p:nvSpPr>
          <p:spPr bwMode="auto">
            <a:xfrm>
              <a:off x="61" y="429"/>
              <a:ext cx="17779" cy="27984"/>
            </a:xfrm>
            <a:prstGeom prst="rect">
              <a:avLst/>
            </a:prstGeom>
            <a:gradFill flip="none" rotWithShape="1">
              <a:gsLst>
                <a:gs pos="0">
                  <a:srgbClr val="FFFFCD">
                    <a:shade val="30000"/>
                    <a:satMod val="115000"/>
                  </a:srgbClr>
                </a:gs>
                <a:gs pos="50000">
                  <a:srgbClr val="FFFFCD">
                    <a:shade val="67500"/>
                    <a:satMod val="115000"/>
                  </a:srgbClr>
                </a:gs>
                <a:gs pos="100000">
                  <a:srgbClr val="FFFFCD">
                    <a:shade val="100000"/>
                    <a:satMod val="115000"/>
                  </a:srgbClr>
                </a:gs>
              </a:gsLst>
              <a:lin ang="13500000" scaled="1"/>
              <a:tileRect/>
            </a:gradFill>
            <a:ln w="19050">
              <a:solidFill>
                <a:srgbClr val="3366CC"/>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1234" name="组合 1234"/>
            <p:cNvGrpSpPr>
              <a:grpSpLocks/>
            </p:cNvGrpSpPr>
            <p:nvPr/>
          </p:nvGrpSpPr>
          <p:grpSpPr bwMode="auto">
            <a:xfrm>
              <a:off x="0" y="552"/>
              <a:ext cx="17871" cy="27886"/>
              <a:chOff x="0" y="552"/>
              <a:chExt cx="17871" cy="27886"/>
            </a:xfrm>
          </p:grpSpPr>
          <p:sp>
            <p:nvSpPr>
              <p:cNvPr id="1197" name="Line 615"/>
              <p:cNvSpPr>
                <a:spLocks noChangeShapeType="1"/>
              </p:cNvSpPr>
              <p:nvPr/>
            </p:nvSpPr>
            <p:spPr bwMode="auto">
              <a:xfrm>
                <a:off x="0" y="2516"/>
                <a:ext cx="17780"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199" name="Line 635"/>
              <p:cNvSpPr>
                <a:spLocks noChangeShapeType="1"/>
              </p:cNvSpPr>
              <p:nvPr/>
            </p:nvSpPr>
            <p:spPr bwMode="auto">
              <a:xfrm>
                <a:off x="2301" y="4572"/>
                <a:ext cx="0" cy="23866"/>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201" name="Text Box 612"/>
              <p:cNvSpPr txBox="1">
                <a:spLocks noChangeArrowheads="1"/>
              </p:cNvSpPr>
              <p:nvPr/>
            </p:nvSpPr>
            <p:spPr bwMode="auto">
              <a:xfrm>
                <a:off x="5185" y="552"/>
                <a:ext cx="8218" cy="184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rPr>
                  <a:t>输入大小</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size</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204" name="Text Box 53"/>
              <p:cNvSpPr txBox="1">
                <a:spLocks noChangeArrowheads="1"/>
              </p:cNvSpPr>
              <p:nvPr/>
            </p:nvSpPr>
            <p:spPr bwMode="auto">
              <a:xfrm>
                <a:off x="30" y="2394"/>
                <a:ext cx="8533" cy="166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for </a:t>
                </a:r>
                <a:r>
                  <a:rPr kumimoji="0" lang="en-US" altLang="zh-CN" sz="1600" b="1" dirty="0" err="1">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=1 to size</a:t>
                </a:r>
                <a:endParaRPr kumimoji="0" lang="zh-CN" altLang="zh-CN"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200" name="Line 640"/>
              <p:cNvSpPr>
                <a:spLocks noChangeShapeType="1"/>
              </p:cNvSpPr>
              <p:nvPr/>
            </p:nvSpPr>
            <p:spPr bwMode="auto">
              <a:xfrm>
                <a:off x="2270" y="4510"/>
                <a:ext cx="15564"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205" name="Line 640"/>
              <p:cNvSpPr>
                <a:spLocks noChangeShapeType="1"/>
              </p:cNvSpPr>
              <p:nvPr/>
            </p:nvSpPr>
            <p:spPr bwMode="auto">
              <a:xfrm>
                <a:off x="2301" y="8683"/>
                <a:ext cx="15570"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1232" name="组合 1232"/>
              <p:cNvGrpSpPr>
                <a:grpSpLocks/>
              </p:cNvGrpSpPr>
              <p:nvPr/>
            </p:nvGrpSpPr>
            <p:grpSpPr bwMode="auto">
              <a:xfrm>
                <a:off x="2678" y="4512"/>
                <a:ext cx="14449" cy="3980"/>
                <a:chOff x="745" y="738"/>
                <a:chExt cx="14449" cy="3980"/>
              </a:xfrm>
            </p:grpSpPr>
            <p:sp>
              <p:nvSpPr>
                <p:cNvPr id="1209" name="Text Box 53"/>
                <p:cNvSpPr txBox="1">
                  <a:spLocks noChangeArrowheads="1"/>
                </p:cNvSpPr>
                <p:nvPr/>
              </p:nvSpPr>
              <p:spPr bwMode="auto">
                <a:xfrm>
                  <a:off x="745" y="738"/>
                  <a:ext cx="12215" cy="13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u="sng"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计算第</a:t>
                  </a:r>
                  <a:r>
                    <a:rPr kumimoji="0" lang="en-US" altLang="zh-CN" sz="1600" b="1" u="sng" dirty="0" err="1">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i</a:t>
                  </a:r>
                  <a:r>
                    <a:rPr kumimoji="0" lang="zh-CN" altLang="en-US" sz="1600" b="1" u="sng"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行*号个数</a:t>
                  </a:r>
                  <a:r>
                    <a:rPr kumimoji="0" lang="en-US" altLang="zh-CN" sz="1600" b="1" u="sng"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n</a:t>
                  </a:r>
                  <a:endParaRPr kumimoji="0" lang="zh-CN" altLang="zh-CN" sz="1600" b="1"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210" name="Text Box 53"/>
                <p:cNvSpPr txBox="1">
                  <a:spLocks noChangeArrowheads="1"/>
                </p:cNvSpPr>
                <p:nvPr/>
              </p:nvSpPr>
              <p:spPr bwMode="auto">
                <a:xfrm>
                  <a:off x="837" y="2057"/>
                  <a:ext cx="14357" cy="15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n=(</a:t>
                  </a:r>
                  <a:r>
                    <a:rPr kumimoji="0" lang="en-US" altLang="zh-CN" sz="1600" b="1" dirty="0" err="1">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&lt;=(size+1)/2) ? i:size-i+1</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211" name="Text Box 53"/>
                <p:cNvSpPr txBox="1">
                  <a:spLocks noChangeArrowheads="1"/>
                </p:cNvSpPr>
                <p:nvPr/>
              </p:nvSpPr>
              <p:spPr bwMode="auto">
                <a:xfrm>
                  <a:off x="806" y="3284"/>
                  <a:ext cx="6197" cy="14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n=2*n-1</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sp>
            <p:nvSpPr>
              <p:cNvPr id="1212" name="Line 640"/>
              <p:cNvSpPr>
                <a:spLocks noChangeShapeType="1"/>
              </p:cNvSpPr>
              <p:nvPr/>
            </p:nvSpPr>
            <p:spPr bwMode="auto">
              <a:xfrm>
                <a:off x="2301" y="11844"/>
                <a:ext cx="15570"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1233" name="组合 1233"/>
              <p:cNvGrpSpPr>
                <a:grpSpLocks/>
              </p:cNvGrpSpPr>
              <p:nvPr/>
            </p:nvGrpSpPr>
            <p:grpSpPr bwMode="auto">
              <a:xfrm>
                <a:off x="2678" y="8560"/>
                <a:ext cx="13704" cy="2699"/>
                <a:chOff x="745" y="552"/>
                <a:chExt cx="13704" cy="2699"/>
              </a:xfrm>
            </p:grpSpPr>
            <p:sp>
              <p:nvSpPr>
                <p:cNvPr id="1213" name="Text Box 53"/>
                <p:cNvSpPr txBox="1">
                  <a:spLocks noChangeArrowheads="1"/>
                </p:cNvSpPr>
                <p:nvPr/>
              </p:nvSpPr>
              <p:spPr bwMode="auto">
                <a:xfrm>
                  <a:off x="745" y="552"/>
                  <a:ext cx="13704" cy="15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u="sng"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计算第</a:t>
                  </a:r>
                  <a:r>
                    <a:rPr kumimoji="0" lang="en-US" altLang="zh-CN" sz="1600" b="1" u="sng" dirty="0" err="1">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i</a:t>
                  </a:r>
                  <a:r>
                    <a:rPr kumimoji="0" lang="zh-CN" altLang="en-US" sz="1600" b="1" u="sng"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行打印空格数</a:t>
                  </a:r>
                  <a:r>
                    <a:rPr kumimoji="0" lang="en-US" altLang="zh-CN" sz="1600" b="1" u="sng"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rPr>
                    <a:t>m</a:t>
                  </a:r>
                  <a:endParaRPr kumimoji="0" lang="zh-CN" altLang="zh-CN" sz="1600" b="1" dirty="0">
                    <a:solidFill>
                      <a:srgbClr val="0000FF"/>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214" name="Text Box 53"/>
                <p:cNvSpPr txBox="1">
                  <a:spLocks noChangeArrowheads="1"/>
                </p:cNvSpPr>
                <p:nvPr/>
              </p:nvSpPr>
              <p:spPr bwMode="auto">
                <a:xfrm>
                  <a:off x="806" y="1932"/>
                  <a:ext cx="10292" cy="131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a:effectLst>
                        <a:outerShdw blurRad="38100" dist="38100" dir="2700000" algn="tl">
                          <a:srgbClr val="000000">
                            <a:alpha val="43137"/>
                          </a:srgbClr>
                        </a:outerShdw>
                      </a:effectLst>
                      <a:latin typeface="+mn-lt"/>
                      <a:ea typeface="楷体" pitchFamily="49" charset="-122"/>
                      <a:cs typeface="宋体" pitchFamily="2" charset="-122"/>
                    </a:rPr>
                    <a:t>m=(size-n)/2+15</a:t>
                  </a:r>
                  <a:endParaRPr kumimoji="0" lang="zh-CN" altLang="zh-CN" sz="1600" b="1">
                    <a:effectLst>
                      <a:outerShdw blurRad="38100" dist="38100" dir="2700000" algn="tl">
                        <a:srgbClr val="000000">
                          <a:alpha val="43137"/>
                        </a:srgbClr>
                      </a:outerShdw>
                    </a:effectLst>
                    <a:latin typeface="+mn-lt"/>
                    <a:ea typeface="楷体" pitchFamily="49" charset="-122"/>
                    <a:cs typeface="宋体" pitchFamily="2" charset="-122"/>
                  </a:endParaRPr>
                </a:p>
              </p:txBody>
            </p:sp>
          </p:grpSp>
          <p:sp>
            <p:nvSpPr>
              <p:cNvPr id="1215" name="Line 640"/>
              <p:cNvSpPr>
                <a:spLocks noChangeShapeType="1"/>
              </p:cNvSpPr>
              <p:nvPr/>
            </p:nvSpPr>
            <p:spPr bwMode="auto">
              <a:xfrm>
                <a:off x="5093" y="13961"/>
                <a:ext cx="12710"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216" name="Line 635"/>
              <p:cNvSpPr>
                <a:spLocks noChangeShapeType="1"/>
              </p:cNvSpPr>
              <p:nvPr/>
            </p:nvSpPr>
            <p:spPr bwMode="auto">
              <a:xfrm>
                <a:off x="5093" y="13930"/>
                <a:ext cx="0" cy="4235"/>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217" name="Text Box 53"/>
              <p:cNvSpPr txBox="1">
                <a:spLocks noChangeArrowheads="1"/>
              </p:cNvSpPr>
              <p:nvPr/>
            </p:nvSpPr>
            <p:spPr bwMode="auto">
              <a:xfrm>
                <a:off x="2424" y="11779"/>
                <a:ext cx="8745" cy="193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for k=1 to m</a:t>
                </a:r>
                <a:endParaRPr kumimoji="0" lang="zh-CN" altLang="zh-CN"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218" name="Line 640"/>
              <p:cNvSpPr>
                <a:spLocks noChangeShapeType="1"/>
              </p:cNvSpPr>
              <p:nvPr/>
            </p:nvSpPr>
            <p:spPr bwMode="auto">
              <a:xfrm>
                <a:off x="5093" y="16017"/>
                <a:ext cx="12706"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219" name="Text Box 53"/>
              <p:cNvSpPr txBox="1">
                <a:spLocks noChangeArrowheads="1"/>
              </p:cNvSpPr>
              <p:nvPr/>
            </p:nvSpPr>
            <p:spPr bwMode="auto">
              <a:xfrm>
                <a:off x="8499" y="14118"/>
                <a:ext cx="6393" cy="157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rPr>
                  <a:t>打印空格</a:t>
                </a:r>
              </a:p>
              <a:p>
                <a:endPar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220" name="Text Box 53"/>
              <p:cNvSpPr txBox="1">
                <a:spLocks noChangeArrowheads="1"/>
              </p:cNvSpPr>
              <p:nvPr/>
            </p:nvSpPr>
            <p:spPr bwMode="auto">
              <a:xfrm>
                <a:off x="9512" y="16144"/>
                <a:ext cx="5381" cy="13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k=k+1</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221" name="Line 640"/>
              <p:cNvSpPr>
                <a:spLocks noChangeShapeType="1"/>
              </p:cNvSpPr>
              <p:nvPr/>
            </p:nvSpPr>
            <p:spPr bwMode="auto">
              <a:xfrm>
                <a:off x="2270" y="18165"/>
                <a:ext cx="15499"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222" name="Text Box 53"/>
              <p:cNvSpPr txBox="1">
                <a:spLocks noChangeArrowheads="1"/>
              </p:cNvSpPr>
              <p:nvPr/>
            </p:nvSpPr>
            <p:spPr bwMode="auto">
              <a:xfrm>
                <a:off x="2393" y="18191"/>
                <a:ext cx="6542" cy="15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rPr>
                  <a:t>for j=1 to n</a:t>
                </a:r>
                <a:endParaRPr kumimoji="0" lang="zh-CN" altLang="zh-CN" sz="1600" b="1" dirty="0">
                  <a:solidFill>
                    <a:srgbClr val="FF33CC"/>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223" name="Line 640"/>
              <p:cNvSpPr>
                <a:spLocks noChangeShapeType="1"/>
              </p:cNvSpPr>
              <p:nvPr/>
            </p:nvSpPr>
            <p:spPr bwMode="auto">
              <a:xfrm>
                <a:off x="5062" y="20190"/>
                <a:ext cx="12707"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224" name="Line 635"/>
              <p:cNvSpPr>
                <a:spLocks noChangeShapeType="1"/>
              </p:cNvSpPr>
              <p:nvPr/>
            </p:nvSpPr>
            <p:spPr bwMode="auto">
              <a:xfrm>
                <a:off x="5062" y="20159"/>
                <a:ext cx="0" cy="4229"/>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225" name="Line 640"/>
              <p:cNvSpPr>
                <a:spLocks noChangeShapeType="1"/>
              </p:cNvSpPr>
              <p:nvPr/>
            </p:nvSpPr>
            <p:spPr bwMode="auto">
              <a:xfrm>
                <a:off x="5032" y="22246"/>
                <a:ext cx="12706"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226" name="Text Box 53"/>
              <p:cNvSpPr txBox="1">
                <a:spLocks noChangeArrowheads="1"/>
              </p:cNvSpPr>
              <p:nvPr/>
            </p:nvSpPr>
            <p:spPr bwMode="auto">
              <a:xfrm>
                <a:off x="8438" y="20343"/>
                <a:ext cx="6082" cy="16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rPr>
                  <a:t>打印*号</a:t>
                </a:r>
              </a:p>
              <a:p>
                <a:endPar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227" name="Text Box 53"/>
              <p:cNvSpPr txBox="1">
                <a:spLocks noChangeArrowheads="1"/>
              </p:cNvSpPr>
              <p:nvPr/>
            </p:nvSpPr>
            <p:spPr bwMode="auto">
              <a:xfrm>
                <a:off x="9420" y="22190"/>
                <a:ext cx="5411" cy="138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j=j+1</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228" name="Line 640"/>
              <p:cNvSpPr>
                <a:spLocks noChangeShapeType="1"/>
              </p:cNvSpPr>
              <p:nvPr/>
            </p:nvSpPr>
            <p:spPr bwMode="auto">
              <a:xfrm>
                <a:off x="2239" y="24394"/>
                <a:ext cx="15494"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229" name="Text Box 53"/>
              <p:cNvSpPr txBox="1">
                <a:spLocks noChangeArrowheads="1"/>
              </p:cNvSpPr>
              <p:nvPr/>
            </p:nvSpPr>
            <p:spPr bwMode="auto">
              <a:xfrm>
                <a:off x="6321" y="24578"/>
                <a:ext cx="6710" cy="14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rPr>
                  <a:t>回车换行</a:t>
                </a:r>
              </a:p>
            </p:txBody>
          </p:sp>
          <p:sp>
            <p:nvSpPr>
              <p:cNvPr id="1230" name="Line 640"/>
              <p:cNvSpPr>
                <a:spLocks noChangeShapeType="1"/>
              </p:cNvSpPr>
              <p:nvPr/>
            </p:nvSpPr>
            <p:spPr bwMode="auto">
              <a:xfrm>
                <a:off x="2301" y="26388"/>
                <a:ext cx="15494"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231" name="Text Box 53"/>
              <p:cNvSpPr txBox="1">
                <a:spLocks noChangeArrowheads="1"/>
              </p:cNvSpPr>
              <p:nvPr/>
            </p:nvSpPr>
            <p:spPr bwMode="auto">
              <a:xfrm>
                <a:off x="7671" y="26419"/>
                <a:ext cx="5360" cy="14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=i+1</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sp>
        <p:nvSpPr>
          <p:cNvPr id="144" name="TextBox 143"/>
          <p:cNvSpPr txBox="1"/>
          <p:nvPr/>
        </p:nvSpPr>
        <p:spPr>
          <a:xfrm>
            <a:off x="711380" y="188780"/>
            <a:ext cx="1928826" cy="461665"/>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zh-CN" altLang="en-US" b="1" dirty="0">
                <a:solidFill>
                  <a:srgbClr val="FF0000"/>
                </a:solidFill>
                <a:effectLst>
                  <a:outerShdw blurRad="38100" dist="38100" dir="2700000" algn="tl">
                    <a:srgbClr val="000000">
                      <a:alpha val="43137"/>
                    </a:srgbClr>
                  </a:outerShdw>
                </a:effectLst>
                <a:latin typeface="隶书" pitchFamily="49" charset="-122"/>
                <a:ea typeface="隶书" pitchFamily="49" charset="-122"/>
              </a:rPr>
              <a:t>算法流程图</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44"/>
                                        </p:tgtEl>
                                        <p:attrNameLst>
                                          <p:attrName>style.visibility</p:attrName>
                                        </p:attrNameLst>
                                      </p:cBhvr>
                                      <p:to>
                                        <p:strVal val="visible"/>
                                      </p:to>
                                    </p:set>
                                    <p:animEffect transition="in" filter="box(in)">
                                      <p:cBhvr>
                                        <p:cTn id="7" dur="500"/>
                                        <p:tgtEl>
                                          <p:spTgt spid="14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188"/>
                                        </p:tgtEl>
                                        <p:attrNameLst>
                                          <p:attrName>style.visibility</p:attrName>
                                        </p:attrNameLst>
                                      </p:cBhvr>
                                      <p:to>
                                        <p:strVal val="visible"/>
                                      </p:to>
                                    </p:set>
                                    <p:animEffect transition="in" filter="strips(downRight)">
                                      <p:cBhvr>
                                        <p:cTn id="12" dur="500"/>
                                        <p:tgtEl>
                                          <p:spTgt spid="1188"/>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235"/>
                                        </p:tgtEl>
                                        <p:attrNameLst>
                                          <p:attrName>style.visibility</p:attrName>
                                        </p:attrNameLst>
                                      </p:cBhvr>
                                      <p:to>
                                        <p:strVal val="visible"/>
                                      </p:to>
                                    </p:set>
                                    <p:animEffect transition="in" filter="strips(downRight)">
                                      <p:cBhvr>
                                        <p:cTn id="17" dur="500"/>
                                        <p:tgtEl>
                                          <p:spTgt spid="1235"/>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 grpId="0" animBg="1"/>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2332" name="Rectangle 12" descr="信纸"/>
          <p:cNvSpPr>
            <a:spLocks noChangeArrowheads="1"/>
          </p:cNvSpPr>
          <p:nvPr/>
        </p:nvSpPr>
        <p:spPr bwMode="auto">
          <a:xfrm>
            <a:off x="623393" y="260351"/>
            <a:ext cx="4392488" cy="4702175"/>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wrap="square" anchor="ctr">
            <a:spAutoFit/>
          </a:bodyPr>
          <a:lstStyle/>
          <a:p>
            <a:pPr>
              <a:tabLst>
                <a:tab pos="800100" algn="l"/>
              </a:tabLst>
            </a:pPr>
            <a:r>
              <a:rPr lang="en-US" altLang="zh-CN" sz="2000" b="1" dirty="0">
                <a:effectLst>
                  <a:outerShdw blurRad="38100" dist="38100" dir="2700000" algn="tl">
                    <a:srgbClr val="FFFFFF"/>
                  </a:outerShdw>
                </a:effectLst>
                <a:ea typeface="楷体_GB2312" pitchFamily="49" charset="-122"/>
              </a:rPr>
              <a:t>#include &lt;</a:t>
            </a:r>
            <a:r>
              <a:rPr lang="en-US" altLang="zh-CN" sz="2000" b="1" dirty="0" err="1">
                <a:effectLst>
                  <a:outerShdw blurRad="38100" dist="38100" dir="2700000" algn="tl">
                    <a:srgbClr val="FFFFFF"/>
                  </a:outerShdw>
                </a:effectLst>
                <a:ea typeface="楷体_GB2312" pitchFamily="49" charset="-122"/>
              </a:rPr>
              <a:t>stdio.h</a:t>
            </a:r>
            <a:r>
              <a:rPr lang="en-US" altLang="zh-CN" sz="2000" b="1" dirty="0">
                <a:effectLst>
                  <a:outerShdw blurRad="38100" dist="38100" dir="2700000" algn="tl">
                    <a:srgbClr val="FFFFFF"/>
                  </a:outerShdw>
                </a:effectLst>
                <a:ea typeface="楷体_GB2312" pitchFamily="49" charset="-122"/>
              </a:rPr>
              <a:t>&gt;</a:t>
            </a:r>
          </a:p>
          <a:p>
            <a:pPr>
              <a:tabLst>
                <a:tab pos="800100" algn="l"/>
              </a:tabLst>
            </a:pPr>
            <a:r>
              <a:rPr lang="en-US" altLang="zh-CN" sz="2000" b="1" dirty="0">
                <a:effectLst>
                  <a:outerShdw blurRad="38100" dist="38100" dir="2700000" algn="tl">
                    <a:srgbClr val="FFFFFF"/>
                  </a:outerShdw>
                </a:effectLst>
                <a:ea typeface="楷体_GB2312" pitchFamily="49" charset="-122"/>
              </a:rPr>
              <a:t>#include &lt;</a:t>
            </a:r>
            <a:r>
              <a:rPr lang="en-US" altLang="zh-CN" sz="2000" b="1" dirty="0" err="1">
                <a:effectLst>
                  <a:outerShdw blurRad="38100" dist="38100" dir="2700000" algn="tl">
                    <a:srgbClr val="FFFFFF"/>
                  </a:outerShdw>
                </a:effectLst>
                <a:ea typeface="楷体_GB2312" pitchFamily="49" charset="-122"/>
              </a:rPr>
              <a:t>stdlib.h</a:t>
            </a:r>
            <a:r>
              <a:rPr lang="en-US" altLang="zh-CN" sz="2000" b="1" dirty="0">
                <a:effectLst>
                  <a:outerShdw blurRad="38100" dist="38100" dir="2700000" algn="tl">
                    <a:srgbClr val="FFFFFF"/>
                  </a:outerShdw>
                </a:effectLst>
                <a:ea typeface="楷体_GB2312" pitchFamily="49" charset="-122"/>
              </a:rPr>
              <a:t>&gt;</a:t>
            </a:r>
          </a:p>
          <a:p>
            <a:pPr>
              <a:tabLst>
                <a:tab pos="800100" algn="l"/>
              </a:tabLst>
            </a:pPr>
            <a:r>
              <a:rPr lang="en-US" altLang="zh-CN" sz="2000" b="1" dirty="0" err="1">
                <a:solidFill>
                  <a:srgbClr val="CC3300"/>
                </a:solidFill>
                <a:effectLst>
                  <a:outerShdw blurRad="38100" dist="38100" dir="2700000" algn="tl">
                    <a:srgbClr val="000000"/>
                  </a:outerShdw>
                </a:effectLst>
                <a:ea typeface="楷体_GB2312" pitchFamily="49" charset="-122"/>
              </a:rPr>
              <a:t>int</a:t>
            </a:r>
            <a:r>
              <a:rPr lang="en-US" altLang="zh-CN" sz="2000" b="1" dirty="0">
                <a:solidFill>
                  <a:srgbClr val="CC3300"/>
                </a:solidFill>
                <a:effectLst>
                  <a:outerShdw blurRad="38100" dist="38100" dir="2700000" algn="tl">
                    <a:srgbClr val="000000"/>
                  </a:outerShdw>
                </a:effectLst>
                <a:ea typeface="楷体_GB2312" pitchFamily="49" charset="-122"/>
              </a:rPr>
              <a:t> main ( )</a:t>
            </a:r>
          </a:p>
          <a:p>
            <a:pPr>
              <a:tabLst>
                <a:tab pos="800100" algn="l"/>
              </a:tabLst>
            </a:pPr>
            <a:r>
              <a:rPr lang="en-US" altLang="zh-CN" sz="2000" b="1" dirty="0">
                <a:effectLst>
                  <a:outerShdw blurRad="38100" dist="38100" dir="2700000" algn="tl">
                    <a:srgbClr val="FFFFFF"/>
                  </a:outerShdw>
                </a:effectLst>
                <a:ea typeface="楷体_GB2312" pitchFamily="49" charset="-122"/>
              </a:rPr>
              <a:t>{</a:t>
            </a:r>
          </a:p>
          <a:p>
            <a:pPr>
              <a:tabLst>
                <a:tab pos="8001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j, k, m, n, size;</a:t>
            </a:r>
          </a:p>
          <a:p>
            <a:pPr>
              <a:tabLst>
                <a:tab pos="800100" algn="l"/>
              </a:tabLst>
            </a:pPr>
            <a:endParaRPr lang="en-US" altLang="zh-CN" sz="2000" b="1" dirty="0">
              <a:effectLst>
                <a:outerShdw blurRad="38100" dist="38100" dir="2700000" algn="tl">
                  <a:srgbClr val="FFFFFF"/>
                </a:outerShdw>
              </a:effectLst>
              <a:ea typeface="楷体_GB2312" pitchFamily="49" charset="-122"/>
            </a:endParaRPr>
          </a:p>
          <a:p>
            <a:pPr>
              <a:tabLst>
                <a:tab pos="8001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("input size: ");  </a:t>
            </a:r>
            <a:r>
              <a:rPr lang="en-US" altLang="zh-CN" sz="1800" b="1" dirty="0">
                <a:solidFill>
                  <a:srgbClr val="0033CC"/>
                </a:solidFill>
                <a:effectLst>
                  <a:outerShdw blurRad="38100" dist="38100" dir="2700000" algn="tl">
                    <a:srgbClr val="000000"/>
                  </a:outerShdw>
                </a:effectLst>
                <a:latin typeface="+mn-lt"/>
                <a:ea typeface="楷体" pitchFamily="49" charset="-122"/>
              </a:rPr>
              <a:t>//</a:t>
            </a:r>
            <a:r>
              <a:rPr lang="zh-CN" altLang="en-US" sz="1800" b="1" dirty="0">
                <a:solidFill>
                  <a:srgbClr val="0033CC"/>
                </a:solidFill>
                <a:effectLst>
                  <a:outerShdw blurRad="38100" dist="38100" dir="2700000" algn="tl">
                    <a:srgbClr val="000000"/>
                  </a:outerShdw>
                </a:effectLst>
                <a:latin typeface="+mn-lt"/>
                <a:ea typeface="楷体" pitchFamily="49" charset="-122"/>
              </a:rPr>
              <a:t>输入大小提示</a:t>
            </a:r>
          </a:p>
          <a:p>
            <a:pPr>
              <a:tabLst>
                <a:tab pos="8001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scanf</a:t>
            </a:r>
            <a:r>
              <a:rPr lang="en-US" altLang="zh-CN" sz="2000" b="1" dirty="0">
                <a:effectLst>
                  <a:outerShdw blurRad="38100" dist="38100" dir="2700000" algn="tl">
                    <a:srgbClr val="FFFFFF"/>
                  </a:outerShdw>
                </a:effectLst>
                <a:ea typeface="楷体_GB2312" pitchFamily="49" charset="-122"/>
              </a:rPr>
              <a:t> ("%d", &amp;size);    </a:t>
            </a:r>
            <a:r>
              <a:rPr lang="en-US" altLang="zh-CN" sz="1800" b="1" dirty="0">
                <a:solidFill>
                  <a:srgbClr val="0033CC"/>
                </a:solidFill>
                <a:effectLst>
                  <a:outerShdw blurRad="38100" dist="38100" dir="2700000" algn="tl">
                    <a:srgbClr val="000000"/>
                  </a:outerShdw>
                </a:effectLst>
                <a:latin typeface="+mn-lt"/>
                <a:ea typeface="楷体" pitchFamily="49" charset="-122"/>
              </a:rPr>
              <a:t>//</a:t>
            </a:r>
            <a:r>
              <a:rPr lang="zh-CN" altLang="en-US" sz="1800" b="1" dirty="0">
                <a:solidFill>
                  <a:srgbClr val="0033CC"/>
                </a:solidFill>
                <a:effectLst>
                  <a:outerShdw blurRad="38100" dist="38100" dir="2700000" algn="tl">
                    <a:srgbClr val="000000"/>
                  </a:outerShdw>
                </a:effectLst>
                <a:latin typeface="+mn-lt"/>
                <a:ea typeface="楷体" pitchFamily="49" charset="-122"/>
              </a:rPr>
              <a:t>输入大小</a:t>
            </a:r>
          </a:p>
          <a:p>
            <a:pPr>
              <a:tabLst>
                <a:tab pos="800100" algn="l"/>
              </a:tabLst>
            </a:pPr>
            <a:r>
              <a:rPr lang="zh-CN" altLang="en-US" sz="2000" b="1" dirty="0">
                <a:effectLst>
                  <a:outerShdw blurRad="38100" dist="38100" dir="2700000" algn="tl">
                    <a:srgbClr val="FFFFFF"/>
                  </a:outerShdw>
                </a:effectLst>
                <a:latin typeface="楷体_GB2312" pitchFamily="49" charset="-122"/>
                <a:ea typeface="楷体_GB2312" pitchFamily="49" charset="-122"/>
              </a:rPr>
              <a:t> </a:t>
            </a:r>
            <a:r>
              <a:rPr lang="en-US" altLang="zh-CN" sz="1800" b="1" dirty="0">
                <a:solidFill>
                  <a:srgbClr val="0033CC"/>
                </a:solidFill>
                <a:effectLst>
                  <a:outerShdw blurRad="38100" dist="38100" dir="2700000" algn="tl">
                    <a:srgbClr val="000000"/>
                  </a:outerShdw>
                </a:effectLst>
                <a:latin typeface="+mn-lt"/>
                <a:ea typeface="楷体" pitchFamily="49" charset="-122"/>
              </a:rPr>
              <a:t>//</a:t>
            </a:r>
            <a:r>
              <a:rPr lang="zh-CN" altLang="en-US" sz="1800" b="1" dirty="0">
                <a:solidFill>
                  <a:srgbClr val="0033CC"/>
                </a:solidFill>
                <a:effectLst>
                  <a:outerShdw blurRad="38100" dist="38100" dir="2700000" algn="tl">
                    <a:srgbClr val="000000"/>
                  </a:outerShdw>
                </a:effectLst>
                <a:latin typeface="+mn-lt"/>
                <a:ea typeface="楷体" pitchFamily="49" charset="-122"/>
              </a:rPr>
              <a:t>如果为小于或等于</a:t>
            </a:r>
            <a:r>
              <a:rPr lang="en-US" altLang="zh-CN" sz="1800" b="1" dirty="0">
                <a:solidFill>
                  <a:srgbClr val="0033CC"/>
                </a:solidFill>
                <a:effectLst>
                  <a:outerShdw blurRad="38100" dist="38100" dir="2700000" algn="tl">
                    <a:srgbClr val="000000"/>
                  </a:outerShdw>
                </a:effectLst>
                <a:latin typeface="+mn-lt"/>
                <a:ea typeface="楷体" pitchFamily="49" charset="-122"/>
              </a:rPr>
              <a:t>0</a:t>
            </a:r>
            <a:r>
              <a:rPr lang="zh-CN" altLang="en-US" sz="1800" b="1" dirty="0">
                <a:solidFill>
                  <a:srgbClr val="0033CC"/>
                </a:solidFill>
                <a:effectLst>
                  <a:outerShdw blurRad="38100" dist="38100" dir="2700000" algn="tl">
                    <a:srgbClr val="000000"/>
                  </a:outerShdw>
                </a:effectLst>
                <a:latin typeface="+mn-lt"/>
                <a:ea typeface="楷体" pitchFamily="49" charset="-122"/>
              </a:rPr>
              <a:t>的数或为偶数</a:t>
            </a:r>
          </a:p>
          <a:p>
            <a:pPr>
              <a:tabLst>
                <a:tab pos="8001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if (size &lt;= 0 || size % 2 == 0)</a:t>
            </a:r>
          </a:p>
          <a:p>
            <a:pPr>
              <a:tabLst>
                <a:tab pos="800100" algn="l"/>
              </a:tabLst>
            </a:pPr>
            <a:r>
              <a:rPr lang="en-US" altLang="zh-CN" sz="2000" b="1" dirty="0">
                <a:effectLst>
                  <a:outerShdw blurRad="38100" dist="38100" dir="2700000" algn="tl">
                    <a:srgbClr val="FFFFFF"/>
                  </a:outerShdw>
                </a:effectLst>
                <a:ea typeface="楷体_GB2312" pitchFamily="49" charset="-122"/>
              </a:rPr>
              <a:t>  {</a:t>
            </a:r>
          </a:p>
          <a:p>
            <a:pPr>
              <a:tabLst>
                <a:tab pos="8001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("the size is error!\n");  </a:t>
            </a:r>
          </a:p>
          <a:p>
            <a:pPr>
              <a:tabLst>
                <a:tab pos="800100" algn="l"/>
              </a:tabLst>
            </a:pPr>
            <a:r>
              <a:rPr lang="en-US" altLang="zh-CN" sz="2000" b="1" dirty="0">
                <a:effectLst>
                  <a:outerShdw blurRad="38100" dist="38100" dir="2700000" algn="tl">
                    <a:srgbClr val="FFFFFF"/>
                  </a:outerShdw>
                </a:effectLst>
                <a:ea typeface="楷体_GB2312" pitchFamily="49" charset="-122"/>
              </a:rPr>
              <a:t>    exit (-1);    </a:t>
            </a:r>
            <a:r>
              <a:rPr lang="en-US" altLang="zh-CN" sz="1800" b="1" dirty="0">
                <a:solidFill>
                  <a:srgbClr val="0033CC"/>
                </a:solidFill>
                <a:effectLst>
                  <a:outerShdw blurRad="38100" dist="38100" dir="2700000" algn="tl">
                    <a:srgbClr val="000000"/>
                  </a:outerShdw>
                </a:effectLst>
                <a:latin typeface="+mn-lt"/>
                <a:ea typeface="楷体" pitchFamily="49" charset="-122"/>
              </a:rPr>
              <a:t>//</a:t>
            </a:r>
            <a:r>
              <a:rPr lang="zh-CN" altLang="en-US" sz="1800" b="1" dirty="0">
                <a:solidFill>
                  <a:srgbClr val="0033CC"/>
                </a:solidFill>
                <a:effectLst>
                  <a:outerShdw blurRad="38100" dist="38100" dir="2700000" algn="tl">
                    <a:srgbClr val="000000"/>
                  </a:outerShdw>
                </a:effectLst>
                <a:latin typeface="+mn-lt"/>
                <a:ea typeface="楷体" pitchFamily="49" charset="-122"/>
              </a:rPr>
              <a:t>程序结束</a:t>
            </a:r>
          </a:p>
          <a:p>
            <a:pPr>
              <a:tabLst>
                <a:tab pos="8001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a:t>
            </a:r>
          </a:p>
          <a:p>
            <a:pPr>
              <a:tabLst>
                <a:tab pos="800100" algn="l"/>
              </a:tabLst>
            </a:pPr>
            <a:r>
              <a:rPr lang="en-US" altLang="zh-CN" sz="2000" b="1" dirty="0">
                <a:effectLst>
                  <a:outerShdw blurRad="38100" dist="38100" dir="2700000" algn="tl">
                    <a:srgbClr val="FFFFFF"/>
                  </a:outerShdw>
                </a:effectLst>
                <a:ea typeface="楷体_GB2312" pitchFamily="49" charset="-122"/>
              </a:rPr>
              <a:t>  </a:t>
            </a:r>
          </a:p>
        </p:txBody>
      </p:sp>
      <p:sp>
        <p:nvSpPr>
          <p:cNvPr id="952333" name="Rectangle 13" descr="信纸"/>
          <p:cNvSpPr>
            <a:spLocks noChangeArrowheads="1"/>
          </p:cNvSpPr>
          <p:nvPr/>
        </p:nvSpPr>
        <p:spPr bwMode="auto">
          <a:xfrm>
            <a:off x="5159896" y="2549080"/>
            <a:ext cx="6816080" cy="4093428"/>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wrap="square" anchor="ctr">
            <a:spAutoFit/>
          </a:bodyPr>
          <a:lstStyle/>
          <a:p>
            <a:pPr>
              <a:tabLst>
                <a:tab pos="800100" algn="l"/>
              </a:tabLst>
            </a:pPr>
            <a:r>
              <a:rPr lang="en-US" altLang="zh-CN" sz="2000" b="1" dirty="0">
                <a:effectLst>
                  <a:outerShdw blurRad="38100" dist="38100" dir="2700000" algn="tl">
                    <a:srgbClr val="FFFFFF"/>
                  </a:outerShdw>
                </a:effectLst>
                <a:ea typeface="楷体_GB2312" pitchFamily="49" charset="-122"/>
              </a:rPr>
              <a:t>  for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 1;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&lt;= size;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a:t>
            </a:r>
            <a:r>
              <a:rPr lang="en-US" altLang="zh-CN" sz="1800" b="1" dirty="0">
                <a:solidFill>
                  <a:srgbClr val="0033CC"/>
                </a:solidFill>
                <a:effectLst>
                  <a:outerShdw blurRad="38100" dist="38100" dir="2700000" algn="tl">
                    <a:srgbClr val="000000"/>
                  </a:outerShdw>
                </a:effectLst>
                <a:latin typeface="+mn-lt"/>
                <a:ea typeface="楷体" pitchFamily="49" charset="-122"/>
              </a:rPr>
              <a:t>//</a:t>
            </a:r>
            <a:r>
              <a:rPr lang="zh-CN" altLang="en-US" sz="1800" b="1" dirty="0">
                <a:solidFill>
                  <a:srgbClr val="0033CC"/>
                </a:solidFill>
                <a:effectLst>
                  <a:outerShdw blurRad="38100" dist="38100" dir="2700000" algn="tl">
                    <a:srgbClr val="000000"/>
                  </a:outerShdw>
                </a:effectLst>
                <a:latin typeface="+mn-lt"/>
                <a:ea typeface="楷体" pitchFamily="49" charset="-122"/>
              </a:rPr>
              <a:t>控制行数</a:t>
            </a:r>
          </a:p>
          <a:p>
            <a:pPr>
              <a:tabLst>
                <a:tab pos="8001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a:t>
            </a:r>
          </a:p>
          <a:p>
            <a:pPr>
              <a:tabLst>
                <a:tab pos="800100" algn="l"/>
              </a:tabLst>
            </a:pPr>
            <a:r>
              <a:rPr lang="en-US" altLang="zh-CN" sz="2000" b="1" dirty="0">
                <a:effectLst>
                  <a:outerShdw blurRad="38100" dist="38100" dir="2700000" algn="tl">
                    <a:srgbClr val="FFFFFF"/>
                  </a:outerShdw>
                </a:effectLst>
                <a:ea typeface="楷体_GB2312" pitchFamily="49" charset="-122"/>
              </a:rPr>
              <a:t>    n =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&lt;= (size+1)/2) ?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 size-i+1;   </a:t>
            </a:r>
            <a:r>
              <a:rPr lang="en-US" altLang="zh-CN" sz="1800" b="1" dirty="0">
                <a:solidFill>
                  <a:srgbClr val="0033CC"/>
                </a:solidFill>
                <a:effectLst>
                  <a:outerShdw blurRad="38100" dist="38100" dir="2700000" algn="tl">
                    <a:srgbClr val="000000"/>
                  </a:outerShdw>
                </a:effectLst>
                <a:latin typeface="+mn-lt"/>
                <a:ea typeface="楷体" pitchFamily="49" charset="-122"/>
              </a:rPr>
              <a:t>//</a:t>
            </a:r>
            <a:r>
              <a:rPr lang="zh-CN" altLang="en-US" sz="1800" b="1" dirty="0">
                <a:solidFill>
                  <a:srgbClr val="0033CC"/>
                </a:solidFill>
                <a:effectLst>
                  <a:outerShdw blurRad="38100" dist="38100" dir="2700000" algn="tl">
                    <a:srgbClr val="000000"/>
                  </a:outerShdw>
                </a:effectLst>
                <a:latin typeface="+mn-lt"/>
                <a:ea typeface="楷体" pitchFamily="49" charset="-122"/>
              </a:rPr>
              <a:t>每行中</a:t>
            </a:r>
            <a:r>
              <a:rPr lang="en-US" altLang="zh-CN" sz="1800" b="1" dirty="0">
                <a:solidFill>
                  <a:srgbClr val="0033CC"/>
                </a:solidFill>
                <a:effectLst>
                  <a:outerShdw blurRad="38100" dist="38100" dir="2700000" algn="tl">
                    <a:srgbClr val="000000"/>
                  </a:outerShdw>
                </a:effectLst>
                <a:latin typeface="+mn-lt"/>
                <a:ea typeface="楷体" pitchFamily="49" charset="-122"/>
              </a:rPr>
              <a:t>"*"</a:t>
            </a:r>
            <a:r>
              <a:rPr lang="zh-CN" altLang="en-US" sz="1800" b="1" dirty="0">
                <a:solidFill>
                  <a:srgbClr val="0033CC"/>
                </a:solidFill>
                <a:effectLst>
                  <a:outerShdw blurRad="38100" dist="38100" dir="2700000" algn="tl">
                    <a:srgbClr val="000000"/>
                  </a:outerShdw>
                </a:effectLst>
                <a:latin typeface="+mn-lt"/>
                <a:ea typeface="楷体" pitchFamily="49" charset="-122"/>
              </a:rPr>
              <a:t>号的个数</a:t>
            </a:r>
          </a:p>
          <a:p>
            <a:pPr>
              <a:tabLst>
                <a:tab pos="8001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n = 2 * n - 1;</a:t>
            </a:r>
          </a:p>
          <a:p>
            <a:pPr>
              <a:tabLst>
                <a:tab pos="800100" algn="l"/>
              </a:tabLst>
            </a:pPr>
            <a:r>
              <a:rPr lang="en-US" altLang="zh-CN" sz="2000" b="1" dirty="0">
                <a:effectLst>
                  <a:outerShdw blurRad="38100" dist="38100" dir="2700000" algn="tl">
                    <a:srgbClr val="FFFFFF"/>
                  </a:outerShdw>
                </a:effectLst>
                <a:ea typeface="楷体_GB2312" pitchFamily="49" charset="-122"/>
              </a:rPr>
              <a:t>    m = (size - n) / 2 + 15;       </a:t>
            </a:r>
            <a:r>
              <a:rPr lang="en-US" altLang="zh-CN" sz="1800" b="1" dirty="0">
                <a:solidFill>
                  <a:srgbClr val="0033CC"/>
                </a:solidFill>
                <a:effectLst>
                  <a:outerShdw blurRad="38100" dist="38100" dir="2700000" algn="tl">
                    <a:srgbClr val="000000"/>
                  </a:outerShdw>
                </a:effectLst>
                <a:latin typeface="+mn-lt"/>
                <a:ea typeface="楷体" pitchFamily="49" charset="-122"/>
              </a:rPr>
              <a:t>//</a:t>
            </a:r>
            <a:r>
              <a:rPr lang="zh-CN" altLang="en-US" sz="1800" b="1" dirty="0">
                <a:solidFill>
                  <a:srgbClr val="0033CC"/>
                </a:solidFill>
                <a:effectLst>
                  <a:outerShdw blurRad="38100" dist="38100" dir="2700000" algn="tl">
                    <a:srgbClr val="000000"/>
                  </a:outerShdw>
                </a:effectLst>
                <a:latin typeface="+mn-lt"/>
                <a:ea typeface="楷体" pitchFamily="49" charset="-122"/>
              </a:rPr>
              <a:t>每行打印</a:t>
            </a:r>
            <a:r>
              <a:rPr lang="en-US" altLang="zh-CN" sz="1800" b="1" dirty="0">
                <a:solidFill>
                  <a:srgbClr val="0033CC"/>
                </a:solidFill>
                <a:effectLst>
                  <a:outerShdw blurRad="38100" dist="38100" dir="2700000" algn="tl">
                    <a:srgbClr val="000000"/>
                  </a:outerShdw>
                </a:effectLst>
                <a:latin typeface="+mn-lt"/>
                <a:ea typeface="楷体" pitchFamily="49" charset="-122"/>
              </a:rPr>
              <a:t>"*"</a:t>
            </a:r>
            <a:r>
              <a:rPr lang="zh-CN" altLang="en-US" sz="1800" b="1" dirty="0">
                <a:solidFill>
                  <a:srgbClr val="0033CC"/>
                </a:solidFill>
                <a:effectLst>
                  <a:outerShdw blurRad="38100" dist="38100" dir="2700000" algn="tl">
                    <a:srgbClr val="000000"/>
                  </a:outerShdw>
                </a:effectLst>
                <a:latin typeface="+mn-lt"/>
                <a:ea typeface="楷体" pitchFamily="49" charset="-122"/>
              </a:rPr>
              <a:t>之前应打印的空格数</a:t>
            </a:r>
          </a:p>
          <a:p>
            <a:pPr>
              <a:tabLst>
                <a:tab pos="8001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for (k = 1; k &lt;= m; k++)   </a:t>
            </a:r>
            <a:r>
              <a:rPr lang="en-US" altLang="zh-CN" sz="1800" b="1" dirty="0">
                <a:solidFill>
                  <a:srgbClr val="0033CC"/>
                </a:solidFill>
                <a:effectLst>
                  <a:outerShdw blurRad="38100" dist="38100" dir="2700000" algn="tl">
                    <a:srgbClr val="000000"/>
                  </a:outerShdw>
                </a:effectLst>
                <a:latin typeface="+mn-lt"/>
                <a:ea typeface="楷体" pitchFamily="49" charset="-122"/>
              </a:rPr>
              <a:t>//</a:t>
            </a:r>
            <a:r>
              <a:rPr lang="zh-CN" altLang="en-US" sz="1800" b="1" dirty="0">
                <a:solidFill>
                  <a:srgbClr val="0033CC"/>
                </a:solidFill>
                <a:effectLst>
                  <a:outerShdw blurRad="38100" dist="38100" dir="2700000" algn="tl">
                    <a:srgbClr val="000000"/>
                  </a:outerShdw>
                </a:effectLst>
                <a:latin typeface="+mn-lt"/>
                <a:ea typeface="楷体" pitchFamily="49" charset="-122"/>
              </a:rPr>
              <a:t>打印每行前面的空格</a:t>
            </a:r>
          </a:p>
          <a:p>
            <a:pPr>
              <a:tabLst>
                <a:tab pos="8001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 ");</a:t>
            </a:r>
          </a:p>
          <a:p>
            <a:pPr>
              <a:tabLst>
                <a:tab pos="800100" algn="l"/>
              </a:tabLst>
            </a:pPr>
            <a:r>
              <a:rPr lang="en-US" altLang="zh-CN" sz="2000" b="1" dirty="0">
                <a:effectLst>
                  <a:outerShdw blurRad="38100" dist="38100" dir="2700000" algn="tl">
                    <a:srgbClr val="FFFFFF"/>
                  </a:outerShdw>
                </a:effectLst>
                <a:ea typeface="楷体_GB2312" pitchFamily="49" charset="-122"/>
              </a:rPr>
              <a:t>    for (j = 1; j &lt;= n; j++)       </a:t>
            </a:r>
            <a:r>
              <a:rPr lang="en-US" altLang="zh-CN" sz="1800" b="1" dirty="0">
                <a:solidFill>
                  <a:srgbClr val="0033CC"/>
                </a:solidFill>
                <a:effectLst>
                  <a:outerShdw blurRad="38100" dist="38100" dir="2700000" algn="tl">
                    <a:srgbClr val="000000"/>
                  </a:outerShdw>
                </a:effectLst>
                <a:latin typeface="+mn-lt"/>
                <a:ea typeface="楷体" pitchFamily="49" charset="-122"/>
              </a:rPr>
              <a:t>//</a:t>
            </a:r>
            <a:r>
              <a:rPr lang="zh-CN" altLang="en-US" sz="1800" b="1" dirty="0">
                <a:solidFill>
                  <a:srgbClr val="0033CC"/>
                </a:solidFill>
                <a:effectLst>
                  <a:outerShdw blurRad="38100" dist="38100" dir="2700000" algn="tl">
                    <a:srgbClr val="000000"/>
                  </a:outerShdw>
                </a:effectLst>
                <a:latin typeface="+mn-lt"/>
                <a:ea typeface="楷体" pitchFamily="49" charset="-122"/>
              </a:rPr>
              <a:t>打印每行的</a:t>
            </a:r>
            <a:r>
              <a:rPr lang="en-US" altLang="zh-CN" sz="1800" b="1" dirty="0">
                <a:solidFill>
                  <a:srgbClr val="0033CC"/>
                </a:solidFill>
                <a:effectLst>
                  <a:outerShdw blurRad="38100" dist="38100" dir="2700000" algn="tl">
                    <a:srgbClr val="000000"/>
                  </a:outerShdw>
                </a:effectLst>
                <a:latin typeface="+mn-lt"/>
                <a:ea typeface="楷体" pitchFamily="49" charset="-122"/>
              </a:rPr>
              <a:t>"*"</a:t>
            </a:r>
          </a:p>
          <a:p>
            <a:pPr>
              <a:tabLst>
                <a:tab pos="8001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a:t>
            </a:r>
          </a:p>
          <a:p>
            <a:pPr>
              <a:tabLst>
                <a:tab pos="8001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("\n");                     </a:t>
            </a:r>
            <a:r>
              <a:rPr lang="en-US" altLang="zh-CN" sz="1800" b="1" dirty="0">
                <a:solidFill>
                  <a:srgbClr val="0033CC"/>
                </a:solidFill>
                <a:effectLst>
                  <a:outerShdw blurRad="38100" dist="38100" dir="2700000" algn="tl">
                    <a:srgbClr val="000000"/>
                  </a:outerShdw>
                </a:effectLst>
                <a:latin typeface="+mn-lt"/>
                <a:ea typeface="楷体" pitchFamily="49" charset="-122"/>
              </a:rPr>
              <a:t>//</a:t>
            </a:r>
            <a:r>
              <a:rPr lang="zh-CN" altLang="en-US" sz="1800" b="1" dirty="0">
                <a:solidFill>
                  <a:srgbClr val="0033CC"/>
                </a:solidFill>
                <a:effectLst>
                  <a:outerShdw blurRad="38100" dist="38100" dir="2700000" algn="tl">
                    <a:srgbClr val="000000"/>
                  </a:outerShdw>
                </a:effectLst>
                <a:latin typeface="+mn-lt"/>
                <a:ea typeface="楷体" pitchFamily="49" charset="-122"/>
              </a:rPr>
              <a:t>打印一行后，回车换行</a:t>
            </a:r>
          </a:p>
          <a:p>
            <a:pPr>
              <a:tabLst>
                <a:tab pos="8001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a:t>
            </a:r>
          </a:p>
          <a:p>
            <a:pPr>
              <a:tabLst>
                <a:tab pos="800100" algn="l"/>
              </a:tabLst>
            </a:pPr>
            <a:r>
              <a:rPr lang="en-US" altLang="zh-CN" sz="2000" b="1" dirty="0">
                <a:effectLst>
                  <a:outerShdw blurRad="38100" dist="38100" dir="2700000" algn="tl">
                    <a:srgbClr val="FFFFFF"/>
                  </a:outerShdw>
                </a:effectLst>
                <a:ea typeface="楷体_GB2312" pitchFamily="49" charset="-122"/>
              </a:rPr>
              <a:t>  return 0;</a:t>
            </a:r>
          </a:p>
          <a:p>
            <a:pPr>
              <a:tabLst>
                <a:tab pos="800100" algn="l"/>
              </a:tabLst>
            </a:pPr>
            <a:r>
              <a:rPr lang="en-US" altLang="zh-CN" sz="2000" b="1" dirty="0">
                <a:effectLst>
                  <a:outerShdw blurRad="38100" dist="38100" dir="2700000" algn="tl">
                    <a:srgbClr val="FFFFFF"/>
                  </a:outerShdw>
                </a:effectLst>
                <a:ea typeface="楷体_GB2312" pitchFamily="49" charset="-122"/>
              </a:rPr>
              <a:t>}  </a:t>
            </a:r>
          </a:p>
        </p:txBody>
      </p:sp>
      <p:grpSp>
        <p:nvGrpSpPr>
          <p:cNvPr id="2" name="Group 14"/>
          <p:cNvGrpSpPr>
            <a:grpSpLocks/>
          </p:cNvGrpSpPr>
          <p:nvPr/>
        </p:nvGrpSpPr>
        <p:grpSpPr bwMode="auto">
          <a:xfrm>
            <a:off x="-9117" y="0"/>
            <a:ext cx="446088" cy="6858000"/>
            <a:chOff x="0" y="0"/>
            <a:chExt cx="281" cy="4320"/>
          </a:xfrm>
        </p:grpSpPr>
        <p:sp>
          <p:nvSpPr>
            <p:cNvPr id="952335" name="Text Box 1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52336" name="Text Box 1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52332"/>
                                        </p:tgtEl>
                                        <p:attrNameLst>
                                          <p:attrName>style.visibility</p:attrName>
                                        </p:attrNameLst>
                                      </p:cBhvr>
                                      <p:to>
                                        <p:strVal val="visible"/>
                                      </p:to>
                                    </p:set>
                                    <p:animEffect transition="in" filter="box(out)">
                                      <p:cBhvr>
                                        <p:cTn id="7" dur="500"/>
                                        <p:tgtEl>
                                          <p:spTgt spid="95233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52333"/>
                                        </p:tgtEl>
                                        <p:attrNameLst>
                                          <p:attrName>style.visibility</p:attrName>
                                        </p:attrNameLst>
                                      </p:cBhvr>
                                      <p:to>
                                        <p:strVal val="visible"/>
                                      </p:to>
                                    </p:set>
                                    <p:animEffect transition="in" filter="box(out)">
                                      <p:cBhvr>
                                        <p:cTn id="12" dur="500"/>
                                        <p:tgtEl>
                                          <p:spTgt spid="952333"/>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32" grpId="0" animBg="1"/>
      <p:bldP spid="952333" grpId="0" animBg="1"/>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4373" name="Rectangle 5"/>
          <p:cNvSpPr>
            <a:spLocks noChangeArrowheads="1"/>
          </p:cNvSpPr>
          <p:nvPr/>
        </p:nvSpPr>
        <p:spPr bwMode="auto">
          <a:xfrm>
            <a:off x="603212" y="163513"/>
            <a:ext cx="11253428" cy="1200329"/>
          </a:xfrm>
          <a:prstGeom prst="rect">
            <a:avLst/>
          </a:prstGeom>
          <a:noFill/>
          <a:ln w="9525">
            <a:noFill/>
            <a:miter lim="800000"/>
            <a:headEnd/>
            <a:tailEnd/>
          </a:ln>
          <a:effectLst/>
        </p:spPr>
        <p:txBody>
          <a:bodyPr wrap="square">
            <a:spAutoFit/>
          </a:bodyPr>
          <a:lstStyle/>
          <a:p>
            <a:pPr marL="82550" indent="-82550"/>
            <a:r>
              <a:rPr lang="en-US" altLang="zh-CN" b="1" dirty="0">
                <a:solidFill>
                  <a:srgbClr val="FF33CC"/>
                </a:solidFill>
                <a:effectLst>
                  <a:outerShdw blurRad="38100" dist="38100" dir="2700000" algn="tl">
                    <a:srgbClr val="000000"/>
                  </a:outerShdw>
                </a:effectLst>
                <a:latin typeface="+mn-lt"/>
                <a:ea typeface="隶书" pitchFamily="49" charset="-122"/>
              </a:rPr>
              <a:t>       【</a:t>
            </a:r>
            <a:r>
              <a:rPr lang="zh-CN" altLang="en-US" b="1" dirty="0">
                <a:solidFill>
                  <a:srgbClr val="FF33CC"/>
                </a:solidFill>
                <a:effectLst>
                  <a:outerShdw blurRad="38100" dist="38100" dir="2700000" algn="tl">
                    <a:srgbClr val="000000"/>
                  </a:outerShdw>
                </a:effectLst>
                <a:latin typeface="+mn-lt"/>
                <a:ea typeface="隶书" pitchFamily="49" charset="-122"/>
              </a:rPr>
              <a:t>例</a:t>
            </a:r>
            <a:r>
              <a:rPr lang="en-US" altLang="zh-CN" b="1" dirty="0">
                <a:solidFill>
                  <a:srgbClr val="FF33CC"/>
                </a:solidFill>
                <a:effectLst>
                  <a:outerShdw blurRad="38100" dist="38100" dir="2700000" algn="tl">
                    <a:srgbClr val="000000"/>
                  </a:outerShdw>
                </a:effectLst>
                <a:latin typeface="+mn-lt"/>
                <a:ea typeface="隶书" pitchFamily="49" charset="-122"/>
              </a:rPr>
              <a:t>】</a:t>
            </a:r>
            <a:r>
              <a:rPr lang="zh-CN" altLang="en-US" b="1" dirty="0">
                <a:solidFill>
                  <a:srgbClr val="FF33CC"/>
                </a:solidFill>
                <a:effectLst>
                  <a:outerShdw blurRad="38100" dist="38100" dir="2700000" algn="tl">
                    <a:srgbClr val="000000"/>
                  </a:outerShdw>
                </a:effectLst>
                <a:latin typeface="+mn-lt"/>
                <a:ea typeface="隶书" pitchFamily="49" charset="-122"/>
              </a:rPr>
              <a:t>计算用户输入的两个正整数之间的所有整数中</a:t>
            </a:r>
            <a:r>
              <a:rPr lang="en-US" altLang="zh-CN" b="1" dirty="0">
                <a:solidFill>
                  <a:srgbClr val="FF33CC"/>
                </a:solidFill>
                <a:effectLst>
                  <a:outerShdw blurRad="38100" dist="38100" dir="2700000" algn="tl">
                    <a:srgbClr val="000000"/>
                  </a:outerShdw>
                </a:effectLst>
                <a:latin typeface="+mn-lt"/>
                <a:ea typeface="隶书" pitchFamily="49" charset="-122"/>
              </a:rPr>
              <a:t>0</a:t>
            </a:r>
            <a:r>
              <a:rPr lang="zh-CN" altLang="en-US" b="1" dirty="0">
                <a:solidFill>
                  <a:srgbClr val="FF33CC"/>
                </a:solidFill>
                <a:effectLst>
                  <a:outerShdw blurRad="38100" dist="38100" dir="2700000" algn="tl">
                    <a:srgbClr val="000000"/>
                  </a:outerShdw>
                </a:effectLst>
                <a:latin typeface="+mn-lt"/>
                <a:ea typeface="隶书" pitchFamily="49" charset="-122"/>
              </a:rPr>
              <a:t>，</a:t>
            </a:r>
            <a:r>
              <a:rPr lang="en-US" altLang="zh-CN" b="1" dirty="0">
                <a:solidFill>
                  <a:srgbClr val="FF33CC"/>
                </a:solidFill>
                <a:effectLst>
                  <a:outerShdw blurRad="38100" dist="38100" dir="2700000" algn="tl">
                    <a:srgbClr val="000000"/>
                  </a:outerShdw>
                </a:effectLst>
                <a:latin typeface="+mn-lt"/>
                <a:ea typeface="隶书" pitchFamily="49" charset="-122"/>
              </a:rPr>
              <a:t>1</a:t>
            </a:r>
            <a:r>
              <a:rPr lang="zh-CN" altLang="en-US" b="1" dirty="0">
                <a:solidFill>
                  <a:srgbClr val="FF33CC"/>
                </a:solidFill>
                <a:effectLst>
                  <a:outerShdw blurRad="38100" dist="38100" dir="2700000" algn="tl">
                    <a:srgbClr val="000000"/>
                  </a:outerShdw>
                </a:effectLst>
                <a:latin typeface="+mn-lt"/>
                <a:ea typeface="隶书" pitchFamily="49" charset="-122"/>
              </a:rPr>
              <a:t>，</a:t>
            </a:r>
            <a:r>
              <a:rPr lang="en-US" altLang="zh-CN" b="1" dirty="0">
                <a:solidFill>
                  <a:srgbClr val="FF33CC"/>
                </a:solidFill>
                <a:effectLst>
                  <a:outerShdw blurRad="38100" dist="38100" dir="2700000" algn="tl">
                    <a:srgbClr val="000000"/>
                  </a:outerShdw>
                </a:effectLst>
                <a:latin typeface="+mn-lt"/>
                <a:ea typeface="隶书" pitchFamily="49" charset="-122"/>
              </a:rPr>
              <a:t>2</a:t>
            </a:r>
            <a:r>
              <a:rPr lang="zh-CN" altLang="en-US" b="1" dirty="0">
                <a:solidFill>
                  <a:srgbClr val="FF33CC"/>
                </a:solidFill>
                <a:effectLst>
                  <a:outerShdw blurRad="38100" dist="38100" dir="2700000" algn="tl">
                    <a:srgbClr val="000000"/>
                  </a:outerShdw>
                </a:effectLst>
                <a:latin typeface="+mn-lt"/>
                <a:ea typeface="隶书" pitchFamily="49" charset="-122"/>
              </a:rPr>
              <a:t>，</a:t>
            </a:r>
            <a:r>
              <a:rPr lang="en-US" altLang="zh-CN" b="1" dirty="0">
                <a:solidFill>
                  <a:srgbClr val="FF33CC"/>
                </a:solidFill>
                <a:effectLst>
                  <a:outerShdw blurRad="38100" dist="38100" dir="2700000" algn="tl">
                    <a:srgbClr val="000000"/>
                  </a:outerShdw>
                </a:effectLst>
                <a:latin typeface="+mn-lt"/>
                <a:ea typeface="隶书" pitchFamily="49" charset="-122"/>
              </a:rPr>
              <a:t>…</a:t>
            </a:r>
            <a:r>
              <a:rPr lang="zh-CN" altLang="en-US" b="1" dirty="0">
                <a:solidFill>
                  <a:srgbClr val="FF33CC"/>
                </a:solidFill>
                <a:effectLst>
                  <a:outerShdw blurRad="38100" dist="38100" dir="2700000" algn="tl">
                    <a:srgbClr val="000000"/>
                  </a:outerShdw>
                </a:effectLst>
                <a:latin typeface="+mn-lt"/>
                <a:ea typeface="隶书" pitchFamily="49" charset="-122"/>
              </a:rPr>
              <a:t>，</a:t>
            </a:r>
            <a:r>
              <a:rPr lang="en-US" altLang="zh-CN" b="1" dirty="0">
                <a:solidFill>
                  <a:srgbClr val="FF33CC"/>
                </a:solidFill>
                <a:effectLst>
                  <a:outerShdw blurRad="38100" dist="38100" dir="2700000" algn="tl">
                    <a:srgbClr val="000000"/>
                  </a:outerShdw>
                </a:effectLst>
                <a:latin typeface="+mn-lt"/>
                <a:ea typeface="隶书" pitchFamily="49" charset="-122"/>
              </a:rPr>
              <a:t>9</a:t>
            </a:r>
            <a:r>
              <a:rPr lang="zh-CN" altLang="en-US" b="1" dirty="0">
                <a:solidFill>
                  <a:srgbClr val="FF33CC"/>
                </a:solidFill>
                <a:effectLst>
                  <a:outerShdw blurRad="38100" dist="38100" dir="2700000" algn="tl">
                    <a:srgbClr val="000000"/>
                  </a:outerShdw>
                </a:effectLst>
                <a:latin typeface="+mn-lt"/>
                <a:ea typeface="隶书" pitchFamily="49" charset="-122"/>
              </a:rPr>
              <a:t>数码的个数。例如，</a:t>
            </a:r>
            <a:r>
              <a:rPr lang="en-US" altLang="zh-CN" b="1" dirty="0">
                <a:solidFill>
                  <a:srgbClr val="FF33CC"/>
                </a:solidFill>
                <a:effectLst>
                  <a:outerShdw blurRad="38100" dist="38100" dir="2700000" algn="tl">
                    <a:srgbClr val="000000"/>
                  </a:outerShdw>
                </a:effectLst>
                <a:latin typeface="+mn-lt"/>
                <a:ea typeface="隶书" pitchFamily="49" charset="-122"/>
              </a:rPr>
              <a:t>101</a:t>
            </a:r>
            <a:r>
              <a:rPr lang="zh-CN" altLang="en-US" b="1" dirty="0">
                <a:solidFill>
                  <a:srgbClr val="FF33CC"/>
                </a:solidFill>
                <a:effectLst>
                  <a:outerShdw blurRad="38100" dist="38100" dir="2700000" algn="tl">
                    <a:srgbClr val="000000"/>
                  </a:outerShdw>
                </a:effectLst>
                <a:latin typeface="+mn-lt"/>
              </a:rPr>
              <a:t>～</a:t>
            </a:r>
            <a:r>
              <a:rPr lang="en-US" altLang="zh-CN" b="1" dirty="0">
                <a:solidFill>
                  <a:srgbClr val="FF33CC"/>
                </a:solidFill>
                <a:effectLst>
                  <a:outerShdw blurRad="38100" dist="38100" dir="2700000" algn="tl">
                    <a:srgbClr val="000000"/>
                  </a:outerShdw>
                </a:effectLst>
                <a:latin typeface="+mn-lt"/>
                <a:ea typeface="隶书" pitchFamily="49" charset="-122"/>
              </a:rPr>
              <a:t>104</a:t>
            </a:r>
            <a:r>
              <a:rPr lang="zh-CN" altLang="en-US" b="1" dirty="0">
                <a:solidFill>
                  <a:srgbClr val="FF33CC"/>
                </a:solidFill>
                <a:effectLst>
                  <a:outerShdw blurRad="38100" dist="38100" dir="2700000" algn="tl">
                    <a:srgbClr val="000000"/>
                  </a:outerShdw>
                </a:effectLst>
                <a:latin typeface="+mn-lt"/>
                <a:ea typeface="隶书" pitchFamily="49" charset="-122"/>
              </a:rPr>
              <a:t>之间总共包含四个整数</a:t>
            </a:r>
            <a:r>
              <a:rPr lang="en-US" altLang="zh-CN" b="1" dirty="0">
                <a:solidFill>
                  <a:srgbClr val="FF33CC"/>
                </a:solidFill>
                <a:effectLst>
                  <a:outerShdw blurRad="38100" dist="38100" dir="2700000" algn="tl">
                    <a:srgbClr val="000000"/>
                  </a:outerShdw>
                </a:effectLst>
                <a:latin typeface="+mn-lt"/>
                <a:ea typeface="隶书" pitchFamily="49" charset="-122"/>
              </a:rPr>
              <a:t>101</a:t>
            </a:r>
            <a:r>
              <a:rPr lang="zh-CN" altLang="en-US" b="1" dirty="0">
                <a:solidFill>
                  <a:srgbClr val="FF33CC"/>
                </a:solidFill>
                <a:effectLst>
                  <a:outerShdw blurRad="38100" dist="38100" dir="2700000" algn="tl">
                    <a:srgbClr val="000000"/>
                  </a:outerShdw>
                </a:effectLst>
                <a:latin typeface="+mn-lt"/>
                <a:ea typeface="隶书" pitchFamily="49" charset="-122"/>
              </a:rPr>
              <a:t>，</a:t>
            </a:r>
            <a:r>
              <a:rPr lang="en-US" altLang="zh-CN" b="1" dirty="0">
                <a:solidFill>
                  <a:srgbClr val="FF33CC"/>
                </a:solidFill>
                <a:effectLst>
                  <a:outerShdw blurRad="38100" dist="38100" dir="2700000" algn="tl">
                    <a:srgbClr val="000000"/>
                  </a:outerShdw>
                </a:effectLst>
                <a:latin typeface="+mn-lt"/>
                <a:ea typeface="隶书" pitchFamily="49" charset="-122"/>
              </a:rPr>
              <a:t>102</a:t>
            </a:r>
            <a:r>
              <a:rPr lang="zh-CN" altLang="en-US" b="1" dirty="0">
                <a:solidFill>
                  <a:srgbClr val="FF33CC"/>
                </a:solidFill>
                <a:effectLst>
                  <a:outerShdw blurRad="38100" dist="38100" dir="2700000" algn="tl">
                    <a:srgbClr val="000000"/>
                  </a:outerShdw>
                </a:effectLst>
                <a:latin typeface="+mn-lt"/>
                <a:ea typeface="隶书" pitchFamily="49" charset="-122"/>
              </a:rPr>
              <a:t>，</a:t>
            </a:r>
            <a:r>
              <a:rPr lang="en-US" altLang="zh-CN" b="1" dirty="0">
                <a:solidFill>
                  <a:srgbClr val="FF33CC"/>
                </a:solidFill>
                <a:effectLst>
                  <a:outerShdw blurRad="38100" dist="38100" dir="2700000" algn="tl">
                    <a:srgbClr val="000000"/>
                  </a:outerShdw>
                </a:effectLst>
                <a:latin typeface="+mn-lt"/>
                <a:ea typeface="隶书" pitchFamily="49" charset="-122"/>
              </a:rPr>
              <a:t>103</a:t>
            </a:r>
            <a:r>
              <a:rPr lang="zh-CN" altLang="en-US" b="1" dirty="0">
                <a:solidFill>
                  <a:srgbClr val="FF33CC"/>
                </a:solidFill>
                <a:effectLst>
                  <a:outerShdw blurRad="38100" dist="38100" dir="2700000" algn="tl">
                    <a:srgbClr val="000000"/>
                  </a:outerShdw>
                </a:effectLst>
                <a:latin typeface="+mn-lt"/>
                <a:ea typeface="隶书" pitchFamily="49" charset="-122"/>
              </a:rPr>
              <a:t>，</a:t>
            </a:r>
            <a:r>
              <a:rPr lang="en-US" altLang="zh-CN" b="1" dirty="0">
                <a:solidFill>
                  <a:srgbClr val="FF33CC"/>
                </a:solidFill>
                <a:effectLst>
                  <a:outerShdw blurRad="38100" dist="38100" dir="2700000" algn="tl">
                    <a:srgbClr val="000000"/>
                  </a:outerShdw>
                </a:effectLst>
                <a:latin typeface="+mn-lt"/>
                <a:ea typeface="隶书" pitchFamily="49" charset="-122"/>
              </a:rPr>
              <a:t>104</a:t>
            </a:r>
            <a:r>
              <a:rPr lang="zh-CN" altLang="en-US" b="1" dirty="0">
                <a:solidFill>
                  <a:srgbClr val="FF33CC"/>
                </a:solidFill>
                <a:effectLst>
                  <a:outerShdw blurRad="38100" dist="38100" dir="2700000" algn="tl">
                    <a:srgbClr val="000000"/>
                  </a:outerShdw>
                </a:effectLst>
                <a:latin typeface="+mn-lt"/>
                <a:ea typeface="隶书" pitchFamily="49" charset="-122"/>
              </a:rPr>
              <a:t>，其中</a:t>
            </a:r>
            <a:r>
              <a:rPr lang="en-US" altLang="zh-CN" b="1" dirty="0">
                <a:solidFill>
                  <a:srgbClr val="FF33CC"/>
                </a:solidFill>
                <a:effectLst>
                  <a:outerShdw blurRad="38100" dist="38100" dir="2700000" algn="tl">
                    <a:srgbClr val="000000"/>
                  </a:outerShdw>
                </a:effectLst>
                <a:latin typeface="+mn-lt"/>
                <a:ea typeface="隶书" pitchFamily="49" charset="-122"/>
              </a:rPr>
              <a:t>0</a:t>
            </a:r>
            <a:r>
              <a:rPr lang="zh-CN" altLang="en-US" b="1" dirty="0">
                <a:solidFill>
                  <a:srgbClr val="FF33CC"/>
                </a:solidFill>
                <a:effectLst>
                  <a:outerShdw blurRad="38100" dist="38100" dir="2700000" algn="tl">
                    <a:srgbClr val="000000"/>
                  </a:outerShdw>
                </a:effectLst>
                <a:latin typeface="+mn-lt"/>
                <a:ea typeface="隶书" pitchFamily="49" charset="-122"/>
              </a:rPr>
              <a:t>的个数为</a:t>
            </a:r>
            <a:r>
              <a:rPr lang="en-US" altLang="zh-CN" b="1" dirty="0">
                <a:solidFill>
                  <a:srgbClr val="FF33CC"/>
                </a:solidFill>
                <a:effectLst>
                  <a:outerShdw blurRad="38100" dist="38100" dir="2700000" algn="tl">
                    <a:srgbClr val="000000"/>
                  </a:outerShdw>
                </a:effectLst>
                <a:latin typeface="+mn-lt"/>
                <a:ea typeface="隶书" pitchFamily="49" charset="-122"/>
              </a:rPr>
              <a:t>4</a:t>
            </a:r>
            <a:r>
              <a:rPr lang="zh-CN" altLang="en-US" b="1" dirty="0">
                <a:solidFill>
                  <a:srgbClr val="FF33CC"/>
                </a:solidFill>
                <a:effectLst>
                  <a:outerShdw blurRad="38100" dist="38100" dir="2700000" algn="tl">
                    <a:srgbClr val="000000"/>
                  </a:outerShdw>
                </a:effectLst>
                <a:latin typeface="+mn-lt"/>
                <a:ea typeface="隶书" pitchFamily="49" charset="-122"/>
              </a:rPr>
              <a:t>，</a:t>
            </a:r>
            <a:r>
              <a:rPr lang="en-US" altLang="zh-CN" b="1" dirty="0">
                <a:solidFill>
                  <a:srgbClr val="FF33CC"/>
                </a:solidFill>
                <a:effectLst>
                  <a:outerShdw blurRad="38100" dist="38100" dir="2700000" algn="tl">
                    <a:srgbClr val="000000"/>
                  </a:outerShdw>
                </a:effectLst>
                <a:latin typeface="+mn-lt"/>
                <a:ea typeface="隶书" pitchFamily="49" charset="-122"/>
              </a:rPr>
              <a:t>1</a:t>
            </a:r>
            <a:r>
              <a:rPr lang="zh-CN" altLang="en-US" b="1" dirty="0">
                <a:solidFill>
                  <a:srgbClr val="FF33CC"/>
                </a:solidFill>
                <a:effectLst>
                  <a:outerShdw blurRad="38100" dist="38100" dir="2700000" algn="tl">
                    <a:srgbClr val="000000"/>
                  </a:outerShdw>
                </a:effectLst>
                <a:latin typeface="+mn-lt"/>
                <a:ea typeface="隶书" pitchFamily="49" charset="-122"/>
              </a:rPr>
              <a:t>的个数为</a:t>
            </a:r>
            <a:r>
              <a:rPr lang="en-US" altLang="zh-CN" b="1" dirty="0">
                <a:solidFill>
                  <a:srgbClr val="FF33CC"/>
                </a:solidFill>
                <a:effectLst>
                  <a:outerShdw blurRad="38100" dist="38100" dir="2700000" algn="tl">
                    <a:srgbClr val="000000"/>
                  </a:outerShdw>
                </a:effectLst>
                <a:latin typeface="+mn-lt"/>
                <a:ea typeface="隶书" pitchFamily="49" charset="-122"/>
              </a:rPr>
              <a:t>5</a:t>
            </a:r>
            <a:r>
              <a:rPr lang="zh-CN" altLang="en-US" b="1" dirty="0">
                <a:solidFill>
                  <a:srgbClr val="FF33CC"/>
                </a:solidFill>
                <a:effectLst>
                  <a:outerShdw blurRad="38100" dist="38100" dir="2700000" algn="tl">
                    <a:srgbClr val="000000"/>
                  </a:outerShdw>
                </a:effectLst>
                <a:latin typeface="+mn-lt"/>
                <a:ea typeface="隶书" pitchFamily="49" charset="-122"/>
              </a:rPr>
              <a:t>，</a:t>
            </a:r>
            <a:r>
              <a:rPr lang="en-US" altLang="zh-CN" b="1" dirty="0">
                <a:solidFill>
                  <a:srgbClr val="FF33CC"/>
                </a:solidFill>
                <a:effectLst>
                  <a:outerShdw blurRad="38100" dist="38100" dir="2700000" algn="tl">
                    <a:srgbClr val="000000"/>
                  </a:outerShdw>
                </a:effectLst>
                <a:latin typeface="+mn-lt"/>
                <a:ea typeface="隶书" pitchFamily="49" charset="-122"/>
              </a:rPr>
              <a:t>2</a:t>
            </a:r>
            <a:r>
              <a:rPr lang="zh-CN" altLang="en-US" b="1" dirty="0">
                <a:solidFill>
                  <a:srgbClr val="FF33CC"/>
                </a:solidFill>
                <a:effectLst>
                  <a:outerShdw blurRad="38100" dist="38100" dir="2700000" algn="tl">
                    <a:srgbClr val="000000"/>
                  </a:outerShdw>
                </a:effectLst>
                <a:latin typeface="+mn-lt"/>
                <a:ea typeface="隶书" pitchFamily="49" charset="-122"/>
              </a:rPr>
              <a:t>、</a:t>
            </a:r>
            <a:r>
              <a:rPr lang="en-US" altLang="zh-CN" b="1" dirty="0">
                <a:solidFill>
                  <a:srgbClr val="FF33CC"/>
                </a:solidFill>
                <a:effectLst>
                  <a:outerShdw blurRad="38100" dist="38100" dir="2700000" algn="tl">
                    <a:srgbClr val="000000"/>
                  </a:outerShdw>
                </a:effectLst>
                <a:latin typeface="+mn-lt"/>
                <a:ea typeface="隶书" pitchFamily="49" charset="-122"/>
              </a:rPr>
              <a:t>3</a:t>
            </a:r>
            <a:r>
              <a:rPr lang="zh-CN" altLang="en-US" b="1" dirty="0">
                <a:solidFill>
                  <a:srgbClr val="FF33CC"/>
                </a:solidFill>
                <a:effectLst>
                  <a:outerShdw blurRad="38100" dist="38100" dir="2700000" algn="tl">
                    <a:srgbClr val="000000"/>
                  </a:outerShdw>
                </a:effectLst>
                <a:latin typeface="+mn-lt"/>
                <a:ea typeface="隶书" pitchFamily="49" charset="-122"/>
              </a:rPr>
              <a:t>、</a:t>
            </a:r>
            <a:r>
              <a:rPr lang="en-US" altLang="zh-CN" b="1" dirty="0">
                <a:solidFill>
                  <a:srgbClr val="FF33CC"/>
                </a:solidFill>
                <a:effectLst>
                  <a:outerShdw blurRad="38100" dist="38100" dir="2700000" algn="tl">
                    <a:srgbClr val="000000"/>
                  </a:outerShdw>
                </a:effectLst>
                <a:latin typeface="+mn-lt"/>
                <a:ea typeface="隶书" pitchFamily="49" charset="-122"/>
              </a:rPr>
              <a:t>4</a:t>
            </a:r>
            <a:r>
              <a:rPr lang="zh-CN" altLang="en-US" b="1" dirty="0">
                <a:solidFill>
                  <a:srgbClr val="FF33CC"/>
                </a:solidFill>
                <a:effectLst>
                  <a:outerShdw blurRad="38100" dist="38100" dir="2700000" algn="tl">
                    <a:srgbClr val="000000"/>
                  </a:outerShdw>
                </a:effectLst>
                <a:latin typeface="+mn-lt"/>
                <a:ea typeface="隶书" pitchFamily="49" charset="-122"/>
              </a:rPr>
              <a:t>的个数都为</a:t>
            </a:r>
            <a:r>
              <a:rPr lang="en-US" altLang="zh-CN" b="1" dirty="0">
                <a:solidFill>
                  <a:srgbClr val="FF33CC"/>
                </a:solidFill>
                <a:effectLst>
                  <a:outerShdw blurRad="38100" dist="38100" dir="2700000" algn="tl">
                    <a:srgbClr val="000000"/>
                  </a:outerShdw>
                </a:effectLst>
                <a:latin typeface="+mn-lt"/>
                <a:ea typeface="隶书" pitchFamily="49" charset="-122"/>
              </a:rPr>
              <a:t>1</a:t>
            </a:r>
            <a:r>
              <a:rPr lang="zh-CN" altLang="en-US" b="1" dirty="0">
                <a:solidFill>
                  <a:srgbClr val="FF33CC"/>
                </a:solidFill>
                <a:effectLst>
                  <a:outerShdw blurRad="38100" dist="38100" dir="2700000" algn="tl">
                    <a:srgbClr val="000000"/>
                  </a:outerShdw>
                </a:effectLst>
                <a:latin typeface="+mn-lt"/>
                <a:ea typeface="隶书" pitchFamily="49" charset="-122"/>
              </a:rPr>
              <a:t>，其余数码没出现都为</a:t>
            </a:r>
            <a:r>
              <a:rPr lang="en-US" altLang="zh-CN" b="1" dirty="0">
                <a:solidFill>
                  <a:srgbClr val="FF33CC"/>
                </a:solidFill>
                <a:effectLst>
                  <a:outerShdw blurRad="38100" dist="38100" dir="2700000" algn="tl">
                    <a:srgbClr val="000000"/>
                  </a:outerShdw>
                </a:effectLst>
                <a:latin typeface="+mn-lt"/>
                <a:ea typeface="隶书" pitchFamily="49" charset="-122"/>
              </a:rPr>
              <a:t>0</a:t>
            </a:r>
            <a:r>
              <a:rPr lang="zh-CN" altLang="en-US" b="1" dirty="0">
                <a:solidFill>
                  <a:srgbClr val="FF33CC"/>
                </a:solidFill>
                <a:effectLst>
                  <a:outerShdw blurRad="38100" dist="38100" dir="2700000" algn="tl">
                    <a:srgbClr val="000000"/>
                  </a:outerShdw>
                </a:effectLst>
                <a:latin typeface="+mn-lt"/>
                <a:ea typeface="隶书" pitchFamily="49" charset="-122"/>
              </a:rPr>
              <a:t>。</a:t>
            </a:r>
          </a:p>
        </p:txBody>
      </p:sp>
      <p:sp>
        <p:nvSpPr>
          <p:cNvPr id="954378" name="Rectangle 10"/>
          <p:cNvSpPr>
            <a:spLocks noChangeArrowheads="1"/>
          </p:cNvSpPr>
          <p:nvPr/>
        </p:nvSpPr>
        <p:spPr bwMode="auto">
          <a:xfrm>
            <a:off x="766217" y="1463015"/>
            <a:ext cx="11090423" cy="2110001"/>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indent="266700">
              <a:lnSpc>
                <a:spcPts val="3200"/>
              </a:lnSpc>
            </a:pPr>
            <a:r>
              <a:rPr lang="zh-CN" altLang="en-US" b="1" u="sng" dirty="0">
                <a:solidFill>
                  <a:srgbClr val="CC3300"/>
                </a:solidFill>
                <a:effectLst>
                  <a:outerShdw blurRad="38100" dist="38100" dir="2700000" algn="tl">
                    <a:srgbClr val="000000"/>
                  </a:outerShdw>
                </a:effectLst>
                <a:ea typeface="楷体" pitchFamily="49" charset="-122"/>
              </a:rPr>
              <a:t>问题分析：</a:t>
            </a:r>
          </a:p>
          <a:p>
            <a:pPr indent="266700">
              <a:lnSpc>
                <a:spcPts val="3200"/>
              </a:lnSpc>
            </a:pPr>
            <a:r>
              <a:rPr lang="zh-CN" altLang="en-US" b="1" dirty="0">
                <a:effectLst>
                  <a:outerShdw blurRad="38100" dist="38100" dir="2700000" algn="tl">
                    <a:srgbClr val="FFFFFF"/>
                  </a:outerShdw>
                </a:effectLst>
                <a:ea typeface="楷体" pitchFamily="49" charset="-122"/>
              </a:rPr>
              <a:t>     问题的关键是要计算某整数中包含的各个数码的个数，必须对该整数进行分解，求得所包含的各个数码，其方法可以通过每次除以</a:t>
            </a:r>
            <a:r>
              <a:rPr lang="en-US" altLang="zh-CN" b="1" dirty="0">
                <a:effectLst>
                  <a:outerShdw blurRad="38100" dist="38100" dir="2700000" algn="tl">
                    <a:srgbClr val="FFFFFF"/>
                  </a:outerShdw>
                </a:effectLst>
                <a:ea typeface="楷体" pitchFamily="49" charset="-122"/>
              </a:rPr>
              <a:t>10</a:t>
            </a:r>
            <a:r>
              <a:rPr lang="zh-CN" altLang="en-US" b="1" dirty="0">
                <a:effectLst>
                  <a:outerShdw blurRad="38100" dist="38100" dir="2700000" algn="tl">
                    <a:srgbClr val="FFFFFF"/>
                  </a:outerShdw>
                </a:effectLst>
                <a:ea typeface="楷体" pitchFamily="49" charset="-122"/>
              </a:rPr>
              <a:t>取余数得到，然后再对商进行同样的处理，直到商为</a:t>
            </a:r>
            <a:r>
              <a:rPr lang="en-US" altLang="zh-CN" b="1" dirty="0">
                <a:effectLst>
                  <a:outerShdw blurRad="38100" dist="38100" dir="2700000" algn="tl">
                    <a:srgbClr val="FFFFFF"/>
                  </a:outerShdw>
                </a:effectLst>
                <a:ea typeface="楷体" pitchFamily="49" charset="-122"/>
              </a:rPr>
              <a:t>0</a:t>
            </a:r>
            <a:r>
              <a:rPr lang="zh-CN" altLang="en-US" b="1" dirty="0">
                <a:effectLst>
                  <a:outerShdw blurRad="38100" dist="38100" dir="2700000" algn="tl">
                    <a:srgbClr val="FFFFFF"/>
                  </a:outerShdw>
                </a:effectLst>
                <a:ea typeface="楷体" pitchFamily="49" charset="-122"/>
              </a:rPr>
              <a:t>时为止。对所得到的数码进行计数，可采用</a:t>
            </a:r>
            <a:r>
              <a:rPr lang="en-US" altLang="zh-CN" b="1" dirty="0">
                <a:effectLst>
                  <a:outerShdw blurRad="38100" dist="38100" dir="2700000" algn="tl">
                    <a:srgbClr val="FFFFFF"/>
                  </a:outerShdw>
                </a:effectLst>
                <a:ea typeface="楷体" pitchFamily="49" charset="-122"/>
              </a:rPr>
              <a:t>switch</a:t>
            </a:r>
            <a:r>
              <a:rPr lang="zh-CN" altLang="en-US" b="1" dirty="0">
                <a:effectLst>
                  <a:outerShdw blurRad="38100" dist="38100" dir="2700000" algn="tl">
                    <a:srgbClr val="FFFFFF"/>
                  </a:outerShdw>
                </a:effectLst>
                <a:ea typeface="楷体" pitchFamily="49" charset="-122"/>
              </a:rPr>
              <a:t>语句来实现。</a:t>
            </a:r>
          </a:p>
        </p:txBody>
      </p:sp>
      <p:grpSp>
        <p:nvGrpSpPr>
          <p:cNvPr id="954383" name="Group 15"/>
          <p:cNvGrpSpPr>
            <a:grpSpLocks/>
          </p:cNvGrpSpPr>
          <p:nvPr/>
        </p:nvGrpSpPr>
        <p:grpSpPr bwMode="auto">
          <a:xfrm>
            <a:off x="-9117" y="0"/>
            <a:ext cx="446088" cy="6858000"/>
            <a:chOff x="0" y="0"/>
            <a:chExt cx="281" cy="4320"/>
          </a:xfrm>
        </p:grpSpPr>
        <p:sp>
          <p:nvSpPr>
            <p:cNvPr id="954384" name="Text Box 1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54385" name="Text Box 1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grpSp>
        <p:nvGrpSpPr>
          <p:cNvPr id="104" name="组合 103"/>
          <p:cNvGrpSpPr/>
          <p:nvPr/>
        </p:nvGrpSpPr>
        <p:grpSpPr>
          <a:xfrm>
            <a:off x="2341494" y="512676"/>
            <a:ext cx="7776864" cy="6120680"/>
            <a:chOff x="971600" y="476672"/>
            <a:chExt cx="7776864" cy="6120680"/>
          </a:xfrm>
        </p:grpSpPr>
        <p:sp>
          <p:nvSpPr>
            <p:cNvPr id="11" name="矩形 10"/>
            <p:cNvSpPr/>
            <p:nvPr/>
          </p:nvSpPr>
          <p:spPr bwMode="auto">
            <a:xfrm>
              <a:off x="971600" y="476672"/>
              <a:ext cx="7776864" cy="6120680"/>
            </a:xfrm>
            <a:prstGeom prst="rect">
              <a:avLst/>
            </a:prstGeom>
            <a:blipFill>
              <a:blip r:embed="rId5" cstate="print"/>
              <a:tile tx="0" ty="0" sx="100000" sy="100000" flip="none" algn="tl"/>
            </a:blipFill>
            <a:ln w="38100" cap="flat" cmpd="sng" algn="ctr">
              <a:solidFill>
                <a:schemeClr val="accent1">
                  <a:lumMod val="50000"/>
                </a:schemeClr>
              </a:solidFill>
              <a:prstDash val="solid"/>
              <a:round/>
              <a:headEnd type="none" w="med" len="med"/>
              <a:tailEnd type="none" w="med" len="med"/>
            </a:ln>
            <a:effectLst>
              <a:outerShdw blurRad="50800" dist="106680" dir="2700000" algn="ctr" rotWithShape="0">
                <a:srgbClr val="000000">
                  <a:alpha val="43000"/>
                </a:srgbClr>
              </a:outerShdw>
            </a:effectLst>
            <a:scene3d>
              <a:camera prst="orthographicFront"/>
              <a:lightRig rig="threePt" dir="t"/>
            </a:scene3d>
            <a:sp3d>
              <a:bevelT w="114300" prst="hardEdge"/>
            </a:sp3d>
          </p:spPr>
          <p:txBody>
            <a:bodyPr vert="horz" wrap="square" lIns="91440" tIns="45720" rIns="91440" bIns="45720" numCol="1" rtlCol="0" anchor="t" anchorCtr="0" compatLnSpc="1">
              <a:prstTxWarp prst="textNoShape">
                <a:avLst/>
              </a:prstTxWarp>
            </a:bodyPr>
            <a:lstStyle/>
            <a:p>
              <a:endParaRPr lang="zh-CN" altLang="en-US"/>
            </a:p>
          </p:txBody>
        </p:sp>
        <p:grpSp>
          <p:nvGrpSpPr>
            <p:cNvPr id="997377" name="组合 1371"/>
            <p:cNvGrpSpPr>
              <a:grpSpLocks/>
            </p:cNvGrpSpPr>
            <p:nvPr/>
          </p:nvGrpSpPr>
          <p:grpSpPr bwMode="auto">
            <a:xfrm>
              <a:off x="2483768" y="728247"/>
              <a:ext cx="5094336" cy="5725089"/>
              <a:chOff x="153" y="235"/>
              <a:chExt cx="22130" cy="37844"/>
            </a:xfrm>
          </p:grpSpPr>
          <p:grpSp>
            <p:nvGrpSpPr>
              <p:cNvPr id="1366" name="组合 1366"/>
              <p:cNvGrpSpPr>
                <a:grpSpLocks/>
              </p:cNvGrpSpPr>
              <p:nvPr/>
            </p:nvGrpSpPr>
            <p:grpSpPr bwMode="auto">
              <a:xfrm>
                <a:off x="153" y="235"/>
                <a:ext cx="22130" cy="37844"/>
                <a:chOff x="0" y="235"/>
                <a:chExt cx="22130" cy="37844"/>
              </a:xfrm>
            </p:grpSpPr>
            <p:grpSp>
              <p:nvGrpSpPr>
                <p:cNvPr id="1364" name="组合 1364"/>
                <p:cNvGrpSpPr>
                  <a:grpSpLocks/>
                </p:cNvGrpSpPr>
                <p:nvPr/>
              </p:nvGrpSpPr>
              <p:grpSpPr bwMode="auto">
                <a:xfrm>
                  <a:off x="0" y="235"/>
                  <a:ext cx="22130" cy="37844"/>
                  <a:chOff x="0" y="235"/>
                  <a:chExt cx="22130" cy="37844"/>
                </a:xfrm>
              </p:grpSpPr>
              <p:grpSp>
                <p:nvGrpSpPr>
                  <p:cNvPr id="1363" name="组合 1363"/>
                  <p:cNvGrpSpPr>
                    <a:grpSpLocks/>
                  </p:cNvGrpSpPr>
                  <p:nvPr/>
                </p:nvGrpSpPr>
                <p:grpSpPr bwMode="auto">
                  <a:xfrm>
                    <a:off x="13196" y="8591"/>
                    <a:ext cx="5460" cy="15846"/>
                    <a:chOff x="677" y="0"/>
                    <a:chExt cx="5459" cy="15845"/>
                  </a:xfrm>
                </p:grpSpPr>
                <p:sp>
                  <p:nvSpPr>
                    <p:cNvPr id="1331" name="Line 69"/>
                    <p:cNvSpPr>
                      <a:spLocks noChangeShapeType="1"/>
                    </p:cNvSpPr>
                    <p:nvPr/>
                  </p:nvSpPr>
                  <p:spPr bwMode="auto">
                    <a:xfrm>
                      <a:off x="6136" y="12856"/>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33" name="Text Box 53"/>
                    <p:cNvSpPr txBox="1">
                      <a:spLocks noChangeArrowheads="1"/>
                    </p:cNvSpPr>
                    <p:nvPr/>
                  </p:nvSpPr>
                  <p:spPr bwMode="auto">
                    <a:xfrm>
                      <a:off x="677" y="13678"/>
                      <a:ext cx="2808" cy="216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nvGrpSpPr>
                    <p:cNvPr id="1360" name="组合 1360"/>
                    <p:cNvGrpSpPr>
                      <a:grpSpLocks/>
                    </p:cNvGrpSpPr>
                    <p:nvPr/>
                  </p:nvGrpSpPr>
                  <p:grpSpPr bwMode="auto">
                    <a:xfrm>
                      <a:off x="1749" y="0"/>
                      <a:ext cx="3927" cy="2544"/>
                      <a:chOff x="0" y="0"/>
                      <a:chExt cx="392762" cy="254401"/>
                    </a:xfrm>
                  </p:grpSpPr>
                  <p:sp>
                    <p:nvSpPr>
                      <p:cNvPr id="1347" name="Line 18"/>
                      <p:cNvSpPr>
                        <a:spLocks noChangeShapeType="1"/>
                      </p:cNvSpPr>
                      <p:nvPr/>
                    </p:nvSpPr>
                    <p:spPr bwMode="auto">
                      <a:xfrm flipH="1">
                        <a:off x="0" y="0"/>
                        <a:ext cx="392762"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48" name="Line 69"/>
                      <p:cNvSpPr>
                        <a:spLocks noChangeShapeType="1"/>
                      </p:cNvSpPr>
                      <p:nvPr/>
                    </p:nvSpPr>
                    <p:spPr bwMode="auto">
                      <a:xfrm>
                        <a:off x="392762" y="0"/>
                        <a:ext cx="0" cy="254401"/>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pSp>
              <p:grpSp>
                <p:nvGrpSpPr>
                  <p:cNvPr id="1362" name="组合 1362"/>
                  <p:cNvGrpSpPr>
                    <a:grpSpLocks/>
                  </p:cNvGrpSpPr>
                  <p:nvPr/>
                </p:nvGrpSpPr>
                <p:grpSpPr bwMode="auto">
                  <a:xfrm>
                    <a:off x="0" y="235"/>
                    <a:ext cx="22130" cy="37844"/>
                    <a:chOff x="0" y="235"/>
                    <a:chExt cx="22130" cy="37844"/>
                  </a:xfrm>
                </p:grpSpPr>
                <p:grpSp>
                  <p:nvGrpSpPr>
                    <p:cNvPr id="1283" name="组合 1283"/>
                    <p:cNvGrpSpPr>
                      <a:grpSpLocks/>
                    </p:cNvGrpSpPr>
                    <p:nvPr/>
                  </p:nvGrpSpPr>
                  <p:grpSpPr bwMode="auto">
                    <a:xfrm>
                      <a:off x="6351" y="3733"/>
                      <a:ext cx="7617" cy="2342"/>
                      <a:chOff x="0" y="235"/>
                      <a:chExt cx="7616" cy="2342"/>
                    </a:xfrm>
                  </p:grpSpPr>
                  <p:sp>
                    <p:nvSpPr>
                      <p:cNvPr id="1282" name="Rectangle 49"/>
                      <p:cNvSpPr>
                        <a:spLocks noChangeArrowheads="1"/>
                      </p:cNvSpPr>
                      <p:nvPr/>
                    </p:nvSpPr>
                    <p:spPr bwMode="auto">
                      <a:xfrm>
                        <a:off x="0" y="583"/>
                        <a:ext cx="7616" cy="1994"/>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281" name="Text Box 53"/>
                      <p:cNvSpPr txBox="1">
                        <a:spLocks noChangeArrowheads="1"/>
                      </p:cNvSpPr>
                      <p:nvPr/>
                    </p:nvSpPr>
                    <p:spPr bwMode="auto">
                      <a:xfrm>
                        <a:off x="2124" y="235"/>
                        <a:ext cx="4026" cy="221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n=num1</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1286" name="组合 1286"/>
                    <p:cNvGrpSpPr>
                      <a:grpSpLocks/>
                    </p:cNvGrpSpPr>
                    <p:nvPr/>
                  </p:nvGrpSpPr>
                  <p:grpSpPr bwMode="auto">
                    <a:xfrm>
                      <a:off x="6351" y="7375"/>
                      <a:ext cx="7948" cy="2223"/>
                      <a:chOff x="0" y="318"/>
                      <a:chExt cx="7947" cy="2222"/>
                    </a:xfrm>
                  </p:grpSpPr>
                  <p:sp>
                    <p:nvSpPr>
                      <p:cNvPr id="1284" name="AutoShape 22"/>
                      <p:cNvSpPr>
                        <a:spLocks noChangeArrowheads="1"/>
                      </p:cNvSpPr>
                      <p:nvPr/>
                    </p:nvSpPr>
                    <p:spPr bwMode="auto">
                      <a:xfrm>
                        <a:off x="0" y="521"/>
                        <a:ext cx="7947" cy="2019"/>
                      </a:xfrm>
                      <a:prstGeom prst="flowChartDecision">
                        <a:avLst/>
                      </a:prstGeom>
                      <a:gradFill flip="none" rotWithShape="1">
                        <a:gsLst>
                          <a:gs pos="0">
                            <a:srgbClr val="FF33CC">
                              <a:tint val="66000"/>
                              <a:satMod val="160000"/>
                            </a:srgbClr>
                          </a:gs>
                          <a:gs pos="50000">
                            <a:srgbClr val="FF33CC">
                              <a:tint val="44500"/>
                              <a:satMod val="160000"/>
                            </a:srgbClr>
                          </a:gs>
                          <a:gs pos="100000">
                            <a:srgbClr val="FF33CC">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285" name="Text Box 53"/>
                      <p:cNvSpPr txBox="1">
                        <a:spLocks noChangeArrowheads="1"/>
                      </p:cNvSpPr>
                      <p:nvPr/>
                    </p:nvSpPr>
                    <p:spPr bwMode="auto">
                      <a:xfrm>
                        <a:off x="2214" y="318"/>
                        <a:ext cx="4204" cy="198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n≤num2</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1287" name="组合 1287"/>
                    <p:cNvGrpSpPr>
                      <a:grpSpLocks/>
                    </p:cNvGrpSpPr>
                    <p:nvPr/>
                  </p:nvGrpSpPr>
                  <p:grpSpPr bwMode="auto">
                    <a:xfrm>
                      <a:off x="6351" y="10656"/>
                      <a:ext cx="7616" cy="2415"/>
                      <a:chOff x="0" y="162"/>
                      <a:chExt cx="7616" cy="2415"/>
                    </a:xfrm>
                  </p:grpSpPr>
                  <p:sp>
                    <p:nvSpPr>
                      <p:cNvPr id="1288" name="Rectangle 49"/>
                      <p:cNvSpPr>
                        <a:spLocks noChangeArrowheads="1"/>
                      </p:cNvSpPr>
                      <p:nvPr/>
                    </p:nvSpPr>
                    <p:spPr bwMode="auto">
                      <a:xfrm>
                        <a:off x="0" y="583"/>
                        <a:ext cx="7616" cy="1994"/>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289" name="Text Box 53"/>
                      <p:cNvSpPr txBox="1">
                        <a:spLocks noChangeArrowheads="1"/>
                      </p:cNvSpPr>
                      <p:nvPr/>
                    </p:nvSpPr>
                    <p:spPr bwMode="auto">
                      <a:xfrm>
                        <a:off x="2999" y="162"/>
                        <a:ext cx="2536" cy="18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s=n</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1290" name="组合 1290"/>
                    <p:cNvGrpSpPr>
                      <a:grpSpLocks/>
                    </p:cNvGrpSpPr>
                    <p:nvPr/>
                  </p:nvGrpSpPr>
                  <p:grpSpPr bwMode="auto">
                    <a:xfrm>
                      <a:off x="6351" y="14372"/>
                      <a:ext cx="7616" cy="2259"/>
                      <a:chOff x="0" y="319"/>
                      <a:chExt cx="7616" cy="2258"/>
                    </a:xfrm>
                  </p:grpSpPr>
                  <p:sp>
                    <p:nvSpPr>
                      <p:cNvPr id="1291" name="Rectangle 49"/>
                      <p:cNvSpPr>
                        <a:spLocks noChangeArrowheads="1"/>
                      </p:cNvSpPr>
                      <p:nvPr/>
                    </p:nvSpPr>
                    <p:spPr bwMode="auto">
                      <a:xfrm>
                        <a:off x="0" y="583"/>
                        <a:ext cx="7616" cy="1994"/>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292" name="Text Box 53"/>
                      <p:cNvSpPr txBox="1">
                        <a:spLocks noChangeArrowheads="1"/>
                      </p:cNvSpPr>
                      <p:nvPr/>
                    </p:nvSpPr>
                    <p:spPr bwMode="auto">
                      <a:xfrm>
                        <a:off x="1985" y="319"/>
                        <a:ext cx="4272" cy="213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r=s%10</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1293" name="组合 1293"/>
                    <p:cNvGrpSpPr>
                      <a:grpSpLocks/>
                    </p:cNvGrpSpPr>
                    <p:nvPr/>
                  </p:nvGrpSpPr>
                  <p:grpSpPr bwMode="auto">
                    <a:xfrm>
                      <a:off x="6413" y="17878"/>
                      <a:ext cx="7943" cy="2302"/>
                      <a:chOff x="0" y="235"/>
                      <a:chExt cx="7947" cy="2305"/>
                    </a:xfrm>
                  </p:grpSpPr>
                  <p:sp>
                    <p:nvSpPr>
                      <p:cNvPr id="1294" name="AutoShape 22"/>
                      <p:cNvSpPr>
                        <a:spLocks noChangeArrowheads="1"/>
                      </p:cNvSpPr>
                      <p:nvPr/>
                    </p:nvSpPr>
                    <p:spPr bwMode="auto">
                      <a:xfrm>
                        <a:off x="0" y="521"/>
                        <a:ext cx="7947" cy="2019"/>
                      </a:xfrm>
                      <a:prstGeom prst="flowChartDecision">
                        <a:avLst/>
                      </a:prstGeom>
                      <a:gradFill flip="none" rotWithShape="1">
                        <a:gsLst>
                          <a:gs pos="0">
                            <a:srgbClr val="FF33CC">
                              <a:tint val="66000"/>
                              <a:satMod val="160000"/>
                            </a:srgbClr>
                          </a:gs>
                          <a:gs pos="50000">
                            <a:srgbClr val="FF33CC">
                              <a:tint val="44500"/>
                              <a:satMod val="160000"/>
                            </a:srgbClr>
                          </a:gs>
                          <a:gs pos="100000">
                            <a:srgbClr val="FF33CC">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295" name="Text Box 53"/>
                      <p:cNvSpPr txBox="1">
                        <a:spLocks noChangeArrowheads="1"/>
                      </p:cNvSpPr>
                      <p:nvPr/>
                    </p:nvSpPr>
                    <p:spPr bwMode="auto">
                      <a:xfrm>
                        <a:off x="1634" y="235"/>
                        <a:ext cx="4771" cy="18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switch(r)</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1296" name="组合 1296"/>
                    <p:cNvGrpSpPr>
                      <a:grpSpLocks/>
                    </p:cNvGrpSpPr>
                    <p:nvPr/>
                  </p:nvGrpSpPr>
                  <p:grpSpPr bwMode="auto">
                    <a:xfrm>
                      <a:off x="1324" y="22633"/>
                      <a:ext cx="5441" cy="2281"/>
                      <a:chOff x="0" y="292"/>
                      <a:chExt cx="5921" cy="2285"/>
                    </a:xfrm>
                  </p:grpSpPr>
                  <p:sp>
                    <p:nvSpPr>
                      <p:cNvPr id="1297" name="Rectangle 49"/>
                      <p:cNvSpPr>
                        <a:spLocks noChangeArrowheads="1"/>
                      </p:cNvSpPr>
                      <p:nvPr/>
                    </p:nvSpPr>
                    <p:spPr bwMode="auto">
                      <a:xfrm>
                        <a:off x="0" y="583"/>
                        <a:ext cx="5713" cy="1994"/>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298" name="Text Box 53"/>
                      <p:cNvSpPr txBox="1">
                        <a:spLocks noChangeArrowheads="1"/>
                      </p:cNvSpPr>
                      <p:nvPr/>
                    </p:nvSpPr>
                    <p:spPr bwMode="auto">
                      <a:xfrm>
                        <a:off x="561" y="292"/>
                        <a:ext cx="5360" cy="188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count0++</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1299" name="组合 1299"/>
                    <p:cNvGrpSpPr>
                      <a:grpSpLocks/>
                    </p:cNvGrpSpPr>
                    <p:nvPr/>
                  </p:nvGrpSpPr>
                  <p:grpSpPr bwMode="auto">
                    <a:xfrm>
                      <a:off x="7709" y="22632"/>
                      <a:ext cx="5316" cy="2282"/>
                      <a:chOff x="0" y="291"/>
                      <a:chExt cx="5786" cy="2286"/>
                    </a:xfrm>
                  </p:grpSpPr>
                  <p:sp>
                    <p:nvSpPr>
                      <p:cNvPr id="1300" name="Rectangle 49"/>
                      <p:cNvSpPr>
                        <a:spLocks noChangeArrowheads="1"/>
                      </p:cNvSpPr>
                      <p:nvPr/>
                    </p:nvSpPr>
                    <p:spPr bwMode="auto">
                      <a:xfrm>
                        <a:off x="0" y="583"/>
                        <a:ext cx="5713" cy="1994"/>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01" name="Text Box 53"/>
                      <p:cNvSpPr txBox="1">
                        <a:spLocks noChangeArrowheads="1"/>
                      </p:cNvSpPr>
                      <p:nvPr/>
                    </p:nvSpPr>
                    <p:spPr bwMode="auto">
                      <a:xfrm>
                        <a:off x="422" y="291"/>
                        <a:ext cx="5364" cy="18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count1++</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1302" name="组合 1302"/>
                    <p:cNvGrpSpPr>
                      <a:grpSpLocks/>
                    </p:cNvGrpSpPr>
                    <p:nvPr/>
                  </p:nvGrpSpPr>
                  <p:grpSpPr bwMode="auto">
                    <a:xfrm>
                      <a:off x="16148" y="22685"/>
                      <a:ext cx="5429" cy="2229"/>
                      <a:chOff x="0" y="344"/>
                      <a:chExt cx="5911" cy="2233"/>
                    </a:xfrm>
                  </p:grpSpPr>
                  <p:sp>
                    <p:nvSpPr>
                      <p:cNvPr id="1303" name="Rectangle 49"/>
                      <p:cNvSpPr>
                        <a:spLocks noChangeArrowheads="1"/>
                      </p:cNvSpPr>
                      <p:nvPr/>
                    </p:nvSpPr>
                    <p:spPr bwMode="auto">
                      <a:xfrm>
                        <a:off x="0" y="583"/>
                        <a:ext cx="5713" cy="1994"/>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04" name="Text Box 53"/>
                      <p:cNvSpPr txBox="1">
                        <a:spLocks noChangeArrowheads="1"/>
                      </p:cNvSpPr>
                      <p:nvPr/>
                    </p:nvSpPr>
                    <p:spPr bwMode="auto">
                      <a:xfrm>
                        <a:off x="462" y="344"/>
                        <a:ext cx="5449" cy="18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count9++</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1305" name="组合 1305"/>
                    <p:cNvGrpSpPr>
                      <a:grpSpLocks/>
                    </p:cNvGrpSpPr>
                    <p:nvPr/>
                  </p:nvGrpSpPr>
                  <p:grpSpPr bwMode="auto">
                    <a:xfrm>
                      <a:off x="6351" y="27333"/>
                      <a:ext cx="7614" cy="2185"/>
                      <a:chOff x="0" y="392"/>
                      <a:chExt cx="7616" cy="2185"/>
                    </a:xfrm>
                  </p:grpSpPr>
                  <p:sp>
                    <p:nvSpPr>
                      <p:cNvPr id="1306" name="Rectangle 49"/>
                      <p:cNvSpPr>
                        <a:spLocks noChangeArrowheads="1"/>
                      </p:cNvSpPr>
                      <p:nvPr/>
                    </p:nvSpPr>
                    <p:spPr bwMode="auto">
                      <a:xfrm>
                        <a:off x="0" y="583"/>
                        <a:ext cx="7616" cy="1994"/>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07" name="Text Box 53"/>
                      <p:cNvSpPr txBox="1">
                        <a:spLocks noChangeArrowheads="1"/>
                      </p:cNvSpPr>
                      <p:nvPr/>
                    </p:nvSpPr>
                    <p:spPr bwMode="auto">
                      <a:xfrm>
                        <a:off x="2574" y="392"/>
                        <a:ext cx="3789" cy="209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s=s/10</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1308" name="组合 1308"/>
                    <p:cNvGrpSpPr>
                      <a:grpSpLocks/>
                    </p:cNvGrpSpPr>
                    <p:nvPr/>
                  </p:nvGrpSpPr>
                  <p:grpSpPr bwMode="auto">
                    <a:xfrm>
                      <a:off x="6259" y="30741"/>
                      <a:ext cx="7947" cy="2300"/>
                      <a:chOff x="0" y="241"/>
                      <a:chExt cx="7947" cy="2299"/>
                    </a:xfrm>
                  </p:grpSpPr>
                  <p:sp>
                    <p:nvSpPr>
                      <p:cNvPr id="1309" name="AutoShape 22"/>
                      <p:cNvSpPr>
                        <a:spLocks noChangeArrowheads="1"/>
                      </p:cNvSpPr>
                      <p:nvPr/>
                    </p:nvSpPr>
                    <p:spPr bwMode="auto">
                      <a:xfrm>
                        <a:off x="0" y="521"/>
                        <a:ext cx="7947" cy="2019"/>
                      </a:xfrm>
                      <a:prstGeom prst="flowChartDecision">
                        <a:avLst/>
                      </a:prstGeom>
                      <a:gradFill flip="none" rotWithShape="1">
                        <a:gsLst>
                          <a:gs pos="0">
                            <a:srgbClr val="FF33CC">
                              <a:tint val="66000"/>
                              <a:satMod val="160000"/>
                            </a:srgbClr>
                          </a:gs>
                          <a:gs pos="50000">
                            <a:srgbClr val="FF33CC">
                              <a:tint val="44500"/>
                              <a:satMod val="160000"/>
                            </a:srgbClr>
                          </a:gs>
                          <a:gs pos="100000">
                            <a:srgbClr val="FF33CC">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10" name="Text Box 53"/>
                      <p:cNvSpPr txBox="1">
                        <a:spLocks noChangeArrowheads="1"/>
                      </p:cNvSpPr>
                      <p:nvPr/>
                    </p:nvSpPr>
                    <p:spPr bwMode="auto">
                      <a:xfrm>
                        <a:off x="3149" y="241"/>
                        <a:ext cx="3359" cy="186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s≠0</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1311" name="组合 1311"/>
                    <p:cNvGrpSpPr>
                      <a:grpSpLocks/>
                    </p:cNvGrpSpPr>
                    <p:nvPr/>
                  </p:nvGrpSpPr>
                  <p:grpSpPr bwMode="auto">
                    <a:xfrm>
                      <a:off x="6351" y="34359"/>
                      <a:ext cx="7617" cy="2208"/>
                      <a:chOff x="0" y="392"/>
                      <a:chExt cx="7616" cy="2207"/>
                    </a:xfrm>
                  </p:grpSpPr>
                  <p:sp>
                    <p:nvSpPr>
                      <p:cNvPr id="1312" name="Rectangle 49"/>
                      <p:cNvSpPr>
                        <a:spLocks noChangeArrowheads="1"/>
                      </p:cNvSpPr>
                      <p:nvPr/>
                    </p:nvSpPr>
                    <p:spPr bwMode="auto">
                      <a:xfrm>
                        <a:off x="0" y="583"/>
                        <a:ext cx="7616" cy="1994"/>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13" name="Text Box 53"/>
                      <p:cNvSpPr txBox="1">
                        <a:spLocks noChangeArrowheads="1"/>
                      </p:cNvSpPr>
                      <p:nvPr/>
                    </p:nvSpPr>
                    <p:spPr bwMode="auto">
                      <a:xfrm>
                        <a:off x="2638" y="392"/>
                        <a:ext cx="3719" cy="220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n=n+1</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1314" name="组合 1314"/>
                    <p:cNvGrpSpPr>
                      <a:grpSpLocks/>
                    </p:cNvGrpSpPr>
                    <p:nvPr/>
                  </p:nvGrpSpPr>
                  <p:grpSpPr bwMode="auto">
                    <a:xfrm>
                      <a:off x="14513" y="10882"/>
                      <a:ext cx="7617" cy="2205"/>
                      <a:chOff x="0" y="388"/>
                      <a:chExt cx="7616" cy="2204"/>
                    </a:xfrm>
                  </p:grpSpPr>
                  <p:sp>
                    <p:nvSpPr>
                      <p:cNvPr id="1315" name="Rectangle 49"/>
                      <p:cNvSpPr>
                        <a:spLocks noChangeArrowheads="1"/>
                      </p:cNvSpPr>
                      <p:nvPr/>
                    </p:nvSpPr>
                    <p:spPr bwMode="auto">
                      <a:xfrm>
                        <a:off x="0" y="583"/>
                        <a:ext cx="7616" cy="1994"/>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16" name="Text Box 53"/>
                      <p:cNvSpPr txBox="1">
                        <a:spLocks noChangeArrowheads="1"/>
                      </p:cNvSpPr>
                      <p:nvPr/>
                    </p:nvSpPr>
                    <p:spPr bwMode="auto">
                      <a:xfrm>
                        <a:off x="1695" y="388"/>
                        <a:ext cx="4739" cy="22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rPr>
                          <a:t>输出结果</a:t>
                        </a:r>
                      </a:p>
                    </p:txBody>
                  </p:sp>
                </p:grpSp>
                <p:grpSp>
                  <p:nvGrpSpPr>
                    <p:cNvPr id="1319" name="组合 1319"/>
                    <p:cNvGrpSpPr>
                      <a:grpSpLocks/>
                    </p:cNvGrpSpPr>
                    <p:nvPr/>
                  </p:nvGrpSpPr>
                  <p:grpSpPr bwMode="auto">
                    <a:xfrm>
                      <a:off x="15465" y="14525"/>
                      <a:ext cx="5714" cy="2092"/>
                      <a:chOff x="0" y="319"/>
                      <a:chExt cx="5714" cy="2091"/>
                    </a:xfrm>
                  </p:grpSpPr>
                  <p:sp>
                    <p:nvSpPr>
                      <p:cNvPr id="1317" name="AutoShape 65"/>
                      <p:cNvSpPr>
                        <a:spLocks noChangeArrowheads="1"/>
                      </p:cNvSpPr>
                      <p:nvPr/>
                    </p:nvSpPr>
                    <p:spPr bwMode="auto">
                      <a:xfrm>
                        <a:off x="0" y="429"/>
                        <a:ext cx="5714" cy="1981"/>
                      </a:xfrm>
                      <a:prstGeom prst="flowChartTerminator">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18" name="Text Box 66"/>
                      <p:cNvSpPr txBox="1">
                        <a:spLocks noChangeArrowheads="1"/>
                      </p:cNvSpPr>
                      <p:nvPr/>
                    </p:nvSpPr>
                    <p:spPr bwMode="auto">
                      <a:xfrm>
                        <a:off x="1604" y="319"/>
                        <a:ext cx="2941" cy="19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rPr>
                          <a:t>结束</a:t>
                        </a:r>
                      </a:p>
                    </p:txBody>
                  </p:sp>
                </p:grpSp>
                <p:grpSp>
                  <p:nvGrpSpPr>
                    <p:cNvPr id="1361" name="组合 1361"/>
                    <p:cNvGrpSpPr>
                      <a:grpSpLocks/>
                    </p:cNvGrpSpPr>
                    <p:nvPr/>
                  </p:nvGrpSpPr>
                  <p:grpSpPr bwMode="auto">
                    <a:xfrm>
                      <a:off x="0" y="235"/>
                      <a:ext cx="18686" cy="37844"/>
                      <a:chOff x="0" y="235"/>
                      <a:chExt cx="18686" cy="37844"/>
                    </a:xfrm>
                  </p:grpSpPr>
                  <p:grpSp>
                    <p:nvGrpSpPr>
                      <p:cNvPr id="1280" name="组合 1280"/>
                      <p:cNvGrpSpPr>
                        <a:grpSpLocks/>
                      </p:cNvGrpSpPr>
                      <p:nvPr/>
                    </p:nvGrpSpPr>
                    <p:grpSpPr bwMode="auto">
                      <a:xfrm>
                        <a:off x="3989" y="235"/>
                        <a:ext cx="12654" cy="2273"/>
                        <a:chOff x="276" y="212"/>
                        <a:chExt cx="11811" cy="2273"/>
                      </a:xfrm>
                    </p:grpSpPr>
                    <p:sp>
                      <p:nvSpPr>
                        <p:cNvPr id="1279" name="Rectangle 49"/>
                        <p:cNvSpPr>
                          <a:spLocks noChangeArrowheads="1"/>
                        </p:cNvSpPr>
                        <p:nvPr/>
                      </p:nvSpPr>
                      <p:spPr bwMode="auto">
                        <a:xfrm>
                          <a:off x="276" y="490"/>
                          <a:ext cx="11811" cy="1995"/>
                        </a:xfrm>
                        <a:prstGeom prst="rect">
                          <a:avLst/>
                        </a:prstGeom>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13500000" scaled="1"/>
                          <a:tileRect/>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278" name="Text Box 53"/>
                        <p:cNvSpPr txBox="1">
                          <a:spLocks noChangeArrowheads="1"/>
                        </p:cNvSpPr>
                        <p:nvPr/>
                      </p:nvSpPr>
                      <p:spPr bwMode="auto">
                        <a:xfrm>
                          <a:off x="1258" y="212"/>
                          <a:ext cx="9444" cy="19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rPr>
                            <a:t>输入整数</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num1</a:t>
                          </a:r>
                          <a:r>
                            <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rPr>
                            <a:t>、</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num2</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sp>
                    <p:nvSpPr>
                      <p:cNvPr id="1320" name="Line 69"/>
                      <p:cNvSpPr>
                        <a:spLocks noChangeShapeType="1"/>
                      </p:cNvSpPr>
                      <p:nvPr/>
                    </p:nvSpPr>
                    <p:spPr bwMode="auto">
                      <a:xfrm>
                        <a:off x="10279" y="2546"/>
                        <a:ext cx="0" cy="156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21" name="Line 69"/>
                      <p:cNvSpPr>
                        <a:spLocks noChangeShapeType="1"/>
                      </p:cNvSpPr>
                      <p:nvPr/>
                    </p:nvSpPr>
                    <p:spPr bwMode="auto">
                      <a:xfrm>
                        <a:off x="10310" y="6044"/>
                        <a:ext cx="0" cy="156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22" name="Line 69"/>
                      <p:cNvSpPr>
                        <a:spLocks noChangeShapeType="1"/>
                      </p:cNvSpPr>
                      <p:nvPr/>
                    </p:nvSpPr>
                    <p:spPr bwMode="auto">
                      <a:xfrm>
                        <a:off x="10371" y="9542"/>
                        <a:ext cx="0" cy="1563"/>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24" name="Line 69"/>
                      <p:cNvSpPr>
                        <a:spLocks noChangeShapeType="1"/>
                      </p:cNvSpPr>
                      <p:nvPr/>
                    </p:nvSpPr>
                    <p:spPr bwMode="auto">
                      <a:xfrm>
                        <a:off x="10340" y="13071"/>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25" name="Line 69"/>
                      <p:cNvSpPr>
                        <a:spLocks noChangeShapeType="1"/>
                      </p:cNvSpPr>
                      <p:nvPr/>
                    </p:nvSpPr>
                    <p:spPr bwMode="auto">
                      <a:xfrm>
                        <a:off x="10340" y="16600"/>
                        <a:ext cx="0" cy="1562"/>
                      </a:xfrm>
                      <a:prstGeom prst="line">
                        <a:avLst/>
                      </a:prstGeom>
                      <a:noFill/>
                      <a:ln w="9525">
                        <a:solidFill>
                          <a:srgbClr val="000000"/>
                        </a:solidFill>
                        <a:round/>
                        <a:headEnd/>
                        <a:tailEnd type="stealth" w="sm" len="me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1358" name="组合 1358"/>
                      <p:cNvGrpSpPr>
                        <a:grpSpLocks/>
                      </p:cNvGrpSpPr>
                      <p:nvPr/>
                    </p:nvGrpSpPr>
                    <p:grpSpPr bwMode="auto">
                      <a:xfrm>
                        <a:off x="3804" y="20190"/>
                        <a:ext cx="14882" cy="2789"/>
                        <a:chOff x="0" y="0"/>
                        <a:chExt cx="14882" cy="2789"/>
                      </a:xfrm>
                    </p:grpSpPr>
                    <p:sp>
                      <p:nvSpPr>
                        <p:cNvPr id="1327" name="Line 18"/>
                        <p:cNvSpPr>
                          <a:spLocks noChangeShapeType="1"/>
                        </p:cNvSpPr>
                        <p:nvPr/>
                      </p:nvSpPr>
                      <p:spPr bwMode="auto">
                        <a:xfrm flipH="1">
                          <a:off x="0" y="1258"/>
                          <a:ext cx="14882"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28" name="Line 69"/>
                        <p:cNvSpPr>
                          <a:spLocks noChangeShapeType="1"/>
                        </p:cNvSpPr>
                        <p:nvPr/>
                      </p:nvSpPr>
                      <p:spPr bwMode="auto">
                        <a:xfrm>
                          <a:off x="30" y="1227"/>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29" name="Line 69"/>
                        <p:cNvSpPr>
                          <a:spLocks noChangeShapeType="1"/>
                        </p:cNvSpPr>
                        <p:nvPr/>
                      </p:nvSpPr>
                      <p:spPr bwMode="auto">
                        <a:xfrm>
                          <a:off x="6566" y="1227"/>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37" name="Line 69"/>
                        <p:cNvSpPr>
                          <a:spLocks noChangeShapeType="1"/>
                        </p:cNvSpPr>
                        <p:nvPr/>
                      </p:nvSpPr>
                      <p:spPr bwMode="auto">
                        <a:xfrm>
                          <a:off x="6566" y="0"/>
                          <a:ext cx="0" cy="1288"/>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pSp>
                    <p:nvGrpSpPr>
                      <p:cNvPr id="1359" name="组合 1359"/>
                      <p:cNvGrpSpPr>
                        <a:grpSpLocks/>
                      </p:cNvGrpSpPr>
                      <p:nvPr/>
                    </p:nvGrpSpPr>
                    <p:grpSpPr bwMode="auto">
                      <a:xfrm>
                        <a:off x="3774" y="24885"/>
                        <a:ext cx="14882" cy="2728"/>
                        <a:chOff x="0" y="0"/>
                        <a:chExt cx="14882" cy="2728"/>
                      </a:xfrm>
                    </p:grpSpPr>
                    <p:sp>
                      <p:nvSpPr>
                        <p:cNvPr id="1326" name="Line 69"/>
                        <p:cNvSpPr>
                          <a:spLocks noChangeShapeType="1"/>
                        </p:cNvSpPr>
                        <p:nvPr/>
                      </p:nvSpPr>
                      <p:spPr bwMode="auto">
                        <a:xfrm>
                          <a:off x="0" y="30"/>
                          <a:ext cx="0" cy="1289"/>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34" name="Line 18"/>
                        <p:cNvSpPr>
                          <a:spLocks noChangeShapeType="1"/>
                        </p:cNvSpPr>
                        <p:nvPr/>
                      </p:nvSpPr>
                      <p:spPr bwMode="auto">
                        <a:xfrm flipH="1">
                          <a:off x="0" y="1227"/>
                          <a:ext cx="14882"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35" name="Line 69"/>
                        <p:cNvSpPr>
                          <a:spLocks noChangeShapeType="1"/>
                        </p:cNvSpPr>
                        <p:nvPr/>
                      </p:nvSpPr>
                      <p:spPr bwMode="auto">
                        <a:xfrm>
                          <a:off x="6597" y="0"/>
                          <a:ext cx="0" cy="1288"/>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36" name="Line 69"/>
                        <p:cNvSpPr>
                          <a:spLocks noChangeShapeType="1"/>
                        </p:cNvSpPr>
                        <p:nvPr/>
                      </p:nvSpPr>
                      <p:spPr bwMode="auto">
                        <a:xfrm>
                          <a:off x="14820" y="0"/>
                          <a:ext cx="0" cy="1288"/>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38" name="Line 69"/>
                        <p:cNvSpPr>
                          <a:spLocks noChangeShapeType="1"/>
                        </p:cNvSpPr>
                        <p:nvPr/>
                      </p:nvSpPr>
                      <p:spPr bwMode="auto">
                        <a:xfrm>
                          <a:off x="6597" y="1166"/>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sp>
                    <p:nvSpPr>
                      <p:cNvPr id="1339" name="Line 69"/>
                      <p:cNvSpPr>
                        <a:spLocks noChangeShapeType="1"/>
                      </p:cNvSpPr>
                      <p:nvPr/>
                    </p:nvSpPr>
                    <p:spPr bwMode="auto">
                      <a:xfrm>
                        <a:off x="10248" y="29487"/>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40" name="Line 69"/>
                      <p:cNvSpPr>
                        <a:spLocks noChangeShapeType="1"/>
                      </p:cNvSpPr>
                      <p:nvPr/>
                    </p:nvSpPr>
                    <p:spPr bwMode="auto">
                      <a:xfrm>
                        <a:off x="10248" y="33016"/>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1356" name="组合 1356"/>
                      <p:cNvGrpSpPr>
                        <a:grpSpLocks/>
                      </p:cNvGrpSpPr>
                      <p:nvPr/>
                    </p:nvGrpSpPr>
                    <p:grpSpPr bwMode="auto">
                      <a:xfrm>
                        <a:off x="0" y="6566"/>
                        <a:ext cx="10272" cy="31513"/>
                        <a:chOff x="0" y="0"/>
                        <a:chExt cx="10272" cy="31513"/>
                      </a:xfrm>
                    </p:grpSpPr>
                    <p:sp>
                      <p:nvSpPr>
                        <p:cNvPr id="1341" name="Line 69"/>
                        <p:cNvSpPr>
                          <a:spLocks noChangeShapeType="1"/>
                        </p:cNvSpPr>
                        <p:nvPr/>
                      </p:nvSpPr>
                      <p:spPr bwMode="auto">
                        <a:xfrm>
                          <a:off x="10248" y="29948"/>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42" name="Line 18"/>
                        <p:cNvSpPr>
                          <a:spLocks noChangeShapeType="1"/>
                        </p:cNvSpPr>
                        <p:nvPr/>
                      </p:nvSpPr>
                      <p:spPr bwMode="auto">
                        <a:xfrm flipH="1">
                          <a:off x="0" y="31513"/>
                          <a:ext cx="10272"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43" name="Line 19"/>
                        <p:cNvSpPr>
                          <a:spLocks noChangeShapeType="1"/>
                        </p:cNvSpPr>
                        <p:nvPr/>
                      </p:nvSpPr>
                      <p:spPr bwMode="auto">
                        <a:xfrm>
                          <a:off x="0" y="0"/>
                          <a:ext cx="0" cy="31508"/>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44" name="Line 17"/>
                        <p:cNvSpPr>
                          <a:spLocks noChangeShapeType="1"/>
                        </p:cNvSpPr>
                        <p:nvPr/>
                      </p:nvSpPr>
                      <p:spPr bwMode="auto">
                        <a:xfrm rot="-5400000">
                          <a:off x="5094" y="-5064"/>
                          <a:ext cx="0" cy="1018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sp>
                    <p:nvSpPr>
                      <p:cNvPr id="1349" name="Line 69"/>
                      <p:cNvSpPr>
                        <a:spLocks noChangeShapeType="1"/>
                      </p:cNvSpPr>
                      <p:nvPr/>
                    </p:nvSpPr>
                    <p:spPr bwMode="auto">
                      <a:xfrm>
                        <a:off x="18134" y="13040"/>
                        <a:ext cx="0" cy="1563"/>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1357" name="组合 1357"/>
                      <p:cNvGrpSpPr>
                        <a:grpSpLocks/>
                      </p:cNvGrpSpPr>
                      <p:nvPr/>
                    </p:nvGrpSpPr>
                    <p:grpSpPr bwMode="auto">
                      <a:xfrm>
                        <a:off x="889" y="13593"/>
                        <a:ext cx="9389" cy="18412"/>
                        <a:chOff x="0" y="31"/>
                        <a:chExt cx="9388" cy="18411"/>
                      </a:xfrm>
                    </p:grpSpPr>
                    <p:sp>
                      <p:nvSpPr>
                        <p:cNvPr id="1351" name="Line 18"/>
                        <p:cNvSpPr>
                          <a:spLocks noChangeShapeType="1"/>
                        </p:cNvSpPr>
                        <p:nvPr/>
                      </p:nvSpPr>
                      <p:spPr bwMode="auto">
                        <a:xfrm flipH="1">
                          <a:off x="0" y="18442"/>
                          <a:ext cx="5520"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52" name="Line 19"/>
                        <p:cNvSpPr>
                          <a:spLocks noChangeShapeType="1"/>
                        </p:cNvSpPr>
                        <p:nvPr/>
                      </p:nvSpPr>
                      <p:spPr bwMode="auto">
                        <a:xfrm>
                          <a:off x="0" y="31"/>
                          <a:ext cx="0" cy="18411"/>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53" name="Line 17"/>
                        <p:cNvSpPr>
                          <a:spLocks noChangeShapeType="1"/>
                        </p:cNvSpPr>
                        <p:nvPr/>
                      </p:nvSpPr>
                      <p:spPr bwMode="auto">
                        <a:xfrm rot="16200000">
                          <a:off x="4695" y="-4616"/>
                          <a:ext cx="0" cy="9387"/>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pSp>
              </p:grpSp>
            </p:grpSp>
            <p:grpSp>
              <p:nvGrpSpPr>
                <p:cNvPr id="1365" name="组合 1365"/>
                <p:cNvGrpSpPr>
                  <a:grpSpLocks/>
                </p:cNvGrpSpPr>
                <p:nvPr/>
              </p:nvGrpSpPr>
              <p:grpSpPr bwMode="auto">
                <a:xfrm>
                  <a:off x="2487" y="6992"/>
                  <a:ext cx="14140" cy="27671"/>
                  <a:chOff x="155" y="549"/>
                  <a:chExt cx="14140" cy="27670"/>
                </a:xfrm>
              </p:grpSpPr>
              <p:sp>
                <p:nvSpPr>
                  <p:cNvPr id="1345" name="Text Box 58"/>
                  <p:cNvSpPr txBox="1">
                    <a:spLocks noChangeArrowheads="1"/>
                  </p:cNvSpPr>
                  <p:nvPr/>
                </p:nvSpPr>
                <p:spPr bwMode="auto">
                  <a:xfrm>
                    <a:off x="6780" y="2836"/>
                    <a:ext cx="1259" cy="175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50000"/>
                          </a:schemeClr>
                        </a:solidFill>
                        <a:effectLst>
                          <a:outerShdw blurRad="38100" dist="38100" dir="2700000" algn="tl">
                            <a:srgbClr val="000000">
                              <a:alpha val="43137"/>
                            </a:srgbClr>
                          </a:outerShdw>
                        </a:effectLst>
                        <a:latin typeface="+mn-lt"/>
                        <a:ea typeface="楷体" pitchFamily="49" charset="-122"/>
                        <a:cs typeface="宋体" pitchFamily="2" charset="-122"/>
                      </a:rPr>
                      <a:t>T</a:t>
                    </a:r>
                    <a:endParaRPr kumimoji="0" lang="zh-CN" altLang="zh-CN" sz="1400" b="1" dirty="0">
                      <a:solidFill>
                        <a:schemeClr val="accent1">
                          <a:lumMod val="50000"/>
                        </a:schemeClr>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346" name="Text Box 58"/>
                  <p:cNvSpPr txBox="1">
                    <a:spLocks noChangeArrowheads="1"/>
                  </p:cNvSpPr>
                  <p:nvPr/>
                </p:nvSpPr>
                <p:spPr bwMode="auto">
                  <a:xfrm>
                    <a:off x="6654" y="26167"/>
                    <a:ext cx="1069" cy="20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rPr>
                      <a:t>F</a:t>
                    </a:r>
                    <a:endParaRPr kumimoji="0" lang="zh-CN" altLang="zh-CN" sz="14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350" name="Text Box 58"/>
                  <p:cNvSpPr txBox="1">
                    <a:spLocks noChangeArrowheads="1"/>
                  </p:cNvSpPr>
                  <p:nvPr/>
                </p:nvSpPr>
                <p:spPr bwMode="auto">
                  <a:xfrm>
                    <a:off x="13003" y="549"/>
                    <a:ext cx="1292" cy="21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rPr>
                      <a:t>F</a:t>
                    </a:r>
                    <a:endParaRPr kumimoji="0" lang="zh-CN" altLang="zh-CN" sz="14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354" name="Text Box 58"/>
                  <p:cNvSpPr txBox="1">
                    <a:spLocks noChangeArrowheads="1"/>
                  </p:cNvSpPr>
                  <p:nvPr/>
                </p:nvSpPr>
                <p:spPr bwMode="auto">
                  <a:xfrm>
                    <a:off x="155" y="23888"/>
                    <a:ext cx="1422" cy="20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50000"/>
                          </a:schemeClr>
                        </a:solidFill>
                        <a:effectLst>
                          <a:outerShdw blurRad="38100" dist="38100" dir="2700000" algn="tl">
                            <a:srgbClr val="000000">
                              <a:alpha val="43137"/>
                            </a:srgbClr>
                          </a:outerShdw>
                        </a:effectLst>
                        <a:latin typeface="+mn-lt"/>
                        <a:ea typeface="楷体" pitchFamily="49" charset="-122"/>
                        <a:cs typeface="宋体" pitchFamily="2" charset="-122"/>
                      </a:rPr>
                      <a:t>T</a:t>
                    </a:r>
                    <a:endParaRPr kumimoji="0" lang="zh-CN" altLang="zh-CN" sz="1400" b="1" dirty="0">
                      <a:solidFill>
                        <a:schemeClr val="accent1">
                          <a:lumMod val="50000"/>
                        </a:schemeClr>
                      </a:solidFill>
                      <a:effectLst>
                        <a:outerShdw blurRad="38100" dist="38100" dir="2700000" algn="tl">
                          <a:srgbClr val="000000">
                            <a:alpha val="43137"/>
                          </a:srgbClr>
                        </a:outerShdw>
                      </a:effectLst>
                      <a:latin typeface="+mn-lt"/>
                      <a:ea typeface="楷体" pitchFamily="49" charset="-122"/>
                      <a:cs typeface="宋体" pitchFamily="2" charset="-122"/>
                    </a:endParaRPr>
                  </a:p>
                </p:txBody>
              </p:sp>
            </p:grpSp>
          </p:grpSp>
          <p:sp>
            <p:nvSpPr>
              <p:cNvPr id="1368" name="Text Box 53"/>
              <p:cNvSpPr txBox="1">
                <a:spLocks noChangeArrowheads="1"/>
              </p:cNvSpPr>
              <p:nvPr/>
            </p:nvSpPr>
            <p:spPr bwMode="auto">
              <a:xfrm>
                <a:off x="3803" y="20943"/>
                <a:ext cx="1347" cy="228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FF0000"/>
                    </a:solidFill>
                    <a:effectLst>
                      <a:outerShdw blurRad="38100" dist="38100" dir="2700000" algn="tl">
                        <a:srgbClr val="000000">
                          <a:alpha val="43137"/>
                        </a:srgbClr>
                      </a:outerShdw>
                    </a:effectLst>
                    <a:latin typeface="+mn-lt"/>
                    <a:ea typeface="楷体" pitchFamily="49" charset="-122"/>
                    <a:cs typeface="宋体" pitchFamily="2" charset="-122"/>
                  </a:rPr>
                  <a:t>0</a:t>
                </a:r>
                <a:endParaRPr kumimoji="0" lang="zh-CN" altLang="zh-CN" sz="1600" b="1" dirty="0">
                  <a:solidFill>
                    <a:srgbClr val="FF0000"/>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369" name="Text Box 53"/>
              <p:cNvSpPr txBox="1">
                <a:spLocks noChangeArrowheads="1"/>
              </p:cNvSpPr>
              <p:nvPr/>
            </p:nvSpPr>
            <p:spPr bwMode="auto">
              <a:xfrm>
                <a:off x="10316" y="20877"/>
                <a:ext cx="1098" cy="18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FF0000"/>
                    </a:solidFill>
                    <a:effectLst>
                      <a:outerShdw blurRad="38100" dist="38100" dir="2700000" algn="tl">
                        <a:srgbClr val="000000">
                          <a:alpha val="43137"/>
                        </a:srgbClr>
                      </a:outerShdw>
                    </a:effectLst>
                    <a:latin typeface="+mn-lt"/>
                    <a:ea typeface="楷体" pitchFamily="49" charset="-122"/>
                    <a:cs typeface="宋体" pitchFamily="2" charset="-122"/>
                  </a:rPr>
                  <a:t>1</a:t>
                </a:r>
                <a:endParaRPr kumimoji="0" lang="zh-CN" altLang="zh-CN" sz="1600" b="1" dirty="0">
                  <a:solidFill>
                    <a:srgbClr val="FF0000"/>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370" name="Text Box 53"/>
              <p:cNvSpPr txBox="1">
                <a:spLocks noChangeArrowheads="1"/>
              </p:cNvSpPr>
              <p:nvPr/>
            </p:nvSpPr>
            <p:spPr bwMode="auto">
              <a:xfrm>
                <a:off x="18662" y="20955"/>
                <a:ext cx="1198" cy="18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FF0000"/>
                    </a:solidFill>
                    <a:effectLst>
                      <a:outerShdw blurRad="38100" dist="38100" dir="2700000" algn="tl">
                        <a:srgbClr val="000000">
                          <a:alpha val="43137"/>
                        </a:srgbClr>
                      </a:outerShdw>
                    </a:effectLst>
                    <a:latin typeface="+mn-lt"/>
                    <a:ea typeface="楷体" pitchFamily="49" charset="-122"/>
                    <a:cs typeface="宋体" pitchFamily="2" charset="-122"/>
                  </a:rPr>
                  <a:t>9</a:t>
                </a:r>
                <a:endParaRPr kumimoji="0" lang="zh-CN" altLang="zh-CN" sz="1600" b="1" dirty="0">
                  <a:solidFill>
                    <a:srgbClr val="FF0000"/>
                  </a:solidFill>
                  <a:effectLst>
                    <a:outerShdw blurRad="38100" dist="38100" dir="2700000" algn="tl">
                      <a:srgbClr val="000000">
                        <a:alpha val="43137"/>
                      </a:srgbClr>
                    </a:outerShdw>
                  </a:effectLst>
                  <a:latin typeface="+mn-lt"/>
                  <a:ea typeface="楷体" pitchFamily="49" charset="-122"/>
                  <a:cs typeface="宋体" pitchFamily="2" charset="-122"/>
                </a:endParaRPr>
              </a:p>
            </p:txBody>
          </p:sp>
        </p:grpSp>
        <p:sp>
          <p:nvSpPr>
            <p:cNvPr id="103" name="TextBox 102"/>
            <p:cNvSpPr txBox="1"/>
            <p:nvPr/>
          </p:nvSpPr>
          <p:spPr>
            <a:xfrm>
              <a:off x="1259632" y="657071"/>
              <a:ext cx="1928826" cy="461665"/>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zh-CN" altLang="en-US" b="1" dirty="0">
                  <a:solidFill>
                    <a:srgbClr val="FF0000"/>
                  </a:solidFill>
                  <a:effectLst>
                    <a:outerShdw blurRad="38100" dist="38100" dir="2700000" algn="tl">
                      <a:srgbClr val="000000">
                        <a:alpha val="43137"/>
                      </a:srgbClr>
                    </a:outerShdw>
                  </a:effectLst>
                  <a:latin typeface="隶书" pitchFamily="49" charset="-122"/>
                  <a:ea typeface="隶书" pitchFamily="49" charset="-122"/>
                </a:rPr>
                <a:t>算法流程图</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54378"/>
                                        </p:tgtEl>
                                        <p:attrNameLst>
                                          <p:attrName>style.visibility</p:attrName>
                                        </p:attrNameLst>
                                      </p:cBhvr>
                                      <p:to>
                                        <p:strVal val="visible"/>
                                      </p:to>
                                    </p:set>
                                    <p:animEffect transition="in" filter="box(out)">
                                      <p:cBhvr>
                                        <p:cTn id="7" dur="500"/>
                                        <p:tgtEl>
                                          <p:spTgt spid="954378"/>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04"/>
                                        </p:tgtEl>
                                        <p:attrNameLst>
                                          <p:attrName>style.visibility</p:attrName>
                                        </p:attrNameLst>
                                      </p:cBhvr>
                                      <p:to>
                                        <p:strVal val="visible"/>
                                      </p:to>
                                    </p:set>
                                    <p:animEffect transition="in" filter="strips(downRight)">
                                      <p:cBhvr>
                                        <p:cTn id="12" dur="500"/>
                                        <p:tgtEl>
                                          <p:spTgt spid="104"/>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4378" grpId="0" animBg="1"/>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4379" name="Rectangle 11" descr="信纸"/>
          <p:cNvSpPr>
            <a:spLocks noChangeArrowheads="1"/>
          </p:cNvSpPr>
          <p:nvPr/>
        </p:nvSpPr>
        <p:spPr bwMode="auto">
          <a:xfrm>
            <a:off x="982663" y="156027"/>
            <a:ext cx="5113337" cy="5311775"/>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7763" dir="2700000" algn="ctr" rotWithShape="0">
              <a:srgbClr val="000000">
                <a:alpha val="43000"/>
              </a:srgbClr>
            </a:outerShdw>
          </a:effectLst>
          <a:scene3d>
            <a:camera prst="orthographicFront"/>
            <a:lightRig rig="threePt" dir="t"/>
          </a:scene3d>
          <a:sp3d>
            <a:bevelT w="114300" prst="hardEdge"/>
          </a:sp3d>
        </p:spPr>
        <p:txBody>
          <a:bodyPr anchor="ctr">
            <a:spAutoFit/>
          </a:bodyPr>
          <a:lstStyle/>
          <a:p>
            <a:pPr>
              <a:tabLst>
                <a:tab pos="800100" algn="l"/>
              </a:tabLst>
            </a:pPr>
            <a:r>
              <a:rPr lang="en-US" altLang="zh-CN" sz="2000" b="1" dirty="0">
                <a:effectLst>
                  <a:outerShdw blurRad="38100" dist="38100" dir="2700000" algn="tl">
                    <a:srgbClr val="FFFFFF"/>
                  </a:outerShdw>
                </a:effectLst>
              </a:rPr>
              <a:t>#include &lt;</a:t>
            </a:r>
            <a:r>
              <a:rPr lang="en-US" altLang="zh-CN" sz="2000" b="1" dirty="0" err="1">
                <a:effectLst>
                  <a:outerShdw blurRad="38100" dist="38100" dir="2700000" algn="tl">
                    <a:srgbClr val="FFFFFF"/>
                  </a:outerShdw>
                </a:effectLst>
              </a:rPr>
              <a:t>stdio.h</a:t>
            </a:r>
            <a:r>
              <a:rPr lang="en-US" altLang="zh-CN" sz="2000" b="1" dirty="0">
                <a:effectLst>
                  <a:outerShdw blurRad="38100" dist="38100" dir="2700000" algn="tl">
                    <a:srgbClr val="FFFFFF"/>
                  </a:outerShdw>
                </a:effectLst>
              </a:rPr>
              <a:t>&gt;</a:t>
            </a:r>
          </a:p>
          <a:p>
            <a:pPr>
              <a:tabLst>
                <a:tab pos="800100" algn="l"/>
              </a:tabLst>
            </a:pPr>
            <a:r>
              <a:rPr lang="en-US" altLang="zh-CN" sz="2000" b="1" dirty="0">
                <a:effectLst>
                  <a:outerShdw blurRad="38100" dist="38100" dir="2700000" algn="tl">
                    <a:srgbClr val="FFFFFF"/>
                  </a:outerShdw>
                </a:effectLst>
              </a:rPr>
              <a:t>#include &lt;</a:t>
            </a:r>
            <a:r>
              <a:rPr lang="en-US" altLang="zh-CN" sz="2000" b="1" dirty="0" err="1">
                <a:effectLst>
                  <a:outerShdw blurRad="38100" dist="38100" dir="2700000" algn="tl">
                    <a:srgbClr val="FFFFFF"/>
                  </a:outerShdw>
                </a:effectLst>
              </a:rPr>
              <a:t>stdlib.h</a:t>
            </a:r>
            <a:r>
              <a:rPr lang="en-US" altLang="zh-CN" sz="2000" b="1" dirty="0">
                <a:effectLst>
                  <a:outerShdw blurRad="38100" dist="38100" dir="2700000" algn="tl">
                    <a:srgbClr val="FFFFFF"/>
                  </a:outerShdw>
                </a:effectLst>
              </a:rPr>
              <a:t>&gt;</a:t>
            </a:r>
          </a:p>
          <a:p>
            <a:pPr>
              <a:tabLst>
                <a:tab pos="800100" algn="l"/>
              </a:tabLst>
            </a:pPr>
            <a:r>
              <a:rPr lang="en-US" altLang="zh-CN" sz="2000" b="1" dirty="0" err="1">
                <a:solidFill>
                  <a:srgbClr val="CC3300"/>
                </a:solidFill>
                <a:effectLst>
                  <a:outerShdw blurRad="38100" dist="38100" dir="2700000" algn="tl">
                    <a:srgbClr val="000000"/>
                  </a:outerShdw>
                </a:effectLst>
              </a:rPr>
              <a:t>int</a:t>
            </a:r>
            <a:r>
              <a:rPr lang="en-US" altLang="zh-CN" sz="2000" b="1" dirty="0">
                <a:solidFill>
                  <a:srgbClr val="CC3300"/>
                </a:solidFill>
                <a:effectLst>
                  <a:outerShdw blurRad="38100" dist="38100" dir="2700000" algn="tl">
                    <a:srgbClr val="000000"/>
                  </a:outerShdw>
                </a:effectLst>
              </a:rPr>
              <a:t> main ( )</a:t>
            </a:r>
          </a:p>
          <a:p>
            <a:pPr>
              <a:tabLst>
                <a:tab pos="800100" algn="l"/>
              </a:tabLst>
            </a:pPr>
            <a:r>
              <a:rPr lang="en-US" altLang="zh-CN" sz="2000" b="1" dirty="0">
                <a:effectLst>
                  <a:outerShdw blurRad="38100" dist="38100" dir="2700000" algn="tl">
                    <a:srgbClr val="FFFFFF"/>
                  </a:outerShdw>
                </a:effectLst>
              </a:rPr>
              <a:t>{</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int</a:t>
            </a:r>
            <a:r>
              <a:rPr lang="en-US" altLang="zh-CN" sz="2000" b="1" dirty="0">
                <a:effectLst>
                  <a:outerShdw blurRad="38100" dist="38100" dir="2700000" algn="tl">
                    <a:srgbClr val="FFFFFF"/>
                  </a:outerShdw>
                </a:effectLst>
              </a:rPr>
              <a:t> num1, num2;  </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int</a:t>
            </a:r>
            <a:r>
              <a:rPr lang="en-US" altLang="zh-CN" sz="2000" b="1" dirty="0">
                <a:effectLst>
                  <a:outerShdw blurRad="38100" dist="38100" dir="2700000" algn="tl">
                    <a:srgbClr val="FFFFFF"/>
                  </a:outerShdw>
                </a:effectLst>
              </a:rPr>
              <a:t> n, s, r;     </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int</a:t>
            </a:r>
            <a:r>
              <a:rPr lang="en-US" altLang="zh-CN" sz="2000" b="1" dirty="0">
                <a:effectLst>
                  <a:outerShdw blurRad="38100" dist="38100" dir="2700000" algn="tl">
                    <a:srgbClr val="FFFFFF"/>
                  </a:outerShdw>
                </a:effectLst>
              </a:rPr>
              <a:t> count0 = 0, count1 = 0, count2 = 0,</a:t>
            </a:r>
          </a:p>
          <a:p>
            <a:pPr>
              <a:tabLst>
                <a:tab pos="800100" algn="l"/>
              </a:tabLst>
            </a:pPr>
            <a:r>
              <a:rPr lang="en-US" altLang="zh-CN" sz="2000" b="1" dirty="0">
                <a:effectLst>
                  <a:outerShdw blurRad="38100" dist="38100" dir="2700000" algn="tl">
                    <a:srgbClr val="FFFFFF"/>
                  </a:outerShdw>
                </a:effectLst>
              </a:rPr>
              <a:t>        count3 = 0, count4 = 0;</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int</a:t>
            </a:r>
            <a:r>
              <a:rPr lang="en-US" altLang="zh-CN" sz="2000" b="1" dirty="0">
                <a:effectLst>
                  <a:outerShdw blurRad="38100" dist="38100" dir="2700000" algn="tl">
                    <a:srgbClr val="FFFFFF"/>
                  </a:outerShdw>
                </a:effectLst>
              </a:rPr>
              <a:t> count5 = 0, count6 = 0, count7 = 0,</a:t>
            </a:r>
          </a:p>
          <a:p>
            <a:pPr>
              <a:tabLst>
                <a:tab pos="800100" algn="l"/>
              </a:tabLst>
            </a:pPr>
            <a:r>
              <a:rPr lang="en-US" altLang="zh-CN" sz="2000" b="1" dirty="0">
                <a:effectLst>
                  <a:outerShdw blurRad="38100" dist="38100" dir="2700000" algn="tl">
                    <a:srgbClr val="FFFFFF"/>
                  </a:outerShdw>
                </a:effectLst>
              </a:rPr>
              <a:t>        count8 = 0, count9 = 0;</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("input two integer: ");</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scanf</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d%d</a:t>
            </a:r>
            <a:r>
              <a:rPr lang="en-US" altLang="zh-CN" sz="2000" b="1" dirty="0">
                <a:effectLst>
                  <a:outerShdw blurRad="38100" dist="38100" dir="2700000" algn="tl">
                    <a:srgbClr val="FFFFFF"/>
                  </a:outerShdw>
                </a:effectLst>
              </a:rPr>
              <a:t>", &amp;num1, &amp;num2);</a:t>
            </a:r>
          </a:p>
          <a:p>
            <a:pPr>
              <a:tabLst>
                <a:tab pos="800100" algn="l"/>
              </a:tabLst>
            </a:pPr>
            <a:r>
              <a:rPr lang="en-US" altLang="zh-CN" sz="2000" b="1" dirty="0">
                <a:effectLst>
                  <a:outerShdw blurRad="38100" dist="38100" dir="2700000" algn="tl">
                    <a:srgbClr val="FFFFFF"/>
                  </a:outerShdw>
                </a:effectLst>
              </a:rPr>
              <a:t>  if (num1 &lt; 0 || num2 &lt; 0 || num1 &gt; num2)</a:t>
            </a:r>
          </a:p>
          <a:p>
            <a:pPr>
              <a:tabLst>
                <a:tab pos="800100" algn="l"/>
              </a:tabLst>
            </a:pPr>
            <a:r>
              <a:rPr lang="en-US" altLang="zh-CN" sz="2000" b="1" dirty="0">
                <a:effectLst>
                  <a:outerShdw blurRad="38100" dist="38100" dir="2700000" algn="tl">
                    <a:srgbClr val="FFFFFF"/>
                  </a:outerShdw>
                </a:effectLst>
              </a:rPr>
              <a:t>  {</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("input error!\n");</a:t>
            </a:r>
          </a:p>
          <a:p>
            <a:pPr>
              <a:tabLst>
                <a:tab pos="800100" algn="l"/>
              </a:tabLst>
            </a:pPr>
            <a:r>
              <a:rPr lang="en-US" altLang="zh-CN" sz="2000" b="1" dirty="0">
                <a:effectLst>
                  <a:outerShdw blurRad="38100" dist="38100" dir="2700000" algn="tl">
                    <a:srgbClr val="FFFFFF"/>
                  </a:outerShdw>
                </a:effectLst>
              </a:rPr>
              <a:t>    exit (-1);</a:t>
            </a:r>
          </a:p>
          <a:p>
            <a:pPr>
              <a:tabLst>
                <a:tab pos="800100" algn="l"/>
              </a:tabLst>
            </a:pPr>
            <a:r>
              <a:rPr lang="en-US" altLang="zh-CN" sz="2000" b="1" dirty="0">
                <a:effectLst>
                  <a:outerShdw blurRad="38100" dist="38100" dir="2700000" algn="tl">
                    <a:srgbClr val="FFFFFF"/>
                  </a:outerShdw>
                </a:effectLst>
              </a:rPr>
              <a:t>  }</a:t>
            </a:r>
          </a:p>
        </p:txBody>
      </p:sp>
      <p:sp>
        <p:nvSpPr>
          <p:cNvPr id="954380" name="Rectangle 12" descr="信纸"/>
          <p:cNvSpPr>
            <a:spLocks noChangeArrowheads="1"/>
          </p:cNvSpPr>
          <p:nvPr/>
        </p:nvSpPr>
        <p:spPr bwMode="auto">
          <a:xfrm>
            <a:off x="6888088" y="149914"/>
            <a:ext cx="4752975" cy="6530975"/>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7763" dir="2700000" algn="ctr" rotWithShape="0">
              <a:srgbClr val="000000">
                <a:alpha val="43000"/>
              </a:srgbClr>
            </a:outerShdw>
          </a:effectLst>
          <a:scene3d>
            <a:camera prst="orthographicFront"/>
            <a:lightRig rig="threePt" dir="t"/>
          </a:scene3d>
          <a:sp3d>
            <a:bevelT w="114300" prst="hardEdge"/>
          </a:sp3d>
        </p:spPr>
        <p:txBody>
          <a:bodyPr anchor="ctr">
            <a:spAutoFit/>
          </a:bodyPr>
          <a:lstStyle/>
          <a:p>
            <a:pPr>
              <a:tabLst>
                <a:tab pos="800100" algn="l"/>
              </a:tabLst>
            </a:pPr>
            <a:r>
              <a:rPr lang="en-US" altLang="zh-CN" sz="2000" b="1" dirty="0">
                <a:effectLst>
                  <a:outerShdw blurRad="38100" dist="38100" dir="2700000" algn="tl">
                    <a:srgbClr val="FFFFFF"/>
                  </a:outerShdw>
                </a:effectLst>
              </a:rPr>
              <a:t>  for (n = num1; n &lt;= num2; n++)</a:t>
            </a:r>
          </a:p>
          <a:p>
            <a:pPr>
              <a:tabLst>
                <a:tab pos="800100" algn="l"/>
              </a:tabLst>
            </a:pPr>
            <a:r>
              <a:rPr lang="en-US" altLang="zh-CN" sz="2000" b="1" dirty="0">
                <a:effectLst>
                  <a:outerShdw blurRad="38100" dist="38100" dir="2700000" algn="tl">
                    <a:srgbClr val="FFFFFF"/>
                  </a:outerShdw>
                </a:effectLst>
              </a:rPr>
              <a:t>  {</a:t>
            </a:r>
          </a:p>
          <a:p>
            <a:pPr>
              <a:tabLst>
                <a:tab pos="800100" algn="l"/>
              </a:tabLst>
            </a:pPr>
            <a:r>
              <a:rPr lang="en-US" altLang="zh-CN" sz="2000" b="1" dirty="0">
                <a:effectLst>
                  <a:outerShdw blurRad="38100" dist="38100" dir="2700000" algn="tl">
                    <a:srgbClr val="FFFFFF"/>
                  </a:outerShdw>
                </a:effectLst>
              </a:rPr>
              <a:t>    s = n;</a:t>
            </a:r>
          </a:p>
          <a:p>
            <a:pPr>
              <a:tabLst>
                <a:tab pos="800100" algn="l"/>
              </a:tabLst>
            </a:pPr>
            <a:r>
              <a:rPr lang="en-US" altLang="zh-CN" sz="2000" b="1" dirty="0">
                <a:effectLst>
                  <a:outerShdw blurRad="38100" dist="38100" dir="2700000" algn="tl">
                    <a:srgbClr val="FFFFFF"/>
                  </a:outerShdw>
                </a:effectLst>
              </a:rPr>
              <a:t>    do</a:t>
            </a:r>
          </a:p>
          <a:p>
            <a:pPr>
              <a:tabLst>
                <a:tab pos="800100" algn="l"/>
              </a:tabLst>
            </a:pPr>
            <a:r>
              <a:rPr lang="en-US" altLang="zh-CN" sz="2000" b="1" dirty="0">
                <a:effectLst>
                  <a:outerShdw blurRad="38100" dist="38100" dir="2700000" algn="tl">
                    <a:srgbClr val="FFFFFF"/>
                  </a:outerShdw>
                </a:effectLst>
              </a:rPr>
              <a:t>    {</a:t>
            </a:r>
          </a:p>
          <a:p>
            <a:pPr>
              <a:tabLst>
                <a:tab pos="800100" algn="l"/>
              </a:tabLst>
            </a:pPr>
            <a:r>
              <a:rPr lang="en-US" altLang="zh-CN" sz="2000" b="1" dirty="0">
                <a:effectLst>
                  <a:outerShdw blurRad="38100" dist="38100" dir="2700000" algn="tl">
                    <a:srgbClr val="FFFFFF"/>
                  </a:outerShdw>
                </a:effectLst>
              </a:rPr>
              <a:t>      r = s % 10;</a:t>
            </a:r>
          </a:p>
          <a:p>
            <a:pPr>
              <a:tabLst>
                <a:tab pos="800100" algn="l"/>
              </a:tabLst>
            </a:pPr>
            <a:r>
              <a:rPr lang="en-US" altLang="zh-CN" sz="2000" b="1" dirty="0">
                <a:effectLst>
                  <a:outerShdw blurRad="38100" dist="38100" dir="2700000" algn="tl">
                    <a:srgbClr val="FFFFFF"/>
                  </a:outerShdw>
                </a:effectLst>
              </a:rPr>
              <a:t>      switch ( r )  {</a:t>
            </a:r>
          </a:p>
          <a:p>
            <a:pPr>
              <a:tabLst>
                <a:tab pos="800100" algn="l"/>
              </a:tabLst>
            </a:pPr>
            <a:r>
              <a:rPr lang="en-US" altLang="zh-CN" sz="2000" b="1" dirty="0">
                <a:effectLst>
                  <a:outerShdw blurRad="38100" dist="38100" dir="2700000" algn="tl">
                    <a:srgbClr val="FFFFFF"/>
                  </a:outerShdw>
                </a:effectLst>
              </a:rPr>
              <a:t>          case 0: count0++;  break;</a:t>
            </a:r>
          </a:p>
          <a:p>
            <a:pPr>
              <a:tabLst>
                <a:tab pos="800100" algn="l"/>
              </a:tabLst>
            </a:pPr>
            <a:r>
              <a:rPr lang="en-US" altLang="zh-CN" sz="2000" b="1" dirty="0">
                <a:effectLst>
                  <a:outerShdw blurRad="38100" dist="38100" dir="2700000" algn="tl">
                    <a:srgbClr val="FFFFFF"/>
                  </a:outerShdw>
                </a:effectLst>
              </a:rPr>
              <a:t>          case 1: count1++;  break;</a:t>
            </a:r>
          </a:p>
          <a:p>
            <a:pPr>
              <a:tabLst>
                <a:tab pos="800100" algn="l"/>
              </a:tabLst>
            </a:pPr>
            <a:r>
              <a:rPr lang="en-US" altLang="zh-CN" sz="2000" b="1" dirty="0">
                <a:effectLst>
                  <a:outerShdw blurRad="38100" dist="38100" dir="2700000" algn="tl">
                    <a:srgbClr val="FFFFFF"/>
                  </a:outerShdw>
                </a:effectLst>
              </a:rPr>
              <a:t>          case 2: count2++;  break;</a:t>
            </a:r>
          </a:p>
          <a:p>
            <a:pPr>
              <a:tabLst>
                <a:tab pos="800100" algn="l"/>
              </a:tabLst>
            </a:pPr>
            <a:r>
              <a:rPr lang="en-US" altLang="zh-CN" sz="2000" b="1" dirty="0">
                <a:effectLst>
                  <a:outerShdw blurRad="38100" dist="38100" dir="2700000" algn="tl">
                    <a:srgbClr val="FFFFFF"/>
                  </a:outerShdw>
                </a:effectLst>
              </a:rPr>
              <a:t>          case 3: count3++;  break;</a:t>
            </a:r>
          </a:p>
          <a:p>
            <a:pPr>
              <a:tabLst>
                <a:tab pos="800100" algn="l"/>
              </a:tabLst>
            </a:pPr>
            <a:r>
              <a:rPr lang="en-US" altLang="zh-CN" sz="2000" b="1" dirty="0">
                <a:effectLst>
                  <a:outerShdw blurRad="38100" dist="38100" dir="2700000" algn="tl">
                    <a:srgbClr val="FFFFFF"/>
                  </a:outerShdw>
                </a:effectLst>
              </a:rPr>
              <a:t>          case 4: count4++;  break;</a:t>
            </a:r>
          </a:p>
          <a:p>
            <a:pPr>
              <a:tabLst>
                <a:tab pos="800100" algn="l"/>
              </a:tabLst>
            </a:pPr>
            <a:r>
              <a:rPr lang="en-US" altLang="zh-CN" sz="2000" b="1" dirty="0">
                <a:effectLst>
                  <a:outerShdw blurRad="38100" dist="38100" dir="2700000" algn="tl">
                    <a:srgbClr val="FFFFFF"/>
                  </a:outerShdw>
                </a:effectLst>
              </a:rPr>
              <a:t>          case 5: count5++;  break;</a:t>
            </a:r>
          </a:p>
          <a:p>
            <a:pPr>
              <a:tabLst>
                <a:tab pos="800100" algn="l"/>
              </a:tabLst>
            </a:pPr>
            <a:r>
              <a:rPr lang="en-US" altLang="zh-CN" sz="2000" b="1" dirty="0">
                <a:effectLst>
                  <a:outerShdw blurRad="38100" dist="38100" dir="2700000" algn="tl">
                    <a:srgbClr val="FFFFFF"/>
                  </a:outerShdw>
                </a:effectLst>
              </a:rPr>
              <a:t>          case 6: count6++;  break;</a:t>
            </a:r>
          </a:p>
          <a:p>
            <a:pPr>
              <a:tabLst>
                <a:tab pos="800100" algn="l"/>
              </a:tabLst>
            </a:pPr>
            <a:r>
              <a:rPr lang="en-US" altLang="zh-CN" sz="2000" b="1" dirty="0">
                <a:effectLst>
                  <a:outerShdw blurRad="38100" dist="38100" dir="2700000" algn="tl">
                    <a:srgbClr val="FFFFFF"/>
                  </a:outerShdw>
                </a:effectLst>
              </a:rPr>
              <a:t>          case 7: count7++;  break;</a:t>
            </a:r>
          </a:p>
          <a:p>
            <a:pPr>
              <a:tabLst>
                <a:tab pos="800100" algn="l"/>
              </a:tabLst>
            </a:pPr>
            <a:r>
              <a:rPr lang="en-US" altLang="zh-CN" sz="2000" b="1" dirty="0">
                <a:effectLst>
                  <a:outerShdw blurRad="38100" dist="38100" dir="2700000" algn="tl">
                    <a:srgbClr val="FFFFFF"/>
                  </a:outerShdw>
                </a:effectLst>
              </a:rPr>
              <a:t>          case 8: count8++;  break;</a:t>
            </a:r>
          </a:p>
          <a:p>
            <a:pPr>
              <a:tabLst>
                <a:tab pos="800100" algn="l"/>
              </a:tabLst>
            </a:pPr>
            <a:r>
              <a:rPr lang="en-US" altLang="zh-CN" sz="2000" b="1" dirty="0">
                <a:effectLst>
                  <a:outerShdw blurRad="38100" dist="38100" dir="2700000" algn="tl">
                    <a:srgbClr val="FFFFFF"/>
                  </a:outerShdw>
                </a:effectLst>
              </a:rPr>
              <a:t>          case 9: count9++;  break;</a:t>
            </a:r>
          </a:p>
          <a:p>
            <a:pPr>
              <a:tabLst>
                <a:tab pos="800100" algn="l"/>
              </a:tabLst>
            </a:pPr>
            <a:r>
              <a:rPr lang="en-US" altLang="zh-CN" sz="2000" b="1" dirty="0">
                <a:effectLst>
                  <a:outerShdw blurRad="38100" dist="38100" dir="2700000" algn="tl">
                    <a:srgbClr val="FFFFFF"/>
                  </a:outerShdw>
                </a:effectLst>
              </a:rPr>
              <a:t>      }</a:t>
            </a:r>
          </a:p>
          <a:p>
            <a:pPr>
              <a:tabLst>
                <a:tab pos="800100" algn="l"/>
              </a:tabLst>
            </a:pPr>
            <a:r>
              <a:rPr lang="en-US" altLang="zh-CN" sz="2000" b="1" dirty="0">
                <a:effectLst>
                  <a:outerShdw blurRad="38100" dist="38100" dir="2700000" algn="tl">
                    <a:srgbClr val="FFFFFF"/>
                  </a:outerShdw>
                </a:effectLst>
              </a:rPr>
              <a:t>      s = s / 10;</a:t>
            </a:r>
          </a:p>
          <a:p>
            <a:pPr>
              <a:tabLst>
                <a:tab pos="800100" algn="l"/>
              </a:tabLst>
            </a:pPr>
            <a:r>
              <a:rPr lang="en-US" altLang="zh-CN" sz="2000" b="1" dirty="0">
                <a:effectLst>
                  <a:outerShdw blurRad="38100" dist="38100" dir="2700000" algn="tl">
                    <a:srgbClr val="FFFFFF"/>
                  </a:outerShdw>
                </a:effectLst>
              </a:rPr>
              <a:t>    } while ( s != 0 ); </a:t>
            </a:r>
          </a:p>
          <a:p>
            <a:pPr>
              <a:tabLst>
                <a:tab pos="800100" algn="l"/>
              </a:tabLst>
            </a:pPr>
            <a:r>
              <a:rPr lang="en-US" altLang="zh-CN" sz="2000" b="1" dirty="0">
                <a:effectLst>
                  <a:outerShdw blurRad="38100" dist="38100" dir="2700000" algn="tl">
                    <a:srgbClr val="FFFFFF"/>
                  </a:outerShdw>
                </a:effectLst>
              </a:rPr>
              <a:t>  }  </a:t>
            </a:r>
            <a:r>
              <a:rPr lang="en-US" altLang="zh-CN" sz="2000" b="1" dirty="0">
                <a:solidFill>
                  <a:srgbClr val="0033CC"/>
                </a:solidFill>
                <a:effectLst>
                  <a:outerShdw blurRad="38100" dist="38100" dir="2700000" algn="tl">
                    <a:srgbClr val="000000"/>
                  </a:outerShdw>
                </a:effectLst>
              </a:rPr>
              <a:t>//for</a:t>
            </a:r>
          </a:p>
        </p:txBody>
      </p:sp>
      <p:sp>
        <p:nvSpPr>
          <p:cNvPr id="954381" name="Rectangle 13" descr="信纸"/>
          <p:cNvSpPr>
            <a:spLocks noChangeArrowheads="1"/>
          </p:cNvSpPr>
          <p:nvPr/>
        </p:nvSpPr>
        <p:spPr bwMode="auto">
          <a:xfrm>
            <a:off x="3181052" y="1700808"/>
            <a:ext cx="6840537" cy="2246769"/>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7763" dir="2700000" algn="ctr" rotWithShape="0">
              <a:srgbClr val="000000">
                <a:alpha val="43000"/>
              </a:srgbClr>
            </a:outerShdw>
          </a:effectLst>
          <a:scene3d>
            <a:camera prst="orthographicFront"/>
            <a:lightRig rig="threePt" dir="t"/>
          </a:scene3d>
          <a:sp3d>
            <a:bevelT w="114300" prst="hardEdge"/>
          </a:sp3d>
        </p:spPr>
        <p:txBody>
          <a:bodyPr anchor="ctr">
            <a:spAutoFit/>
          </a:bodyPr>
          <a:lstStyle/>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("0 -- %-4d  1 -- %-4d  2 -- %-4d  3 -- %-4d\n", </a:t>
            </a:r>
          </a:p>
          <a:p>
            <a:pPr>
              <a:tabLst>
                <a:tab pos="800100" algn="l"/>
              </a:tabLst>
            </a:pPr>
            <a:r>
              <a:rPr lang="en-US" altLang="zh-CN" sz="2000" b="1" dirty="0">
                <a:effectLst>
                  <a:outerShdw blurRad="38100" dist="38100" dir="2700000" algn="tl">
                    <a:srgbClr val="FFFFFF"/>
                  </a:outerShdw>
                </a:effectLst>
              </a:rPr>
              <a:t>              count0, count1, count2, count3);</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("4 -- %-4d  5 -- %-4d  6 -- %-4d  7 -- %-4d\n", </a:t>
            </a:r>
          </a:p>
          <a:p>
            <a:pPr>
              <a:tabLst>
                <a:tab pos="800100" algn="l"/>
              </a:tabLst>
            </a:pPr>
            <a:r>
              <a:rPr lang="en-US" altLang="zh-CN" sz="2000" b="1" dirty="0">
                <a:effectLst>
                  <a:outerShdw blurRad="38100" dist="38100" dir="2700000" algn="tl">
                    <a:srgbClr val="FFFFFF"/>
                  </a:outerShdw>
                </a:effectLst>
              </a:rPr>
              <a:t>              count4, count5, count6, count7);</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("8 -- %-4d  9 -- %-4d\n", count8, count9);</a:t>
            </a:r>
          </a:p>
          <a:p>
            <a:pPr>
              <a:tabLst>
                <a:tab pos="800100" algn="l"/>
              </a:tabLst>
            </a:pPr>
            <a:r>
              <a:rPr lang="en-US" altLang="zh-CN" sz="2000" b="1" dirty="0">
                <a:effectLst>
                  <a:outerShdw blurRad="38100" dist="38100" dir="2700000" algn="tl">
                    <a:srgbClr val="FFFFFF"/>
                  </a:outerShdw>
                </a:effectLst>
              </a:rPr>
              <a:t>  return 0;</a:t>
            </a:r>
          </a:p>
          <a:p>
            <a:pPr>
              <a:tabLst>
                <a:tab pos="800100" algn="l"/>
              </a:tabLst>
            </a:pPr>
            <a:r>
              <a:rPr lang="en-US" altLang="zh-CN" sz="2000" b="1" dirty="0">
                <a:effectLst>
                  <a:outerShdw blurRad="38100" dist="38100" dir="2700000" algn="tl">
                    <a:srgbClr val="FFFFFF"/>
                  </a:outerShdw>
                </a:effectLst>
              </a:rPr>
              <a:t>}</a:t>
            </a:r>
          </a:p>
        </p:txBody>
      </p:sp>
      <p:sp>
        <p:nvSpPr>
          <p:cNvPr id="954382" name="Text Box 14"/>
          <p:cNvSpPr txBox="1">
            <a:spLocks noChangeArrowheads="1"/>
          </p:cNvSpPr>
          <p:nvPr/>
        </p:nvSpPr>
        <p:spPr bwMode="auto">
          <a:xfrm>
            <a:off x="1559496" y="4737789"/>
            <a:ext cx="5111750" cy="1943100"/>
          </a:xfrm>
          <a:prstGeom prst="rect">
            <a:avLst/>
          </a:prstGeom>
          <a:solidFill>
            <a:srgbClr val="FFFFFF"/>
          </a:solidFill>
          <a:ln w="38100">
            <a:solidFill>
              <a:srgbClr val="FF00FF"/>
            </a:solidFill>
            <a:miter lim="800000"/>
            <a:headEnd/>
            <a:tailEnd/>
          </a:ln>
          <a:effectLst>
            <a:outerShdw blurRad="50800" dist="107763" dir="2700000" algn="ctr" rotWithShape="0">
              <a:srgbClr val="000000">
                <a:alpha val="43000"/>
              </a:srgbClr>
            </a:outerShdw>
          </a:effectLst>
          <a:scene3d>
            <a:camera prst="orthographicFront"/>
            <a:lightRig rig="threePt" dir="t"/>
          </a:scene3d>
          <a:sp3d>
            <a:bevelT w="114300" prst="hardEdge"/>
          </a:sp3d>
        </p:spPr>
        <p:txBody>
          <a:bodyPr/>
          <a:lstStyle/>
          <a:p>
            <a:pPr algn="just"/>
            <a:r>
              <a:rPr lang="zh-CN" altLang="en-US" b="1" dirty="0">
                <a:solidFill>
                  <a:srgbClr val="FF3300"/>
                </a:solidFill>
                <a:effectLst>
                  <a:outerShdw blurRad="38100" dist="38100" dir="2700000" algn="tl">
                    <a:srgbClr val="C0C0C0"/>
                  </a:outerShdw>
                </a:effectLst>
                <a:ea typeface="隶书" pitchFamily="49" charset="-122"/>
              </a:rPr>
              <a:t>运行结果：</a:t>
            </a:r>
          </a:p>
          <a:p>
            <a:r>
              <a:rPr lang="en-US" altLang="zh-CN" b="1" dirty="0">
                <a:effectLst>
                  <a:outerShdw blurRad="38100" dist="38100" dir="2700000" algn="tl">
                    <a:srgbClr val="C0C0C0"/>
                  </a:outerShdw>
                </a:effectLst>
              </a:rPr>
              <a:t>input two integer: 1500 3000</a:t>
            </a:r>
            <a:r>
              <a:rPr lang="en-US" altLang="zh-CN" b="1" dirty="0">
                <a:effectLst>
                  <a:outerShdw blurRad="38100" dist="38100" dir="2700000" algn="tl">
                    <a:srgbClr val="C0C0C0"/>
                  </a:outerShdw>
                </a:effectLst>
                <a:latin typeface="+mn-ea"/>
                <a:ea typeface="+mn-ea"/>
              </a:rPr>
              <a:t>↙</a:t>
            </a:r>
          </a:p>
          <a:p>
            <a:r>
              <a:rPr lang="en-US" altLang="zh-CN" b="1" dirty="0">
                <a:solidFill>
                  <a:srgbClr val="0033CC"/>
                </a:solidFill>
                <a:effectLst>
                  <a:outerShdw blurRad="38100" dist="38100" dir="2700000" algn="tl">
                    <a:srgbClr val="C0C0C0"/>
                  </a:outerShdw>
                </a:effectLst>
              </a:rPr>
              <a:t>0 – 403   1 – 900   2 – 1400   3 – 401</a:t>
            </a:r>
          </a:p>
          <a:p>
            <a:r>
              <a:rPr lang="en-US" altLang="zh-CN" b="1" dirty="0">
                <a:solidFill>
                  <a:srgbClr val="0033CC"/>
                </a:solidFill>
                <a:effectLst>
                  <a:outerShdw blurRad="38100" dist="38100" dir="2700000" algn="tl">
                    <a:srgbClr val="C0C0C0"/>
                  </a:outerShdw>
                </a:effectLst>
              </a:rPr>
              <a:t>4 – 400   5 – 500   6 – 500     7 – 500</a:t>
            </a:r>
          </a:p>
          <a:p>
            <a:r>
              <a:rPr lang="en-US" altLang="zh-CN" b="1" dirty="0">
                <a:solidFill>
                  <a:srgbClr val="0033CC"/>
                </a:solidFill>
                <a:effectLst>
                  <a:outerShdw blurRad="38100" dist="38100" dir="2700000" algn="tl">
                    <a:srgbClr val="C0C0C0"/>
                  </a:outerShdw>
                </a:effectLst>
              </a:rPr>
              <a:t>8 – 500   9 – 500</a:t>
            </a:r>
          </a:p>
        </p:txBody>
      </p:sp>
      <p:grpSp>
        <p:nvGrpSpPr>
          <p:cNvPr id="2" name="Group 15"/>
          <p:cNvGrpSpPr>
            <a:grpSpLocks/>
          </p:cNvGrpSpPr>
          <p:nvPr/>
        </p:nvGrpSpPr>
        <p:grpSpPr bwMode="auto">
          <a:xfrm>
            <a:off x="-9117" y="0"/>
            <a:ext cx="446088" cy="6858000"/>
            <a:chOff x="0" y="0"/>
            <a:chExt cx="281" cy="4320"/>
          </a:xfrm>
        </p:grpSpPr>
        <p:sp>
          <p:nvSpPr>
            <p:cNvPr id="954384" name="Text Box 1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54385" name="Text Box 1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54379"/>
                                        </p:tgtEl>
                                        <p:attrNameLst>
                                          <p:attrName>style.visibility</p:attrName>
                                        </p:attrNameLst>
                                      </p:cBhvr>
                                      <p:to>
                                        <p:strVal val="visible"/>
                                      </p:to>
                                    </p:set>
                                    <p:animEffect transition="in" filter="box(out)">
                                      <p:cBhvr>
                                        <p:cTn id="7" dur="500"/>
                                        <p:tgtEl>
                                          <p:spTgt spid="954379"/>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54380"/>
                                        </p:tgtEl>
                                        <p:attrNameLst>
                                          <p:attrName>style.visibility</p:attrName>
                                        </p:attrNameLst>
                                      </p:cBhvr>
                                      <p:to>
                                        <p:strVal val="visible"/>
                                      </p:to>
                                    </p:set>
                                    <p:animEffect transition="in" filter="box(out)">
                                      <p:cBhvr>
                                        <p:cTn id="12" dur="500"/>
                                        <p:tgtEl>
                                          <p:spTgt spid="954380"/>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954381"/>
                                        </p:tgtEl>
                                        <p:attrNameLst>
                                          <p:attrName>style.visibility</p:attrName>
                                        </p:attrNameLst>
                                      </p:cBhvr>
                                      <p:to>
                                        <p:strVal val="visible"/>
                                      </p:to>
                                    </p:set>
                                    <p:animEffect transition="in" filter="box(out)">
                                      <p:cBhvr>
                                        <p:cTn id="17" dur="500"/>
                                        <p:tgtEl>
                                          <p:spTgt spid="954381"/>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954382"/>
                                        </p:tgtEl>
                                        <p:attrNameLst>
                                          <p:attrName>style.visibility</p:attrName>
                                        </p:attrNameLst>
                                      </p:cBhvr>
                                      <p:to>
                                        <p:strVal val="visible"/>
                                      </p:to>
                                    </p:set>
                                    <p:animEffect transition="in" filter="box(out)">
                                      <p:cBhvr>
                                        <p:cTn id="22" dur="500"/>
                                        <p:tgtEl>
                                          <p:spTgt spid="954382"/>
                                        </p:tgtEl>
                                      </p:cBhvr>
                                    </p:animEffect>
                                  </p:childTnLst>
                                  <p:subTnLst>
                                    <p:audio>
                                      <p:cMediaNode>
                                        <p:cTn display="0" masterRel="sameClick">
                                          <p:stCondLst>
                                            <p:cond evt="begin" delay="0">
                                              <p:tn val="2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4379" grpId="0" animBg="1"/>
      <p:bldP spid="954380" grpId="0" animBg="1"/>
      <p:bldP spid="954381" grpId="0" animBg="1"/>
      <p:bldP spid="954382"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6421" name="Rectangle 5"/>
          <p:cNvSpPr>
            <a:spLocks noChangeArrowheads="1"/>
          </p:cNvSpPr>
          <p:nvPr/>
        </p:nvSpPr>
        <p:spPr bwMode="auto">
          <a:xfrm>
            <a:off x="457318" y="44624"/>
            <a:ext cx="2016125" cy="519112"/>
          </a:xfrm>
          <a:prstGeom prst="rect">
            <a:avLst/>
          </a:prstGeom>
          <a:noFill/>
          <a:ln w="9525">
            <a:noFill/>
            <a:miter lim="800000"/>
            <a:headEnd/>
            <a:tailEnd/>
          </a:ln>
          <a:effectLst/>
        </p:spPr>
        <p:txBody>
          <a:bodyPr>
            <a:spAutoFit/>
          </a:bodyPr>
          <a:lstStyle/>
          <a:p>
            <a:pPr marL="457200" indent="-457200"/>
            <a:r>
              <a:rPr lang="en-US" altLang="zh-CN" sz="2800" b="1" dirty="0">
                <a:solidFill>
                  <a:srgbClr val="FF3300"/>
                </a:solidFill>
                <a:effectLst>
                  <a:outerShdw blurRad="38100" dist="38100" dir="2700000" algn="tl">
                    <a:srgbClr val="000000"/>
                  </a:outerShdw>
                </a:effectLst>
                <a:latin typeface="隶书" pitchFamily="49" charset="-122"/>
                <a:ea typeface="隶书" pitchFamily="49" charset="-122"/>
              </a:rPr>
              <a:t> </a:t>
            </a:r>
            <a:r>
              <a:rPr lang="zh-CN" altLang="en-US" sz="2800" b="1" dirty="0">
                <a:solidFill>
                  <a:srgbClr val="FF3300"/>
                </a:solidFill>
                <a:effectLst>
                  <a:outerShdw blurRad="38100" dist="38100" dir="2700000" algn="tl">
                    <a:srgbClr val="000000"/>
                  </a:outerShdw>
                </a:effectLst>
                <a:latin typeface="隶书" pitchFamily="49" charset="-122"/>
                <a:ea typeface="隶书" pitchFamily="49" charset="-122"/>
              </a:rPr>
              <a:t>本章小结</a:t>
            </a:r>
          </a:p>
        </p:txBody>
      </p:sp>
      <p:sp>
        <p:nvSpPr>
          <p:cNvPr id="956463" name="Rectangle 47"/>
          <p:cNvSpPr>
            <a:spLocks noChangeArrowheads="1"/>
          </p:cNvSpPr>
          <p:nvPr/>
        </p:nvSpPr>
        <p:spPr bwMode="auto">
          <a:xfrm>
            <a:off x="767408" y="620688"/>
            <a:ext cx="10896531" cy="5449505"/>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FF33CC"/>
            </a:solidFill>
            <a:miter lim="800000"/>
            <a:headEnd/>
            <a:tailEnd/>
          </a:ln>
          <a:effectLst>
            <a:outerShdw blurRad="50800" dist="106680" dir="2700000" algn="ctr" rotWithShape="0">
              <a:srgbClr val="000000">
                <a:alpha val="43000"/>
              </a:srgbClr>
            </a:outerShdw>
          </a:effectLst>
          <a:scene3d>
            <a:camera prst="orthographicFront"/>
            <a:lightRig rig="threePt" dir="t"/>
          </a:scene3d>
          <a:sp3d>
            <a:bevelT w="114300" prst="hardEdge"/>
          </a:sp3d>
        </p:spPr>
        <p:txBody>
          <a:bodyPr wrap="square" anchor="ctr">
            <a:spAutoFit/>
          </a:bodyPr>
          <a:lstStyle/>
          <a:p>
            <a:pPr>
              <a:lnSpc>
                <a:spcPts val="2800"/>
              </a:lnSpc>
            </a:pPr>
            <a:r>
              <a:rPr lang="en-US" altLang="zh-CN" sz="2000" dirty="0">
                <a:latin typeface="+mn-lt"/>
              </a:rPr>
              <a:t>       </a:t>
            </a:r>
            <a:r>
              <a:rPr lang="zh-CN" altLang="en-US" sz="2000" b="1" dirty="0">
                <a:solidFill>
                  <a:srgbClr val="0070C0"/>
                </a:solidFill>
                <a:effectLst>
                  <a:outerShdw blurRad="38100" dist="38100" dir="2700000" algn="tl">
                    <a:srgbClr val="FFFFFF"/>
                  </a:outerShdw>
                </a:effectLst>
                <a:latin typeface="+mn-lt"/>
                <a:ea typeface="微软雅黑" pitchFamily="34" charset="-122"/>
              </a:rPr>
              <a:t>本章主要讨论了循环结构程序设计的有关方法，重点介绍了与</a:t>
            </a:r>
            <a:r>
              <a:rPr lang="en-US" altLang="zh-CN" sz="2000" b="1" dirty="0">
                <a:solidFill>
                  <a:srgbClr val="0070C0"/>
                </a:solidFill>
                <a:effectLst>
                  <a:outerShdw blurRad="38100" dist="38100" dir="2700000" algn="tl">
                    <a:srgbClr val="FFFFFF"/>
                  </a:outerShdw>
                </a:effectLst>
                <a:latin typeface="+mn-lt"/>
                <a:ea typeface="微软雅黑" pitchFamily="34" charset="-122"/>
              </a:rPr>
              <a:t>C</a:t>
            </a:r>
            <a:r>
              <a:rPr lang="zh-CN" altLang="en-US" sz="2000" b="1" dirty="0">
                <a:solidFill>
                  <a:srgbClr val="0070C0"/>
                </a:solidFill>
                <a:effectLst>
                  <a:outerShdw blurRad="38100" dist="38100" dir="2700000" algn="tl">
                    <a:srgbClr val="FFFFFF"/>
                  </a:outerShdw>
                </a:effectLst>
                <a:latin typeface="+mn-lt"/>
                <a:ea typeface="微软雅黑" pitchFamily="34" charset="-122"/>
              </a:rPr>
              <a:t>语言三种循环控制结构有关的</a:t>
            </a:r>
            <a:r>
              <a:rPr lang="en-US" altLang="zh-CN" sz="2000" b="1" dirty="0">
                <a:solidFill>
                  <a:srgbClr val="0070C0"/>
                </a:solidFill>
                <a:effectLst>
                  <a:outerShdw blurRad="38100" dist="38100" dir="2700000" algn="tl">
                    <a:srgbClr val="FFFFFF"/>
                  </a:outerShdw>
                </a:effectLst>
                <a:latin typeface="+mn-lt"/>
                <a:ea typeface="微软雅黑" pitchFamily="34" charset="-122"/>
              </a:rPr>
              <a:t>while</a:t>
            </a:r>
            <a:r>
              <a:rPr lang="zh-CN" altLang="en-US" sz="2000" b="1" dirty="0">
                <a:solidFill>
                  <a:srgbClr val="0070C0"/>
                </a:solidFill>
                <a:effectLst>
                  <a:outerShdw blurRad="38100" dist="38100" dir="2700000" algn="tl">
                    <a:srgbClr val="FFFFFF"/>
                  </a:outerShdw>
                </a:effectLst>
                <a:latin typeface="+mn-lt"/>
                <a:ea typeface="微软雅黑" pitchFamily="34" charset="-122"/>
              </a:rPr>
              <a:t>语句、</a:t>
            </a:r>
            <a:r>
              <a:rPr lang="en-US" altLang="zh-CN" sz="2000" b="1" dirty="0">
                <a:solidFill>
                  <a:srgbClr val="0070C0"/>
                </a:solidFill>
                <a:effectLst>
                  <a:outerShdw blurRad="38100" dist="38100" dir="2700000" algn="tl">
                    <a:srgbClr val="FFFFFF"/>
                  </a:outerShdw>
                </a:effectLst>
                <a:latin typeface="+mn-lt"/>
                <a:ea typeface="微软雅黑" pitchFamily="34" charset="-122"/>
              </a:rPr>
              <a:t>do-while</a:t>
            </a:r>
            <a:r>
              <a:rPr lang="zh-CN" altLang="en-US" sz="2000" b="1" dirty="0">
                <a:solidFill>
                  <a:srgbClr val="0070C0"/>
                </a:solidFill>
                <a:effectLst>
                  <a:outerShdw blurRad="38100" dist="38100" dir="2700000" algn="tl">
                    <a:srgbClr val="FFFFFF"/>
                  </a:outerShdw>
                </a:effectLst>
                <a:latin typeface="+mn-lt"/>
                <a:ea typeface="微软雅黑" pitchFamily="34" charset="-122"/>
              </a:rPr>
              <a:t>语句及</a:t>
            </a:r>
            <a:r>
              <a:rPr lang="en-US" altLang="zh-CN" sz="2000" b="1" dirty="0">
                <a:solidFill>
                  <a:srgbClr val="0070C0"/>
                </a:solidFill>
                <a:effectLst>
                  <a:outerShdw blurRad="38100" dist="38100" dir="2700000" algn="tl">
                    <a:srgbClr val="FFFFFF"/>
                  </a:outerShdw>
                </a:effectLst>
                <a:latin typeface="+mn-lt"/>
                <a:ea typeface="微软雅黑" pitchFamily="34" charset="-122"/>
              </a:rPr>
              <a:t>for</a:t>
            </a:r>
            <a:r>
              <a:rPr lang="zh-CN" altLang="en-US" sz="2000" b="1" dirty="0">
                <a:solidFill>
                  <a:srgbClr val="0070C0"/>
                </a:solidFill>
                <a:effectLst>
                  <a:outerShdw blurRad="38100" dist="38100" dir="2700000" algn="tl">
                    <a:srgbClr val="FFFFFF"/>
                  </a:outerShdw>
                </a:effectLst>
                <a:latin typeface="+mn-lt"/>
                <a:ea typeface="微软雅黑" pitchFamily="34" charset="-122"/>
              </a:rPr>
              <a:t>语句。</a:t>
            </a:r>
          </a:p>
          <a:p>
            <a:pPr>
              <a:lnSpc>
                <a:spcPts val="2800"/>
              </a:lnSpc>
            </a:pPr>
            <a:r>
              <a:rPr lang="zh-CN" altLang="en-US" sz="2000" b="1" dirty="0">
                <a:solidFill>
                  <a:srgbClr val="0070C0"/>
                </a:solidFill>
                <a:effectLst>
                  <a:outerShdw blurRad="38100" dist="38100" dir="2700000" algn="tl">
                    <a:srgbClr val="FFFFFF"/>
                  </a:outerShdw>
                </a:effectLst>
                <a:latin typeface="+mn-lt"/>
                <a:ea typeface="微软雅黑" pitchFamily="34" charset="-122"/>
              </a:rPr>
              <a:t>        本章所涉及到的主要关键字有：</a:t>
            </a:r>
            <a:r>
              <a:rPr lang="en-US" altLang="zh-CN" sz="2000" b="1" dirty="0">
                <a:solidFill>
                  <a:srgbClr val="0000FF"/>
                </a:solidFill>
                <a:effectLst>
                  <a:outerShdw blurRad="38100" dist="38100" dir="2700000" algn="tl">
                    <a:srgbClr val="FFFFFF"/>
                  </a:outerShdw>
                </a:effectLst>
                <a:latin typeface="+mn-lt"/>
                <a:ea typeface="微软雅黑" pitchFamily="34" charset="-122"/>
              </a:rPr>
              <a:t>while</a:t>
            </a:r>
            <a:r>
              <a:rPr lang="zh-CN" altLang="en-US" sz="2000" b="1" dirty="0">
                <a:solidFill>
                  <a:srgbClr val="0000FF"/>
                </a:solidFill>
                <a:effectLst>
                  <a:outerShdw blurRad="38100" dist="38100" dir="2700000" algn="tl">
                    <a:srgbClr val="FFFFFF"/>
                  </a:outerShdw>
                </a:effectLst>
                <a:latin typeface="+mn-lt"/>
                <a:ea typeface="微软雅黑" pitchFamily="34" charset="-122"/>
              </a:rPr>
              <a:t>、</a:t>
            </a:r>
            <a:r>
              <a:rPr lang="en-US" altLang="zh-CN" sz="2000" b="1" dirty="0">
                <a:solidFill>
                  <a:srgbClr val="0000FF"/>
                </a:solidFill>
                <a:effectLst>
                  <a:outerShdw blurRad="38100" dist="38100" dir="2700000" algn="tl">
                    <a:srgbClr val="FFFFFF"/>
                  </a:outerShdw>
                </a:effectLst>
                <a:latin typeface="+mn-lt"/>
                <a:ea typeface="微软雅黑" pitchFamily="34" charset="-122"/>
              </a:rPr>
              <a:t>do</a:t>
            </a:r>
            <a:r>
              <a:rPr lang="zh-CN" altLang="en-US" sz="2000" b="1" dirty="0">
                <a:solidFill>
                  <a:srgbClr val="0000FF"/>
                </a:solidFill>
                <a:effectLst>
                  <a:outerShdw blurRad="38100" dist="38100" dir="2700000" algn="tl">
                    <a:srgbClr val="FFFFFF"/>
                  </a:outerShdw>
                </a:effectLst>
                <a:latin typeface="+mn-lt"/>
                <a:ea typeface="微软雅黑" pitchFamily="34" charset="-122"/>
              </a:rPr>
              <a:t>、</a:t>
            </a:r>
            <a:r>
              <a:rPr lang="en-US" altLang="zh-CN" sz="2000" b="1" dirty="0">
                <a:solidFill>
                  <a:srgbClr val="0000FF"/>
                </a:solidFill>
                <a:effectLst>
                  <a:outerShdw blurRad="38100" dist="38100" dir="2700000" algn="tl">
                    <a:srgbClr val="FFFFFF"/>
                  </a:outerShdw>
                </a:effectLst>
                <a:latin typeface="+mn-lt"/>
                <a:ea typeface="微软雅黑" pitchFamily="34" charset="-122"/>
              </a:rPr>
              <a:t>for</a:t>
            </a:r>
            <a:r>
              <a:rPr lang="zh-CN" altLang="en-US" sz="2000" b="1" dirty="0">
                <a:solidFill>
                  <a:srgbClr val="0000FF"/>
                </a:solidFill>
                <a:effectLst>
                  <a:outerShdw blurRad="38100" dist="38100" dir="2700000" algn="tl">
                    <a:srgbClr val="FFFFFF"/>
                  </a:outerShdw>
                </a:effectLst>
                <a:latin typeface="+mn-lt"/>
                <a:ea typeface="微软雅黑" pitchFamily="34" charset="-122"/>
              </a:rPr>
              <a:t>、</a:t>
            </a:r>
            <a:r>
              <a:rPr lang="en-US" altLang="zh-CN" sz="2000" b="1" dirty="0" err="1">
                <a:solidFill>
                  <a:srgbClr val="0000FF"/>
                </a:solidFill>
                <a:effectLst>
                  <a:outerShdw blurRad="38100" dist="38100" dir="2700000" algn="tl">
                    <a:srgbClr val="FFFFFF"/>
                  </a:outerShdw>
                </a:effectLst>
                <a:latin typeface="+mn-lt"/>
                <a:ea typeface="微软雅黑" pitchFamily="34" charset="-122"/>
              </a:rPr>
              <a:t>goto</a:t>
            </a:r>
            <a:r>
              <a:rPr lang="zh-CN" altLang="en-US" sz="2000" b="1" dirty="0">
                <a:solidFill>
                  <a:srgbClr val="0000FF"/>
                </a:solidFill>
                <a:effectLst>
                  <a:outerShdw blurRad="38100" dist="38100" dir="2700000" algn="tl">
                    <a:srgbClr val="FFFFFF"/>
                  </a:outerShdw>
                </a:effectLst>
                <a:latin typeface="+mn-lt"/>
                <a:ea typeface="微软雅黑" pitchFamily="34" charset="-122"/>
              </a:rPr>
              <a:t>、</a:t>
            </a:r>
            <a:r>
              <a:rPr lang="en-US" altLang="zh-CN" sz="2000" b="1" dirty="0">
                <a:solidFill>
                  <a:srgbClr val="0000FF"/>
                </a:solidFill>
                <a:effectLst>
                  <a:outerShdw blurRad="38100" dist="38100" dir="2700000" algn="tl">
                    <a:srgbClr val="FFFFFF"/>
                  </a:outerShdw>
                </a:effectLst>
                <a:latin typeface="+mn-lt"/>
                <a:ea typeface="微软雅黑" pitchFamily="34" charset="-122"/>
              </a:rPr>
              <a:t>break</a:t>
            </a:r>
            <a:r>
              <a:rPr lang="zh-CN" altLang="en-US" sz="2000" b="1" dirty="0">
                <a:solidFill>
                  <a:srgbClr val="0000FF"/>
                </a:solidFill>
                <a:effectLst>
                  <a:outerShdw blurRad="38100" dist="38100" dir="2700000" algn="tl">
                    <a:srgbClr val="FFFFFF"/>
                  </a:outerShdw>
                </a:effectLst>
                <a:latin typeface="+mn-lt"/>
                <a:ea typeface="微软雅黑" pitchFamily="34" charset="-122"/>
              </a:rPr>
              <a:t>、</a:t>
            </a:r>
            <a:r>
              <a:rPr lang="en-US" altLang="zh-CN" sz="2000" b="1" dirty="0">
                <a:solidFill>
                  <a:srgbClr val="0000FF"/>
                </a:solidFill>
                <a:effectLst>
                  <a:outerShdw blurRad="38100" dist="38100" dir="2700000" algn="tl">
                    <a:srgbClr val="FFFFFF"/>
                  </a:outerShdw>
                </a:effectLst>
                <a:latin typeface="+mn-lt"/>
                <a:ea typeface="微软雅黑" pitchFamily="34" charset="-122"/>
              </a:rPr>
              <a:t>continue</a:t>
            </a:r>
            <a:r>
              <a:rPr lang="zh-CN" altLang="en-US" sz="2000" b="1" dirty="0">
                <a:solidFill>
                  <a:srgbClr val="0070C0"/>
                </a:solidFill>
                <a:effectLst>
                  <a:outerShdw blurRad="38100" dist="38100" dir="2700000" algn="tl">
                    <a:srgbClr val="FFFFFF"/>
                  </a:outerShdw>
                </a:effectLst>
                <a:latin typeface="+mn-lt"/>
                <a:ea typeface="微软雅黑" pitchFamily="34" charset="-122"/>
              </a:rPr>
              <a:t>。</a:t>
            </a:r>
          </a:p>
          <a:p>
            <a:pPr>
              <a:lnSpc>
                <a:spcPts val="2800"/>
              </a:lnSpc>
            </a:pPr>
            <a:r>
              <a:rPr lang="zh-CN" altLang="en-US" sz="2000" b="1" dirty="0">
                <a:solidFill>
                  <a:srgbClr val="FF33CC"/>
                </a:solidFill>
                <a:latin typeface="+mn-lt"/>
                <a:ea typeface="微软雅黑" pitchFamily="34" charset="-122"/>
              </a:rPr>
              <a:t>        </a:t>
            </a:r>
            <a:r>
              <a:rPr lang="zh-CN" altLang="en-US" sz="2000" b="1" u="sng" dirty="0">
                <a:solidFill>
                  <a:srgbClr val="FF33CC"/>
                </a:solidFill>
                <a:latin typeface="+mn-lt"/>
                <a:ea typeface="微软雅黑" pitchFamily="34" charset="-122"/>
              </a:rPr>
              <a:t>Ｃ语言提供了三种循环语句</a:t>
            </a:r>
            <a:endParaRPr lang="zh-CN" altLang="en-US" sz="2000" b="1" u="sng" dirty="0">
              <a:solidFill>
                <a:srgbClr val="0070C0"/>
              </a:solidFill>
              <a:latin typeface="+mn-lt"/>
              <a:ea typeface="微软雅黑" pitchFamily="34" charset="-122"/>
            </a:endParaRPr>
          </a:p>
          <a:p>
            <a:pPr marL="800100" lvl="1" indent="-342900">
              <a:lnSpc>
                <a:spcPts val="2800"/>
              </a:lnSpc>
              <a:buClr>
                <a:srgbClr val="D60093"/>
              </a:buClr>
              <a:buFont typeface="Wingdings" panose="05000000000000000000" pitchFamily="2" charset="2"/>
              <a:buChar char="l"/>
            </a:pPr>
            <a:r>
              <a:rPr lang="en-US" altLang="zh-CN" sz="2000" b="1" dirty="0">
                <a:solidFill>
                  <a:srgbClr val="0070C0"/>
                </a:solidFill>
                <a:effectLst>
                  <a:outerShdw blurRad="38100" dist="38100" dir="2700000" algn="tl">
                    <a:srgbClr val="FFFFFF"/>
                  </a:outerShdw>
                </a:effectLst>
                <a:latin typeface="+mn-lt"/>
                <a:ea typeface="微软雅黑" pitchFamily="34" charset="-122"/>
              </a:rPr>
              <a:t>for</a:t>
            </a:r>
            <a:r>
              <a:rPr lang="zh-CN" altLang="en-US" sz="2000" b="1" dirty="0">
                <a:solidFill>
                  <a:srgbClr val="0070C0"/>
                </a:solidFill>
                <a:effectLst>
                  <a:outerShdw blurRad="38100" dist="38100" dir="2700000" algn="tl">
                    <a:srgbClr val="FFFFFF"/>
                  </a:outerShdw>
                </a:effectLst>
                <a:latin typeface="+mn-lt"/>
                <a:ea typeface="微软雅黑" pitchFamily="34" charset="-122"/>
              </a:rPr>
              <a:t>语句主要适用于循环次数确定的循环结构。</a:t>
            </a:r>
            <a:endParaRPr lang="en-US" altLang="zh-CN" sz="2000" b="1" dirty="0">
              <a:solidFill>
                <a:srgbClr val="0070C0"/>
              </a:solidFill>
              <a:effectLst>
                <a:outerShdw blurRad="38100" dist="38100" dir="2700000" algn="tl">
                  <a:srgbClr val="FFFFFF"/>
                </a:outerShdw>
              </a:effectLst>
              <a:latin typeface="+mn-lt"/>
              <a:ea typeface="微软雅黑" pitchFamily="34" charset="-122"/>
            </a:endParaRPr>
          </a:p>
          <a:p>
            <a:pPr marL="800100" lvl="1" indent="-342900">
              <a:lnSpc>
                <a:spcPts val="2800"/>
              </a:lnSpc>
              <a:buClr>
                <a:srgbClr val="D60093"/>
              </a:buClr>
              <a:buFont typeface="Wingdings" panose="05000000000000000000" pitchFamily="2" charset="2"/>
              <a:buChar char="l"/>
            </a:pPr>
            <a:r>
              <a:rPr lang="zh-CN" altLang="en-US" sz="2000" b="1" dirty="0">
                <a:solidFill>
                  <a:srgbClr val="0070C0"/>
                </a:solidFill>
                <a:effectLst>
                  <a:outerShdw blurRad="38100" dist="38100" dir="2700000" algn="tl">
                    <a:srgbClr val="FFFFFF"/>
                  </a:outerShdw>
                </a:effectLst>
                <a:latin typeface="+mn-lt"/>
                <a:ea typeface="微软雅黑" pitchFamily="34" charset="-122"/>
              </a:rPr>
              <a:t>循环次数及控制条件要在循环过程中才能确定的循环可用 </a:t>
            </a:r>
            <a:r>
              <a:rPr lang="en-US" altLang="zh-CN" sz="2000" b="1" dirty="0">
                <a:solidFill>
                  <a:srgbClr val="0070C0"/>
                </a:solidFill>
                <a:effectLst>
                  <a:outerShdw blurRad="38100" dist="38100" dir="2700000" algn="tl">
                    <a:srgbClr val="FFFFFF"/>
                  </a:outerShdw>
                </a:effectLst>
                <a:latin typeface="+mn-lt"/>
                <a:ea typeface="微软雅黑" pitchFamily="34" charset="-122"/>
              </a:rPr>
              <a:t>while</a:t>
            </a:r>
            <a:r>
              <a:rPr lang="zh-CN" altLang="en-US" sz="2000" b="1" dirty="0">
                <a:solidFill>
                  <a:srgbClr val="0070C0"/>
                </a:solidFill>
                <a:effectLst>
                  <a:outerShdw blurRad="38100" dist="38100" dir="2700000" algn="tl">
                    <a:srgbClr val="FFFFFF"/>
                  </a:outerShdw>
                </a:effectLst>
                <a:latin typeface="+mn-lt"/>
                <a:ea typeface="微软雅黑" pitchFamily="34" charset="-122"/>
              </a:rPr>
              <a:t>或</a:t>
            </a:r>
            <a:r>
              <a:rPr lang="en-US" altLang="zh-CN" sz="2000" b="1" dirty="0">
                <a:solidFill>
                  <a:srgbClr val="0070C0"/>
                </a:solidFill>
                <a:effectLst>
                  <a:outerShdw blurRad="38100" dist="38100" dir="2700000" algn="tl">
                    <a:srgbClr val="FFFFFF"/>
                  </a:outerShdw>
                </a:effectLst>
                <a:latin typeface="+mn-lt"/>
                <a:ea typeface="微软雅黑" pitchFamily="34" charset="-122"/>
              </a:rPr>
              <a:t>do-while</a:t>
            </a:r>
            <a:r>
              <a:rPr lang="zh-CN" altLang="en-US" sz="2000" b="1" dirty="0">
                <a:solidFill>
                  <a:srgbClr val="0070C0"/>
                </a:solidFill>
                <a:effectLst>
                  <a:outerShdw blurRad="38100" dist="38100" dir="2700000" algn="tl">
                    <a:srgbClr val="FFFFFF"/>
                  </a:outerShdw>
                </a:effectLst>
                <a:latin typeface="+mn-lt"/>
                <a:ea typeface="微软雅黑" pitchFamily="34" charset="-122"/>
              </a:rPr>
              <a:t>语句。</a:t>
            </a:r>
            <a:endParaRPr lang="en-US" altLang="zh-CN" sz="2000" b="1" dirty="0">
              <a:solidFill>
                <a:srgbClr val="0070C0"/>
              </a:solidFill>
              <a:effectLst>
                <a:outerShdw blurRad="38100" dist="38100" dir="2700000" algn="tl">
                  <a:srgbClr val="FFFFFF"/>
                </a:outerShdw>
              </a:effectLst>
              <a:latin typeface="+mn-lt"/>
              <a:ea typeface="微软雅黑" pitchFamily="34" charset="-122"/>
            </a:endParaRPr>
          </a:p>
          <a:p>
            <a:pPr marL="800100" lvl="1" indent="-342900">
              <a:lnSpc>
                <a:spcPts val="2800"/>
              </a:lnSpc>
              <a:buClr>
                <a:srgbClr val="D60093"/>
              </a:buClr>
              <a:buFont typeface="Wingdings" panose="05000000000000000000" pitchFamily="2" charset="2"/>
              <a:buChar char="l"/>
            </a:pPr>
            <a:r>
              <a:rPr lang="zh-CN" altLang="en-US" sz="2000" b="1" dirty="0">
                <a:solidFill>
                  <a:srgbClr val="0070C0"/>
                </a:solidFill>
                <a:effectLst>
                  <a:outerShdw blurRad="38100" dist="38100" dir="2700000" algn="tl">
                    <a:srgbClr val="FFFFFF"/>
                  </a:outerShdw>
                </a:effectLst>
                <a:latin typeface="+mn-lt"/>
                <a:ea typeface="微软雅黑" pitchFamily="34" charset="-122"/>
              </a:rPr>
              <a:t>三种循环语句可以相互嵌套组成多重循环，循环之间可以并列但不能交叉。</a:t>
            </a:r>
            <a:endParaRPr lang="en-US" altLang="zh-CN" sz="2000" b="1" dirty="0">
              <a:solidFill>
                <a:srgbClr val="0070C0"/>
              </a:solidFill>
              <a:effectLst>
                <a:outerShdw blurRad="38100" dist="38100" dir="2700000" algn="tl">
                  <a:srgbClr val="FFFFFF"/>
                </a:outerShdw>
              </a:effectLst>
              <a:latin typeface="+mn-lt"/>
              <a:ea typeface="微软雅黑" pitchFamily="34" charset="-122"/>
            </a:endParaRPr>
          </a:p>
          <a:p>
            <a:pPr marL="800100" lvl="1" indent="-342900">
              <a:lnSpc>
                <a:spcPts val="2800"/>
              </a:lnSpc>
              <a:buClr>
                <a:srgbClr val="D60093"/>
              </a:buClr>
              <a:buFont typeface="Wingdings" panose="05000000000000000000" pitchFamily="2" charset="2"/>
              <a:buChar char="l"/>
            </a:pPr>
            <a:r>
              <a:rPr lang="zh-CN" altLang="en-US" sz="2000" b="1" dirty="0">
                <a:solidFill>
                  <a:srgbClr val="0070C0"/>
                </a:solidFill>
                <a:effectLst>
                  <a:outerShdw blurRad="38100" dist="38100" dir="2700000" algn="tl">
                    <a:srgbClr val="FFFFFF"/>
                  </a:outerShdw>
                </a:effectLst>
                <a:latin typeface="+mn-lt"/>
                <a:ea typeface="微软雅黑" pitchFamily="34" charset="-122"/>
              </a:rPr>
              <a:t>三种循环结构可以相互转换。</a:t>
            </a:r>
            <a:endParaRPr lang="en-US" altLang="zh-CN" sz="2000" b="1" dirty="0">
              <a:solidFill>
                <a:srgbClr val="0070C0"/>
              </a:solidFill>
              <a:effectLst>
                <a:outerShdw blurRad="38100" dist="38100" dir="2700000" algn="tl">
                  <a:srgbClr val="FFFFFF"/>
                </a:outerShdw>
              </a:effectLst>
              <a:latin typeface="+mn-lt"/>
              <a:ea typeface="微软雅黑" pitchFamily="34" charset="-122"/>
            </a:endParaRPr>
          </a:p>
          <a:p>
            <a:pPr marL="800100" lvl="1" indent="-342900">
              <a:lnSpc>
                <a:spcPts val="2800"/>
              </a:lnSpc>
              <a:buClr>
                <a:srgbClr val="D60093"/>
              </a:buClr>
              <a:buFont typeface="Wingdings" panose="05000000000000000000" pitchFamily="2" charset="2"/>
              <a:buChar char="l"/>
            </a:pPr>
            <a:r>
              <a:rPr lang="zh-CN" altLang="en-US" sz="2000" b="1" dirty="0">
                <a:solidFill>
                  <a:srgbClr val="0070C0"/>
                </a:solidFill>
                <a:effectLst>
                  <a:outerShdw blurRad="38100" dist="38100" dir="2700000" algn="tl">
                    <a:srgbClr val="FFFFFF"/>
                  </a:outerShdw>
                </a:effectLst>
                <a:latin typeface="+mn-lt"/>
                <a:ea typeface="微软雅黑" pitchFamily="34" charset="-122"/>
              </a:rPr>
              <a:t>可用转移语句把流程转出循环体外，但不能从外面转向循环体内。</a:t>
            </a:r>
            <a:endParaRPr lang="en-US" altLang="zh-CN" sz="2000" b="1" dirty="0">
              <a:solidFill>
                <a:srgbClr val="0070C0"/>
              </a:solidFill>
              <a:effectLst>
                <a:outerShdw blurRad="38100" dist="38100" dir="2700000" algn="tl">
                  <a:srgbClr val="FFFFFF"/>
                </a:outerShdw>
              </a:effectLst>
              <a:latin typeface="+mn-lt"/>
              <a:ea typeface="微软雅黑" pitchFamily="34" charset="-122"/>
            </a:endParaRPr>
          </a:p>
          <a:p>
            <a:pPr marL="800100" lvl="1" indent="-342900">
              <a:lnSpc>
                <a:spcPts val="2800"/>
              </a:lnSpc>
              <a:buClr>
                <a:srgbClr val="D60093"/>
              </a:buClr>
              <a:buFont typeface="Wingdings" panose="05000000000000000000" pitchFamily="2" charset="2"/>
              <a:buChar char="l"/>
            </a:pPr>
            <a:r>
              <a:rPr lang="zh-CN" altLang="en-US" sz="2000" b="1" dirty="0">
                <a:solidFill>
                  <a:srgbClr val="0070C0"/>
                </a:solidFill>
                <a:effectLst>
                  <a:outerShdw blurRad="38100" dist="38100" dir="2700000" algn="tl">
                    <a:srgbClr val="FFFFFF"/>
                  </a:outerShdw>
                </a:effectLst>
                <a:latin typeface="+mn-lt"/>
                <a:ea typeface="微软雅黑" pitchFamily="34" charset="-122"/>
              </a:rPr>
              <a:t>在循环程序中应避免出现死循环，即应保证循环控制变量的值在运行过程中可以得到修改，并使循环条件逐步变为假，从而结束循环。</a:t>
            </a:r>
          </a:p>
          <a:p>
            <a:pPr>
              <a:lnSpc>
                <a:spcPts val="2800"/>
              </a:lnSpc>
            </a:pPr>
            <a:r>
              <a:rPr lang="zh-CN" altLang="en-US" sz="2000" b="1" dirty="0">
                <a:solidFill>
                  <a:srgbClr val="0070C0"/>
                </a:solidFill>
                <a:effectLst>
                  <a:outerShdw blurRad="38100" dist="38100" dir="2700000" algn="tl">
                    <a:srgbClr val="FFFFFF"/>
                  </a:outerShdw>
                </a:effectLst>
                <a:latin typeface="+mn-lt"/>
                <a:ea typeface="微软雅黑" pitchFamily="34" charset="-122"/>
              </a:rPr>
              <a:t>        </a:t>
            </a:r>
            <a:r>
              <a:rPr lang="en-US" altLang="zh-CN" sz="2000" b="1" dirty="0">
                <a:solidFill>
                  <a:srgbClr val="0070C0"/>
                </a:solidFill>
                <a:effectLst>
                  <a:outerShdw blurRad="38100" dist="38100" dir="2700000" algn="tl">
                    <a:srgbClr val="FFFFFF"/>
                  </a:outerShdw>
                </a:effectLst>
                <a:latin typeface="+mn-lt"/>
                <a:ea typeface="微软雅黑" pitchFamily="34" charset="-122"/>
              </a:rPr>
              <a:t>break</a:t>
            </a:r>
            <a:r>
              <a:rPr lang="zh-CN" altLang="en-US" sz="2000" b="1" dirty="0">
                <a:solidFill>
                  <a:srgbClr val="0070C0"/>
                </a:solidFill>
                <a:effectLst>
                  <a:outerShdw blurRad="38100" dist="38100" dir="2700000" algn="tl">
                    <a:srgbClr val="FFFFFF"/>
                  </a:outerShdw>
                </a:effectLst>
                <a:latin typeface="+mn-lt"/>
                <a:ea typeface="微软雅黑" pitchFamily="34" charset="-122"/>
              </a:rPr>
              <a:t>、</a:t>
            </a:r>
            <a:r>
              <a:rPr lang="en-US" altLang="zh-CN" sz="2000" b="1" dirty="0">
                <a:solidFill>
                  <a:srgbClr val="0070C0"/>
                </a:solidFill>
                <a:effectLst>
                  <a:outerShdw blurRad="38100" dist="38100" dir="2700000" algn="tl">
                    <a:srgbClr val="FFFFFF"/>
                  </a:outerShdw>
                </a:effectLst>
                <a:latin typeface="+mn-lt"/>
                <a:ea typeface="微软雅黑" pitchFamily="34" charset="-122"/>
              </a:rPr>
              <a:t>continue</a:t>
            </a:r>
            <a:r>
              <a:rPr lang="zh-CN" altLang="en-US" sz="2000" b="1" dirty="0">
                <a:solidFill>
                  <a:srgbClr val="0070C0"/>
                </a:solidFill>
                <a:effectLst>
                  <a:outerShdw blurRad="38100" dist="38100" dir="2700000" algn="tl">
                    <a:srgbClr val="FFFFFF"/>
                  </a:outerShdw>
                </a:effectLst>
                <a:latin typeface="+mn-lt"/>
                <a:ea typeface="微软雅黑" pitchFamily="34" charset="-122"/>
              </a:rPr>
              <a:t>和</a:t>
            </a:r>
            <a:r>
              <a:rPr lang="en-US" altLang="zh-CN" sz="2000" b="1" dirty="0" err="1">
                <a:solidFill>
                  <a:srgbClr val="0070C0"/>
                </a:solidFill>
                <a:effectLst>
                  <a:outerShdw blurRad="38100" dist="38100" dir="2700000" algn="tl">
                    <a:srgbClr val="FFFFFF"/>
                  </a:outerShdw>
                </a:effectLst>
                <a:latin typeface="+mn-lt"/>
                <a:ea typeface="微软雅黑" pitchFamily="34" charset="-122"/>
              </a:rPr>
              <a:t>goto</a:t>
            </a:r>
            <a:r>
              <a:rPr lang="zh-CN" altLang="en-US" sz="2000" b="1" dirty="0">
                <a:solidFill>
                  <a:srgbClr val="0070C0"/>
                </a:solidFill>
                <a:effectLst>
                  <a:outerShdw blurRad="38100" dist="38100" dir="2700000" algn="tl">
                    <a:srgbClr val="FFFFFF"/>
                  </a:outerShdw>
                </a:effectLst>
                <a:latin typeface="+mn-lt"/>
                <a:ea typeface="微软雅黑" pitchFamily="34" charset="-122"/>
              </a:rPr>
              <a:t>语句都可用于流程控制。其中，</a:t>
            </a:r>
            <a:r>
              <a:rPr lang="en-US" altLang="zh-CN" sz="2000" b="1" dirty="0">
                <a:solidFill>
                  <a:srgbClr val="0070C0"/>
                </a:solidFill>
                <a:effectLst>
                  <a:outerShdw blurRad="38100" dist="38100" dir="2700000" algn="tl">
                    <a:srgbClr val="FFFFFF"/>
                  </a:outerShdw>
                </a:effectLst>
                <a:latin typeface="+mn-lt"/>
                <a:ea typeface="微软雅黑" pitchFamily="34" charset="-122"/>
              </a:rPr>
              <a:t>break</a:t>
            </a:r>
            <a:r>
              <a:rPr lang="zh-CN" altLang="en-US" sz="2000" b="1" dirty="0">
                <a:solidFill>
                  <a:srgbClr val="0070C0"/>
                </a:solidFill>
                <a:effectLst>
                  <a:outerShdw blurRad="38100" dist="38100" dir="2700000" algn="tl">
                    <a:srgbClr val="FFFFFF"/>
                  </a:outerShdw>
                </a:effectLst>
                <a:latin typeface="+mn-lt"/>
                <a:ea typeface="微软雅黑" pitchFamily="34" charset="-122"/>
              </a:rPr>
              <a:t>语句用于退出</a:t>
            </a:r>
            <a:r>
              <a:rPr lang="en-US" altLang="zh-CN" sz="2000" b="1" dirty="0">
                <a:solidFill>
                  <a:srgbClr val="0070C0"/>
                </a:solidFill>
                <a:effectLst>
                  <a:outerShdw blurRad="38100" dist="38100" dir="2700000" algn="tl">
                    <a:srgbClr val="FFFFFF"/>
                  </a:outerShdw>
                </a:effectLst>
                <a:latin typeface="+mn-lt"/>
                <a:ea typeface="微软雅黑" pitchFamily="34" charset="-122"/>
              </a:rPr>
              <a:t>switch</a:t>
            </a:r>
            <a:r>
              <a:rPr lang="zh-CN" altLang="en-US" sz="2000" b="1" dirty="0">
                <a:solidFill>
                  <a:srgbClr val="0070C0"/>
                </a:solidFill>
                <a:effectLst>
                  <a:outerShdw blurRad="38100" dist="38100" dir="2700000" algn="tl">
                    <a:srgbClr val="FFFFFF"/>
                  </a:outerShdw>
                </a:effectLst>
                <a:latin typeface="+mn-lt"/>
                <a:ea typeface="微软雅黑" pitchFamily="34" charset="-122"/>
              </a:rPr>
              <a:t>或一层循环结构，</a:t>
            </a:r>
            <a:r>
              <a:rPr lang="en-US" altLang="zh-CN" sz="2000" b="1" dirty="0">
                <a:solidFill>
                  <a:srgbClr val="0070C0"/>
                </a:solidFill>
                <a:effectLst>
                  <a:outerShdw blurRad="38100" dist="38100" dir="2700000" algn="tl">
                    <a:srgbClr val="FFFFFF"/>
                  </a:outerShdw>
                </a:effectLst>
                <a:latin typeface="+mn-lt"/>
                <a:ea typeface="微软雅黑" pitchFamily="34" charset="-122"/>
              </a:rPr>
              <a:t>continue</a:t>
            </a:r>
            <a:r>
              <a:rPr lang="zh-CN" altLang="en-US" sz="2000" b="1" dirty="0">
                <a:solidFill>
                  <a:srgbClr val="0070C0"/>
                </a:solidFill>
                <a:effectLst>
                  <a:outerShdw blurRad="38100" dist="38100" dir="2700000" algn="tl">
                    <a:srgbClr val="FFFFFF"/>
                  </a:outerShdw>
                </a:effectLst>
                <a:latin typeface="+mn-lt"/>
                <a:ea typeface="微软雅黑" pitchFamily="34" charset="-122"/>
              </a:rPr>
              <a:t>语句用于结束本次循环，继续执行下一次循环，</a:t>
            </a:r>
            <a:r>
              <a:rPr lang="en-US" altLang="zh-CN" sz="2000" b="1" dirty="0" err="1">
                <a:solidFill>
                  <a:srgbClr val="0070C0"/>
                </a:solidFill>
                <a:effectLst>
                  <a:outerShdw blurRad="38100" dist="38100" dir="2700000" algn="tl">
                    <a:srgbClr val="FFFFFF"/>
                  </a:outerShdw>
                </a:effectLst>
                <a:latin typeface="+mn-lt"/>
                <a:ea typeface="微软雅黑" pitchFamily="34" charset="-122"/>
              </a:rPr>
              <a:t>goto</a:t>
            </a:r>
            <a:r>
              <a:rPr lang="zh-CN" altLang="en-US" sz="2000" b="1" dirty="0">
                <a:solidFill>
                  <a:srgbClr val="0070C0"/>
                </a:solidFill>
                <a:effectLst>
                  <a:outerShdw blurRad="38100" dist="38100" dir="2700000" algn="tl">
                    <a:srgbClr val="FFFFFF"/>
                  </a:outerShdw>
                </a:effectLst>
                <a:latin typeface="+mn-lt"/>
                <a:ea typeface="微软雅黑" pitchFamily="34" charset="-122"/>
              </a:rPr>
              <a:t>语句无条件转移到标号所标识的语句处去执行。当程序需要退出多重循环时，用</a:t>
            </a:r>
            <a:r>
              <a:rPr lang="en-US" altLang="zh-CN" sz="2000" b="1" dirty="0" err="1">
                <a:solidFill>
                  <a:srgbClr val="0070C0"/>
                </a:solidFill>
                <a:effectLst>
                  <a:outerShdw blurRad="38100" dist="38100" dir="2700000" algn="tl">
                    <a:srgbClr val="FFFFFF"/>
                  </a:outerShdw>
                </a:effectLst>
                <a:latin typeface="+mn-lt"/>
                <a:ea typeface="微软雅黑" pitchFamily="34" charset="-122"/>
              </a:rPr>
              <a:t>goto</a:t>
            </a:r>
            <a:r>
              <a:rPr lang="zh-CN" altLang="en-US" sz="2000" b="1" dirty="0">
                <a:solidFill>
                  <a:srgbClr val="0070C0"/>
                </a:solidFill>
                <a:effectLst>
                  <a:outerShdw blurRad="38100" dist="38100" dir="2700000" algn="tl">
                    <a:srgbClr val="FFFFFF"/>
                  </a:outerShdw>
                </a:effectLst>
                <a:latin typeface="+mn-lt"/>
                <a:ea typeface="微软雅黑" pitchFamily="34" charset="-122"/>
              </a:rPr>
              <a:t>语句比用</a:t>
            </a:r>
            <a:r>
              <a:rPr lang="en-US" altLang="zh-CN" sz="2000" b="1" dirty="0">
                <a:solidFill>
                  <a:srgbClr val="0070C0"/>
                </a:solidFill>
                <a:effectLst>
                  <a:outerShdw blurRad="38100" dist="38100" dir="2700000" algn="tl">
                    <a:srgbClr val="FFFFFF"/>
                  </a:outerShdw>
                </a:effectLst>
                <a:latin typeface="+mn-lt"/>
                <a:ea typeface="微软雅黑" pitchFamily="34" charset="-122"/>
              </a:rPr>
              <a:t>break</a:t>
            </a:r>
            <a:r>
              <a:rPr lang="zh-CN" altLang="en-US" sz="2000" b="1" dirty="0">
                <a:solidFill>
                  <a:srgbClr val="0070C0"/>
                </a:solidFill>
                <a:effectLst>
                  <a:outerShdw blurRad="38100" dist="38100" dir="2700000" algn="tl">
                    <a:srgbClr val="FFFFFF"/>
                  </a:outerShdw>
                </a:effectLst>
                <a:latin typeface="+mn-lt"/>
                <a:ea typeface="微软雅黑" pitchFamily="34" charset="-122"/>
              </a:rPr>
              <a:t>语句更直接方便；当需要结束程序运行时，可以调用</a:t>
            </a:r>
            <a:r>
              <a:rPr lang="en-US" altLang="zh-CN" sz="2000" b="1" dirty="0">
                <a:solidFill>
                  <a:srgbClr val="0070C0"/>
                </a:solidFill>
                <a:effectLst>
                  <a:outerShdw blurRad="38100" dist="38100" dir="2700000" algn="tl">
                    <a:srgbClr val="FFFFFF"/>
                  </a:outerShdw>
                </a:effectLst>
                <a:latin typeface="+mn-lt"/>
                <a:ea typeface="微软雅黑" pitchFamily="34" charset="-122"/>
              </a:rPr>
              <a:t>exit( )</a:t>
            </a:r>
            <a:r>
              <a:rPr lang="zh-CN" altLang="en-US" sz="2000" b="1" dirty="0">
                <a:solidFill>
                  <a:srgbClr val="0070C0"/>
                </a:solidFill>
                <a:effectLst>
                  <a:outerShdw blurRad="38100" dist="38100" dir="2700000" algn="tl">
                    <a:srgbClr val="FFFFFF"/>
                  </a:outerShdw>
                </a:effectLst>
                <a:latin typeface="+mn-lt"/>
                <a:ea typeface="微软雅黑" pitchFamily="34" charset="-122"/>
              </a:rPr>
              <a:t>函数来实现</a:t>
            </a:r>
            <a:r>
              <a:rPr lang="zh-CN" altLang="en-US" sz="2000" b="1" dirty="0">
                <a:effectLst>
                  <a:outerShdw blurRad="38100" dist="38100" dir="2700000" algn="tl">
                    <a:srgbClr val="FFFFFF"/>
                  </a:outerShdw>
                </a:effectLst>
                <a:latin typeface="+mn-lt"/>
                <a:ea typeface="楷体_GB2312" pitchFamily="49" charset="-122"/>
              </a:rPr>
              <a:t>。 </a:t>
            </a:r>
          </a:p>
        </p:txBody>
      </p:sp>
      <p:sp>
        <p:nvSpPr>
          <p:cNvPr id="956464" name="Rectangle 48"/>
          <p:cNvSpPr>
            <a:spLocks noChangeArrowheads="1"/>
          </p:cNvSpPr>
          <p:nvPr/>
        </p:nvSpPr>
        <p:spPr bwMode="auto">
          <a:xfrm>
            <a:off x="753651" y="6237312"/>
            <a:ext cx="7921625" cy="461665"/>
          </a:xfrm>
          <a:prstGeom prst="rect">
            <a:avLst/>
          </a:prstGeom>
          <a:solidFill>
            <a:srgbClr val="FF0000"/>
          </a:solidFill>
          <a:ln w="28575">
            <a:solidFill>
              <a:srgbClr val="00CCFF"/>
            </a:solidFill>
            <a:miter lim="800000"/>
            <a:headEnd/>
            <a:tailEnd/>
          </a:ln>
          <a:effectLst/>
        </p:spPr>
        <p:txBody>
          <a:bodyPr anchor="ctr">
            <a:spAutoFit/>
          </a:bodyPr>
          <a:lstStyle/>
          <a:p>
            <a:r>
              <a:rPr lang="zh-CN" altLang="en-US" b="1" dirty="0">
                <a:solidFill>
                  <a:srgbClr val="FFFF00"/>
                </a:solidFill>
                <a:effectLst>
                  <a:outerShdw blurRad="38100" dist="38100" dir="2700000" algn="tl">
                    <a:srgbClr val="000000"/>
                  </a:outerShdw>
                </a:effectLst>
                <a:latin typeface="楷体_GB2312" pitchFamily="49" charset="-122"/>
                <a:ea typeface="楷体_GB2312" pitchFamily="49" charset="-122"/>
              </a:rPr>
              <a:t>习题</a:t>
            </a:r>
            <a:r>
              <a:rPr lang="en-US" altLang="zh-CN" b="1" dirty="0">
                <a:solidFill>
                  <a:srgbClr val="FFFF00"/>
                </a:solidFill>
                <a:effectLst>
                  <a:outerShdw blurRad="38100" dist="38100" dir="2700000" algn="tl">
                    <a:srgbClr val="000000"/>
                  </a:outerShdw>
                </a:effectLst>
                <a:latin typeface="楷体_GB2312" pitchFamily="49" charset="-122"/>
                <a:ea typeface="楷体_GB2312" pitchFamily="49" charset="-122"/>
              </a:rPr>
              <a:t>6</a:t>
            </a:r>
            <a:r>
              <a:rPr lang="zh-CN" altLang="en-US" b="1" dirty="0">
                <a:solidFill>
                  <a:srgbClr val="FFFF00"/>
                </a:solidFill>
                <a:effectLst>
                  <a:outerShdw blurRad="38100" dist="38100" dir="2700000" algn="tl">
                    <a:srgbClr val="000000"/>
                  </a:outerShdw>
                </a:effectLst>
                <a:latin typeface="楷体_GB2312" pitchFamily="49" charset="-122"/>
                <a:ea typeface="楷体_GB2312" pitchFamily="49" charset="-122"/>
              </a:rPr>
              <a:t>：</a:t>
            </a:r>
            <a:r>
              <a:rPr lang="en-US" altLang="zh-CN" b="1" dirty="0">
                <a:solidFill>
                  <a:srgbClr val="FFFF00"/>
                </a:solidFill>
                <a:effectLst>
                  <a:outerShdw blurRad="38100" dist="38100" dir="2700000" algn="tl">
                    <a:srgbClr val="000000"/>
                  </a:outerShdw>
                </a:effectLst>
              </a:rPr>
              <a:t>1</a:t>
            </a:r>
            <a:r>
              <a:rPr lang="zh-CN" altLang="en-US" b="1" dirty="0">
                <a:solidFill>
                  <a:srgbClr val="FFFF00"/>
                </a:solidFill>
                <a:effectLst>
                  <a:outerShdw blurRad="38100" dist="38100" dir="2700000" algn="tl">
                    <a:srgbClr val="000000"/>
                  </a:outerShdw>
                </a:effectLst>
              </a:rPr>
              <a:t>、</a:t>
            </a:r>
            <a:r>
              <a:rPr lang="en-US" altLang="zh-CN" b="1" dirty="0">
                <a:solidFill>
                  <a:srgbClr val="FFFF00"/>
                </a:solidFill>
                <a:effectLst>
                  <a:outerShdw blurRad="38100" dist="38100" dir="2700000" algn="tl">
                    <a:srgbClr val="000000"/>
                  </a:outerShdw>
                </a:effectLst>
              </a:rPr>
              <a:t>2</a:t>
            </a:r>
            <a:r>
              <a:rPr lang="zh-CN" altLang="en-US" b="1" dirty="0">
                <a:solidFill>
                  <a:srgbClr val="FFFF00"/>
                </a:solidFill>
                <a:effectLst>
                  <a:outerShdw blurRad="38100" dist="38100" dir="2700000" algn="tl">
                    <a:srgbClr val="000000"/>
                  </a:outerShdw>
                </a:effectLst>
              </a:rPr>
              <a:t>、</a:t>
            </a:r>
            <a:r>
              <a:rPr lang="en-US" altLang="zh-CN" b="1" dirty="0">
                <a:solidFill>
                  <a:srgbClr val="FFFF00"/>
                </a:solidFill>
                <a:effectLst>
                  <a:outerShdw blurRad="38100" dist="38100" dir="2700000" algn="tl">
                    <a:srgbClr val="000000"/>
                  </a:outerShdw>
                </a:effectLst>
              </a:rPr>
              <a:t>3</a:t>
            </a:r>
            <a:r>
              <a:rPr lang="zh-CN" altLang="en-US" b="1" dirty="0">
                <a:solidFill>
                  <a:srgbClr val="FFFF00"/>
                </a:solidFill>
                <a:effectLst>
                  <a:outerShdw blurRad="38100" dist="38100" dir="2700000" algn="tl">
                    <a:srgbClr val="000000"/>
                  </a:outerShdw>
                </a:effectLst>
              </a:rPr>
              <a:t>、</a:t>
            </a:r>
            <a:r>
              <a:rPr lang="en-US" altLang="zh-CN" b="1" dirty="0">
                <a:solidFill>
                  <a:srgbClr val="FFFF00"/>
                </a:solidFill>
                <a:effectLst>
                  <a:outerShdw blurRad="38100" dist="38100" dir="2700000" algn="tl">
                    <a:srgbClr val="000000"/>
                  </a:outerShdw>
                </a:effectLst>
              </a:rPr>
              <a:t>4(1</a:t>
            </a:r>
            <a:r>
              <a:rPr lang="zh-CN" altLang="en-US" b="1" dirty="0">
                <a:solidFill>
                  <a:srgbClr val="FFFF00"/>
                </a:solidFill>
                <a:effectLst>
                  <a:outerShdw blurRad="38100" dist="38100" dir="2700000" algn="tl">
                    <a:srgbClr val="000000"/>
                  </a:outerShdw>
                </a:effectLst>
              </a:rPr>
              <a:t>、</a:t>
            </a:r>
            <a:r>
              <a:rPr lang="en-US" altLang="zh-CN" b="1" dirty="0">
                <a:solidFill>
                  <a:srgbClr val="FFFF00"/>
                </a:solidFill>
                <a:effectLst>
                  <a:outerShdw blurRad="38100" dist="38100" dir="2700000" algn="tl">
                    <a:srgbClr val="000000"/>
                  </a:outerShdw>
                </a:effectLst>
              </a:rPr>
              <a:t>3</a:t>
            </a:r>
            <a:r>
              <a:rPr lang="zh-CN" altLang="en-US" b="1" dirty="0">
                <a:solidFill>
                  <a:srgbClr val="FFFF00"/>
                </a:solidFill>
                <a:effectLst>
                  <a:outerShdw blurRad="38100" dist="38100" dir="2700000" algn="tl">
                    <a:srgbClr val="000000"/>
                  </a:outerShdw>
                </a:effectLst>
              </a:rPr>
              <a:t>、</a:t>
            </a:r>
            <a:r>
              <a:rPr lang="en-US" altLang="zh-CN" b="1" dirty="0">
                <a:solidFill>
                  <a:srgbClr val="FFFF00"/>
                </a:solidFill>
                <a:effectLst>
                  <a:outerShdw blurRad="38100" dist="38100" dir="2700000" algn="tl">
                    <a:srgbClr val="000000"/>
                  </a:outerShdw>
                </a:effectLst>
              </a:rPr>
              <a:t>4</a:t>
            </a:r>
            <a:r>
              <a:rPr lang="zh-CN" altLang="en-US" b="1" dirty="0">
                <a:solidFill>
                  <a:srgbClr val="FFFF00"/>
                </a:solidFill>
                <a:effectLst>
                  <a:outerShdw blurRad="38100" dist="38100" dir="2700000" algn="tl">
                    <a:srgbClr val="000000"/>
                  </a:outerShdw>
                </a:effectLst>
              </a:rPr>
              <a:t>、</a:t>
            </a:r>
            <a:r>
              <a:rPr lang="en-US" altLang="zh-CN" b="1" dirty="0">
                <a:solidFill>
                  <a:srgbClr val="FFFF00"/>
                </a:solidFill>
                <a:effectLst>
                  <a:outerShdw blurRad="38100" dist="38100" dir="2700000" algn="tl">
                    <a:srgbClr val="000000"/>
                  </a:outerShdw>
                </a:effectLst>
              </a:rPr>
              <a:t>6</a:t>
            </a:r>
            <a:r>
              <a:rPr lang="zh-CN" altLang="en-US" b="1" dirty="0">
                <a:solidFill>
                  <a:srgbClr val="FFFF00"/>
                </a:solidFill>
                <a:effectLst>
                  <a:outerShdw blurRad="38100" dist="38100" dir="2700000" algn="tl">
                    <a:srgbClr val="000000"/>
                  </a:outerShdw>
                </a:effectLst>
              </a:rPr>
              <a:t>、</a:t>
            </a:r>
            <a:r>
              <a:rPr lang="en-US" altLang="zh-CN" b="1" dirty="0">
                <a:solidFill>
                  <a:srgbClr val="FFFF00"/>
                </a:solidFill>
                <a:effectLst>
                  <a:outerShdw blurRad="38100" dist="38100" dir="2700000" algn="tl">
                    <a:srgbClr val="000000"/>
                  </a:outerShdw>
                </a:effectLst>
              </a:rPr>
              <a:t>8</a:t>
            </a:r>
            <a:r>
              <a:rPr lang="zh-CN" altLang="en-US" b="1" dirty="0">
                <a:solidFill>
                  <a:srgbClr val="FFFF00"/>
                </a:solidFill>
                <a:effectLst>
                  <a:outerShdw blurRad="38100" dist="38100" dir="2700000" algn="tl">
                    <a:srgbClr val="000000"/>
                  </a:outerShdw>
                </a:effectLst>
              </a:rPr>
              <a:t>、</a:t>
            </a:r>
            <a:r>
              <a:rPr lang="en-US" altLang="zh-CN" b="1" dirty="0">
                <a:solidFill>
                  <a:srgbClr val="FFFF00"/>
                </a:solidFill>
                <a:effectLst>
                  <a:outerShdw blurRad="38100" dist="38100" dir="2700000" algn="tl">
                    <a:srgbClr val="000000"/>
                  </a:outerShdw>
                </a:effectLst>
              </a:rPr>
              <a:t>12</a:t>
            </a:r>
            <a:r>
              <a:rPr lang="zh-CN" altLang="en-US" b="1" dirty="0">
                <a:solidFill>
                  <a:srgbClr val="FFFF00"/>
                </a:solidFill>
                <a:effectLst>
                  <a:outerShdw blurRad="38100" dist="38100" dir="2700000" algn="tl">
                    <a:srgbClr val="000000"/>
                  </a:outerShdw>
                </a:effectLst>
              </a:rPr>
              <a:t>、</a:t>
            </a:r>
            <a:r>
              <a:rPr lang="en-US" altLang="zh-CN" b="1" dirty="0">
                <a:solidFill>
                  <a:srgbClr val="FFFF00"/>
                </a:solidFill>
                <a:effectLst>
                  <a:outerShdw blurRad="38100" dist="38100" dir="2700000" algn="tl">
                    <a:srgbClr val="000000"/>
                  </a:outerShdw>
                </a:effectLst>
              </a:rPr>
              <a:t>15)</a:t>
            </a:r>
            <a:r>
              <a:rPr lang="en-US" altLang="zh-CN" b="1" dirty="0">
                <a:solidFill>
                  <a:srgbClr val="FF6600"/>
                </a:solidFill>
                <a:latin typeface="楷体_GB2312" pitchFamily="49" charset="-122"/>
                <a:ea typeface="楷体_GB2312" pitchFamily="49" charset="-122"/>
              </a:rPr>
              <a:t> </a:t>
            </a:r>
          </a:p>
        </p:txBody>
      </p:sp>
      <p:grpSp>
        <p:nvGrpSpPr>
          <p:cNvPr id="956465" name="Group 49"/>
          <p:cNvGrpSpPr>
            <a:grpSpLocks/>
          </p:cNvGrpSpPr>
          <p:nvPr/>
        </p:nvGrpSpPr>
        <p:grpSpPr bwMode="auto">
          <a:xfrm>
            <a:off x="-10996" y="0"/>
            <a:ext cx="446088" cy="6858000"/>
            <a:chOff x="0" y="0"/>
            <a:chExt cx="281" cy="4320"/>
          </a:xfrm>
        </p:grpSpPr>
        <p:sp>
          <p:nvSpPr>
            <p:cNvPr id="956466" name="Text Box 5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第六章 </a:t>
              </a:r>
            </a:p>
            <a:p>
              <a:pPr eaLnBrk="0" hangingPunct="0">
                <a:spcBef>
                  <a:spcPct val="50000"/>
                </a:spcBef>
              </a:pPr>
              <a:r>
                <a:rPr lang="zh-CN" altLang="en-US" sz="1600" b="1" dirty="0">
                  <a:solidFill>
                    <a:srgbClr val="3333CC"/>
                  </a:solidFill>
                  <a:latin typeface="Verdana" pitchFamily="34" charset="0"/>
                </a:rPr>
                <a:t>循环结构程序设计</a:t>
              </a:r>
            </a:p>
          </p:txBody>
        </p:sp>
        <p:sp>
          <p:nvSpPr>
            <p:cNvPr id="956467" name="Text Box 5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956464"/>
                                        </p:tgtEl>
                                        <p:attrNameLst>
                                          <p:attrName>style.visibility</p:attrName>
                                        </p:attrNameLst>
                                      </p:cBhvr>
                                      <p:to>
                                        <p:strVal val="visible"/>
                                      </p:to>
                                    </p:set>
                                    <p:animEffect transition="in" filter="diamond(in)">
                                      <p:cBhvr>
                                        <p:cTn id="7" dur="2000"/>
                                        <p:tgtEl>
                                          <p:spTgt spid="956464"/>
                                        </p:tgtEl>
                                      </p:cBhvr>
                                    </p:animEffect>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6464" grpId="0" animBg="1"/>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8947</TotalTime>
  <Words>15954</Words>
  <Application>Microsoft Office PowerPoint</Application>
  <PresentationFormat>宽屏</PresentationFormat>
  <Paragraphs>2592</Paragraphs>
  <Slides>45</Slides>
  <Notes>26</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4</vt:i4>
      </vt:variant>
      <vt:variant>
        <vt:lpstr>幻灯片标题</vt:lpstr>
      </vt:variant>
      <vt:variant>
        <vt:i4>45</vt:i4>
      </vt:variant>
    </vt:vector>
  </HeadingPairs>
  <TitlesOfParts>
    <vt:vector size="62" baseType="lpstr">
      <vt:lpstr>ˎ̥</vt:lpstr>
      <vt:lpstr>华文琥珀</vt:lpstr>
      <vt:lpstr>楷体</vt:lpstr>
      <vt:lpstr>楷体_GB2312</vt:lpstr>
      <vt:lpstr>隶书</vt:lpstr>
      <vt:lpstr>宋体</vt:lpstr>
      <vt:lpstr>微软雅黑</vt:lpstr>
      <vt:lpstr>Arial</vt:lpstr>
      <vt:lpstr>Symbol</vt:lpstr>
      <vt:lpstr>Times New Roman</vt:lpstr>
      <vt:lpstr>Verdana</vt:lpstr>
      <vt:lpstr>Wingdings</vt:lpstr>
      <vt:lpstr>默认设计模板</vt:lpstr>
      <vt:lpstr>剪辑</vt:lpstr>
      <vt:lpstr>Microsoft Equation 3.0</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yanweimin</dc:creator>
  <cp:lastModifiedBy>WIN10-20H2</cp:lastModifiedBy>
  <cp:revision>808</cp:revision>
  <dcterms:created xsi:type="dcterms:W3CDTF">1999-05-31T10:27:02Z</dcterms:created>
  <dcterms:modified xsi:type="dcterms:W3CDTF">2022-02-22T00:07:51Z</dcterms:modified>
</cp:coreProperties>
</file>