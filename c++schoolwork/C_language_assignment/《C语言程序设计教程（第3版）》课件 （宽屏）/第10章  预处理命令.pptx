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591" r:id="rId2"/>
    <p:sldId id="593" r:id="rId3"/>
    <p:sldId id="767" r:id="rId4"/>
    <p:sldId id="765" r:id="rId5"/>
    <p:sldId id="766" r:id="rId6"/>
    <p:sldId id="768" r:id="rId7"/>
    <p:sldId id="769" r:id="rId8"/>
    <p:sldId id="770" r:id="rId9"/>
    <p:sldId id="771" r:id="rId10"/>
    <p:sldId id="772" r:id="rId11"/>
    <p:sldId id="773" r:id="rId12"/>
    <p:sldId id="774" r:id="rId13"/>
    <p:sldId id="775" r:id="rId14"/>
    <p:sldId id="776" r:id="rId15"/>
    <p:sldId id="777" r:id="rId16"/>
    <p:sldId id="778" r:id="rId17"/>
    <p:sldId id="779" r:id="rId18"/>
    <p:sldId id="780" r:id="rId19"/>
    <p:sldId id="781" r:id="rId20"/>
    <p:sldId id="782" r:id="rId21"/>
    <p:sldId id="783" r:id="rId22"/>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1776" userDrawn="1">
          <p15:clr>
            <a:srgbClr val="A4A3A4"/>
          </p15:clr>
        </p15:guide>
        <p15:guide id="2" pos="24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3300"/>
    <a:srgbClr val="0000FF"/>
    <a:srgbClr val="FFFFFF"/>
    <a:srgbClr val="FFFFCC"/>
    <a:srgbClr val="00FFFF"/>
    <a:srgbClr val="00CCFF"/>
    <a:srgbClr val="FF66FF"/>
    <a:srgbClr val="FF0000"/>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81" autoAdjust="0"/>
    <p:restoredTop sz="93929" autoAdjust="0"/>
  </p:normalViewPr>
  <p:slideViewPr>
    <p:cSldViewPr>
      <p:cViewPr varScale="1">
        <p:scale>
          <a:sx n="84" d="100"/>
          <a:sy n="84" d="100"/>
        </p:scale>
        <p:origin x="528" y="90"/>
      </p:cViewPr>
      <p:guideLst>
        <p:guide orient="horz" pos="1776"/>
        <p:guide pos="24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3C7C4AB-51D1-4434-8DE0-39F6E4AA45F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159A36-324D-47DB-9F35-03ED29D87FBE}" type="slidenum">
              <a:rPr lang="en-US" altLang="zh-CN"/>
              <a:pPr/>
              <a:t>5</a:t>
            </a:fld>
            <a:endParaRPr lang="en-US" altLang="zh-CN"/>
          </a:p>
        </p:txBody>
      </p:sp>
      <p:sp>
        <p:nvSpPr>
          <p:cNvPr id="959490" name="Rectangle 2"/>
          <p:cNvSpPr>
            <a:spLocks noGrp="1" noRot="1" noChangeAspect="1" noChangeArrowheads="1" noTextEdit="1"/>
          </p:cNvSpPr>
          <p:nvPr>
            <p:ph type="sldImg"/>
          </p:nvPr>
        </p:nvSpPr>
        <p:spPr>
          <a:xfrm>
            <a:off x="381000" y="685800"/>
            <a:ext cx="6096000" cy="3429000"/>
          </a:xfrm>
          <a:ln/>
        </p:spPr>
      </p:sp>
      <p:sp>
        <p:nvSpPr>
          <p:cNvPr id="9594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917746-B615-4327-AF7A-3C1982F9EAD1}" type="slidenum">
              <a:rPr lang="en-US" altLang="zh-CN"/>
              <a:pPr/>
              <a:t>6</a:t>
            </a:fld>
            <a:endParaRPr lang="en-US" altLang="zh-CN"/>
          </a:p>
        </p:txBody>
      </p:sp>
      <p:sp>
        <p:nvSpPr>
          <p:cNvPr id="1025026" name="Rectangle 2"/>
          <p:cNvSpPr>
            <a:spLocks noGrp="1" noRot="1" noChangeAspect="1" noChangeArrowheads="1" noTextEdit="1"/>
          </p:cNvSpPr>
          <p:nvPr>
            <p:ph type="sldImg"/>
          </p:nvPr>
        </p:nvSpPr>
        <p:spPr>
          <a:xfrm>
            <a:off x="381000" y="685800"/>
            <a:ext cx="6096000" cy="3429000"/>
          </a:xfrm>
          <a:ln/>
        </p:spPr>
      </p:sp>
      <p:sp>
        <p:nvSpPr>
          <p:cNvPr id="10250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A3A9ED-00A6-4827-88C3-DF1653E0E561}" type="slidenum">
              <a:rPr lang="en-US" altLang="zh-CN"/>
              <a:pPr/>
              <a:t>7</a:t>
            </a:fld>
            <a:endParaRPr lang="en-US" altLang="zh-CN"/>
          </a:p>
        </p:txBody>
      </p:sp>
      <p:sp>
        <p:nvSpPr>
          <p:cNvPr id="1027074" name="Rectangle 2"/>
          <p:cNvSpPr>
            <a:spLocks noGrp="1" noRot="1" noChangeAspect="1" noChangeArrowheads="1" noTextEdit="1"/>
          </p:cNvSpPr>
          <p:nvPr>
            <p:ph type="sldImg"/>
          </p:nvPr>
        </p:nvSpPr>
        <p:spPr>
          <a:xfrm>
            <a:off x="381000" y="685800"/>
            <a:ext cx="6096000" cy="3429000"/>
          </a:xfrm>
          <a:ln/>
        </p:spPr>
      </p:sp>
      <p:sp>
        <p:nvSpPr>
          <p:cNvPr id="10270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A2D7E2-A7A2-48F9-9145-F031BB4CED34}" type="slidenum">
              <a:rPr lang="en-US" altLang="zh-CN"/>
              <a:pPr/>
              <a:t>8</a:t>
            </a:fld>
            <a:endParaRPr lang="en-US" altLang="zh-CN"/>
          </a:p>
        </p:txBody>
      </p:sp>
      <p:sp>
        <p:nvSpPr>
          <p:cNvPr id="1029122" name="Rectangle 2"/>
          <p:cNvSpPr>
            <a:spLocks noGrp="1" noRot="1" noChangeAspect="1" noChangeArrowheads="1" noTextEdit="1"/>
          </p:cNvSpPr>
          <p:nvPr>
            <p:ph type="sldImg"/>
          </p:nvPr>
        </p:nvSpPr>
        <p:spPr>
          <a:xfrm>
            <a:off x="381000" y="685800"/>
            <a:ext cx="6096000" cy="3429000"/>
          </a:xfrm>
          <a:ln/>
        </p:spPr>
      </p:sp>
      <p:sp>
        <p:nvSpPr>
          <p:cNvPr id="10291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731E96-DB33-4337-B1F8-ABC79AF7FCBF}" type="slidenum">
              <a:rPr lang="en-US" altLang="zh-CN"/>
              <a:pPr/>
              <a:t>9</a:t>
            </a:fld>
            <a:endParaRPr lang="en-US" altLang="zh-CN"/>
          </a:p>
        </p:txBody>
      </p:sp>
      <p:sp>
        <p:nvSpPr>
          <p:cNvPr id="1031170" name="Rectangle 2"/>
          <p:cNvSpPr>
            <a:spLocks noGrp="1" noRot="1" noChangeAspect="1" noChangeArrowheads="1" noTextEdit="1"/>
          </p:cNvSpPr>
          <p:nvPr>
            <p:ph type="sldImg"/>
          </p:nvPr>
        </p:nvSpPr>
        <p:spPr>
          <a:xfrm>
            <a:off x="381000" y="685800"/>
            <a:ext cx="6096000" cy="3429000"/>
          </a:xfrm>
          <a:ln/>
        </p:spPr>
      </p:sp>
      <p:sp>
        <p:nvSpPr>
          <p:cNvPr id="10311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2A410C0-AEB4-4F0E-80FC-962C33F58C57}" type="slidenum">
              <a:rPr lang="en-US" altLang="zh-CN"/>
              <a:pPr/>
              <a:t>‹#›</a:t>
            </a:fld>
            <a:endParaRPr lang="en-US" altLang="zh-CN"/>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40296B0-5CBE-44F4-B772-5317B3BB0E5F}" type="slidenum">
              <a:rPr lang="en-US" altLang="zh-CN"/>
              <a:pPr/>
              <a:t>‹#›</a:t>
            </a:fld>
            <a:endParaRPr lang="en-US" altLang="zh-CN"/>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7A3CA6-0BE4-462B-88EF-B8B2FEC3A9F4}" type="slidenum">
              <a:rPr lang="en-US" altLang="zh-CN"/>
              <a:pPr/>
              <a:t>‹#›</a:t>
            </a:fld>
            <a:endParaRPr lang="en-US" altLang="zh-CN"/>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4592401-2B11-4F95-8D7C-467576F3704A}" type="slidenum">
              <a:rPr lang="en-US" altLang="zh-CN"/>
              <a:pPr/>
              <a:t>‹#›</a:t>
            </a:fld>
            <a:endParaRPr lang="en-US" altLang="zh-CN"/>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B9E9C6AF-2686-40EA-B3C4-CA461AAC6EF9}" type="slidenum">
              <a:rPr lang="en-US" altLang="zh-CN"/>
              <a:pPr/>
              <a:t>‹#›</a:t>
            </a:fld>
            <a:endParaRPr lang="en-US" altLang="zh-CN"/>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02C0AB94-08D7-4411-B85E-7CCF0EE8D787}"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A5F6DF8-16B3-4E1B-82D9-C6488DD36251}" type="slidenum">
              <a:rPr lang="en-US" altLang="zh-CN"/>
              <a:pPr/>
              <a:t>‹#›</a:t>
            </a:fld>
            <a:endParaRPr lang="en-US" altLang="zh-CN"/>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124A945-3A5D-4635-A701-4B95F2C4D785}" type="slidenum">
              <a:rPr lang="en-US" altLang="zh-CN"/>
              <a:pPr/>
              <a:t>‹#›</a:t>
            </a:fld>
            <a:endParaRPr lang="en-US" altLang="zh-CN"/>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AE51E4B-3ED1-4E55-AAE1-F4C005DA81D1}" type="slidenum">
              <a:rPr lang="en-US" altLang="zh-CN"/>
              <a:pPr/>
              <a:t>‹#›</a:t>
            </a:fld>
            <a:endParaRPr lang="en-US" altLang="zh-CN"/>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F5BC8BC-9D15-4DF2-A0D7-17798377971C}" type="slidenum">
              <a:rPr lang="en-US" altLang="zh-CN"/>
              <a:pPr/>
              <a:t>‹#›</a:t>
            </a:fld>
            <a:endParaRPr lang="en-US" altLang="zh-CN"/>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115888"/>
            <a:ext cx="2590800" cy="5980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115888"/>
            <a:ext cx="7569200" cy="5980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84812CA-5FEA-4B6F-9B84-7CE50336BEE9}" type="slidenum">
              <a:rPr lang="en-US" altLang="zh-CN"/>
              <a:pPr/>
              <a:t>‹#›</a:t>
            </a:fld>
            <a:endParaRPr lang="en-US" altLang="zh-CN"/>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1438"/>
            <a:ext cx="5080000" cy="4754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8400"/>
            <a:ext cx="2540000" cy="457200"/>
          </a:xfrm>
        </p:spPr>
        <p:txBody>
          <a:bodyPr/>
          <a:lstStyle>
            <a:lvl1pPr>
              <a:defRPr/>
            </a:lvl1pPr>
          </a:lstStyle>
          <a:p>
            <a:fld id="{08BC100C-41E0-4159-9F63-D8679E1C7B71}" type="slidenum">
              <a:rPr lang="en-US" altLang="zh-CN"/>
              <a:pPr/>
              <a:t>‹#›</a:t>
            </a:fld>
            <a:endParaRPr lang="en-US" altLang="zh-CN"/>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115888"/>
            <a:ext cx="10363200" cy="5980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CC9E78AC-430C-4856-8550-5421F1ACA9CC}" type="slidenum">
              <a:rPr lang="en-US" altLang="zh-CN"/>
              <a:pPr/>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15888"/>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341438"/>
            <a:ext cx="10363200" cy="47545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1">
                <a:effectLst>
                  <a:outerShdw blurRad="38100" dist="38100" dir="2700000" algn="tl">
                    <a:srgbClr val="FFFFFF"/>
                  </a:outerShdw>
                </a:effectLst>
              </a:defRPr>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a:effectLst>
                  <a:outerShdw blurRad="38100" dist="38100" dir="2700000" algn="tl">
                    <a:srgbClr val="FFFFFF"/>
                  </a:outerShdw>
                </a:effectLst>
              </a:defRPr>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effectLst>
                  <a:outerShdw blurRad="38100" dist="38100" dir="2700000" algn="tl">
                    <a:srgbClr val="FFFFFF"/>
                  </a:outerShdw>
                </a:effectLst>
              </a:defRPr>
            </a:lvl1pPr>
          </a:lstStyle>
          <a:p>
            <a:fld id="{6EBA204D-4BA2-43E7-ACBD-B8FB3D3B6E9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audio" Target="../media/audio3.wav"/></Relationships>
</file>

<file path=ppt/slides/_rels/slide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4.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audio" Target="../media/audio3.wav"/><Relationship Id="rId5" Type="http://schemas.openxmlformats.org/officeDocument/2006/relationships/audio" Target="../media/audio2.wav"/><Relationship Id="rId4" Type="http://schemas.openxmlformats.org/officeDocument/2006/relationships/audio" Target="../media/audio4.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audio" Target="../media/audio3.wav"/><Relationship Id="rId5" Type="http://schemas.openxmlformats.org/officeDocument/2006/relationships/audio" Target="../media/audio5.wav"/><Relationship Id="rId4" Type="http://schemas.openxmlformats.org/officeDocument/2006/relationships/audio" Target="../media/audio4.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audio" Target="../media/audio4.wav"/></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6946" name="Object 2"/>
          <p:cNvGraphicFramePr>
            <a:graphicFrameLocks noChangeAspect="1"/>
          </p:cNvGraphicFramePr>
          <p:nvPr/>
        </p:nvGraphicFramePr>
        <p:xfrm>
          <a:off x="2057400" y="4191001"/>
          <a:ext cx="1487488" cy="2201863"/>
        </p:xfrm>
        <a:graphic>
          <a:graphicData uri="http://schemas.openxmlformats.org/presentationml/2006/ole">
            <mc:AlternateContent xmlns:mc="http://schemas.openxmlformats.org/markup-compatibility/2006">
              <mc:Choice xmlns:v="urn:schemas-microsoft-com:vml" Requires="v">
                <p:oleObj spid="_x0000_s466969" name="剪辑" r:id="rId3" imgW="3153960" imgH="4708080" progId="">
                  <p:embed/>
                </p:oleObj>
              </mc:Choice>
              <mc:Fallback>
                <p:oleObj name="剪辑" r:id="rId3" imgW="3153960" imgH="4708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191001"/>
                        <a:ext cx="1487488" cy="220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66947" name="Group 3"/>
          <p:cNvGrpSpPr>
            <a:grpSpLocks/>
          </p:cNvGrpSpPr>
          <p:nvPr/>
        </p:nvGrpSpPr>
        <p:grpSpPr bwMode="auto">
          <a:xfrm>
            <a:off x="2566988" y="333376"/>
            <a:ext cx="7543800" cy="6119813"/>
            <a:chOff x="480" y="816"/>
            <a:chExt cx="4752" cy="2865"/>
          </a:xfrm>
        </p:grpSpPr>
        <p:sp>
          <p:nvSpPr>
            <p:cNvPr id="466948" name="Oval 4"/>
            <p:cNvSpPr>
              <a:spLocks noChangeArrowheads="1"/>
            </p:cNvSpPr>
            <p:nvPr/>
          </p:nvSpPr>
          <p:spPr bwMode="auto">
            <a:xfrm>
              <a:off x="480" y="816"/>
              <a:ext cx="4752" cy="2112"/>
            </a:xfrm>
            <a:prstGeom prst="ellipse">
              <a:avLst/>
            </a:prstGeom>
            <a:gradFill rotWithShape="0">
              <a:gsLst>
                <a:gs pos="0">
                  <a:srgbClr val="CC00FF">
                    <a:gamma/>
                    <a:shade val="46275"/>
                    <a:invGamma/>
                  </a:srgbClr>
                </a:gs>
                <a:gs pos="50000">
                  <a:srgbClr val="CC00FF"/>
                </a:gs>
                <a:gs pos="100000">
                  <a:srgbClr val="CC00FF">
                    <a:gamma/>
                    <a:shade val="46275"/>
                    <a:invGamma/>
                  </a:srgbClr>
                </a:gs>
              </a:gsLst>
              <a:lin ang="5400000" scaled="1"/>
            </a:gradFill>
            <a:ln w="12700">
              <a:noFill/>
              <a:round/>
              <a:headEnd/>
              <a:tailEnd/>
            </a:ln>
            <a:effectLst>
              <a:glow rad="63500">
                <a:schemeClr val="accent1">
                  <a:satMod val="175000"/>
                  <a:alpha val="40000"/>
                </a:schemeClr>
              </a:glow>
              <a:outerShdw blurRad="76200" dist="12700" dir="8100000" sy="-23000" kx="800400" algn="br" rotWithShape="0">
                <a:prstClr val="black">
                  <a:alpha val="20000"/>
                </a:prstClr>
              </a:outerShdw>
            </a:effectLst>
            <a:scene3d>
              <a:camera prst="orthographicFront">
                <a:rot lat="0" lon="0" rev="0"/>
              </a:camera>
              <a:lightRig rig="glow" dir="t">
                <a:rot lat="0" lon="0" rev="4800000"/>
              </a:lightRig>
            </a:scene3d>
            <a:sp3d prstMaterial="matte">
              <a:bevelT w="127000" h="63500" prst="hardEdge"/>
            </a:sp3d>
          </p:spPr>
          <p:txBody>
            <a:bodyPr wrap="none" anchor="ctr"/>
            <a:lstStyle/>
            <a:p>
              <a:endParaRPr lang="zh-CN" altLang="en-US"/>
            </a:p>
          </p:txBody>
        </p:sp>
        <p:sp>
          <p:nvSpPr>
            <p:cNvPr id="466949" name="Rectangle 5"/>
            <p:cNvSpPr>
              <a:spLocks noChangeArrowheads="1"/>
            </p:cNvSpPr>
            <p:nvPr/>
          </p:nvSpPr>
          <p:spPr bwMode="auto">
            <a:xfrm>
              <a:off x="825" y="1522"/>
              <a:ext cx="4065" cy="663"/>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a:solidFill>
                    <a:srgbClr val="FFFF00"/>
                  </a:solidFill>
                  <a:effectLst>
                    <a:outerShdw blurRad="38100" dist="38100" dir="2700000" algn="tl">
                      <a:srgbClr val="000000"/>
                    </a:outerShdw>
                  </a:effectLst>
                  <a:latin typeface="隶书" pitchFamily="49" charset="-122"/>
                  <a:ea typeface="隶书" pitchFamily="49" charset="-122"/>
                </a:rPr>
                <a:t>第</a:t>
              </a:r>
              <a:r>
                <a:rPr lang="en-US" altLang="zh-CN" sz="5400" b="1">
                  <a:solidFill>
                    <a:srgbClr val="FFFF00"/>
                  </a:solidFill>
                  <a:effectLst>
                    <a:outerShdw blurRad="38100" dist="38100" dir="2700000" algn="tl">
                      <a:srgbClr val="000000"/>
                    </a:outerShdw>
                  </a:effectLst>
                  <a:latin typeface="隶书" pitchFamily="49" charset="-122"/>
                  <a:ea typeface="隶书" pitchFamily="49" charset="-122"/>
                </a:rPr>
                <a:t>10</a:t>
              </a:r>
              <a:r>
                <a:rPr lang="zh-CN" altLang="en-US" sz="5400" b="1">
                  <a:solidFill>
                    <a:srgbClr val="FFFF00"/>
                  </a:solidFill>
                  <a:effectLst>
                    <a:outerShdw blurRad="38100" dist="38100" dir="2700000" algn="tl">
                      <a:srgbClr val="000000"/>
                    </a:outerShdw>
                  </a:effectLst>
                  <a:latin typeface="隶书" pitchFamily="49" charset="-122"/>
                  <a:ea typeface="隶书" pitchFamily="49" charset="-122"/>
                </a:rPr>
                <a:t>章  预处理命令</a:t>
              </a:r>
            </a:p>
            <a:p>
              <a:pPr algn="ctr"/>
              <a:r>
                <a:rPr lang="zh-CN" altLang="en-US" sz="3200" b="1">
                  <a:solidFill>
                    <a:srgbClr val="66FFFF"/>
                  </a:solidFill>
                  <a:effectLst>
                    <a:outerShdw blurRad="38100" dist="38100" dir="2700000" algn="tl">
                      <a:srgbClr val="000000"/>
                    </a:outerShdw>
                  </a:effectLst>
                  <a:latin typeface="隶书" pitchFamily="49" charset="-122"/>
                  <a:ea typeface="隶书" pitchFamily="49" charset="-122"/>
                </a:rPr>
                <a:t>制作人：王敬华</a:t>
              </a:r>
            </a:p>
          </p:txBody>
        </p:sp>
        <p:pic>
          <p:nvPicPr>
            <p:cNvPr id="466950" name="Picture 6"/>
            <p:cNvPicPr>
              <a:picLocks noChangeAspect="1" noChangeArrowheads="1"/>
            </p:cNvPicPr>
            <p:nvPr/>
          </p:nvPicPr>
          <p:blipFill>
            <a:blip r:embed="rId5" cstate="print"/>
            <a:srcRect/>
            <a:stretch>
              <a:fillRect/>
            </a:stretch>
          </p:blipFill>
          <p:spPr bwMode="auto">
            <a:xfrm>
              <a:off x="2537" y="2496"/>
              <a:ext cx="2503" cy="1152"/>
            </a:xfrm>
            <a:prstGeom prst="rect">
              <a:avLst/>
            </a:prstGeom>
            <a:noFill/>
            <a:ln w="12700">
              <a:noFill/>
              <a:miter lim="800000"/>
              <a:headEnd type="none" w="sm" len="sm"/>
              <a:tailEnd type="none" w="sm" len="sm"/>
            </a:ln>
            <a:effectLst>
              <a:outerShdw dist="107763" dir="2700000" algn="ctr" rotWithShape="0">
                <a:schemeClr val="bg2">
                  <a:alpha val="50000"/>
                </a:schemeClr>
              </a:outerShdw>
            </a:effectLst>
          </p:spPr>
        </p:pic>
        <p:sp>
          <p:nvSpPr>
            <p:cNvPr id="466951" name="Line 7"/>
            <p:cNvSpPr>
              <a:spLocks noChangeShapeType="1"/>
            </p:cNvSpPr>
            <p:nvPr/>
          </p:nvSpPr>
          <p:spPr bwMode="auto">
            <a:xfrm>
              <a:off x="2304" y="3648"/>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sp>
          <p:nvSpPr>
            <p:cNvPr id="466952" name="Line 8"/>
            <p:cNvSpPr>
              <a:spLocks noChangeShapeType="1"/>
            </p:cNvSpPr>
            <p:nvPr/>
          </p:nvSpPr>
          <p:spPr bwMode="auto">
            <a:xfrm>
              <a:off x="2160" y="3681"/>
              <a:ext cx="2784" cy="0"/>
            </a:xfrm>
            <a:prstGeom prst="line">
              <a:avLst/>
            </a:prstGeom>
            <a:noFill/>
            <a:ln w="38100">
              <a:pattFill prst="dkHorz">
                <a:fgClr>
                  <a:srgbClr val="00CCFF"/>
                </a:fgClr>
                <a:bgClr>
                  <a:srgbClr val="FFFFFF"/>
                </a:bgClr>
              </a:pattFill>
              <a:round/>
              <a:headEnd/>
              <a:tailEnd/>
            </a:ln>
            <a:effectLst>
              <a:outerShdw dist="107763" dir="2700000" algn="ctr" rotWithShape="0">
                <a:schemeClr val="bg2">
                  <a:alpha val="50000"/>
                </a:schemeClr>
              </a:outerShdw>
            </a:effectLst>
          </p:spPr>
          <p:txBody>
            <a:bodyPr wrap="none" anchor="ctr"/>
            <a:lstStyle/>
            <a:p>
              <a:endParaRPr lang="zh-CN" altLang="en-US"/>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fltVal val="0"/>
                                          </p:val>
                                        </p:tav>
                                        <p:tav tm="100000">
                                          <p:val>
                                            <p:strVal val="#ppt_h"/>
                                          </p:val>
                                        </p:tav>
                                      </p:tavLst>
                                    </p:anim>
                                    <p:anim calcmode="lin" valueType="num">
                                      <p:cBhvr>
                                        <p:cTn id="9" dur="500" fill="hold"/>
                                        <p:tgtEl>
                                          <p:spTgt spid="466947"/>
                                        </p:tgtEl>
                                        <p:attrNameLst>
                                          <p:attrName>ppt_x</p:attrName>
                                        </p:attrNameLst>
                                      </p:cBhvr>
                                      <p:tavLst>
                                        <p:tav tm="0">
                                          <p:val>
                                            <p:fltVal val="0.5"/>
                                          </p:val>
                                        </p:tav>
                                        <p:tav tm="100000">
                                          <p:val>
                                            <p:strVal val="#ppt_x"/>
                                          </p:val>
                                        </p:tav>
                                      </p:tavLst>
                                    </p:anim>
                                    <p:anim calcmode="lin" valueType="num">
                                      <p:cBhvr>
                                        <p:cTn id="10" dur="500" fill="hold"/>
                                        <p:tgtEl>
                                          <p:spTgt spid="466947"/>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nodeType="clickEffect">
                                  <p:stCondLst>
                                    <p:cond delay="0"/>
                                  </p:stCondLst>
                                  <p:childTnLst>
                                    <p:set>
                                      <p:cBhvr>
                                        <p:cTn id="14" dur="1" fill="hold">
                                          <p:stCondLst>
                                            <p:cond delay="0"/>
                                          </p:stCondLst>
                                        </p:cTn>
                                        <p:tgtEl>
                                          <p:spTgt spid="466947"/>
                                        </p:tgtEl>
                                        <p:attrNameLst>
                                          <p:attrName>style.visibility</p:attrName>
                                        </p:attrNameLst>
                                      </p:cBhvr>
                                      <p:to>
                                        <p:strVal val="visible"/>
                                      </p:to>
                                    </p:set>
                                    <p:animEffect transition="in" filter="wheel(4)">
                                      <p:cBhvr>
                                        <p:cTn id="15" dur="2000"/>
                                        <p:tgtEl>
                                          <p:spTgt spid="466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6" name="Rectangle 4"/>
          <p:cNvSpPr>
            <a:spLocks noChangeArrowheads="1"/>
          </p:cNvSpPr>
          <p:nvPr/>
        </p:nvSpPr>
        <p:spPr bwMode="auto">
          <a:xfrm>
            <a:off x="420391" y="128588"/>
            <a:ext cx="8462962" cy="609600"/>
          </a:xfrm>
          <a:prstGeom prst="rect">
            <a:avLst/>
          </a:prstGeom>
          <a:noFill/>
          <a:ln w="38100">
            <a:noFill/>
            <a:miter lim="800000"/>
            <a:headEnd/>
            <a:tailEnd/>
          </a:ln>
          <a:effectLst/>
        </p:spPr>
        <p:txBody>
          <a:bodyPr anchor="ctr"/>
          <a:lstStyle/>
          <a:p>
            <a:r>
              <a:rPr lang="zh-CN" altLang="en-US" sz="4000" b="1" dirty="0">
                <a:solidFill>
                  <a:srgbClr val="FF3300"/>
                </a:solidFill>
                <a:effectLst>
                  <a:outerShdw blurRad="38100" dist="38100" dir="2700000" algn="tl">
                    <a:srgbClr val="000000"/>
                  </a:outerShdw>
                </a:effectLst>
                <a:latin typeface="华文琥珀" panose="02010800040101010101" pitchFamily="2" charset="-122"/>
                <a:ea typeface="华文琥珀" panose="02010800040101010101" pitchFamily="2" charset="-122"/>
                <a:cs typeface="ˎ̥"/>
              </a:rPr>
              <a:t>第</a:t>
            </a:r>
            <a:r>
              <a:rPr lang="en-US" altLang="zh-CN" sz="4000" b="1" dirty="0">
                <a:solidFill>
                  <a:srgbClr val="FF3300"/>
                </a:solidFill>
                <a:effectLst>
                  <a:outerShdw blurRad="38100" dist="38100" dir="2700000" algn="tl">
                    <a:srgbClr val="000000"/>
                  </a:outerShdw>
                </a:effectLst>
                <a:latin typeface="华文琥珀" panose="02010800040101010101" pitchFamily="2" charset="-122"/>
                <a:ea typeface="华文琥珀" panose="02010800040101010101" pitchFamily="2" charset="-122"/>
                <a:cs typeface="ˎ̥"/>
              </a:rPr>
              <a:t>10</a:t>
            </a:r>
            <a:r>
              <a:rPr lang="zh-CN" altLang="en-US" sz="4000" b="1" dirty="0">
                <a:solidFill>
                  <a:srgbClr val="FF3300"/>
                </a:solidFill>
                <a:effectLst>
                  <a:outerShdw blurRad="38100" dist="38100" dir="2700000" algn="tl">
                    <a:srgbClr val="000000"/>
                  </a:outerShdw>
                </a:effectLst>
                <a:latin typeface="华文琥珀" panose="02010800040101010101" pitchFamily="2" charset="-122"/>
                <a:ea typeface="华文琥珀" panose="02010800040101010101" pitchFamily="2" charset="-122"/>
                <a:cs typeface="ˎ̥"/>
              </a:rPr>
              <a:t>章：预处理命令</a:t>
            </a:r>
            <a:r>
              <a:rPr lang="zh-CN" altLang="en-US" sz="4000" dirty="0">
                <a:solidFill>
                  <a:srgbClr val="FF3300"/>
                </a:solidFill>
                <a:effectLst>
                  <a:outerShdw blurRad="38100" dist="38100" dir="2700000" algn="tl">
                    <a:srgbClr val="000000"/>
                  </a:outerShdw>
                </a:effectLst>
                <a:latin typeface="华文琥珀" panose="02010800040101010101" pitchFamily="2" charset="-122"/>
                <a:ea typeface="华文琥珀" panose="02010800040101010101" pitchFamily="2" charset="-122"/>
                <a:cs typeface="ˎ̥"/>
              </a:rPr>
              <a:t> </a:t>
            </a:r>
          </a:p>
        </p:txBody>
      </p:sp>
      <p:sp>
        <p:nvSpPr>
          <p:cNvPr id="468997" name="Text Box 5"/>
          <p:cNvSpPr txBox="1">
            <a:spLocks noChangeArrowheads="1"/>
          </p:cNvSpPr>
          <p:nvPr/>
        </p:nvSpPr>
        <p:spPr bwMode="auto">
          <a:xfrm>
            <a:off x="526754" y="8366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grpSp>
        <p:nvGrpSpPr>
          <p:cNvPr id="469014" name="Group 22"/>
          <p:cNvGrpSpPr>
            <a:grpSpLocks/>
          </p:cNvGrpSpPr>
          <p:nvPr/>
        </p:nvGrpSpPr>
        <p:grpSpPr bwMode="auto">
          <a:xfrm>
            <a:off x="-9822" y="0"/>
            <a:ext cx="446088" cy="6858000"/>
            <a:chOff x="0" y="0"/>
            <a:chExt cx="281" cy="4320"/>
          </a:xfrm>
        </p:grpSpPr>
        <p:sp>
          <p:nvSpPr>
            <p:cNvPr id="469015"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469016"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469029" name="Rectangle 37"/>
          <p:cNvSpPr>
            <a:spLocks noChangeArrowheads="1"/>
          </p:cNvSpPr>
          <p:nvPr/>
        </p:nvSpPr>
        <p:spPr bwMode="auto">
          <a:xfrm>
            <a:off x="1166715" y="1487681"/>
            <a:ext cx="10185869" cy="4893647"/>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buClr>
                <a:srgbClr val="CC0066"/>
              </a:buClr>
              <a:buFont typeface="Wingdings" panose="05000000000000000000" pitchFamily="2" charset="2"/>
              <a:buChar char="u"/>
            </a:pP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语言的一个重要特征是它的</a:t>
            </a:r>
            <a:r>
              <a:rPr lang="zh-CN" altLang="en-US" b="1" dirty="0">
                <a:solidFill>
                  <a:srgbClr val="CC0099"/>
                </a:solidFill>
                <a:effectLst>
                  <a:outerShdw blurRad="38100" dist="38100" dir="2700000" algn="tl">
                    <a:srgbClr val="000000"/>
                  </a:outerShdw>
                </a:effectLst>
                <a:ea typeface="楷体" pitchFamily="49" charset="-122"/>
              </a:rPr>
              <a:t>预处理功能</a:t>
            </a:r>
            <a:r>
              <a:rPr lang="zh-CN" altLang="en-US" b="1" dirty="0">
                <a:effectLst>
                  <a:outerShdw blurRad="38100" dist="38100" dir="2700000" algn="tl">
                    <a:srgbClr val="FFFFFF"/>
                  </a:outerShdw>
                </a:effectLst>
                <a:ea typeface="楷体" pitchFamily="49" charset="-122"/>
              </a:rPr>
              <a:t>；</a:t>
            </a:r>
            <a:endParaRPr lang="en-US" altLang="zh-CN" b="1" dirty="0">
              <a:effectLst>
                <a:outerShdw blurRad="38100" dist="38100" dir="2700000" algn="tl">
                  <a:srgbClr val="FFFFFF"/>
                </a:outerShdw>
              </a:effectLst>
              <a:ea typeface="楷体" pitchFamily="49" charset="-122"/>
            </a:endParaRPr>
          </a:p>
          <a:p>
            <a:pPr marL="342900" indent="-342900">
              <a:buClr>
                <a:srgbClr val="CC0066"/>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一个高级语言源程序在计算机上运行，必须先用</a:t>
            </a:r>
            <a:r>
              <a:rPr lang="zh-CN" altLang="en-US" b="1" dirty="0">
                <a:solidFill>
                  <a:srgbClr val="0000FF"/>
                </a:solidFill>
                <a:effectLst>
                  <a:outerShdw blurRad="38100" dist="38100" dir="2700000" algn="tl">
                    <a:srgbClr val="FFFFFF"/>
                  </a:outerShdw>
                </a:effectLst>
                <a:ea typeface="楷体" pitchFamily="49" charset="-122"/>
              </a:rPr>
              <a:t>编译程序</a:t>
            </a:r>
            <a:r>
              <a:rPr lang="zh-CN" altLang="en-US" b="1" dirty="0">
                <a:effectLst>
                  <a:outerShdw blurRad="38100" dist="38100" dir="2700000" algn="tl">
                    <a:srgbClr val="FFFFFF"/>
                  </a:outerShdw>
                </a:effectLst>
                <a:ea typeface="楷体" pitchFamily="49" charset="-122"/>
              </a:rPr>
              <a:t>将其翻译为机器语言；</a:t>
            </a:r>
            <a:endParaRPr lang="en-US" altLang="zh-CN" b="1" dirty="0">
              <a:effectLst>
                <a:outerShdw blurRad="38100" dist="38100" dir="2700000" algn="tl">
                  <a:srgbClr val="FFFFFF"/>
                </a:outerShdw>
              </a:effectLst>
              <a:ea typeface="楷体" pitchFamily="49" charset="-122"/>
            </a:endParaRPr>
          </a:p>
          <a:p>
            <a:pPr marL="342900" indent="-342900">
              <a:buClr>
                <a:srgbClr val="CC0066"/>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编译包括</a:t>
            </a:r>
            <a:r>
              <a:rPr lang="zh-CN" altLang="en-US" b="1" dirty="0">
                <a:solidFill>
                  <a:srgbClr val="0000FF"/>
                </a:solidFill>
                <a:effectLst>
                  <a:outerShdw blurRad="38100" dist="38100" dir="2700000" algn="tl">
                    <a:srgbClr val="FFFFFF"/>
                  </a:outerShdw>
                </a:effectLst>
                <a:ea typeface="楷体" pitchFamily="49" charset="-122"/>
              </a:rPr>
              <a:t>词法分析、语法分析、代码生成、代码优化</a:t>
            </a:r>
            <a:r>
              <a:rPr lang="zh-CN" altLang="en-US" b="1" dirty="0">
                <a:effectLst>
                  <a:outerShdw blurRad="38100" dist="38100" dir="2700000" algn="tl">
                    <a:srgbClr val="FFFFFF"/>
                  </a:outerShdw>
                </a:effectLst>
                <a:ea typeface="楷体" pitchFamily="49" charset="-122"/>
              </a:rPr>
              <a:t>等步骤；</a:t>
            </a:r>
            <a:endParaRPr lang="en-US" altLang="zh-CN" b="1" dirty="0">
              <a:effectLst>
                <a:outerShdw blurRad="38100" dist="38100" dir="2700000" algn="tl">
                  <a:srgbClr val="FFFFFF"/>
                </a:outerShdw>
              </a:effectLst>
              <a:ea typeface="楷体" pitchFamily="49" charset="-122"/>
            </a:endParaRPr>
          </a:p>
          <a:p>
            <a:pPr marL="342900" indent="-342900">
              <a:buClr>
                <a:srgbClr val="CC0066"/>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在编译之前有时还要做某些预处理工作，如去掉注释，变换格式等。</a:t>
            </a:r>
            <a:endParaRPr lang="en-US" altLang="zh-CN" b="1" dirty="0">
              <a:effectLst>
                <a:outerShdw blurRad="38100" dist="38100" dir="2700000" algn="tl">
                  <a:srgbClr val="FFFFFF"/>
                </a:outerShdw>
              </a:effectLst>
              <a:ea typeface="楷体" pitchFamily="49" charset="-122"/>
            </a:endParaRPr>
          </a:p>
          <a:p>
            <a:pPr marL="342900" indent="-342900">
              <a:buClr>
                <a:srgbClr val="CC0066"/>
              </a:buClr>
              <a:buFont typeface="Wingdings" panose="05000000000000000000" pitchFamily="2" charset="2"/>
              <a:buChar char="u"/>
            </a:pP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语言允许在源程序中包含预处理命令，在正式编译之前（词法分析之前）系统先对这些命令进行“</a:t>
            </a:r>
            <a:r>
              <a:rPr lang="zh-CN" altLang="en-US" b="1" dirty="0">
                <a:solidFill>
                  <a:srgbClr val="0000FF"/>
                </a:solidFill>
                <a:effectLst>
                  <a:outerShdw blurRad="38100" dist="38100" dir="2700000" algn="tl">
                    <a:srgbClr val="FFFFFF"/>
                  </a:outerShdw>
                </a:effectLst>
                <a:ea typeface="楷体" pitchFamily="49" charset="-122"/>
              </a:rPr>
              <a:t>预处理</a:t>
            </a:r>
            <a:r>
              <a:rPr lang="zh-CN" altLang="en-US" b="1" dirty="0">
                <a:effectLst>
                  <a:outerShdw blurRad="38100" dist="38100" dir="2700000" algn="tl">
                    <a:srgbClr val="FFFFFF"/>
                  </a:outerShdw>
                </a:effectLst>
                <a:ea typeface="楷体" pitchFamily="49" charset="-122"/>
              </a:rPr>
              <a:t>”，然后整个源程序再进行通常的编译处理。</a:t>
            </a:r>
            <a:endParaRPr lang="en-US" altLang="zh-CN" b="1" dirty="0">
              <a:effectLst>
                <a:outerShdw blurRad="38100" dist="38100" dir="2700000" algn="tl">
                  <a:srgbClr val="FFFFFF"/>
                </a:outerShdw>
              </a:effectLst>
              <a:ea typeface="楷体" pitchFamily="49" charset="-122"/>
            </a:endParaRPr>
          </a:p>
          <a:p>
            <a:pPr marL="342900" indent="-342900">
              <a:buClr>
                <a:srgbClr val="CC0066"/>
              </a:buClr>
              <a:buFont typeface="Wingdings" panose="05000000000000000000" pitchFamily="2" charset="2"/>
              <a:buChar char="u"/>
            </a:pPr>
            <a:r>
              <a:rPr lang="zh-CN" altLang="en-US" b="1" dirty="0">
                <a:effectLst>
                  <a:outerShdw blurRad="38100" dist="38100" dir="2700000" algn="tl">
                    <a:srgbClr val="FFFFFF"/>
                  </a:outerShdw>
                </a:effectLst>
                <a:ea typeface="楷体" pitchFamily="49" charset="-122"/>
              </a:rPr>
              <a:t>从语法上讲，预处理命令不是</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语言的一部分，但使用它们却扩展了</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语言程序设计的环境，可以简化程序开发过程，提高程序的可读性，也更有利于移植和调试</a:t>
            </a:r>
            <a:r>
              <a:rPr lang="en-US" altLang="zh-CN" b="1" dirty="0">
                <a:effectLst>
                  <a:outerShdw blurRad="38100" dist="38100" dir="2700000" algn="tl">
                    <a:srgbClr val="FFFFFF"/>
                  </a:outerShdw>
                </a:effectLst>
                <a:ea typeface="楷体" pitchFamily="49" charset="-122"/>
              </a:rPr>
              <a:t>C</a:t>
            </a:r>
            <a:r>
              <a:rPr lang="zh-CN" altLang="en-US" b="1" dirty="0">
                <a:effectLst>
                  <a:outerShdw blurRad="38100" dist="38100" dir="2700000" algn="tl">
                    <a:srgbClr val="FFFFFF"/>
                  </a:outerShdw>
                </a:effectLst>
                <a:ea typeface="楷体" pitchFamily="49" charset="-122"/>
              </a:rPr>
              <a:t>语言程序。</a:t>
            </a:r>
            <a:endParaRPr lang="en-US" altLang="zh-CN" b="1" dirty="0">
              <a:effectLst>
                <a:outerShdw blurRad="38100" dist="38100" dir="2700000" algn="tl">
                  <a:srgbClr val="FFFFFF"/>
                </a:outerShdw>
              </a:effectLst>
              <a:ea typeface="楷体" pitchFamily="49" charset="-122"/>
            </a:endParaRPr>
          </a:p>
          <a:p>
            <a:pPr>
              <a:buClr>
                <a:srgbClr val="CC0066"/>
              </a:buClr>
            </a:pPr>
            <a:endParaRPr lang="en-US" altLang="zh-CN" b="1" dirty="0">
              <a:effectLst>
                <a:outerShdw blurRad="38100" dist="38100" dir="2700000" algn="tl">
                  <a:srgbClr val="FFFFFF"/>
                </a:outerShdw>
              </a:effectLst>
              <a:ea typeface="楷体" pitchFamily="49" charset="-122"/>
            </a:endParaRPr>
          </a:p>
          <a:p>
            <a:r>
              <a:rPr lang="en-US" altLang="zh-CN" b="1" dirty="0">
                <a:effectLst>
                  <a:outerShdw blurRad="38100" dist="38100" dir="2700000" algn="tl">
                    <a:srgbClr val="FFFFFF"/>
                  </a:outerShdw>
                </a:effectLst>
                <a:ea typeface="楷体" pitchFamily="49" charset="-122"/>
              </a:rPr>
              <a:t>    </a:t>
            </a:r>
            <a:r>
              <a:rPr lang="zh-CN" altLang="en-US" b="1" dirty="0">
                <a:effectLst>
                  <a:outerShdw blurRad="38100" dist="38100" dir="2700000" algn="tl">
                    <a:srgbClr val="FFFFFF"/>
                  </a:outerShdw>
                </a:effectLst>
                <a:ea typeface="楷体" pitchFamily="49" charset="-122"/>
              </a:rPr>
              <a:t>本章主要介绍</a:t>
            </a:r>
            <a:r>
              <a:rPr lang="zh-CN" altLang="en-US" b="1" dirty="0">
                <a:solidFill>
                  <a:srgbClr val="CC0099"/>
                </a:solidFill>
                <a:effectLst>
                  <a:outerShdw blurRad="38100" dist="38100" dir="2700000" algn="tl">
                    <a:srgbClr val="000000"/>
                  </a:outerShdw>
                </a:effectLst>
                <a:ea typeface="楷体" pitchFamily="49" charset="-122"/>
              </a:rPr>
              <a:t>宏定义</a:t>
            </a:r>
            <a:r>
              <a:rPr lang="zh-CN" altLang="en-US" b="1" dirty="0">
                <a:effectLst>
                  <a:outerShdw blurRad="38100" dist="38100" dir="2700000" algn="tl">
                    <a:srgbClr val="FFFFFF"/>
                  </a:outerShdw>
                </a:effectLst>
                <a:ea typeface="楷体" pitchFamily="49" charset="-122"/>
              </a:rPr>
              <a:t>、</a:t>
            </a:r>
            <a:r>
              <a:rPr lang="zh-CN" altLang="en-US" b="1" dirty="0">
                <a:solidFill>
                  <a:srgbClr val="CC0099"/>
                </a:solidFill>
                <a:effectLst>
                  <a:outerShdw blurRad="38100" dist="38100" dir="2700000" algn="tl">
                    <a:srgbClr val="000000"/>
                  </a:outerShdw>
                </a:effectLst>
                <a:ea typeface="楷体" pitchFamily="49" charset="-122"/>
              </a:rPr>
              <a:t>文件包括</a:t>
            </a:r>
            <a:r>
              <a:rPr lang="zh-CN" altLang="en-US" b="1" dirty="0">
                <a:effectLst>
                  <a:outerShdw blurRad="38100" dist="38100" dir="2700000" algn="tl">
                    <a:srgbClr val="FFFFFF"/>
                  </a:outerShdw>
                </a:effectLst>
                <a:ea typeface="楷体" pitchFamily="49" charset="-122"/>
              </a:rPr>
              <a:t>和</a:t>
            </a:r>
            <a:r>
              <a:rPr lang="zh-CN" altLang="en-US" b="1" dirty="0">
                <a:solidFill>
                  <a:srgbClr val="CC0099"/>
                </a:solidFill>
                <a:effectLst>
                  <a:outerShdw blurRad="38100" dist="38100" dir="2700000" algn="tl">
                    <a:srgbClr val="000000"/>
                  </a:outerShdw>
                </a:effectLst>
                <a:ea typeface="楷体" pitchFamily="49" charset="-122"/>
              </a:rPr>
              <a:t>条件编译</a:t>
            </a:r>
            <a:r>
              <a:rPr lang="zh-CN" altLang="en-US" b="1" dirty="0">
                <a:effectLst>
                  <a:outerShdw blurRad="38100" dist="38100" dir="2700000" algn="tl">
                    <a:srgbClr val="FFFFFF"/>
                  </a:outerShdw>
                </a:effectLst>
                <a:ea typeface="楷体" pitchFamily="49" charset="-122"/>
              </a:rPr>
              <a:t>等预处理命令。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8997"/>
                                        </p:tgtEl>
                                        <p:attrNameLst>
                                          <p:attrName>style.visibility</p:attrName>
                                        </p:attrNameLst>
                                      </p:cBhvr>
                                      <p:to>
                                        <p:strVal val="visible"/>
                                      </p:to>
                                    </p:set>
                                    <p:anim calcmode="lin" valueType="num">
                                      <p:cBhvr additive="base">
                                        <p:cTn id="7" dur="500" fill="hold"/>
                                        <p:tgtEl>
                                          <p:spTgt spid="468997"/>
                                        </p:tgtEl>
                                        <p:attrNameLst>
                                          <p:attrName>ppt_x</p:attrName>
                                        </p:attrNameLst>
                                      </p:cBhvr>
                                      <p:tavLst>
                                        <p:tav tm="0">
                                          <p:val>
                                            <p:strVal val="0-#ppt_w/2"/>
                                          </p:val>
                                        </p:tav>
                                        <p:tav tm="100000">
                                          <p:val>
                                            <p:strVal val="#ppt_x"/>
                                          </p:val>
                                        </p:tav>
                                      </p:tavLst>
                                    </p:anim>
                                    <p:anim calcmode="lin" valueType="num">
                                      <p:cBhvr additive="base">
                                        <p:cTn id="8" dur="500" fill="hold"/>
                                        <p:tgtEl>
                                          <p:spTgt spid="4689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469029"/>
                                        </p:tgtEl>
                                        <p:attrNameLst>
                                          <p:attrName>style.visibility</p:attrName>
                                        </p:attrNameLst>
                                      </p:cBhvr>
                                      <p:to>
                                        <p:strVal val="visible"/>
                                      </p:to>
                                    </p:set>
                                    <p:animEffect transition="in" filter="box(out)">
                                      <p:cBhvr>
                                        <p:cTn id="13" dur="500"/>
                                        <p:tgtEl>
                                          <p:spTgt spid="46902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7" grpId="0"/>
      <p:bldP spid="469029"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2979" name="Text Box 3"/>
          <p:cNvSpPr txBox="1">
            <a:spLocks noChangeArrowheads="1"/>
          </p:cNvSpPr>
          <p:nvPr/>
        </p:nvSpPr>
        <p:spPr bwMode="auto">
          <a:xfrm>
            <a:off x="529929" y="188914"/>
            <a:ext cx="7129463"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学习的意义</a:t>
            </a:r>
            <a:r>
              <a:rPr kumimoji="0" lang="zh-CN" altLang="en-US" b="1">
                <a:effectLst>
                  <a:outerShdw blurRad="38100" dist="38100" dir="2700000" algn="tl">
                    <a:srgbClr val="FFFFFF"/>
                  </a:outerShdw>
                </a:effectLst>
              </a:rPr>
              <a:t>   </a:t>
            </a:r>
            <a:endParaRPr kumimoji="0" lang="zh-CN" altLang="en-US"/>
          </a:p>
        </p:txBody>
      </p:sp>
      <p:sp>
        <p:nvSpPr>
          <p:cNvPr id="1022984" name="Text Box 8"/>
          <p:cNvSpPr txBox="1">
            <a:spLocks noChangeArrowheads="1"/>
          </p:cNvSpPr>
          <p:nvPr/>
        </p:nvSpPr>
        <p:spPr bwMode="auto">
          <a:xfrm>
            <a:off x="944267" y="747713"/>
            <a:ext cx="45370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CC0099"/>
                </a:solidFill>
                <a:effectLst>
                  <a:outerShdw blurRad="38100" dist="38100" dir="2700000" algn="tl">
                    <a:srgbClr val="000000"/>
                  </a:outerShdw>
                </a:effectLst>
                <a:ea typeface="隶书" pitchFamily="49" charset="-122"/>
              </a:rPr>
              <a:t>源程序生成执行文件的过程：</a:t>
            </a:r>
          </a:p>
        </p:txBody>
      </p:sp>
      <p:grpSp>
        <p:nvGrpSpPr>
          <p:cNvPr id="1023015" name="Group 39"/>
          <p:cNvGrpSpPr>
            <a:grpSpLocks/>
          </p:cNvGrpSpPr>
          <p:nvPr/>
        </p:nvGrpSpPr>
        <p:grpSpPr bwMode="auto">
          <a:xfrm>
            <a:off x="2063552" y="1570039"/>
            <a:ext cx="1296987" cy="2317749"/>
            <a:chOff x="345" y="989"/>
            <a:chExt cx="817" cy="1460"/>
          </a:xfrm>
        </p:grpSpPr>
        <p:sp>
          <p:nvSpPr>
            <p:cNvPr id="1022986" name="Text Box 10"/>
            <p:cNvSpPr txBox="1">
              <a:spLocks noChangeArrowheads="1"/>
            </p:cNvSpPr>
            <p:nvPr/>
          </p:nvSpPr>
          <p:spPr bwMode="auto">
            <a:xfrm>
              <a:off x="658" y="989"/>
              <a:ext cx="349" cy="1179"/>
            </a:xfrm>
            <a:prstGeom prst="rect">
              <a:avLst/>
            </a:prstGeom>
            <a:solidFill>
              <a:srgbClr val="00FFF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00FFFF"/>
              </a:extrusionClr>
            </a:sp3d>
          </p:spPr>
          <p:txBody>
            <a:bodyPr vert="eaVert">
              <a:spAutoFit/>
              <a:flatTx/>
            </a:bodyPr>
            <a:lstStyle/>
            <a:p>
              <a:pPr>
                <a:spcBef>
                  <a:spcPct val="50000"/>
                </a:spcBef>
              </a:pP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语言源程序</a:t>
              </a:r>
            </a:p>
          </p:txBody>
        </p:sp>
        <p:sp>
          <p:nvSpPr>
            <p:cNvPr id="1022987" name="Text Box 11"/>
            <p:cNvSpPr txBox="1">
              <a:spLocks noChangeArrowheads="1"/>
            </p:cNvSpPr>
            <p:nvPr/>
          </p:nvSpPr>
          <p:spPr bwMode="auto">
            <a:xfrm>
              <a:off x="345" y="2158"/>
              <a:ext cx="817"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.c</a:t>
              </a:r>
              <a:r>
                <a:rPr lang="zh-CN" altLang="en-US" b="1">
                  <a:effectLst>
                    <a:outerShdw blurRad="38100" dist="38100" dir="2700000" algn="tl">
                      <a:srgbClr val="FFFFFF"/>
                    </a:outerShdw>
                  </a:effectLst>
                  <a:latin typeface="+mn-lt"/>
                  <a:ea typeface="楷体" pitchFamily="49" charset="-122"/>
                </a:rPr>
                <a:t>或</a:t>
              </a:r>
              <a:r>
                <a:rPr lang="en-US" altLang="zh-CN" b="1">
                  <a:effectLst>
                    <a:outerShdw blurRad="38100" dist="38100" dir="2700000" algn="tl">
                      <a:srgbClr val="FFFFFF"/>
                    </a:outerShdw>
                  </a:effectLst>
                  <a:latin typeface="+mn-lt"/>
                  <a:ea typeface="楷体" pitchFamily="49" charset="-122"/>
                </a:rPr>
                <a:t>.cpp</a:t>
              </a:r>
            </a:p>
          </p:txBody>
        </p:sp>
      </p:grpSp>
      <p:sp>
        <p:nvSpPr>
          <p:cNvPr id="1022988" name="AutoShape 12"/>
          <p:cNvSpPr>
            <a:spLocks noChangeArrowheads="1"/>
          </p:cNvSpPr>
          <p:nvPr/>
        </p:nvSpPr>
        <p:spPr bwMode="auto">
          <a:xfrm>
            <a:off x="3304976" y="2108793"/>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2992" name="Group 16"/>
          <p:cNvGrpSpPr>
            <a:grpSpLocks/>
          </p:cNvGrpSpPr>
          <p:nvPr/>
        </p:nvGrpSpPr>
        <p:grpSpPr bwMode="auto">
          <a:xfrm>
            <a:off x="4005064" y="1857524"/>
            <a:ext cx="1008063" cy="792162"/>
            <a:chOff x="2064" y="1525"/>
            <a:chExt cx="635" cy="499"/>
          </a:xfrm>
          <a:effectLst>
            <a:outerShdw blurRad="50800" dist="106680" dir="2700000" algn="tl" rotWithShape="0">
              <a:prstClr val="black">
                <a:alpha val="43000"/>
              </a:prstClr>
            </a:outerShdw>
          </a:effectLst>
        </p:grpSpPr>
        <p:sp>
          <p:nvSpPr>
            <p:cNvPr id="1022990" name="Oval 14"/>
            <p:cNvSpPr>
              <a:spLocks noChangeArrowheads="1"/>
            </p:cNvSpPr>
            <p:nvPr/>
          </p:nvSpPr>
          <p:spPr bwMode="auto">
            <a:xfrm>
              <a:off x="2064" y="1525"/>
              <a:ext cx="589" cy="499"/>
            </a:xfrm>
            <a:prstGeom prst="ellipse">
              <a:avLst/>
            </a:prstGeom>
            <a:gradFill rotWithShape="1">
              <a:gsLst>
                <a:gs pos="0">
                  <a:srgbClr val="00FFFF"/>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2991" name="Text Box 15"/>
            <p:cNvSpPr txBox="1">
              <a:spLocks noChangeArrowheads="1"/>
            </p:cNvSpPr>
            <p:nvPr/>
          </p:nvSpPr>
          <p:spPr bwMode="auto">
            <a:xfrm>
              <a:off x="2109" y="1608"/>
              <a:ext cx="590" cy="288"/>
            </a:xfrm>
            <a:prstGeom prst="rect">
              <a:avLst/>
            </a:prstGeom>
            <a:noFill/>
            <a:ln w="9525">
              <a:noFill/>
              <a:miter lim="800000"/>
              <a:headEnd/>
              <a:tailEnd/>
            </a:ln>
            <a:effectLst/>
          </p:spPr>
          <p:txBody>
            <a:bodyPr>
              <a:spAutoFit/>
            </a:bodyPr>
            <a:lstStyle/>
            <a:p>
              <a:pPr>
                <a:spcBef>
                  <a:spcPct val="50000"/>
                </a:spcBef>
              </a:pPr>
              <a:r>
                <a:rPr lang="zh-CN" altLang="en-US" b="1">
                  <a:solidFill>
                    <a:srgbClr val="CC0099"/>
                  </a:solidFill>
                  <a:effectLst>
                    <a:outerShdw blurRad="38100" dist="38100" dir="2700000" algn="tl">
                      <a:srgbClr val="000000"/>
                    </a:outerShdw>
                  </a:effectLst>
                  <a:latin typeface="+mn-lt"/>
                  <a:ea typeface="楷体" pitchFamily="49" charset="-122"/>
                </a:rPr>
                <a:t>编译</a:t>
              </a:r>
            </a:p>
          </p:txBody>
        </p:sp>
      </p:grpSp>
      <p:sp>
        <p:nvSpPr>
          <p:cNvPr id="1022993" name="AutoShape 17"/>
          <p:cNvSpPr>
            <a:spLocks noChangeArrowheads="1"/>
          </p:cNvSpPr>
          <p:nvPr/>
        </p:nvSpPr>
        <p:spPr bwMode="auto">
          <a:xfrm>
            <a:off x="4978201" y="2111525"/>
            <a:ext cx="715962"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3016" name="Group 40"/>
          <p:cNvGrpSpPr>
            <a:grpSpLocks/>
          </p:cNvGrpSpPr>
          <p:nvPr/>
        </p:nvGrpSpPr>
        <p:grpSpPr bwMode="auto">
          <a:xfrm>
            <a:off x="5757664" y="1544638"/>
            <a:ext cx="792163" cy="2363788"/>
            <a:chOff x="2672" y="973"/>
            <a:chExt cx="499" cy="1489"/>
          </a:xfrm>
        </p:grpSpPr>
        <p:sp>
          <p:nvSpPr>
            <p:cNvPr id="1022989" name="Text Box 13"/>
            <p:cNvSpPr txBox="1">
              <a:spLocks noChangeArrowheads="1"/>
            </p:cNvSpPr>
            <p:nvPr/>
          </p:nvSpPr>
          <p:spPr bwMode="auto">
            <a:xfrm>
              <a:off x="2707" y="973"/>
              <a:ext cx="349" cy="1179"/>
            </a:xfrm>
            <a:prstGeom prst="rect">
              <a:avLst/>
            </a:prstGeom>
            <a:solidFill>
              <a:srgbClr val="FFCC00"/>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FCC00"/>
              </a:extrusionClr>
            </a:sp3d>
          </p:spPr>
          <p:txBody>
            <a:bodyPr vert="eaVert">
              <a:spAutoFit/>
              <a:flatTx/>
            </a:bodyPr>
            <a:lstStyle/>
            <a:p>
              <a:pPr algn="ctr">
                <a:spcBef>
                  <a:spcPct val="50000"/>
                </a:spcBef>
              </a:pPr>
              <a:r>
                <a:rPr lang="zh-CN" altLang="en-US" b="1">
                  <a:effectLst>
                    <a:outerShdw blurRad="38100" dist="38100" dir="2700000" algn="tl">
                      <a:srgbClr val="FFFFFF"/>
                    </a:outerShdw>
                  </a:effectLst>
                  <a:latin typeface="+mn-lt"/>
                  <a:ea typeface="楷体" pitchFamily="49" charset="-122"/>
                </a:rPr>
                <a:t>目标程序</a:t>
              </a:r>
            </a:p>
          </p:txBody>
        </p:sp>
        <p:sp>
          <p:nvSpPr>
            <p:cNvPr id="1022994" name="Text Box 18"/>
            <p:cNvSpPr txBox="1">
              <a:spLocks noChangeArrowheads="1"/>
            </p:cNvSpPr>
            <p:nvPr/>
          </p:nvSpPr>
          <p:spPr bwMode="auto">
            <a:xfrm>
              <a:off x="2672" y="2171"/>
              <a:ext cx="499"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.obj</a:t>
              </a:r>
            </a:p>
          </p:txBody>
        </p:sp>
      </p:grpSp>
      <p:sp>
        <p:nvSpPr>
          <p:cNvPr id="1022995" name="AutoShape 19"/>
          <p:cNvSpPr>
            <a:spLocks noChangeArrowheads="1"/>
          </p:cNvSpPr>
          <p:nvPr/>
        </p:nvSpPr>
        <p:spPr bwMode="auto">
          <a:xfrm>
            <a:off x="6543476" y="2106762"/>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CC99"/>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2996" name="Group 20"/>
          <p:cNvGrpSpPr>
            <a:grpSpLocks/>
          </p:cNvGrpSpPr>
          <p:nvPr/>
        </p:nvGrpSpPr>
        <p:grpSpPr bwMode="auto">
          <a:xfrm>
            <a:off x="7230864" y="1844824"/>
            <a:ext cx="1008063" cy="792162"/>
            <a:chOff x="2064" y="1525"/>
            <a:chExt cx="635" cy="499"/>
          </a:xfrm>
          <a:effectLst>
            <a:outerShdw blurRad="50800" dist="106680" dir="2700000" algn="tl" rotWithShape="0">
              <a:prstClr val="black">
                <a:alpha val="43000"/>
              </a:prstClr>
            </a:outerShdw>
          </a:effectLst>
        </p:grpSpPr>
        <p:sp>
          <p:nvSpPr>
            <p:cNvPr id="1022997" name="Oval 21"/>
            <p:cNvSpPr>
              <a:spLocks noChangeArrowheads="1"/>
            </p:cNvSpPr>
            <p:nvPr/>
          </p:nvSpPr>
          <p:spPr bwMode="auto">
            <a:xfrm>
              <a:off x="2064" y="1525"/>
              <a:ext cx="589" cy="499"/>
            </a:xfrm>
            <a:prstGeom prst="ellipse">
              <a:avLst/>
            </a:prstGeom>
            <a:gradFill rotWithShape="1">
              <a:gsLst>
                <a:gs pos="0">
                  <a:srgbClr val="FFCC99"/>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2998" name="Text Box 22"/>
            <p:cNvSpPr txBox="1">
              <a:spLocks noChangeArrowheads="1"/>
            </p:cNvSpPr>
            <p:nvPr/>
          </p:nvSpPr>
          <p:spPr bwMode="auto">
            <a:xfrm>
              <a:off x="2109" y="1608"/>
              <a:ext cx="590" cy="288"/>
            </a:xfrm>
            <a:prstGeom prst="rect">
              <a:avLst/>
            </a:prstGeom>
            <a:noFill/>
            <a:ln w="9525">
              <a:noFill/>
              <a:miter lim="800000"/>
              <a:headEnd/>
              <a:tailEnd/>
            </a:ln>
            <a:effectLst/>
          </p:spPr>
          <p:txBody>
            <a:bodyPr>
              <a:spAutoFit/>
            </a:bodyPr>
            <a:lstStyle/>
            <a:p>
              <a:pPr>
                <a:spcBef>
                  <a:spcPct val="50000"/>
                </a:spcBef>
              </a:pPr>
              <a:r>
                <a:rPr lang="zh-CN" altLang="en-US" b="1">
                  <a:solidFill>
                    <a:srgbClr val="CC0099"/>
                  </a:solidFill>
                  <a:effectLst>
                    <a:outerShdw blurRad="38100" dist="38100" dir="2700000" algn="tl">
                      <a:srgbClr val="000000"/>
                    </a:outerShdw>
                  </a:effectLst>
                  <a:latin typeface="+mn-lt"/>
                  <a:ea typeface="楷体" pitchFamily="49" charset="-122"/>
                </a:rPr>
                <a:t>链接</a:t>
              </a:r>
            </a:p>
          </p:txBody>
        </p:sp>
      </p:grpSp>
      <p:sp>
        <p:nvSpPr>
          <p:cNvPr id="1022999" name="AutoShape 23"/>
          <p:cNvSpPr>
            <a:spLocks noChangeArrowheads="1"/>
          </p:cNvSpPr>
          <p:nvPr/>
        </p:nvSpPr>
        <p:spPr bwMode="auto">
          <a:xfrm>
            <a:off x="8242101" y="2098825"/>
            <a:ext cx="715962"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FFCC99"/>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grpSp>
        <p:nvGrpSpPr>
          <p:cNvPr id="1023017" name="Group 41"/>
          <p:cNvGrpSpPr>
            <a:grpSpLocks/>
          </p:cNvGrpSpPr>
          <p:nvPr/>
        </p:nvGrpSpPr>
        <p:grpSpPr bwMode="auto">
          <a:xfrm>
            <a:off x="8989814" y="1544638"/>
            <a:ext cx="792163" cy="2320924"/>
            <a:chOff x="4708" y="973"/>
            <a:chExt cx="499" cy="1462"/>
          </a:xfrm>
        </p:grpSpPr>
        <p:sp>
          <p:nvSpPr>
            <p:cNvPr id="1023000" name="Text Box 24"/>
            <p:cNvSpPr txBox="1">
              <a:spLocks noChangeArrowheads="1"/>
            </p:cNvSpPr>
            <p:nvPr/>
          </p:nvSpPr>
          <p:spPr bwMode="auto">
            <a:xfrm>
              <a:off x="4731" y="973"/>
              <a:ext cx="349" cy="1179"/>
            </a:xfrm>
            <a:prstGeom prst="rect">
              <a:avLst/>
            </a:prstGeom>
            <a:solidFill>
              <a:srgbClr val="FF00FF"/>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F00FF"/>
              </a:extrusionClr>
            </a:sp3d>
          </p:spPr>
          <p:txBody>
            <a:bodyPr vert="eaVert">
              <a:spAutoFit/>
              <a:flatTx/>
            </a:bodyPr>
            <a:lstStyle/>
            <a:p>
              <a:pPr algn="ctr">
                <a:spcBef>
                  <a:spcPct val="50000"/>
                </a:spcBef>
              </a:pPr>
              <a:r>
                <a:rPr lang="zh-CN" altLang="en-US" b="1">
                  <a:effectLst>
                    <a:outerShdw blurRad="38100" dist="38100" dir="2700000" algn="tl">
                      <a:srgbClr val="FFFFFF"/>
                    </a:outerShdw>
                  </a:effectLst>
                  <a:latin typeface="+mn-lt"/>
                  <a:ea typeface="楷体" pitchFamily="49" charset="-122"/>
                </a:rPr>
                <a:t>执行程序</a:t>
              </a:r>
            </a:p>
          </p:txBody>
        </p:sp>
        <p:sp>
          <p:nvSpPr>
            <p:cNvPr id="1023001" name="Text Box 25"/>
            <p:cNvSpPr txBox="1">
              <a:spLocks noChangeArrowheads="1"/>
            </p:cNvSpPr>
            <p:nvPr/>
          </p:nvSpPr>
          <p:spPr bwMode="auto">
            <a:xfrm>
              <a:off x="4708" y="2144"/>
              <a:ext cx="499" cy="291"/>
            </a:xfrm>
            <a:prstGeom prst="rect">
              <a:avLst/>
            </a:prstGeom>
            <a:noFill/>
            <a:ln w="9525">
              <a:noFill/>
              <a:miter lim="800000"/>
              <a:headEnd/>
              <a:tailEnd/>
            </a:ln>
            <a:effectLst/>
          </p:spPr>
          <p:txBody>
            <a:bodyPr>
              <a:spAutoFit/>
            </a:bodyPr>
            <a:lstStyle/>
            <a:p>
              <a:pPr>
                <a:spcBef>
                  <a:spcPct val="50000"/>
                </a:spcBef>
              </a:pPr>
              <a:r>
                <a:rPr lang="en-US" altLang="zh-CN" b="1">
                  <a:effectLst>
                    <a:outerShdw blurRad="38100" dist="38100" dir="2700000" algn="tl">
                      <a:srgbClr val="FFFFFF"/>
                    </a:outerShdw>
                  </a:effectLst>
                  <a:latin typeface="+mn-lt"/>
                  <a:ea typeface="楷体" pitchFamily="49" charset="-122"/>
                </a:rPr>
                <a:t>.exe</a:t>
              </a:r>
            </a:p>
          </p:txBody>
        </p:sp>
      </p:grpSp>
      <p:sp>
        <p:nvSpPr>
          <p:cNvPr id="1023003" name="Text Box 27" descr="信纸"/>
          <p:cNvSpPr txBox="1">
            <a:spLocks noChangeArrowheads="1"/>
          </p:cNvSpPr>
          <p:nvPr/>
        </p:nvSpPr>
        <p:spPr bwMode="auto">
          <a:xfrm>
            <a:off x="2127052" y="4149081"/>
            <a:ext cx="3386161" cy="2556727"/>
          </a:xfrm>
          <a:prstGeom prst="rect">
            <a:avLst/>
          </a:prstGeom>
          <a:blipFill dpi="0" rotWithShape="1">
            <a:blip r:embed="rId5" cstate="print"/>
            <a:srcRect/>
            <a:tile tx="0" ty="0" sx="100000" sy="100000" flip="none" algn="tl"/>
          </a:blipFill>
          <a:ln w="38100" cap="sq">
            <a:solidFill>
              <a:srgbClr val="009900"/>
            </a:solidFill>
            <a:miter lim="800000"/>
            <a:headEnd/>
            <a:tailEnd/>
          </a:ln>
          <a:effectLst>
            <a:outerShdw blurRad="50800" dist="106680" dir="2700000" algn="tl" rotWithShape="0">
              <a:prstClr val="black">
                <a:alpha val="40000"/>
              </a:prstClr>
            </a:outerShdw>
          </a:effectLst>
        </p:spPr>
        <p:txBody>
          <a:bodyPr wrap="none" lIns="90000" tIns="46800" rIns="90000" bIns="46800" anchor="ctr">
            <a:spAutoFit/>
          </a:bodyPr>
          <a:lstStyle/>
          <a:p>
            <a:r>
              <a:rPr lang="en-US" altLang="zh-CN" sz="2000" b="1" dirty="0">
                <a:effectLst>
                  <a:outerShdw blurRad="38100" dist="38100" dir="2700000" algn="tl">
                    <a:srgbClr val="FFFFFF"/>
                  </a:outerShdw>
                </a:effectLst>
                <a:ea typeface="隶书" pitchFamily="49" charset="-122"/>
              </a:rPr>
              <a:t>#include &lt;</a:t>
            </a:r>
            <a:r>
              <a:rPr lang="en-US" altLang="zh-CN" sz="2000" b="1" dirty="0" err="1">
                <a:effectLst>
                  <a:outerShdw blurRad="38100" dist="38100" dir="2700000" algn="tl">
                    <a:srgbClr val="FFFFFF"/>
                  </a:outerShdw>
                </a:effectLst>
                <a:ea typeface="隶书" pitchFamily="49" charset="-122"/>
              </a:rPr>
              <a:t>stdio.h</a:t>
            </a:r>
            <a:r>
              <a:rPr lang="en-US" altLang="zh-CN" sz="2000" b="1" dirty="0">
                <a:effectLst>
                  <a:outerShdw blurRad="38100" dist="38100" dir="2700000" algn="tl">
                    <a:srgbClr val="FFFFFF"/>
                  </a:outerShdw>
                </a:effectLst>
                <a:ea typeface="隶书" pitchFamily="49" charset="-122"/>
              </a:rPr>
              <a:t>&gt;</a:t>
            </a:r>
          </a:p>
          <a:p>
            <a:r>
              <a:rPr lang="en-US" altLang="zh-CN" sz="2000" b="1" dirty="0">
                <a:effectLst>
                  <a:outerShdw blurRad="38100" dist="38100" dir="2700000" algn="tl">
                    <a:srgbClr val="FFFFFF"/>
                  </a:outerShdw>
                </a:effectLst>
                <a:ea typeface="隶书" pitchFamily="49" charset="-122"/>
              </a:rPr>
              <a:t>#define PI 3.14159</a:t>
            </a:r>
          </a:p>
          <a:p>
            <a:r>
              <a:rPr lang="en-US" altLang="zh-CN" sz="2000" b="1" dirty="0" err="1">
                <a:effectLst>
                  <a:outerShdw blurRad="38100" dist="38100" dir="2700000" algn="tl">
                    <a:srgbClr val="FFFFFF"/>
                  </a:outerShdw>
                </a:effectLst>
                <a:ea typeface="隶书" pitchFamily="49" charset="-122"/>
              </a:rPr>
              <a:t>int</a:t>
            </a:r>
            <a:r>
              <a:rPr lang="en-US" altLang="zh-CN" sz="2000" b="1" dirty="0">
                <a:effectLst>
                  <a:outerShdw blurRad="38100" dist="38100" dir="2700000" algn="tl">
                    <a:srgbClr val="FFFFFF"/>
                  </a:outerShdw>
                </a:effectLst>
                <a:ea typeface="隶书" pitchFamily="49" charset="-122"/>
              </a:rPr>
              <a:t> main ( )</a:t>
            </a:r>
          </a:p>
          <a:p>
            <a:r>
              <a:rPr lang="en-US" altLang="zh-CN" sz="2000" b="1" dirty="0">
                <a:effectLst>
                  <a:outerShdw blurRad="38100" dist="38100" dir="2700000" algn="tl">
                    <a:srgbClr val="FFFFFF"/>
                  </a:outerShdw>
                </a:effectLst>
                <a:ea typeface="隶书" pitchFamily="49" charset="-122"/>
              </a:rPr>
              <a:t>{</a:t>
            </a:r>
          </a:p>
          <a:p>
            <a:r>
              <a:rPr lang="en-US" altLang="zh-CN" sz="2000" b="1" dirty="0">
                <a:effectLst>
                  <a:outerShdw blurRad="38100" dist="38100" dir="2700000" algn="tl">
                    <a:srgbClr val="FFFFFF"/>
                  </a:outerShdw>
                </a:effectLst>
                <a:ea typeface="隶书" pitchFamily="49" charset="-122"/>
              </a:rPr>
              <a:t>   float r = 4;</a:t>
            </a:r>
          </a:p>
          <a:p>
            <a:r>
              <a:rPr lang="en-US" altLang="zh-CN" sz="2000" b="1" dirty="0">
                <a:effectLst>
                  <a:outerShdw blurRad="38100" dist="38100" dir="2700000" algn="tl">
                    <a:srgbClr val="FFFFFF"/>
                  </a:outerShdw>
                </a:effectLst>
                <a:ea typeface="隶书" pitchFamily="49" charset="-122"/>
              </a:rPr>
              <a:t>   </a:t>
            </a:r>
            <a:r>
              <a:rPr lang="en-US" altLang="zh-CN" sz="2000" b="1" dirty="0" err="1">
                <a:effectLst>
                  <a:outerShdw blurRad="38100" dist="38100" dir="2700000" algn="tl">
                    <a:srgbClr val="FFFFFF"/>
                  </a:outerShdw>
                </a:effectLst>
                <a:ea typeface="隶书" pitchFamily="49" charset="-122"/>
              </a:rPr>
              <a:t>printf</a:t>
            </a:r>
            <a:r>
              <a:rPr lang="en-US" altLang="zh-CN" sz="2000" b="1" dirty="0">
                <a:effectLst>
                  <a:outerShdw blurRad="38100" dist="38100" dir="2700000" algn="tl">
                    <a:srgbClr val="FFFFFF"/>
                  </a:outerShdw>
                </a:effectLst>
                <a:ea typeface="隶书" pitchFamily="49" charset="-122"/>
              </a:rPr>
              <a:t> (“s = %f\n”, PI*r*r);</a:t>
            </a:r>
          </a:p>
          <a:p>
            <a:r>
              <a:rPr lang="en-US" altLang="zh-CN" sz="2000" b="1" dirty="0">
                <a:effectLst>
                  <a:outerShdw blurRad="38100" dist="38100" dir="2700000" algn="tl">
                    <a:srgbClr val="FFFFFF"/>
                  </a:outerShdw>
                </a:effectLst>
                <a:ea typeface="隶书" pitchFamily="49" charset="-122"/>
              </a:rPr>
              <a:t>   return 0;</a:t>
            </a:r>
          </a:p>
          <a:p>
            <a:r>
              <a:rPr lang="en-US" altLang="zh-CN" sz="2000" b="1" dirty="0">
                <a:effectLst>
                  <a:outerShdw blurRad="38100" dist="38100" dir="2700000" algn="tl">
                    <a:srgbClr val="FFFFFF"/>
                  </a:outerShdw>
                </a:effectLst>
                <a:ea typeface="隶书" pitchFamily="49" charset="-122"/>
              </a:rPr>
              <a:t>} </a:t>
            </a:r>
          </a:p>
        </p:txBody>
      </p:sp>
      <p:grpSp>
        <p:nvGrpSpPr>
          <p:cNvPr id="1023006" name="Group 30"/>
          <p:cNvGrpSpPr>
            <a:grpSpLocks/>
          </p:cNvGrpSpPr>
          <p:nvPr/>
        </p:nvGrpSpPr>
        <p:grpSpPr bwMode="auto">
          <a:xfrm>
            <a:off x="2187376" y="4216181"/>
            <a:ext cx="5337174" cy="1704975"/>
            <a:chOff x="423" y="2742"/>
            <a:chExt cx="3362" cy="1074"/>
          </a:xfrm>
        </p:grpSpPr>
        <p:sp>
          <p:nvSpPr>
            <p:cNvPr id="1023004" name="Rectangle 28"/>
            <p:cNvSpPr>
              <a:spLocks noChangeArrowheads="1"/>
            </p:cNvSpPr>
            <p:nvPr/>
          </p:nvSpPr>
          <p:spPr bwMode="auto">
            <a:xfrm>
              <a:off x="423" y="2742"/>
              <a:ext cx="1360" cy="363"/>
            </a:xfrm>
            <a:prstGeom prst="rect">
              <a:avLst/>
            </a:prstGeom>
            <a:noFill/>
            <a:ln w="28575">
              <a:solidFill>
                <a:srgbClr val="FF0000"/>
              </a:solidFill>
              <a:miter lim="800000"/>
              <a:headEnd/>
              <a:tailEnd/>
            </a:ln>
            <a:effectLst/>
          </p:spPr>
          <p:txBody>
            <a:bodyPr wrap="none" anchor="ctr"/>
            <a:lstStyle/>
            <a:p>
              <a:endParaRPr lang="zh-CN" altLang="en-US"/>
            </a:p>
          </p:txBody>
        </p:sp>
        <p:sp>
          <p:nvSpPr>
            <p:cNvPr id="1023005" name="AutoShape 29"/>
            <p:cNvSpPr>
              <a:spLocks/>
            </p:cNvSpPr>
            <p:nvPr/>
          </p:nvSpPr>
          <p:spPr bwMode="auto">
            <a:xfrm>
              <a:off x="2835" y="3562"/>
              <a:ext cx="950" cy="254"/>
            </a:xfrm>
            <a:prstGeom prst="borderCallout2">
              <a:avLst>
                <a:gd name="adj1" fmla="val 28347"/>
                <a:gd name="adj2" fmla="val -5051"/>
                <a:gd name="adj3" fmla="val 28347"/>
                <a:gd name="adj4" fmla="val -51894"/>
                <a:gd name="adj5" fmla="val -222442"/>
                <a:gd name="adj6" fmla="val -112317"/>
              </a:avLst>
            </a:prstGeom>
            <a:gradFill rotWithShape="1">
              <a:gsLst>
                <a:gs pos="0">
                  <a:srgbClr val="00FFFF"/>
                </a:gs>
                <a:gs pos="100000">
                  <a:schemeClr val="bg1"/>
                </a:gs>
              </a:gsLst>
              <a:lin ang="5400000" scaled="1"/>
            </a:gradFill>
            <a:ln w="15875">
              <a:solidFill>
                <a:srgbClr val="FF0000"/>
              </a:solidFill>
              <a:miter lim="800000"/>
              <a:headEnd/>
              <a:tailEnd/>
            </a:ln>
            <a:effectLst>
              <a:outerShdw blurRad="50800" dist="106680" dir="2700000" algn="tl" rotWithShape="0">
                <a:prstClr val="black">
                  <a:alpha val="40000"/>
                </a:prstClr>
              </a:outerShdw>
            </a:effectLst>
          </p:spPr>
          <p:txBody>
            <a:bodyPr/>
            <a:lstStyle/>
            <a:p>
              <a:r>
                <a:rPr lang="zh-CN" altLang="en-US" sz="2000" b="1" dirty="0">
                  <a:effectLst>
                    <a:outerShdw blurRad="38100" dist="38100" dir="2700000" algn="tl">
                      <a:srgbClr val="FFFFFF"/>
                    </a:outerShdw>
                  </a:effectLst>
                  <a:latin typeface="+mn-lt"/>
                  <a:ea typeface="楷体" pitchFamily="49" charset="-122"/>
                </a:rPr>
                <a:t>预处理命令</a:t>
              </a:r>
            </a:p>
          </p:txBody>
        </p:sp>
      </p:grpSp>
      <p:grpSp>
        <p:nvGrpSpPr>
          <p:cNvPr id="1023010" name="Group 34"/>
          <p:cNvGrpSpPr>
            <a:grpSpLocks/>
          </p:cNvGrpSpPr>
          <p:nvPr/>
        </p:nvGrpSpPr>
        <p:grpSpPr bwMode="auto">
          <a:xfrm>
            <a:off x="3497063" y="3178325"/>
            <a:ext cx="1257300" cy="771525"/>
            <a:chOff x="1248" y="2173"/>
            <a:chExt cx="792" cy="486"/>
          </a:xfrm>
          <a:effectLst>
            <a:outerShdw blurRad="50800" dist="106680" dir="2700000" algn="tl" rotWithShape="0">
              <a:prstClr val="black">
                <a:alpha val="43000"/>
              </a:prstClr>
            </a:outerShdw>
          </a:effectLst>
        </p:grpSpPr>
        <p:sp>
          <p:nvSpPr>
            <p:cNvPr id="1023008" name="Oval 32"/>
            <p:cNvSpPr>
              <a:spLocks noChangeArrowheads="1"/>
            </p:cNvSpPr>
            <p:nvPr/>
          </p:nvSpPr>
          <p:spPr bwMode="auto">
            <a:xfrm>
              <a:off x="1248" y="2173"/>
              <a:ext cx="725" cy="486"/>
            </a:xfrm>
            <a:prstGeom prst="ellipse">
              <a:avLst/>
            </a:prstGeom>
            <a:gradFill rotWithShape="1">
              <a:gsLst>
                <a:gs pos="0">
                  <a:srgbClr val="FF00FF"/>
                </a:gs>
                <a:gs pos="100000">
                  <a:schemeClr val="bg1"/>
                </a:gs>
              </a:gsLst>
              <a:lin ang="5400000" scaled="1"/>
            </a:gradFill>
            <a:ln w="9525">
              <a:solidFill>
                <a:schemeClr val="tx1"/>
              </a:solidFill>
              <a:round/>
              <a:headEnd/>
              <a:tailEnd/>
            </a:ln>
            <a:effectLst>
              <a:outerShdw dist="107763" dir="2700000" algn="ctr" rotWithShape="0">
                <a:schemeClr val="bg2">
                  <a:alpha val="50000"/>
                </a:schemeClr>
              </a:outerShdw>
            </a:effectLst>
          </p:spPr>
          <p:txBody>
            <a:bodyPr wrap="none" anchor="ctr"/>
            <a:lstStyle/>
            <a:p>
              <a:endParaRPr lang="zh-CN" altLang="en-US">
                <a:latin typeface="+mn-lt"/>
                <a:ea typeface="楷体" pitchFamily="49" charset="-122"/>
              </a:endParaRPr>
            </a:p>
          </p:txBody>
        </p:sp>
        <p:sp>
          <p:nvSpPr>
            <p:cNvPr id="1023009" name="Text Box 33"/>
            <p:cNvSpPr txBox="1">
              <a:spLocks noChangeArrowheads="1"/>
            </p:cNvSpPr>
            <p:nvPr/>
          </p:nvSpPr>
          <p:spPr bwMode="auto">
            <a:xfrm>
              <a:off x="1269" y="2240"/>
              <a:ext cx="771" cy="288"/>
            </a:xfrm>
            <a:prstGeom prst="rect">
              <a:avLst/>
            </a:prstGeom>
            <a:noFill/>
            <a:ln w="9525">
              <a:noFill/>
              <a:miter lim="800000"/>
              <a:headEnd/>
              <a:tailEnd/>
            </a:ln>
            <a:effectLst/>
          </p:spPr>
          <p:txBody>
            <a:bodyPr>
              <a:spAutoFit/>
            </a:bodyPr>
            <a:lstStyle/>
            <a:p>
              <a:pPr>
                <a:spcBef>
                  <a:spcPct val="50000"/>
                </a:spcBef>
              </a:pPr>
              <a:r>
                <a:rPr lang="zh-CN" altLang="en-US" b="1">
                  <a:solidFill>
                    <a:srgbClr val="FF6600"/>
                  </a:solidFill>
                  <a:effectLst>
                    <a:outerShdw blurRad="38100" dist="38100" dir="2700000" algn="tl">
                      <a:srgbClr val="000000"/>
                    </a:outerShdw>
                  </a:effectLst>
                  <a:latin typeface="+mn-lt"/>
                  <a:ea typeface="楷体" pitchFamily="49" charset="-122"/>
                </a:rPr>
                <a:t>预处理</a:t>
              </a:r>
            </a:p>
          </p:txBody>
        </p:sp>
      </p:grpSp>
      <p:sp>
        <p:nvSpPr>
          <p:cNvPr id="1023011" name="Line 35"/>
          <p:cNvSpPr>
            <a:spLocks noChangeShapeType="1"/>
          </p:cNvSpPr>
          <p:nvPr/>
        </p:nvSpPr>
        <p:spPr bwMode="auto">
          <a:xfrm flipV="1">
            <a:off x="3219413" y="3908620"/>
            <a:ext cx="648419" cy="288404"/>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23012" name="AutoShape 36"/>
          <p:cNvSpPr>
            <a:spLocks noChangeArrowheads="1"/>
          </p:cNvSpPr>
          <p:nvPr/>
        </p:nvSpPr>
        <p:spPr bwMode="auto">
          <a:xfrm rot="2592605">
            <a:off x="3115760" y="2765517"/>
            <a:ext cx="831638" cy="27158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p:nvSpPr>
          <p:cNvPr id="1023013" name="AutoShape 37"/>
          <p:cNvSpPr>
            <a:spLocks noChangeArrowheads="1"/>
          </p:cNvSpPr>
          <p:nvPr/>
        </p:nvSpPr>
        <p:spPr bwMode="auto">
          <a:xfrm rot="-3045274">
            <a:off x="3927276" y="2763987"/>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9525">
            <a:solidFill>
              <a:schemeClr val="tx1"/>
            </a:solidFill>
            <a:miter lim="800000"/>
            <a:headEnd/>
            <a:tailEnd/>
          </a:ln>
          <a:effectLst>
            <a:outerShdw dist="107763" dir="2700000" algn="ctr" rotWithShape="0">
              <a:schemeClr val="bg2">
                <a:alpha val="50000"/>
              </a:schemeClr>
            </a:outerShdw>
          </a:effectLst>
        </p:spPr>
        <p:txBody>
          <a:bodyPr wrap="none" anchor="ctr"/>
          <a:lstStyle/>
          <a:p>
            <a:endParaRPr lang="zh-CN" altLang="en-US"/>
          </a:p>
        </p:txBody>
      </p:sp>
      <p:sp useBgFill="1">
        <p:nvSpPr>
          <p:cNvPr id="1023014" name="Rectangle 38"/>
          <p:cNvSpPr>
            <a:spLocks noChangeArrowheads="1"/>
          </p:cNvSpPr>
          <p:nvPr/>
        </p:nvSpPr>
        <p:spPr bwMode="auto">
          <a:xfrm>
            <a:off x="3291584" y="1628801"/>
            <a:ext cx="708025" cy="936625"/>
          </a:xfrm>
          <a:prstGeom prst="rect">
            <a:avLst/>
          </a:prstGeom>
          <a:ln w="9525">
            <a:noFill/>
            <a:miter lim="800000"/>
            <a:headEnd/>
            <a:tailEnd/>
          </a:ln>
          <a:effectLst/>
        </p:spPr>
        <p:txBody>
          <a:bodyPr wrap="none" anchor="ctr"/>
          <a:lstStyle/>
          <a:p>
            <a:endParaRPr lang="zh-CN" altLang="en-US"/>
          </a:p>
        </p:txBody>
      </p:sp>
      <p:sp>
        <p:nvSpPr>
          <p:cNvPr id="1023018" name="AutoShape 42"/>
          <p:cNvSpPr>
            <a:spLocks noChangeArrowheads="1"/>
          </p:cNvSpPr>
          <p:nvPr/>
        </p:nvSpPr>
        <p:spPr bwMode="auto">
          <a:xfrm>
            <a:off x="6096000" y="3861048"/>
            <a:ext cx="3167062" cy="1296988"/>
          </a:xfrm>
          <a:prstGeom prst="cloudCallout">
            <a:avLst>
              <a:gd name="adj1" fmla="val -107123"/>
              <a:gd name="adj2" fmla="val -52597"/>
            </a:avLst>
          </a:prstGeom>
          <a:gradFill rotWithShape="1">
            <a:gsLst>
              <a:gs pos="0">
                <a:srgbClr val="FFCC99"/>
              </a:gs>
              <a:gs pos="100000">
                <a:schemeClr val="bg1"/>
              </a:gs>
            </a:gsLst>
            <a:lin ang="5400000" scaled="1"/>
          </a:gradFill>
          <a:ln w="25400">
            <a:solidFill>
              <a:srgbClr val="008000"/>
            </a:solidFill>
            <a:round/>
            <a:headEnd/>
            <a:tailEnd/>
          </a:ln>
          <a:effectLst>
            <a:outerShdw blurRad="50800" dist="106680" dir="2700000" algn="tl" rotWithShape="0">
              <a:prstClr val="black">
                <a:alpha val="43000"/>
              </a:prstClr>
            </a:outerShdw>
          </a:effectLst>
        </p:spPr>
        <p:txBody>
          <a:bodyPr/>
          <a:lstStyle/>
          <a:p>
            <a:pPr algn="ctr"/>
            <a:r>
              <a:rPr lang="zh-CN" altLang="en-US" sz="2800" b="1">
                <a:solidFill>
                  <a:srgbClr val="FF0066"/>
                </a:solidFill>
                <a:effectLst>
                  <a:outerShdw blurRad="38100" dist="38100" dir="2700000" algn="tl">
                    <a:srgbClr val="000000"/>
                  </a:outerShdw>
                </a:effectLst>
                <a:ea typeface="隶书" pitchFamily="49" charset="-122"/>
              </a:rPr>
              <a:t>本章讨论之重点！</a:t>
            </a:r>
          </a:p>
        </p:txBody>
      </p:sp>
      <p:grpSp>
        <p:nvGrpSpPr>
          <p:cNvPr id="1023019" name="Group 43"/>
          <p:cNvGrpSpPr>
            <a:grpSpLocks/>
          </p:cNvGrpSpPr>
          <p:nvPr/>
        </p:nvGrpSpPr>
        <p:grpSpPr bwMode="auto">
          <a:xfrm>
            <a:off x="-9822" y="0"/>
            <a:ext cx="446088" cy="6858000"/>
            <a:chOff x="0" y="0"/>
            <a:chExt cx="281" cy="4320"/>
          </a:xfrm>
        </p:grpSpPr>
        <p:sp>
          <p:nvSpPr>
            <p:cNvPr id="1023020" name="Text Box 4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23021" name="Text Box 4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2979"/>
                                        </p:tgtEl>
                                        <p:attrNameLst>
                                          <p:attrName>style.visibility</p:attrName>
                                        </p:attrNameLst>
                                      </p:cBhvr>
                                      <p:to>
                                        <p:strVal val="visible"/>
                                      </p:to>
                                    </p:set>
                                    <p:anim calcmode="lin" valueType="num">
                                      <p:cBhvr additive="base">
                                        <p:cTn id="7" dur="500" fill="hold"/>
                                        <p:tgtEl>
                                          <p:spTgt spid="1022979"/>
                                        </p:tgtEl>
                                        <p:attrNameLst>
                                          <p:attrName>ppt_x</p:attrName>
                                        </p:attrNameLst>
                                      </p:cBhvr>
                                      <p:tavLst>
                                        <p:tav tm="0">
                                          <p:val>
                                            <p:strVal val="0-#ppt_w/2"/>
                                          </p:val>
                                        </p:tav>
                                        <p:tav tm="100000">
                                          <p:val>
                                            <p:strVal val="#ppt_x"/>
                                          </p:val>
                                        </p:tav>
                                      </p:tavLst>
                                    </p:anim>
                                    <p:anim calcmode="lin" valueType="num">
                                      <p:cBhvr additive="base">
                                        <p:cTn id="8" dur="500" fill="hold"/>
                                        <p:tgtEl>
                                          <p:spTgt spid="10229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22984"/>
                                        </p:tgtEl>
                                        <p:attrNameLst>
                                          <p:attrName>style.visibility</p:attrName>
                                        </p:attrNameLst>
                                      </p:cBhvr>
                                      <p:to>
                                        <p:strVal val="visible"/>
                                      </p:to>
                                    </p:set>
                                    <p:animEffect transition="in" filter="box(out)">
                                      <p:cBhvr>
                                        <p:cTn id="13" dur="500"/>
                                        <p:tgtEl>
                                          <p:spTgt spid="1022984"/>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023015"/>
                                        </p:tgtEl>
                                        <p:attrNameLst>
                                          <p:attrName>style.visibility</p:attrName>
                                        </p:attrNameLst>
                                      </p:cBhvr>
                                      <p:to>
                                        <p:strVal val="visible"/>
                                      </p:to>
                                    </p:set>
                                    <p:animEffect transition="in" filter="strips(downRight)">
                                      <p:cBhvr>
                                        <p:cTn id="18" dur="500"/>
                                        <p:tgtEl>
                                          <p:spTgt spid="1023015"/>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1022988"/>
                                        </p:tgtEl>
                                        <p:attrNameLst>
                                          <p:attrName>style.visibility</p:attrName>
                                        </p:attrNameLst>
                                      </p:cBhvr>
                                      <p:to>
                                        <p:strVal val="visible"/>
                                      </p:to>
                                    </p:set>
                                    <p:animEffect transition="in" filter="strips(downRight)">
                                      <p:cBhvr>
                                        <p:cTn id="22" dur="500"/>
                                        <p:tgtEl>
                                          <p:spTgt spid="102298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1000"/>
                            </p:stCondLst>
                            <p:childTnLst>
                              <p:par>
                                <p:cTn id="24" presetID="18" presetClass="entr" presetSubtype="6" fill="hold" nodeType="afterEffect">
                                  <p:stCondLst>
                                    <p:cond delay="0"/>
                                  </p:stCondLst>
                                  <p:childTnLst>
                                    <p:set>
                                      <p:cBhvr>
                                        <p:cTn id="25" dur="1" fill="hold">
                                          <p:stCondLst>
                                            <p:cond delay="0"/>
                                          </p:stCondLst>
                                        </p:cTn>
                                        <p:tgtEl>
                                          <p:spTgt spid="1022992"/>
                                        </p:tgtEl>
                                        <p:attrNameLst>
                                          <p:attrName>style.visibility</p:attrName>
                                        </p:attrNameLst>
                                      </p:cBhvr>
                                      <p:to>
                                        <p:strVal val="visible"/>
                                      </p:to>
                                    </p:set>
                                    <p:animEffect transition="in" filter="strips(downRight)">
                                      <p:cBhvr>
                                        <p:cTn id="26" dur="500"/>
                                        <p:tgtEl>
                                          <p:spTgt spid="1022992"/>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par>
                          <p:cTn id="27" fill="hold">
                            <p:stCondLst>
                              <p:cond delay="1500"/>
                            </p:stCondLst>
                            <p:childTnLst>
                              <p:par>
                                <p:cTn id="28" presetID="18" presetClass="entr" presetSubtype="6" fill="hold" grpId="0" nodeType="afterEffect">
                                  <p:stCondLst>
                                    <p:cond delay="0"/>
                                  </p:stCondLst>
                                  <p:childTnLst>
                                    <p:set>
                                      <p:cBhvr>
                                        <p:cTn id="29" dur="1" fill="hold">
                                          <p:stCondLst>
                                            <p:cond delay="0"/>
                                          </p:stCondLst>
                                        </p:cTn>
                                        <p:tgtEl>
                                          <p:spTgt spid="1022993"/>
                                        </p:tgtEl>
                                        <p:attrNameLst>
                                          <p:attrName>style.visibility</p:attrName>
                                        </p:attrNameLst>
                                      </p:cBhvr>
                                      <p:to>
                                        <p:strVal val="visible"/>
                                      </p:to>
                                    </p:set>
                                    <p:animEffect transition="in" filter="strips(downRight)">
                                      <p:cBhvr>
                                        <p:cTn id="30" dur="500"/>
                                        <p:tgtEl>
                                          <p:spTgt spid="1022993"/>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par>
                          <p:cTn id="31" fill="hold">
                            <p:stCondLst>
                              <p:cond delay="2000"/>
                            </p:stCondLst>
                            <p:childTnLst>
                              <p:par>
                                <p:cTn id="32" presetID="18" presetClass="entr" presetSubtype="6" fill="hold" nodeType="afterEffect">
                                  <p:stCondLst>
                                    <p:cond delay="0"/>
                                  </p:stCondLst>
                                  <p:childTnLst>
                                    <p:set>
                                      <p:cBhvr>
                                        <p:cTn id="33" dur="1" fill="hold">
                                          <p:stCondLst>
                                            <p:cond delay="0"/>
                                          </p:stCondLst>
                                        </p:cTn>
                                        <p:tgtEl>
                                          <p:spTgt spid="1023016"/>
                                        </p:tgtEl>
                                        <p:attrNameLst>
                                          <p:attrName>style.visibility</p:attrName>
                                        </p:attrNameLst>
                                      </p:cBhvr>
                                      <p:to>
                                        <p:strVal val="visible"/>
                                      </p:to>
                                    </p:set>
                                    <p:animEffect transition="in" filter="strips(downRight)">
                                      <p:cBhvr>
                                        <p:cTn id="34" dur="500"/>
                                        <p:tgtEl>
                                          <p:spTgt spid="1023016"/>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2500"/>
                            </p:stCondLst>
                            <p:childTnLst>
                              <p:par>
                                <p:cTn id="36" presetID="18" presetClass="entr" presetSubtype="6" fill="hold" grpId="0" nodeType="afterEffect">
                                  <p:stCondLst>
                                    <p:cond delay="0"/>
                                  </p:stCondLst>
                                  <p:childTnLst>
                                    <p:set>
                                      <p:cBhvr>
                                        <p:cTn id="37" dur="1" fill="hold">
                                          <p:stCondLst>
                                            <p:cond delay="0"/>
                                          </p:stCondLst>
                                        </p:cTn>
                                        <p:tgtEl>
                                          <p:spTgt spid="1022995"/>
                                        </p:tgtEl>
                                        <p:attrNameLst>
                                          <p:attrName>style.visibility</p:attrName>
                                        </p:attrNameLst>
                                      </p:cBhvr>
                                      <p:to>
                                        <p:strVal val="visible"/>
                                      </p:to>
                                    </p:set>
                                    <p:animEffect transition="in" filter="strips(downRight)">
                                      <p:cBhvr>
                                        <p:cTn id="38" dur="500"/>
                                        <p:tgtEl>
                                          <p:spTgt spid="102299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par>
                          <p:cTn id="39" fill="hold">
                            <p:stCondLst>
                              <p:cond delay="3000"/>
                            </p:stCondLst>
                            <p:childTnLst>
                              <p:par>
                                <p:cTn id="40" presetID="18" presetClass="entr" presetSubtype="6" fill="hold" nodeType="afterEffect">
                                  <p:stCondLst>
                                    <p:cond delay="0"/>
                                  </p:stCondLst>
                                  <p:childTnLst>
                                    <p:set>
                                      <p:cBhvr>
                                        <p:cTn id="41" dur="1" fill="hold">
                                          <p:stCondLst>
                                            <p:cond delay="0"/>
                                          </p:stCondLst>
                                        </p:cTn>
                                        <p:tgtEl>
                                          <p:spTgt spid="1022996"/>
                                        </p:tgtEl>
                                        <p:attrNameLst>
                                          <p:attrName>style.visibility</p:attrName>
                                        </p:attrNameLst>
                                      </p:cBhvr>
                                      <p:to>
                                        <p:strVal val="visible"/>
                                      </p:to>
                                    </p:set>
                                    <p:animEffect transition="in" filter="strips(downRight)">
                                      <p:cBhvr>
                                        <p:cTn id="42" dur="500"/>
                                        <p:tgtEl>
                                          <p:spTgt spid="1022996"/>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par>
                          <p:cTn id="43" fill="hold">
                            <p:stCondLst>
                              <p:cond delay="3500"/>
                            </p:stCondLst>
                            <p:childTnLst>
                              <p:par>
                                <p:cTn id="44" presetID="18" presetClass="entr" presetSubtype="6" fill="hold" grpId="0" nodeType="afterEffect">
                                  <p:stCondLst>
                                    <p:cond delay="0"/>
                                  </p:stCondLst>
                                  <p:childTnLst>
                                    <p:set>
                                      <p:cBhvr>
                                        <p:cTn id="45" dur="1" fill="hold">
                                          <p:stCondLst>
                                            <p:cond delay="0"/>
                                          </p:stCondLst>
                                        </p:cTn>
                                        <p:tgtEl>
                                          <p:spTgt spid="1022999"/>
                                        </p:tgtEl>
                                        <p:attrNameLst>
                                          <p:attrName>style.visibility</p:attrName>
                                        </p:attrNameLst>
                                      </p:cBhvr>
                                      <p:to>
                                        <p:strVal val="visible"/>
                                      </p:to>
                                    </p:set>
                                    <p:animEffect transition="in" filter="strips(downRight)">
                                      <p:cBhvr>
                                        <p:cTn id="46" dur="500"/>
                                        <p:tgtEl>
                                          <p:spTgt spid="1022999"/>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4000"/>
                            </p:stCondLst>
                            <p:childTnLst>
                              <p:par>
                                <p:cTn id="48" presetID="18" presetClass="entr" presetSubtype="6" fill="hold" nodeType="afterEffect">
                                  <p:stCondLst>
                                    <p:cond delay="0"/>
                                  </p:stCondLst>
                                  <p:childTnLst>
                                    <p:set>
                                      <p:cBhvr>
                                        <p:cTn id="49" dur="1" fill="hold">
                                          <p:stCondLst>
                                            <p:cond delay="0"/>
                                          </p:stCondLst>
                                        </p:cTn>
                                        <p:tgtEl>
                                          <p:spTgt spid="1023017"/>
                                        </p:tgtEl>
                                        <p:attrNameLst>
                                          <p:attrName>style.visibility</p:attrName>
                                        </p:attrNameLst>
                                      </p:cBhvr>
                                      <p:to>
                                        <p:strVal val="visible"/>
                                      </p:to>
                                    </p:set>
                                    <p:animEffect transition="in" filter="strips(downRight)">
                                      <p:cBhvr>
                                        <p:cTn id="50" dur="500"/>
                                        <p:tgtEl>
                                          <p:spTgt spid="1023017"/>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3003"/>
                                        </p:tgtEl>
                                        <p:attrNameLst>
                                          <p:attrName>style.visibility</p:attrName>
                                        </p:attrNameLst>
                                      </p:cBhvr>
                                      <p:to>
                                        <p:strVal val="visible"/>
                                      </p:to>
                                    </p:set>
                                    <p:animEffect transition="in" filter="box(out)">
                                      <p:cBhvr>
                                        <p:cTn id="55" dur="500"/>
                                        <p:tgtEl>
                                          <p:spTgt spid="1023003"/>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par>
                          <p:cTn id="56" fill="hold">
                            <p:stCondLst>
                              <p:cond delay="500"/>
                            </p:stCondLst>
                            <p:childTnLst>
                              <p:par>
                                <p:cTn id="57" presetID="18" presetClass="entr" presetSubtype="6" fill="hold" nodeType="afterEffect">
                                  <p:stCondLst>
                                    <p:cond delay="0"/>
                                  </p:stCondLst>
                                  <p:childTnLst>
                                    <p:set>
                                      <p:cBhvr>
                                        <p:cTn id="58" dur="1" fill="hold">
                                          <p:stCondLst>
                                            <p:cond delay="0"/>
                                          </p:stCondLst>
                                        </p:cTn>
                                        <p:tgtEl>
                                          <p:spTgt spid="1023006"/>
                                        </p:tgtEl>
                                        <p:attrNameLst>
                                          <p:attrName>style.visibility</p:attrName>
                                        </p:attrNameLst>
                                      </p:cBhvr>
                                      <p:to>
                                        <p:strVal val="visible"/>
                                      </p:to>
                                    </p:set>
                                    <p:animEffect transition="in" filter="strips(downRight)">
                                      <p:cBhvr>
                                        <p:cTn id="59" dur="500"/>
                                        <p:tgtEl>
                                          <p:spTgt spid="1023006"/>
                                        </p:tgtEl>
                                      </p:cBhvr>
                                    </p:animEffect>
                                  </p:childTnLst>
                                  <p:subTnLst>
                                    <p:audio>
                                      <p:cMediaNode>
                                        <p:cTn display="0" masterRel="sameClick">
                                          <p:stCondLst>
                                            <p:cond evt="begin" delay="0">
                                              <p:tn val="57"/>
                                            </p:cond>
                                          </p:stCondLst>
                                          <p:endCondLst>
                                            <p:cond evt="onStopAudio" delay="0">
                                              <p:tgtEl>
                                                <p:sldTgt/>
                                              </p:tgtEl>
                                            </p:cond>
                                          </p:endCondLst>
                                        </p:cTn>
                                        <p:tgtEl>
                                          <p:sndTgt r:embed="rId3" name="laser.wav"/>
                                        </p:tgtEl>
                                      </p:cMediaNode>
                                    </p:audio>
                                  </p:sub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1023014"/>
                                        </p:tgtEl>
                                        <p:attrNameLst>
                                          <p:attrName>style.visibility</p:attrName>
                                        </p:attrNameLst>
                                      </p:cBhvr>
                                      <p:to>
                                        <p:strVal val="visible"/>
                                      </p:to>
                                    </p:set>
                                    <p:animEffect transition="in" filter="box(in)">
                                      <p:cBhvr>
                                        <p:cTn id="64" dur="500"/>
                                        <p:tgtEl>
                                          <p:spTgt spid="1023014"/>
                                        </p:tgtEl>
                                      </p:cBhvr>
                                    </p:animEffect>
                                  </p:childTnLst>
                                  <p:subTnLst>
                                    <p:audio>
                                      <p:cMediaNode>
                                        <p:cTn display="0" masterRel="sameClick">
                                          <p:stCondLst>
                                            <p:cond evt="begin" delay="0">
                                              <p:tn val="62"/>
                                            </p:cond>
                                          </p:stCondLst>
                                          <p:endCondLst>
                                            <p:cond evt="onStopAudio" delay="0">
                                              <p:tgtEl>
                                                <p:sldTgt/>
                                              </p:tgtEl>
                                            </p:cond>
                                          </p:endCondLst>
                                        </p:cTn>
                                        <p:tgtEl>
                                          <p:sndTgt r:embed="rId2" name="camera.wav"/>
                                        </p:tgtEl>
                                      </p:cMediaNode>
                                    </p:audio>
                                  </p:subTnLst>
                                </p:cTn>
                              </p:par>
                            </p:childTnLst>
                          </p:cTn>
                        </p:par>
                        <p:par>
                          <p:cTn id="65" fill="hold">
                            <p:stCondLst>
                              <p:cond delay="500"/>
                            </p:stCondLst>
                            <p:childTnLst>
                              <p:par>
                                <p:cTn id="66" presetID="18" presetClass="entr" presetSubtype="6" fill="hold" grpId="0" nodeType="afterEffect">
                                  <p:stCondLst>
                                    <p:cond delay="0"/>
                                  </p:stCondLst>
                                  <p:childTnLst>
                                    <p:set>
                                      <p:cBhvr>
                                        <p:cTn id="67" dur="1" fill="hold">
                                          <p:stCondLst>
                                            <p:cond delay="0"/>
                                          </p:stCondLst>
                                        </p:cTn>
                                        <p:tgtEl>
                                          <p:spTgt spid="1023012"/>
                                        </p:tgtEl>
                                        <p:attrNameLst>
                                          <p:attrName>style.visibility</p:attrName>
                                        </p:attrNameLst>
                                      </p:cBhvr>
                                      <p:to>
                                        <p:strVal val="visible"/>
                                      </p:to>
                                    </p:set>
                                    <p:animEffect transition="in" filter="strips(downRight)">
                                      <p:cBhvr>
                                        <p:cTn id="68" dur="500"/>
                                        <p:tgtEl>
                                          <p:spTgt spid="1023012"/>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par>
                          <p:cTn id="69" fill="hold">
                            <p:stCondLst>
                              <p:cond delay="1000"/>
                            </p:stCondLst>
                            <p:childTnLst>
                              <p:par>
                                <p:cTn id="70" presetID="18" presetClass="entr" presetSubtype="6" fill="hold" nodeType="afterEffect">
                                  <p:stCondLst>
                                    <p:cond delay="0"/>
                                  </p:stCondLst>
                                  <p:childTnLst>
                                    <p:set>
                                      <p:cBhvr>
                                        <p:cTn id="71" dur="1" fill="hold">
                                          <p:stCondLst>
                                            <p:cond delay="0"/>
                                          </p:stCondLst>
                                        </p:cTn>
                                        <p:tgtEl>
                                          <p:spTgt spid="1023010"/>
                                        </p:tgtEl>
                                        <p:attrNameLst>
                                          <p:attrName>style.visibility</p:attrName>
                                        </p:attrNameLst>
                                      </p:cBhvr>
                                      <p:to>
                                        <p:strVal val="visible"/>
                                      </p:to>
                                    </p:set>
                                    <p:animEffect transition="in" filter="strips(downRight)">
                                      <p:cBhvr>
                                        <p:cTn id="72" dur="500"/>
                                        <p:tgtEl>
                                          <p:spTgt spid="1023010"/>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par>
                          <p:cTn id="73" fill="hold">
                            <p:stCondLst>
                              <p:cond delay="1500"/>
                            </p:stCondLst>
                            <p:childTnLst>
                              <p:par>
                                <p:cTn id="74" presetID="18" presetClass="entr" presetSubtype="3" fill="hold" grpId="0" nodeType="afterEffect">
                                  <p:stCondLst>
                                    <p:cond delay="0"/>
                                  </p:stCondLst>
                                  <p:childTnLst>
                                    <p:set>
                                      <p:cBhvr>
                                        <p:cTn id="75" dur="1" fill="hold">
                                          <p:stCondLst>
                                            <p:cond delay="0"/>
                                          </p:stCondLst>
                                        </p:cTn>
                                        <p:tgtEl>
                                          <p:spTgt spid="1023013"/>
                                        </p:tgtEl>
                                        <p:attrNameLst>
                                          <p:attrName>style.visibility</p:attrName>
                                        </p:attrNameLst>
                                      </p:cBhvr>
                                      <p:to>
                                        <p:strVal val="visible"/>
                                      </p:to>
                                    </p:set>
                                    <p:animEffect transition="in" filter="strips(upRight)">
                                      <p:cBhvr>
                                        <p:cTn id="76" dur="500"/>
                                        <p:tgtEl>
                                          <p:spTgt spid="1023013"/>
                                        </p:tgtEl>
                                      </p:cBhvr>
                                    </p:animEffect>
                                  </p:childTnLst>
                                  <p:subTnLst>
                                    <p:audio>
                                      <p:cMediaNode>
                                        <p:cTn display="0" masterRel="sameClick">
                                          <p:stCondLst>
                                            <p:cond evt="begin" delay="0">
                                              <p:tn val="74"/>
                                            </p:cond>
                                          </p:stCondLst>
                                          <p:endCondLst>
                                            <p:cond evt="onStopAudio" delay="0">
                                              <p:tgtEl>
                                                <p:sldTgt/>
                                              </p:tgtEl>
                                            </p:cond>
                                          </p:endCondLst>
                                        </p:cTn>
                                        <p:tgtEl>
                                          <p:sndTgt r:embed="rId2" name="camera.wav"/>
                                        </p:tgtEl>
                                      </p:cMediaNode>
                                    </p:audio>
                                  </p:subTnLst>
                                </p:cTn>
                              </p:par>
                            </p:childTnLst>
                          </p:cTn>
                        </p:par>
                        <p:par>
                          <p:cTn id="77" fill="hold">
                            <p:stCondLst>
                              <p:cond delay="2000"/>
                            </p:stCondLst>
                            <p:childTnLst>
                              <p:par>
                                <p:cTn id="78" presetID="18" presetClass="entr" presetSubtype="3" fill="hold" grpId="0" nodeType="afterEffect">
                                  <p:stCondLst>
                                    <p:cond delay="0"/>
                                  </p:stCondLst>
                                  <p:childTnLst>
                                    <p:set>
                                      <p:cBhvr>
                                        <p:cTn id="79" dur="1" fill="hold">
                                          <p:stCondLst>
                                            <p:cond delay="0"/>
                                          </p:stCondLst>
                                        </p:cTn>
                                        <p:tgtEl>
                                          <p:spTgt spid="1023011"/>
                                        </p:tgtEl>
                                        <p:attrNameLst>
                                          <p:attrName>style.visibility</p:attrName>
                                        </p:attrNameLst>
                                      </p:cBhvr>
                                      <p:to>
                                        <p:strVal val="visible"/>
                                      </p:to>
                                    </p:set>
                                    <p:animEffect transition="in" filter="strips(upRight)">
                                      <p:cBhvr>
                                        <p:cTn id="80" dur="500"/>
                                        <p:tgtEl>
                                          <p:spTgt spid="1023011"/>
                                        </p:tgtEl>
                                      </p:cBhvr>
                                    </p:animEffect>
                                  </p:childTnLst>
                                  <p:subTnLst>
                                    <p:audio>
                                      <p:cMediaNode>
                                        <p:cTn display="0" masterRel="sameClick">
                                          <p:stCondLst>
                                            <p:cond evt="begin" delay="0">
                                              <p:tn val="78"/>
                                            </p:cond>
                                          </p:stCondLst>
                                          <p:endCondLst>
                                            <p:cond evt="onStopAudio" delay="0">
                                              <p:tgtEl>
                                                <p:sldTgt/>
                                              </p:tgtEl>
                                            </p:cond>
                                          </p:endCondLst>
                                        </p:cTn>
                                        <p:tgtEl>
                                          <p:sndTgt r:embed="rId2" name="camera.wav"/>
                                        </p:tgtEl>
                                      </p:cMediaNode>
                                    </p:audio>
                                  </p:subTnLst>
                                </p:cTn>
                              </p:par>
                            </p:childTnLst>
                          </p:cTn>
                        </p:par>
                      </p:childTnLst>
                    </p:cTn>
                  </p:par>
                  <p:par>
                    <p:cTn id="81" fill="hold">
                      <p:stCondLst>
                        <p:cond delay="indefinite"/>
                      </p:stCondLst>
                      <p:childTnLst>
                        <p:par>
                          <p:cTn id="82" fill="hold">
                            <p:stCondLst>
                              <p:cond delay="0"/>
                            </p:stCondLst>
                            <p:childTnLst>
                              <p:par>
                                <p:cTn id="83" presetID="18" presetClass="entr" presetSubtype="6" fill="hold" grpId="0" nodeType="clickEffect">
                                  <p:stCondLst>
                                    <p:cond delay="0"/>
                                  </p:stCondLst>
                                  <p:childTnLst>
                                    <p:set>
                                      <p:cBhvr>
                                        <p:cTn id="84" dur="1" fill="hold">
                                          <p:stCondLst>
                                            <p:cond delay="0"/>
                                          </p:stCondLst>
                                        </p:cTn>
                                        <p:tgtEl>
                                          <p:spTgt spid="1023018"/>
                                        </p:tgtEl>
                                        <p:attrNameLst>
                                          <p:attrName>style.visibility</p:attrName>
                                        </p:attrNameLst>
                                      </p:cBhvr>
                                      <p:to>
                                        <p:strVal val="visible"/>
                                      </p:to>
                                    </p:set>
                                    <p:animEffect transition="in" filter="strips(downRight)">
                                      <p:cBhvr>
                                        <p:cTn id="85" dur="500"/>
                                        <p:tgtEl>
                                          <p:spTgt spid="1023018"/>
                                        </p:tgtEl>
                                      </p:cBhvr>
                                    </p:animEffect>
                                  </p:childTnLst>
                                  <p:subTnLst>
                                    <p:audio>
                                      <p:cMediaNode>
                                        <p:cTn display="0" masterRel="sameClick">
                                          <p:stCondLst>
                                            <p:cond evt="begin" delay="0">
                                              <p:tn val="83"/>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79" grpId="0"/>
      <p:bldP spid="1022984" grpId="0"/>
      <p:bldP spid="1022988" grpId="0" animBg="1"/>
      <p:bldP spid="1022993" grpId="0" animBg="1"/>
      <p:bldP spid="1022995" grpId="0" animBg="1"/>
      <p:bldP spid="1022999" grpId="0" animBg="1"/>
      <p:bldP spid="1023003" grpId="0" animBg="1" autoUpdateAnimBg="0"/>
      <p:bldP spid="1023011" grpId="0" animBg="1"/>
      <p:bldP spid="1023012" grpId="0" animBg="1"/>
      <p:bldP spid="1023013" grpId="0" animBg="1"/>
      <p:bldP spid="1023014" grpId="0" animBg="1"/>
      <p:bldP spid="1023018"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890" name="Text Box 2"/>
          <p:cNvSpPr txBox="1">
            <a:spLocks noChangeArrowheads="1"/>
          </p:cNvSpPr>
          <p:nvPr/>
        </p:nvSpPr>
        <p:spPr bwMode="auto">
          <a:xfrm>
            <a:off x="555329" y="144464"/>
            <a:ext cx="3889375" cy="579437"/>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学习目标</a:t>
            </a:r>
            <a:r>
              <a:rPr kumimoji="0" lang="zh-CN" altLang="en-US" b="1">
                <a:effectLst>
                  <a:outerShdw blurRad="38100" dist="38100" dir="2700000" algn="tl">
                    <a:srgbClr val="FFFFFF"/>
                  </a:outerShdw>
                </a:effectLst>
              </a:rPr>
              <a:t>  </a:t>
            </a:r>
            <a:endParaRPr kumimoji="0" lang="zh-CN" altLang="en-US"/>
          </a:p>
        </p:txBody>
      </p:sp>
      <p:sp>
        <p:nvSpPr>
          <p:cNvPr id="677903" name="Text Box 15"/>
          <p:cNvSpPr txBox="1">
            <a:spLocks noChangeArrowheads="1"/>
          </p:cNvSpPr>
          <p:nvPr/>
        </p:nvSpPr>
        <p:spPr bwMode="auto">
          <a:xfrm>
            <a:off x="529929" y="2921000"/>
            <a:ext cx="3889375" cy="579438"/>
          </a:xfrm>
          <a:prstGeom prst="rect">
            <a:avLst/>
          </a:prstGeom>
          <a:noFill/>
          <a:ln w="57150">
            <a:noFill/>
            <a:miter lim="800000"/>
            <a:headEnd/>
            <a:tailEnd/>
          </a:ln>
          <a:effectLst/>
        </p:spPr>
        <p:txBody>
          <a:bodyPr>
            <a:spAutoFit/>
          </a:bodyPr>
          <a:lstStyle/>
          <a:p>
            <a:pPr marL="177800" indent="-177800">
              <a:spcBef>
                <a:spcPct val="50000"/>
              </a:spcBef>
              <a:buFont typeface="Wingdings" pitchFamily="2" charset="2"/>
              <a:buChar char="u"/>
              <a:tabLst>
                <a:tab pos="177800" algn="l"/>
              </a:tabLst>
            </a:pPr>
            <a:r>
              <a:rPr kumimoji="0" lang="zh-CN" altLang="en-US" sz="3200" b="1">
                <a:solidFill>
                  <a:srgbClr val="FF3300"/>
                </a:solidFill>
                <a:effectLst>
                  <a:outerShdw blurRad="38100" dist="38100" dir="2700000" algn="tl">
                    <a:srgbClr val="000000"/>
                  </a:outerShdw>
                </a:effectLst>
                <a:latin typeface="Arial" pitchFamily="34" charset="0"/>
                <a:ea typeface="隶书" pitchFamily="49" charset="-122"/>
              </a:rPr>
              <a:t>学习内容</a:t>
            </a:r>
            <a:r>
              <a:rPr kumimoji="0" lang="zh-CN" altLang="en-US" b="1">
                <a:effectLst>
                  <a:outerShdw blurRad="38100" dist="38100" dir="2700000" algn="tl">
                    <a:srgbClr val="FFFFFF"/>
                  </a:outerShdw>
                </a:effectLst>
              </a:rPr>
              <a:t> </a:t>
            </a:r>
            <a:endParaRPr kumimoji="0" lang="zh-CN" altLang="en-US"/>
          </a:p>
        </p:txBody>
      </p:sp>
      <p:sp>
        <p:nvSpPr>
          <p:cNvPr id="677932" name="Rectangle 44"/>
          <p:cNvSpPr>
            <a:spLocks noChangeArrowheads="1"/>
          </p:cNvSpPr>
          <p:nvPr/>
        </p:nvSpPr>
        <p:spPr bwMode="auto">
          <a:xfrm>
            <a:off x="1098376" y="3541714"/>
            <a:ext cx="9937601" cy="26765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buClr>
                <a:srgbClr val="CC0099"/>
              </a:buClr>
              <a:buFont typeface="Wingdings" pitchFamily="2" charset="2"/>
              <a:buChar char="ü"/>
            </a:pPr>
            <a:r>
              <a:rPr lang="zh-CN" altLang="en-US" b="1">
                <a:effectLst>
                  <a:outerShdw blurRad="38100" dist="38100" dir="2700000" algn="tl">
                    <a:srgbClr val="FFFFFF"/>
                  </a:outerShdw>
                </a:effectLst>
                <a:latin typeface="+mn-lt"/>
                <a:ea typeface="楷体" pitchFamily="49" charset="-122"/>
              </a:rPr>
              <a:t>预处理命令简介</a:t>
            </a:r>
          </a:p>
          <a:p>
            <a:pPr>
              <a:buClr>
                <a:srgbClr val="CC0099"/>
              </a:buClr>
              <a:buFont typeface="Wingdings" pitchFamily="2" charset="2"/>
              <a:buChar char="ü"/>
            </a:pPr>
            <a:r>
              <a:rPr lang="zh-CN" altLang="en-US" b="1">
                <a:effectLst>
                  <a:outerShdw blurRad="38100" dist="38100" dir="2700000" algn="tl">
                    <a:srgbClr val="FFFFFF"/>
                  </a:outerShdw>
                </a:effectLst>
                <a:latin typeface="+mn-lt"/>
                <a:ea typeface="楷体" pitchFamily="49" charset="-122"/>
              </a:rPr>
              <a:t>宏定义</a:t>
            </a:r>
          </a:p>
          <a:p>
            <a:pPr lvl="1">
              <a:buClr>
                <a:srgbClr val="339966"/>
              </a:buClr>
              <a:buFont typeface="Wingdings" pitchFamily="2" charset="2"/>
              <a:buChar char="l"/>
            </a:pPr>
            <a:r>
              <a:rPr lang="zh-CN" altLang="en-US" b="1">
                <a:effectLst>
                  <a:outerShdw blurRad="38100" dist="38100" dir="2700000" algn="tl">
                    <a:srgbClr val="FFFFFF"/>
                  </a:outerShdw>
                </a:effectLst>
                <a:latin typeface="+mn-lt"/>
                <a:ea typeface="楷体" pitchFamily="49" charset="-122"/>
              </a:rPr>
              <a:t> 不带参数的宏定义</a:t>
            </a:r>
          </a:p>
          <a:p>
            <a:pPr lvl="1">
              <a:buClr>
                <a:srgbClr val="339966"/>
              </a:buClr>
              <a:buFont typeface="Wingdings" pitchFamily="2" charset="2"/>
              <a:buChar char="l"/>
            </a:pPr>
            <a:r>
              <a:rPr lang="zh-CN" altLang="en-US" b="1">
                <a:effectLst>
                  <a:outerShdw blurRad="38100" dist="38100" dir="2700000" algn="tl">
                    <a:srgbClr val="FFFFFF"/>
                  </a:outerShdw>
                </a:effectLst>
                <a:latin typeface="+mn-lt"/>
                <a:ea typeface="楷体" pitchFamily="49" charset="-122"/>
              </a:rPr>
              <a:t> 带参数的宏定义</a:t>
            </a:r>
          </a:p>
          <a:p>
            <a:pPr>
              <a:buClr>
                <a:srgbClr val="CC0099"/>
              </a:buClr>
              <a:buFont typeface="Wingdings" pitchFamily="2" charset="2"/>
              <a:buChar char="ü"/>
            </a:pPr>
            <a:r>
              <a:rPr lang="zh-CN" altLang="en-US" b="1">
                <a:effectLst>
                  <a:outerShdw blurRad="38100" dist="38100" dir="2700000" algn="tl">
                    <a:srgbClr val="FFFFFF"/>
                  </a:outerShdw>
                </a:effectLst>
                <a:latin typeface="+mn-lt"/>
                <a:ea typeface="楷体" pitchFamily="49" charset="-122"/>
              </a:rPr>
              <a:t>文件包括</a:t>
            </a:r>
          </a:p>
          <a:p>
            <a:pPr>
              <a:buClr>
                <a:srgbClr val="CC0099"/>
              </a:buClr>
              <a:buFont typeface="Wingdings" pitchFamily="2" charset="2"/>
              <a:buChar char="ü"/>
            </a:pPr>
            <a:r>
              <a:rPr lang="zh-CN" altLang="en-US" b="1">
                <a:effectLst>
                  <a:outerShdw blurRad="38100" dist="38100" dir="2700000" algn="tl">
                    <a:srgbClr val="FFFFFF"/>
                  </a:outerShdw>
                </a:effectLst>
                <a:latin typeface="+mn-lt"/>
                <a:ea typeface="楷体" pitchFamily="49" charset="-122"/>
              </a:rPr>
              <a:t>条件编译</a:t>
            </a:r>
          </a:p>
          <a:p>
            <a:pPr>
              <a:buClr>
                <a:srgbClr val="CC0099"/>
              </a:buClr>
              <a:buFont typeface="Wingdings" pitchFamily="2" charset="2"/>
              <a:buChar char="ü"/>
            </a:pPr>
            <a:r>
              <a:rPr lang="zh-CN" altLang="en-US" b="1">
                <a:effectLst>
                  <a:outerShdw blurRad="38100" dist="38100" dir="2700000" algn="tl">
                    <a:srgbClr val="FFFFFF"/>
                  </a:outerShdw>
                </a:effectLst>
                <a:latin typeface="+mn-lt"/>
                <a:ea typeface="楷体" pitchFamily="49" charset="-122"/>
              </a:rPr>
              <a:t>本章小结</a:t>
            </a:r>
          </a:p>
        </p:txBody>
      </p:sp>
      <p:sp>
        <p:nvSpPr>
          <p:cNvPr id="677934" name="Rectangle 46"/>
          <p:cNvSpPr>
            <a:spLocks noChangeArrowheads="1"/>
          </p:cNvSpPr>
          <p:nvPr/>
        </p:nvSpPr>
        <p:spPr bwMode="auto">
          <a:xfrm>
            <a:off x="1126951" y="765175"/>
            <a:ext cx="9937601" cy="193899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28575">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457200" indent="-457200">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a:t>
            </a:r>
            <a:r>
              <a:rPr lang="en-US" altLang="zh-CN" b="1" dirty="0">
                <a:effectLst>
                  <a:outerShdw blurRad="38100" dist="38100" dir="2700000" algn="tl">
                    <a:srgbClr val="FFFFFF"/>
                  </a:outerShdw>
                </a:effectLst>
                <a:latin typeface="+mn-lt"/>
                <a:ea typeface="楷体" pitchFamily="49" charset="-122"/>
              </a:rPr>
              <a:t>#include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ifdef</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#else</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ifndef</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#endif</a:t>
            </a:r>
            <a:r>
              <a:rPr lang="zh-CN" altLang="en-US" b="1" dirty="0">
                <a:effectLst>
                  <a:outerShdw blurRad="38100" dist="38100" dir="2700000" algn="tl">
                    <a:srgbClr val="FFFFFF"/>
                  </a:outerShdw>
                </a:effectLst>
                <a:latin typeface="+mn-lt"/>
                <a:ea typeface="楷体" pitchFamily="49" charset="-122"/>
              </a:rPr>
              <a:t>等命令的用法；</a:t>
            </a:r>
          </a:p>
          <a:p>
            <a:pPr marL="457200" indent="-457200">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掌握宏定义和宏替换的一般方法；</a:t>
            </a:r>
          </a:p>
          <a:p>
            <a:pPr marL="457200" indent="-457200">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掌握包含文件的处理方法；</a:t>
            </a:r>
          </a:p>
          <a:p>
            <a:pPr marL="457200" indent="-457200">
              <a:buClr>
                <a:srgbClr val="FF0066"/>
              </a:buClr>
              <a:buFont typeface="Wingdings" pitchFamily="2" charset="2"/>
              <a:buChar char="Ø"/>
            </a:pPr>
            <a:r>
              <a:rPr lang="zh-CN" altLang="en-US" b="1" dirty="0">
                <a:effectLst>
                  <a:outerShdw blurRad="38100" dist="38100" dir="2700000" algn="tl">
                    <a:srgbClr val="FFFFFF"/>
                  </a:outerShdw>
                </a:effectLst>
                <a:latin typeface="+mn-lt"/>
                <a:ea typeface="楷体" pitchFamily="49" charset="-122"/>
              </a:rPr>
              <a:t>了解条件编译的作用和实现方法。</a:t>
            </a:r>
          </a:p>
        </p:txBody>
      </p:sp>
      <p:grpSp>
        <p:nvGrpSpPr>
          <p:cNvPr id="677941" name="Group 53"/>
          <p:cNvGrpSpPr>
            <a:grpSpLocks/>
          </p:cNvGrpSpPr>
          <p:nvPr/>
        </p:nvGrpSpPr>
        <p:grpSpPr bwMode="auto">
          <a:xfrm>
            <a:off x="-9822" y="0"/>
            <a:ext cx="446088" cy="6858000"/>
            <a:chOff x="0" y="0"/>
            <a:chExt cx="281" cy="4320"/>
          </a:xfrm>
        </p:grpSpPr>
        <p:sp>
          <p:nvSpPr>
            <p:cNvPr id="677942" name="Text Box 5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677943" name="Text Box 5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7890"/>
                                        </p:tgtEl>
                                        <p:attrNameLst>
                                          <p:attrName>style.visibility</p:attrName>
                                        </p:attrNameLst>
                                      </p:cBhvr>
                                      <p:to>
                                        <p:strVal val="visible"/>
                                      </p:to>
                                    </p:set>
                                    <p:animEffect transition="in" filter="blinds(horizontal)">
                                      <p:cBhvr>
                                        <p:cTn id="7" dur="500"/>
                                        <p:tgtEl>
                                          <p:spTgt spid="67789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677934"/>
                                        </p:tgtEl>
                                        <p:attrNameLst>
                                          <p:attrName>style.visibility</p:attrName>
                                        </p:attrNameLst>
                                      </p:cBhvr>
                                      <p:to>
                                        <p:strVal val="visible"/>
                                      </p:to>
                                    </p:set>
                                    <p:animEffect transition="in" filter="diamond(in)">
                                      <p:cBhvr>
                                        <p:cTn id="12" dur="2000"/>
                                        <p:tgtEl>
                                          <p:spTgt spid="677934"/>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7903"/>
                                        </p:tgtEl>
                                        <p:attrNameLst>
                                          <p:attrName>style.visibility</p:attrName>
                                        </p:attrNameLst>
                                      </p:cBhvr>
                                      <p:to>
                                        <p:strVal val="visible"/>
                                      </p:to>
                                    </p:set>
                                    <p:animEffect transition="in" filter="blinds(horizontal)">
                                      <p:cBhvr>
                                        <p:cTn id="17" dur="500"/>
                                        <p:tgtEl>
                                          <p:spTgt spid="67790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77932"/>
                                        </p:tgtEl>
                                        <p:attrNameLst>
                                          <p:attrName>style.visibility</p:attrName>
                                        </p:attrNameLst>
                                      </p:cBhvr>
                                      <p:to>
                                        <p:strVal val="visible"/>
                                      </p:to>
                                    </p:set>
                                    <p:animEffect transition="in" filter="diamond(in)">
                                      <p:cBhvr>
                                        <p:cTn id="22" dur="2000"/>
                                        <p:tgtEl>
                                          <p:spTgt spid="677932"/>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0" grpId="0"/>
      <p:bldP spid="677903" grpId="0"/>
      <p:bldP spid="677932" grpId="0" animBg="1"/>
      <p:bldP spid="67793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8466" name="Rectangle 2"/>
          <p:cNvSpPr>
            <a:spLocks noGrp="1" noChangeArrowheads="1"/>
          </p:cNvSpPr>
          <p:nvPr>
            <p:ph type="body" idx="4294967295"/>
          </p:nvPr>
        </p:nvSpPr>
        <p:spPr>
          <a:xfrm>
            <a:off x="502942" y="158750"/>
            <a:ext cx="4922837" cy="647700"/>
          </a:xfrm>
        </p:spPr>
        <p:txBody>
          <a:bodyPr/>
          <a:lstStyle/>
          <a:p>
            <a:pPr algn="just">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10.1  </a:t>
            </a:r>
            <a:r>
              <a:rPr lang="zh-CN" altLang="en-US">
                <a:solidFill>
                  <a:srgbClr val="FF0000"/>
                </a:solidFill>
                <a:effectLst>
                  <a:outerShdw blurRad="38100" dist="38100" dir="2700000" algn="tl">
                    <a:srgbClr val="000000"/>
                  </a:outerShdw>
                </a:effectLst>
                <a:latin typeface="隶书" pitchFamily="49" charset="-122"/>
                <a:ea typeface="隶书" pitchFamily="49" charset="-122"/>
              </a:rPr>
              <a:t>预处理命令简介</a:t>
            </a:r>
            <a:r>
              <a:rPr lang="zh-CN" altLang="en-US"/>
              <a:t> </a:t>
            </a:r>
          </a:p>
        </p:txBody>
      </p:sp>
      <p:sp>
        <p:nvSpPr>
          <p:cNvPr id="958496" name="Rectangle 32"/>
          <p:cNvSpPr>
            <a:spLocks noChangeArrowheads="1"/>
          </p:cNvSpPr>
          <p:nvPr/>
        </p:nvSpPr>
        <p:spPr bwMode="auto">
          <a:xfrm>
            <a:off x="804566" y="915988"/>
            <a:ext cx="8005762"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D60093"/>
                </a:solidFill>
                <a:effectLst>
                  <a:outerShdw blurRad="38100" dist="38100" dir="2700000" algn="tl">
                    <a:srgbClr val="000000"/>
                  </a:outerShdw>
                </a:effectLst>
                <a:latin typeface="+mn-lt"/>
                <a:ea typeface="楷体" pitchFamily="49" charset="-122"/>
              </a:rPr>
              <a:t> </a:t>
            </a:r>
            <a:r>
              <a:rPr lang="zh-CN" altLang="en-US" b="1" dirty="0">
                <a:solidFill>
                  <a:srgbClr val="D60093"/>
                </a:solidFill>
                <a:effectLst>
                  <a:outerShdw blurRad="38100" dist="38100" dir="2700000" algn="tl">
                    <a:srgbClr val="000000"/>
                  </a:outerShdw>
                </a:effectLst>
                <a:latin typeface="+mn-lt"/>
                <a:ea typeface="楷体" pitchFamily="49" charset="-122"/>
              </a:rPr>
              <a:t>预处理命令：</a:t>
            </a:r>
            <a:r>
              <a:rPr lang="en-US" altLang="zh-CN" b="1" dirty="0">
                <a:effectLst>
                  <a:outerShdw blurRad="38100" dist="38100" dir="2700000" algn="tl">
                    <a:srgbClr val="FFFFFF"/>
                  </a:outerShdw>
                </a:effectLst>
                <a:latin typeface="+mn-lt"/>
                <a:ea typeface="隶书" pitchFamily="49" charset="-122"/>
              </a:rPr>
              <a:t>C</a:t>
            </a:r>
            <a:r>
              <a:rPr lang="zh-CN" altLang="en-US" b="1" dirty="0">
                <a:effectLst>
                  <a:outerShdw blurRad="38100" dist="38100" dir="2700000" algn="tl">
                    <a:srgbClr val="FFFFFF"/>
                  </a:outerShdw>
                </a:effectLst>
                <a:latin typeface="+mn-lt"/>
                <a:ea typeface="隶书" pitchFamily="49" charset="-122"/>
              </a:rPr>
              <a:t>源程序中以</a:t>
            </a:r>
            <a:r>
              <a:rPr lang="en-US" altLang="zh-CN" b="1" dirty="0">
                <a:effectLst>
                  <a:outerShdw blurRad="38100" dist="38100" dir="2700000" algn="tl">
                    <a:srgbClr val="FFFFFF"/>
                  </a:outerShdw>
                </a:effectLst>
                <a:latin typeface="+mn-lt"/>
                <a:ea typeface="隶书" pitchFamily="49" charset="-122"/>
              </a:rPr>
              <a:t>#</a:t>
            </a:r>
            <a:r>
              <a:rPr lang="zh-CN" altLang="en-US" b="1" dirty="0">
                <a:effectLst>
                  <a:outerShdw blurRad="38100" dist="38100" dir="2700000" algn="tl">
                    <a:srgbClr val="FFFFFF"/>
                  </a:outerShdw>
                </a:effectLst>
                <a:latin typeface="+mn-lt"/>
                <a:ea typeface="隶书" pitchFamily="49" charset="-122"/>
              </a:rPr>
              <a:t>开头、以换行符结尾的行</a:t>
            </a:r>
            <a:r>
              <a:rPr lang="zh-CN" altLang="en-US" dirty="0">
                <a:latin typeface="+mn-lt"/>
                <a:ea typeface="隶书" pitchFamily="49" charset="-122"/>
              </a:rPr>
              <a:t> </a:t>
            </a:r>
          </a:p>
        </p:txBody>
      </p:sp>
      <p:sp>
        <p:nvSpPr>
          <p:cNvPr id="958513" name="Rectangle 49"/>
          <p:cNvSpPr>
            <a:spLocks noChangeArrowheads="1"/>
          </p:cNvSpPr>
          <p:nvPr/>
        </p:nvSpPr>
        <p:spPr bwMode="auto">
          <a:xfrm>
            <a:off x="806153" y="1403350"/>
            <a:ext cx="1754188"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a:solidFill>
                  <a:srgbClr val="D60093"/>
                </a:solidFill>
                <a:effectLst>
                  <a:outerShdw blurRad="38100" dist="38100" dir="2700000" algn="tl">
                    <a:srgbClr val="000000"/>
                  </a:outerShdw>
                </a:effectLst>
                <a:latin typeface="+mn-lt"/>
                <a:ea typeface="楷体" pitchFamily="49" charset="-122"/>
              </a:rPr>
              <a:t> </a:t>
            </a:r>
            <a:r>
              <a:rPr lang="zh-CN" altLang="en-US" b="1">
                <a:solidFill>
                  <a:srgbClr val="D60093"/>
                </a:solidFill>
                <a:effectLst>
                  <a:outerShdw blurRad="38100" dist="38100" dir="2700000" algn="tl">
                    <a:srgbClr val="000000"/>
                  </a:outerShdw>
                </a:effectLst>
                <a:latin typeface="+mn-lt"/>
                <a:ea typeface="楷体" pitchFamily="49" charset="-122"/>
              </a:rPr>
              <a:t>种类：</a:t>
            </a:r>
            <a:endParaRPr lang="zh-CN" altLang="en-US">
              <a:latin typeface="+mn-lt"/>
              <a:ea typeface="楷体" pitchFamily="49" charset="-122"/>
            </a:endParaRPr>
          </a:p>
        </p:txBody>
      </p:sp>
      <p:sp>
        <p:nvSpPr>
          <p:cNvPr id="958514" name="Rectangle 50"/>
          <p:cNvSpPr>
            <a:spLocks noChangeArrowheads="1"/>
          </p:cNvSpPr>
          <p:nvPr/>
        </p:nvSpPr>
        <p:spPr bwMode="auto">
          <a:xfrm>
            <a:off x="1206204" y="1787525"/>
            <a:ext cx="7345363" cy="1569660"/>
          </a:xfrm>
          <a:prstGeom prst="rect">
            <a:avLst/>
          </a:prstGeom>
          <a:noFill/>
          <a:ln w="9525">
            <a:noFill/>
            <a:miter lim="800000"/>
            <a:headEnd/>
            <a:tailEnd/>
          </a:ln>
          <a:effectLst/>
        </p:spPr>
        <p:txBody>
          <a:bodyPr>
            <a:spAutoFit/>
          </a:bodyPr>
          <a:lstStyle/>
          <a:p>
            <a:pPr>
              <a:buClr>
                <a:srgbClr val="339966"/>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宏定义          </a:t>
            </a:r>
            <a:r>
              <a:rPr lang="en-US" altLang="zh-CN" b="1" dirty="0">
                <a:solidFill>
                  <a:srgbClr val="0000FF"/>
                </a:solidFill>
                <a:effectLst>
                  <a:outerShdw blurRad="38100" dist="38100" dir="2700000" algn="tl">
                    <a:srgbClr val="000000"/>
                  </a:outerShdw>
                </a:effectLst>
                <a:ea typeface="隶书" pitchFamily="49" charset="-122"/>
              </a:rPr>
              <a:t>#define</a:t>
            </a:r>
            <a:r>
              <a:rPr lang="zh-CN" altLang="en-US" b="1" dirty="0">
                <a:solidFill>
                  <a:srgbClr val="0000FF"/>
                </a:solidFill>
                <a:effectLst>
                  <a:outerShdw blurRad="38100" dist="38100" dir="2700000" algn="tl">
                    <a:srgbClr val="000000"/>
                  </a:outerShdw>
                </a:effectLst>
                <a:ea typeface="隶书" pitchFamily="49" charset="-122"/>
              </a:rPr>
              <a:t>、</a:t>
            </a:r>
            <a:r>
              <a:rPr lang="en-US" altLang="zh-CN" b="1" dirty="0">
                <a:solidFill>
                  <a:srgbClr val="0000FF"/>
                </a:solidFill>
                <a:effectLst>
                  <a:outerShdw blurRad="38100" dist="38100" dir="2700000" algn="tl">
                    <a:srgbClr val="000000"/>
                  </a:outerShdw>
                </a:effectLst>
                <a:ea typeface="隶书" pitchFamily="49" charset="-122"/>
              </a:rPr>
              <a:t>#</a:t>
            </a:r>
            <a:r>
              <a:rPr lang="en-US" altLang="zh-CN" b="1" dirty="0" err="1">
                <a:solidFill>
                  <a:srgbClr val="0000FF"/>
                </a:solidFill>
                <a:effectLst>
                  <a:outerShdw blurRad="38100" dist="38100" dir="2700000" algn="tl">
                    <a:srgbClr val="000000"/>
                  </a:outerShdw>
                </a:effectLst>
                <a:ea typeface="隶书" pitchFamily="49" charset="-122"/>
              </a:rPr>
              <a:t>undef</a:t>
            </a:r>
            <a:endParaRPr lang="en-US" altLang="zh-CN" b="1" dirty="0">
              <a:effectLst>
                <a:outerShdw blurRad="38100" dist="38100" dir="2700000" algn="tl">
                  <a:srgbClr val="FFFFFF"/>
                </a:outerShdw>
              </a:effectLst>
              <a:ea typeface="隶书" pitchFamily="49" charset="-122"/>
            </a:endParaRPr>
          </a:p>
          <a:p>
            <a:pPr>
              <a:buClr>
                <a:srgbClr val="339966"/>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文件包含      </a:t>
            </a:r>
            <a:r>
              <a:rPr lang="en-US" altLang="zh-CN" b="1" dirty="0">
                <a:solidFill>
                  <a:srgbClr val="009900"/>
                </a:solidFill>
                <a:effectLst>
                  <a:outerShdw blurRad="38100" dist="38100" dir="2700000" algn="tl">
                    <a:srgbClr val="000000"/>
                  </a:outerShdw>
                </a:effectLst>
                <a:ea typeface="隶书" pitchFamily="49" charset="-122"/>
              </a:rPr>
              <a:t>#include</a:t>
            </a:r>
          </a:p>
          <a:p>
            <a:pPr>
              <a:buClr>
                <a:srgbClr val="339966"/>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条件编译      </a:t>
            </a:r>
            <a:r>
              <a:rPr lang="en-US" altLang="zh-CN" b="1" dirty="0">
                <a:solidFill>
                  <a:srgbClr val="FF3300"/>
                </a:solidFill>
                <a:effectLst>
                  <a:outerShdw blurRad="38100" dist="38100" dir="2700000" algn="tl">
                    <a:srgbClr val="000000"/>
                  </a:outerShdw>
                </a:effectLst>
                <a:ea typeface="隶书" pitchFamily="49" charset="-122"/>
              </a:rPr>
              <a:t>#if</a:t>
            </a:r>
            <a:r>
              <a:rPr lang="zh-CN" altLang="en-US" b="1" dirty="0">
                <a:solidFill>
                  <a:srgbClr val="FF3300"/>
                </a:solidFill>
                <a:effectLst>
                  <a:outerShdw blurRad="38100" dist="38100" dir="2700000" algn="tl">
                    <a:srgbClr val="000000"/>
                  </a:outerShdw>
                </a:effectLst>
                <a:ea typeface="隶书" pitchFamily="49" charset="-122"/>
              </a:rPr>
              <a:t>、</a:t>
            </a:r>
            <a:r>
              <a:rPr lang="en-US" altLang="zh-CN" b="1" dirty="0">
                <a:solidFill>
                  <a:srgbClr val="FF3300"/>
                </a:solidFill>
                <a:effectLst>
                  <a:outerShdw blurRad="38100" dist="38100" dir="2700000" algn="tl">
                    <a:srgbClr val="000000"/>
                  </a:outerShdw>
                </a:effectLst>
                <a:ea typeface="隶书" pitchFamily="49" charset="-122"/>
              </a:rPr>
              <a:t>#</a:t>
            </a:r>
            <a:r>
              <a:rPr lang="en-US" altLang="zh-CN" b="1" dirty="0" err="1">
                <a:solidFill>
                  <a:srgbClr val="FF3300"/>
                </a:solidFill>
                <a:effectLst>
                  <a:outerShdw blurRad="38100" dist="38100" dir="2700000" algn="tl">
                    <a:srgbClr val="000000"/>
                  </a:outerShdw>
                </a:effectLst>
                <a:ea typeface="隶书" pitchFamily="49" charset="-122"/>
              </a:rPr>
              <a:t>ifdef</a:t>
            </a:r>
            <a:r>
              <a:rPr lang="zh-CN" altLang="en-US" b="1" dirty="0">
                <a:solidFill>
                  <a:srgbClr val="FF3300"/>
                </a:solidFill>
                <a:effectLst>
                  <a:outerShdw blurRad="38100" dist="38100" dir="2700000" algn="tl">
                    <a:srgbClr val="000000"/>
                  </a:outerShdw>
                </a:effectLst>
                <a:ea typeface="隶书" pitchFamily="49" charset="-122"/>
              </a:rPr>
              <a:t>、</a:t>
            </a:r>
            <a:r>
              <a:rPr lang="en-US" altLang="zh-CN" b="1" dirty="0">
                <a:solidFill>
                  <a:srgbClr val="FF3300"/>
                </a:solidFill>
                <a:effectLst>
                  <a:outerShdw blurRad="38100" dist="38100" dir="2700000" algn="tl">
                    <a:srgbClr val="000000"/>
                  </a:outerShdw>
                </a:effectLst>
                <a:ea typeface="隶书" pitchFamily="49" charset="-122"/>
              </a:rPr>
              <a:t>#else</a:t>
            </a:r>
            <a:r>
              <a:rPr lang="zh-CN" altLang="en-US" b="1" dirty="0">
                <a:solidFill>
                  <a:srgbClr val="FF3300"/>
                </a:solidFill>
                <a:effectLst>
                  <a:outerShdw blurRad="38100" dist="38100" dir="2700000" algn="tl">
                    <a:srgbClr val="000000"/>
                  </a:outerShdw>
                </a:effectLst>
                <a:ea typeface="隶书" pitchFamily="49" charset="-122"/>
              </a:rPr>
              <a:t>、</a:t>
            </a:r>
            <a:r>
              <a:rPr lang="en-US" altLang="zh-CN" b="1" dirty="0">
                <a:solidFill>
                  <a:srgbClr val="FF3300"/>
                </a:solidFill>
                <a:effectLst>
                  <a:outerShdw blurRad="38100" dist="38100" dir="2700000" algn="tl">
                    <a:srgbClr val="000000"/>
                  </a:outerShdw>
                </a:effectLst>
                <a:ea typeface="隶书" pitchFamily="49" charset="-122"/>
              </a:rPr>
              <a:t>#</a:t>
            </a:r>
            <a:r>
              <a:rPr lang="en-US" altLang="zh-CN" b="1" dirty="0" err="1">
                <a:solidFill>
                  <a:srgbClr val="FF3300"/>
                </a:solidFill>
                <a:effectLst>
                  <a:outerShdw blurRad="38100" dist="38100" dir="2700000" algn="tl">
                    <a:srgbClr val="000000"/>
                  </a:outerShdw>
                </a:effectLst>
                <a:ea typeface="隶书" pitchFamily="49" charset="-122"/>
              </a:rPr>
              <a:t>elif</a:t>
            </a:r>
            <a:r>
              <a:rPr lang="zh-CN" altLang="en-US" b="1" dirty="0">
                <a:solidFill>
                  <a:srgbClr val="FF3300"/>
                </a:solidFill>
                <a:effectLst>
                  <a:outerShdw blurRad="38100" dist="38100" dir="2700000" algn="tl">
                    <a:srgbClr val="000000"/>
                  </a:outerShdw>
                </a:effectLst>
                <a:ea typeface="隶书" pitchFamily="49" charset="-122"/>
              </a:rPr>
              <a:t>、</a:t>
            </a:r>
            <a:r>
              <a:rPr lang="en-US" altLang="zh-CN" b="1" dirty="0">
                <a:solidFill>
                  <a:srgbClr val="FF3300"/>
                </a:solidFill>
                <a:effectLst>
                  <a:outerShdw blurRad="38100" dist="38100" dir="2700000" algn="tl">
                    <a:srgbClr val="000000"/>
                  </a:outerShdw>
                </a:effectLst>
                <a:ea typeface="隶书" pitchFamily="49" charset="-122"/>
              </a:rPr>
              <a:t>#</a:t>
            </a:r>
            <a:r>
              <a:rPr lang="en-US" altLang="zh-CN" b="1" dirty="0" err="1">
                <a:solidFill>
                  <a:srgbClr val="FF3300"/>
                </a:solidFill>
                <a:effectLst>
                  <a:outerShdw blurRad="38100" dist="38100" dir="2700000" algn="tl">
                    <a:srgbClr val="000000"/>
                  </a:outerShdw>
                </a:effectLst>
                <a:ea typeface="隶书" pitchFamily="49" charset="-122"/>
              </a:rPr>
              <a:t>endif</a:t>
            </a:r>
            <a:r>
              <a:rPr lang="zh-CN" altLang="en-US" b="1" dirty="0">
                <a:solidFill>
                  <a:srgbClr val="FF3300"/>
                </a:solidFill>
                <a:effectLst>
                  <a:outerShdw blurRad="38100" dist="38100" dir="2700000" algn="tl">
                    <a:srgbClr val="000000"/>
                  </a:outerShdw>
                </a:effectLst>
                <a:ea typeface="隶书" pitchFamily="49" charset="-122"/>
              </a:rPr>
              <a:t>等</a:t>
            </a:r>
          </a:p>
          <a:p>
            <a:pPr>
              <a:buClr>
                <a:srgbClr val="339966"/>
              </a:buClr>
              <a:buFont typeface="Wingdings" pitchFamily="2" charset="2"/>
              <a:buChar char="l"/>
            </a:pPr>
            <a:r>
              <a:rPr lang="zh-CN" altLang="en-US" b="1" dirty="0">
                <a:effectLst>
                  <a:outerShdw blurRad="38100" dist="38100" dir="2700000" algn="tl">
                    <a:srgbClr val="FFFFFF"/>
                  </a:outerShdw>
                </a:effectLst>
                <a:ea typeface="隶书" pitchFamily="49" charset="-122"/>
              </a:rPr>
              <a:t> 其他</a:t>
            </a:r>
            <a:r>
              <a:rPr lang="zh-CN" altLang="en-US" b="1" dirty="0">
                <a:solidFill>
                  <a:srgbClr val="FF3300"/>
                </a:solidFill>
                <a:effectLst>
                  <a:outerShdw blurRad="38100" dist="38100" dir="2700000" algn="tl">
                    <a:srgbClr val="000000"/>
                  </a:outerShdw>
                </a:effectLst>
                <a:ea typeface="隶书" pitchFamily="49" charset="-122"/>
              </a:rPr>
              <a:t>              </a:t>
            </a:r>
            <a:r>
              <a:rPr lang="en-US" altLang="zh-CN" b="1" dirty="0">
                <a:effectLst>
                  <a:outerShdw blurRad="38100" dist="38100" dir="2700000" algn="tl">
                    <a:srgbClr val="FFFFFF"/>
                  </a:outerShdw>
                </a:effectLst>
                <a:ea typeface="隶书" pitchFamily="49" charset="-122"/>
              </a:rPr>
              <a:t>#line</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#error</a:t>
            </a:r>
            <a:r>
              <a:rPr lang="zh-CN" altLang="en-US" b="1" dirty="0">
                <a:effectLst>
                  <a:outerShdw blurRad="38100" dist="38100" dir="2700000" algn="tl">
                    <a:srgbClr val="FFFFFF"/>
                  </a:outerShdw>
                </a:effectLst>
                <a:ea typeface="隶书" pitchFamily="49" charset="-122"/>
              </a:rPr>
              <a:t>、</a:t>
            </a:r>
            <a:r>
              <a:rPr lang="en-US" altLang="zh-CN" b="1" dirty="0">
                <a:effectLst>
                  <a:outerShdw blurRad="38100" dist="38100" dir="2700000" algn="tl">
                    <a:srgbClr val="FFFFFF"/>
                  </a:outerShdw>
                </a:effectLst>
                <a:ea typeface="隶书" pitchFamily="49" charset="-122"/>
              </a:rPr>
              <a:t>#program</a:t>
            </a:r>
            <a:r>
              <a:rPr lang="zh-CN" altLang="en-US" b="1" dirty="0">
                <a:effectLst>
                  <a:outerShdw blurRad="38100" dist="38100" dir="2700000" algn="tl">
                    <a:srgbClr val="FFFFFF"/>
                  </a:outerShdw>
                </a:effectLst>
                <a:ea typeface="隶书" pitchFamily="49" charset="-122"/>
              </a:rPr>
              <a:t>等</a:t>
            </a:r>
          </a:p>
        </p:txBody>
      </p:sp>
      <p:sp>
        <p:nvSpPr>
          <p:cNvPr id="958515" name="Rectangle 51"/>
          <p:cNvSpPr>
            <a:spLocks noChangeArrowheads="1"/>
          </p:cNvSpPr>
          <p:nvPr/>
        </p:nvSpPr>
        <p:spPr bwMode="auto">
          <a:xfrm>
            <a:off x="1552278" y="1800226"/>
            <a:ext cx="6408738" cy="1152525"/>
          </a:xfrm>
          <a:prstGeom prst="rect">
            <a:avLst/>
          </a:prstGeom>
          <a:no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958516" name="AutoShape 52"/>
          <p:cNvSpPr>
            <a:spLocks noChangeArrowheads="1"/>
          </p:cNvSpPr>
          <p:nvPr/>
        </p:nvSpPr>
        <p:spPr bwMode="auto">
          <a:xfrm>
            <a:off x="5425779" y="4268174"/>
            <a:ext cx="4535487" cy="1296988"/>
          </a:xfrm>
          <a:prstGeom prst="cloudCallout">
            <a:avLst>
              <a:gd name="adj1" fmla="val -34843"/>
              <a:gd name="adj2" fmla="val -183417"/>
            </a:avLst>
          </a:prstGeom>
          <a:gradFill rotWithShape="1">
            <a:gsLst>
              <a:gs pos="0">
                <a:srgbClr val="FFCC99"/>
              </a:gs>
              <a:gs pos="100000">
                <a:schemeClr val="bg1"/>
              </a:gs>
            </a:gsLst>
            <a:lin ang="5400000" scaled="1"/>
          </a:gradFill>
          <a:ln w="25400">
            <a:solidFill>
              <a:srgbClr val="008000"/>
            </a:solidFill>
            <a:round/>
            <a:headEnd/>
            <a:tailEnd/>
          </a:ln>
          <a:effectLst>
            <a:outerShdw blurRad="50800" dist="106680" dir="2700000" algn="tl" rotWithShape="0">
              <a:prstClr val="black">
                <a:alpha val="43000"/>
              </a:prstClr>
            </a:outerShdw>
          </a:effectLst>
        </p:spPr>
        <p:txBody>
          <a:bodyPr/>
          <a:lstStyle/>
          <a:p>
            <a:pPr algn="ctr"/>
            <a:r>
              <a:rPr lang="zh-CN" altLang="en-US" sz="2800" b="1">
                <a:solidFill>
                  <a:srgbClr val="FF0066"/>
                </a:solidFill>
                <a:effectLst>
                  <a:outerShdw blurRad="38100" dist="38100" dir="2700000" algn="tl">
                    <a:srgbClr val="000000"/>
                  </a:outerShdw>
                </a:effectLst>
                <a:ea typeface="隶书" pitchFamily="49" charset="-122"/>
              </a:rPr>
              <a:t>本章主要讨论的内容！</a:t>
            </a:r>
          </a:p>
        </p:txBody>
      </p:sp>
      <p:sp>
        <p:nvSpPr>
          <p:cNvPr id="958517" name="Rectangle 53"/>
          <p:cNvSpPr>
            <a:spLocks noChangeArrowheads="1"/>
          </p:cNvSpPr>
          <p:nvPr/>
        </p:nvSpPr>
        <p:spPr bwMode="auto">
          <a:xfrm>
            <a:off x="876003" y="3298825"/>
            <a:ext cx="1754188"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a:solidFill>
                  <a:srgbClr val="D60093"/>
                </a:solidFill>
                <a:effectLst>
                  <a:outerShdw blurRad="38100" dist="38100" dir="2700000" algn="tl">
                    <a:srgbClr val="000000"/>
                  </a:outerShdw>
                </a:effectLst>
                <a:latin typeface="+mn-lt"/>
                <a:ea typeface="楷体" pitchFamily="49" charset="-122"/>
              </a:rPr>
              <a:t> </a:t>
            </a:r>
            <a:r>
              <a:rPr lang="zh-CN" altLang="en-US" b="1">
                <a:solidFill>
                  <a:srgbClr val="D60093"/>
                </a:solidFill>
                <a:effectLst>
                  <a:outerShdw blurRad="38100" dist="38100" dir="2700000" algn="tl">
                    <a:srgbClr val="000000"/>
                  </a:outerShdw>
                </a:effectLst>
                <a:latin typeface="+mn-lt"/>
                <a:ea typeface="楷体" pitchFamily="49" charset="-122"/>
              </a:rPr>
              <a:t>格式：</a:t>
            </a:r>
            <a:endParaRPr lang="zh-CN" altLang="en-US">
              <a:latin typeface="+mn-lt"/>
              <a:ea typeface="楷体" pitchFamily="49" charset="-122"/>
            </a:endParaRPr>
          </a:p>
        </p:txBody>
      </p:sp>
      <p:sp>
        <p:nvSpPr>
          <p:cNvPr id="958518" name="Rectangle 54"/>
          <p:cNvSpPr>
            <a:spLocks noChangeArrowheads="1"/>
          </p:cNvSpPr>
          <p:nvPr/>
        </p:nvSpPr>
        <p:spPr bwMode="auto">
          <a:xfrm>
            <a:off x="1264941" y="3716339"/>
            <a:ext cx="4572000" cy="1200329"/>
          </a:xfrm>
          <a:prstGeom prst="rect">
            <a:avLst/>
          </a:prstGeom>
          <a:noFill/>
          <a:ln w="9525">
            <a:noFill/>
            <a:miter lim="800000"/>
            <a:headEnd/>
            <a:tailEnd/>
          </a:ln>
          <a:effectLst/>
        </p:spPr>
        <p:txBody>
          <a:bodyPr>
            <a:spAutoFit/>
          </a:bodyPr>
          <a:lstStyle/>
          <a:p>
            <a:pPr>
              <a:buClr>
                <a:srgbClr val="339966"/>
              </a:buClr>
              <a:buFont typeface="Wingdings" pitchFamily="2" charset="2"/>
              <a:buChar char="l"/>
            </a:pPr>
            <a:r>
              <a:rPr lang="en-US" altLang="zh-CN" b="1" dirty="0">
                <a:effectLst>
                  <a:outerShdw blurRad="38100" dist="38100" dir="2700000" algn="tl">
                    <a:srgbClr val="FFFFFF"/>
                  </a:outerShdw>
                </a:effectLst>
                <a:ea typeface="隶书" pitchFamily="49" charset="-122"/>
              </a:rPr>
              <a:t> “#”</a:t>
            </a:r>
            <a:r>
              <a:rPr lang="zh-CN" altLang="en-US" b="1" dirty="0">
                <a:effectLst>
                  <a:outerShdw blurRad="38100" dist="38100" dir="2700000" algn="tl">
                    <a:srgbClr val="FFFFFF"/>
                  </a:outerShdw>
                </a:effectLst>
                <a:ea typeface="隶书" pitchFamily="49" charset="-122"/>
              </a:rPr>
              <a:t>开头</a:t>
            </a:r>
          </a:p>
          <a:p>
            <a:pPr>
              <a:buClr>
                <a:srgbClr val="339966"/>
              </a:buClr>
              <a:buFont typeface="Wingdings" pitchFamily="2" charset="2"/>
              <a:buChar char="l"/>
            </a:pPr>
            <a:r>
              <a:rPr lang="zh-CN" altLang="en-US" b="1" dirty="0">
                <a:effectLst>
                  <a:outerShdw blurRad="38100" dist="38100" dir="2700000" algn="tl">
                    <a:srgbClr val="FFFFFF"/>
                  </a:outerShdw>
                </a:effectLst>
                <a:ea typeface="隶书" pitchFamily="49" charset="-122"/>
              </a:rPr>
              <a:t> 占单独书写行</a:t>
            </a:r>
          </a:p>
          <a:p>
            <a:pPr>
              <a:buClr>
                <a:srgbClr val="339966"/>
              </a:buClr>
              <a:buFont typeface="Wingdings" pitchFamily="2" charset="2"/>
              <a:buChar char="l"/>
            </a:pPr>
            <a:r>
              <a:rPr lang="zh-CN" altLang="en-US" b="1" dirty="0">
                <a:effectLst>
                  <a:outerShdw blurRad="38100" dist="38100" dir="2700000" algn="tl">
                    <a:srgbClr val="FFFFFF"/>
                  </a:outerShdw>
                </a:effectLst>
                <a:ea typeface="隶书" pitchFamily="49" charset="-122"/>
              </a:rPr>
              <a:t> 语句尾不加分号</a:t>
            </a:r>
          </a:p>
        </p:txBody>
      </p:sp>
      <p:grpSp>
        <p:nvGrpSpPr>
          <p:cNvPr id="958519" name="Group 55"/>
          <p:cNvGrpSpPr>
            <a:grpSpLocks/>
          </p:cNvGrpSpPr>
          <p:nvPr/>
        </p:nvGrpSpPr>
        <p:grpSpPr bwMode="auto">
          <a:xfrm>
            <a:off x="-9822" y="0"/>
            <a:ext cx="446088" cy="6858000"/>
            <a:chOff x="0" y="0"/>
            <a:chExt cx="281" cy="4320"/>
          </a:xfrm>
        </p:grpSpPr>
        <p:sp>
          <p:nvSpPr>
            <p:cNvPr id="958520" name="Text Box 5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958521" name="Text Box 5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8496"/>
                                        </p:tgtEl>
                                        <p:attrNameLst>
                                          <p:attrName>style.visibility</p:attrName>
                                        </p:attrNameLst>
                                      </p:cBhvr>
                                      <p:to>
                                        <p:strVal val="visible"/>
                                      </p:to>
                                    </p:set>
                                    <p:anim calcmode="lin" valueType="num">
                                      <p:cBhvr additive="base">
                                        <p:cTn id="7" dur="500" fill="hold"/>
                                        <p:tgtEl>
                                          <p:spTgt spid="958496"/>
                                        </p:tgtEl>
                                        <p:attrNameLst>
                                          <p:attrName>ppt_x</p:attrName>
                                        </p:attrNameLst>
                                      </p:cBhvr>
                                      <p:tavLst>
                                        <p:tav tm="0">
                                          <p:val>
                                            <p:strVal val="0-#ppt_w/2"/>
                                          </p:val>
                                        </p:tav>
                                        <p:tav tm="100000">
                                          <p:val>
                                            <p:strVal val="#ppt_x"/>
                                          </p:val>
                                        </p:tav>
                                      </p:tavLst>
                                    </p:anim>
                                    <p:anim calcmode="lin" valueType="num">
                                      <p:cBhvr additive="base">
                                        <p:cTn id="8" dur="500" fill="hold"/>
                                        <p:tgtEl>
                                          <p:spTgt spid="9584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58513"/>
                                        </p:tgtEl>
                                        <p:attrNameLst>
                                          <p:attrName>style.visibility</p:attrName>
                                        </p:attrNameLst>
                                      </p:cBhvr>
                                      <p:to>
                                        <p:strVal val="visible"/>
                                      </p:to>
                                    </p:set>
                                    <p:anim calcmode="lin" valueType="num">
                                      <p:cBhvr additive="base">
                                        <p:cTn id="13" dur="500" fill="hold"/>
                                        <p:tgtEl>
                                          <p:spTgt spid="958513"/>
                                        </p:tgtEl>
                                        <p:attrNameLst>
                                          <p:attrName>ppt_x</p:attrName>
                                        </p:attrNameLst>
                                      </p:cBhvr>
                                      <p:tavLst>
                                        <p:tav tm="0">
                                          <p:val>
                                            <p:strVal val="0-#ppt_w/2"/>
                                          </p:val>
                                        </p:tav>
                                        <p:tav tm="100000">
                                          <p:val>
                                            <p:strVal val="#ppt_x"/>
                                          </p:val>
                                        </p:tav>
                                      </p:tavLst>
                                    </p:anim>
                                    <p:anim calcmode="lin" valueType="num">
                                      <p:cBhvr additive="base">
                                        <p:cTn id="14" dur="500" fill="hold"/>
                                        <p:tgtEl>
                                          <p:spTgt spid="95851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58514">
                                            <p:txEl>
                                              <p:pRg st="0" end="0"/>
                                            </p:txEl>
                                          </p:spTgt>
                                        </p:tgtEl>
                                        <p:attrNameLst>
                                          <p:attrName>style.visibility</p:attrName>
                                        </p:attrNameLst>
                                      </p:cBhvr>
                                      <p:to>
                                        <p:strVal val="visible"/>
                                      </p:to>
                                    </p:set>
                                    <p:anim calcmode="lin" valueType="num">
                                      <p:cBhvr additive="base">
                                        <p:cTn id="19" dur="500" fill="hold"/>
                                        <p:tgtEl>
                                          <p:spTgt spid="958514">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5851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58514">
                                            <p:txEl>
                                              <p:pRg st="1" end="1"/>
                                            </p:txEl>
                                          </p:spTgt>
                                        </p:tgtEl>
                                        <p:attrNameLst>
                                          <p:attrName>style.visibility</p:attrName>
                                        </p:attrNameLst>
                                      </p:cBhvr>
                                      <p:to>
                                        <p:strVal val="visible"/>
                                      </p:to>
                                    </p:set>
                                    <p:anim calcmode="lin" valueType="num">
                                      <p:cBhvr additive="base">
                                        <p:cTn id="25" dur="500" fill="hold"/>
                                        <p:tgtEl>
                                          <p:spTgt spid="958514">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5851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58514">
                                            <p:txEl>
                                              <p:pRg st="2" end="2"/>
                                            </p:txEl>
                                          </p:spTgt>
                                        </p:tgtEl>
                                        <p:attrNameLst>
                                          <p:attrName>style.visibility</p:attrName>
                                        </p:attrNameLst>
                                      </p:cBhvr>
                                      <p:to>
                                        <p:strVal val="visible"/>
                                      </p:to>
                                    </p:set>
                                    <p:anim calcmode="lin" valueType="num">
                                      <p:cBhvr additive="base">
                                        <p:cTn id="31" dur="500" fill="hold"/>
                                        <p:tgtEl>
                                          <p:spTgt spid="958514">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5851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58514">
                                            <p:txEl>
                                              <p:pRg st="3" end="3"/>
                                            </p:txEl>
                                          </p:spTgt>
                                        </p:tgtEl>
                                        <p:attrNameLst>
                                          <p:attrName>style.visibility</p:attrName>
                                        </p:attrNameLst>
                                      </p:cBhvr>
                                      <p:to>
                                        <p:strVal val="visible"/>
                                      </p:to>
                                    </p:set>
                                    <p:anim calcmode="lin" valueType="num">
                                      <p:cBhvr additive="base">
                                        <p:cTn id="37" dur="500" fill="hold"/>
                                        <p:tgtEl>
                                          <p:spTgt spid="958514">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5851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58517"/>
                                        </p:tgtEl>
                                        <p:attrNameLst>
                                          <p:attrName>style.visibility</p:attrName>
                                        </p:attrNameLst>
                                      </p:cBhvr>
                                      <p:to>
                                        <p:strVal val="visible"/>
                                      </p:to>
                                    </p:set>
                                    <p:anim calcmode="lin" valueType="num">
                                      <p:cBhvr additive="base">
                                        <p:cTn id="43" dur="500" fill="hold"/>
                                        <p:tgtEl>
                                          <p:spTgt spid="958517"/>
                                        </p:tgtEl>
                                        <p:attrNameLst>
                                          <p:attrName>ppt_x</p:attrName>
                                        </p:attrNameLst>
                                      </p:cBhvr>
                                      <p:tavLst>
                                        <p:tav tm="0">
                                          <p:val>
                                            <p:strVal val="0-#ppt_w/2"/>
                                          </p:val>
                                        </p:tav>
                                        <p:tav tm="100000">
                                          <p:val>
                                            <p:strVal val="#ppt_x"/>
                                          </p:val>
                                        </p:tav>
                                      </p:tavLst>
                                    </p:anim>
                                    <p:anim calcmode="lin" valueType="num">
                                      <p:cBhvr additive="base">
                                        <p:cTn id="44" dur="500" fill="hold"/>
                                        <p:tgtEl>
                                          <p:spTgt spid="9585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4"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958518">
                                            <p:txEl>
                                              <p:pRg st="0" end="0"/>
                                            </p:txEl>
                                          </p:spTgt>
                                        </p:tgtEl>
                                        <p:attrNameLst>
                                          <p:attrName>style.visibility</p:attrName>
                                        </p:attrNameLst>
                                      </p:cBhvr>
                                      <p:to>
                                        <p:strVal val="visible"/>
                                      </p:to>
                                    </p:set>
                                    <p:anim calcmode="lin" valueType="num">
                                      <p:cBhvr additive="base">
                                        <p:cTn id="49" dur="500" fill="hold"/>
                                        <p:tgtEl>
                                          <p:spTgt spid="958518">
                                            <p:txEl>
                                              <p:pRg st="0" end="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585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58518">
                                            <p:txEl>
                                              <p:pRg st="1" end="1"/>
                                            </p:txEl>
                                          </p:spTgt>
                                        </p:tgtEl>
                                        <p:attrNameLst>
                                          <p:attrName>style.visibility</p:attrName>
                                        </p:attrNameLst>
                                      </p:cBhvr>
                                      <p:to>
                                        <p:strVal val="visible"/>
                                      </p:to>
                                    </p:set>
                                    <p:anim calcmode="lin" valueType="num">
                                      <p:cBhvr additive="base">
                                        <p:cTn id="55" dur="500" fill="hold"/>
                                        <p:tgtEl>
                                          <p:spTgt spid="958518">
                                            <p:txEl>
                                              <p:pRg st="1" end="1"/>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5851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958518">
                                            <p:txEl>
                                              <p:pRg st="2" end="2"/>
                                            </p:txEl>
                                          </p:spTgt>
                                        </p:tgtEl>
                                        <p:attrNameLst>
                                          <p:attrName>style.visibility</p:attrName>
                                        </p:attrNameLst>
                                      </p:cBhvr>
                                      <p:to>
                                        <p:strVal val="visible"/>
                                      </p:to>
                                    </p:set>
                                    <p:anim calcmode="lin" valueType="num">
                                      <p:cBhvr additive="base">
                                        <p:cTn id="61" dur="500" fill="hold"/>
                                        <p:tgtEl>
                                          <p:spTgt spid="958518">
                                            <p:txEl>
                                              <p:pRg st="2" end="2"/>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95851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958515"/>
                                        </p:tgtEl>
                                        <p:attrNameLst>
                                          <p:attrName>style.visibility</p:attrName>
                                        </p:attrNameLst>
                                      </p:cBhvr>
                                      <p:to>
                                        <p:strVal val="visible"/>
                                      </p:to>
                                    </p:set>
                                    <p:animEffect transition="in" filter="strips(downRight)">
                                      <p:cBhvr>
                                        <p:cTn id="67" dur="500"/>
                                        <p:tgtEl>
                                          <p:spTgt spid="958515"/>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par>
                          <p:cTn id="68" fill="hold">
                            <p:stCondLst>
                              <p:cond delay="500"/>
                            </p:stCondLst>
                            <p:childTnLst>
                              <p:par>
                                <p:cTn id="69" presetID="18" presetClass="entr" presetSubtype="6" fill="hold" grpId="0" nodeType="afterEffect">
                                  <p:stCondLst>
                                    <p:cond delay="0"/>
                                  </p:stCondLst>
                                  <p:childTnLst>
                                    <p:set>
                                      <p:cBhvr>
                                        <p:cTn id="70" dur="1" fill="hold">
                                          <p:stCondLst>
                                            <p:cond delay="0"/>
                                          </p:stCondLst>
                                        </p:cTn>
                                        <p:tgtEl>
                                          <p:spTgt spid="958516"/>
                                        </p:tgtEl>
                                        <p:attrNameLst>
                                          <p:attrName>style.visibility</p:attrName>
                                        </p:attrNameLst>
                                      </p:cBhvr>
                                      <p:to>
                                        <p:strVal val="visible"/>
                                      </p:to>
                                    </p:set>
                                    <p:animEffect transition="in" filter="strips(downRight)">
                                      <p:cBhvr>
                                        <p:cTn id="71" dur="500"/>
                                        <p:tgtEl>
                                          <p:spTgt spid="958516"/>
                                        </p:tgtEl>
                                      </p:cBhvr>
                                    </p:animEffect>
                                  </p:childTnLst>
                                  <p:subTnLst>
                                    <p:audio>
                                      <p:cMediaNode>
                                        <p:cTn display="0" masterRel="sameClick">
                                          <p:stCondLst>
                                            <p:cond evt="begin" delay="0">
                                              <p:tn val="6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96" grpId="0"/>
      <p:bldP spid="958513" grpId="0"/>
      <p:bldP spid="958515" grpId="0" animBg="1"/>
      <p:bldP spid="958516" grpId="0" animBg="1"/>
      <p:bldP spid="95851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2" name="Text Box 22"/>
          <p:cNvSpPr txBox="1">
            <a:spLocks noChangeArrowheads="1"/>
          </p:cNvSpPr>
          <p:nvPr/>
        </p:nvSpPr>
        <p:spPr bwMode="auto">
          <a:xfrm>
            <a:off x="1764090" y="2852936"/>
            <a:ext cx="8652390" cy="1409700"/>
          </a:xfrm>
          <a:prstGeom prst="rect">
            <a:avLst/>
          </a:prstGeom>
          <a:gradFill rotWithShape="1">
            <a:gsLst>
              <a:gs pos="0">
                <a:srgbClr val="00FFFF"/>
              </a:gs>
              <a:gs pos="100000">
                <a:schemeClr val="bg1"/>
              </a:gs>
            </a:gsLst>
            <a:lin ang="5400000" scaled="1"/>
          </a:gradFill>
          <a:ln w="38100" cap="sq">
            <a:solidFill>
              <a:srgbClr val="FF00FF"/>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dirty="0">
                <a:solidFill>
                  <a:srgbClr val="FF0066"/>
                </a:solidFill>
                <a:effectLst>
                  <a:outerShdw blurRad="38100" dist="38100" dir="2700000" algn="tl">
                    <a:srgbClr val="000000"/>
                  </a:outerShdw>
                </a:effectLst>
                <a:latin typeface="隶书" pitchFamily="49" charset="-122"/>
                <a:ea typeface="隶书" pitchFamily="49" charset="-122"/>
              </a:rPr>
              <a:t>如 </a:t>
            </a:r>
            <a:r>
              <a:rPr lang="zh-CN" altLang="en-US" sz="2000" b="1" dirty="0">
                <a:effectLst>
                  <a:outerShdw blurRad="38100" dist="38100" dir="2700000" algn="tl">
                    <a:srgbClr val="FFFFFF"/>
                  </a:outerShdw>
                </a:effectLst>
                <a:ea typeface="隶书" pitchFamily="49" charset="-122"/>
              </a:rPr>
              <a:t>   </a:t>
            </a:r>
            <a:r>
              <a:rPr lang="en-US" altLang="zh-CN" sz="2000" b="1" dirty="0">
                <a:effectLst>
                  <a:outerShdw blurRad="38100" dist="38100" dir="2700000" algn="tl">
                    <a:srgbClr val="FFFFFF"/>
                  </a:outerShdw>
                </a:effectLst>
                <a:ea typeface="隶书" pitchFamily="49" charset="-122"/>
              </a:rPr>
              <a:t>#define    YES       1</a:t>
            </a:r>
          </a:p>
          <a:p>
            <a:r>
              <a:rPr lang="en-US" altLang="zh-CN" sz="2000" b="1" dirty="0">
                <a:effectLst>
                  <a:outerShdw blurRad="38100" dist="38100" dir="2700000" algn="tl">
                    <a:srgbClr val="FFFFFF"/>
                  </a:outerShdw>
                </a:effectLst>
                <a:ea typeface="隶书" pitchFamily="49" charset="-122"/>
              </a:rPr>
              <a:t>          #define     NO        0</a:t>
            </a:r>
          </a:p>
          <a:p>
            <a:r>
              <a:rPr lang="en-US" altLang="zh-CN" sz="2000" b="1" dirty="0">
                <a:effectLst>
                  <a:outerShdw blurRad="38100" dist="38100" dir="2700000" algn="tl">
                    <a:srgbClr val="FFFFFF"/>
                  </a:outerShdw>
                </a:effectLst>
                <a:ea typeface="隶书" pitchFamily="49" charset="-122"/>
              </a:rPr>
              <a:t>          #define     PI          3.1415926</a:t>
            </a:r>
          </a:p>
          <a:p>
            <a:r>
              <a:rPr lang="en-US" altLang="zh-CN" sz="2000" b="1" dirty="0">
                <a:effectLst>
                  <a:outerShdw blurRad="38100" dist="38100" dir="2700000" algn="tl">
                    <a:srgbClr val="FFFFFF"/>
                  </a:outerShdw>
                </a:effectLst>
                <a:ea typeface="隶书" pitchFamily="49" charset="-122"/>
              </a:rPr>
              <a:t>          #define     OUT     </a:t>
            </a:r>
            <a:r>
              <a:rPr lang="en-US" altLang="zh-CN" sz="2000" b="1" dirty="0" err="1">
                <a:effectLst>
                  <a:outerShdw blurRad="38100" dist="38100" dir="2700000" algn="tl">
                    <a:srgbClr val="FFFFFF"/>
                  </a:outerShdw>
                </a:effectLst>
                <a:ea typeface="隶书" pitchFamily="49" charset="-122"/>
              </a:rPr>
              <a:t>printf</a:t>
            </a:r>
            <a:r>
              <a:rPr lang="en-US" altLang="zh-CN" sz="2000" b="1" dirty="0">
                <a:effectLst>
                  <a:outerShdw blurRad="38100" dist="38100" dir="2700000" algn="tl">
                    <a:srgbClr val="FFFFFF"/>
                  </a:outerShdw>
                </a:effectLst>
                <a:ea typeface="隶书" pitchFamily="49" charset="-122"/>
              </a:rPr>
              <a:t>(</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ea typeface="隶书" pitchFamily="49" charset="-122"/>
              </a:rPr>
              <a:t>Hello,World</a:t>
            </a:r>
            <a:r>
              <a:rPr lang="en-US"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ea typeface="隶书" pitchFamily="49" charset="-122"/>
              </a:rPr>
              <a:t>);</a:t>
            </a:r>
            <a:endParaRPr lang="en-US" altLang="zh-CN" sz="2000" b="1" dirty="0">
              <a:effectLst>
                <a:outerShdw blurRad="38100" dist="38100" dir="2700000" algn="tl">
                  <a:srgbClr val="FFFFFF"/>
                </a:outerShdw>
              </a:effectLst>
            </a:endParaRPr>
          </a:p>
        </p:txBody>
      </p:sp>
      <p:sp>
        <p:nvSpPr>
          <p:cNvPr id="1024002" name="Rectangle 2"/>
          <p:cNvSpPr>
            <a:spLocks noGrp="1" noChangeArrowheads="1"/>
          </p:cNvSpPr>
          <p:nvPr>
            <p:ph type="body" idx="4294967295"/>
          </p:nvPr>
        </p:nvSpPr>
        <p:spPr>
          <a:xfrm>
            <a:off x="502941" y="1588"/>
            <a:ext cx="4779962" cy="647700"/>
          </a:xfrm>
        </p:spPr>
        <p:txBody>
          <a:bodyPr/>
          <a:lstStyle/>
          <a:p>
            <a:pPr algn="just">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10.2  </a:t>
            </a:r>
            <a:r>
              <a:rPr lang="zh-CN" altLang="en-US">
                <a:solidFill>
                  <a:srgbClr val="FF0000"/>
                </a:solidFill>
                <a:effectLst>
                  <a:outerShdw blurRad="38100" dist="38100" dir="2700000" algn="tl">
                    <a:srgbClr val="000000"/>
                  </a:outerShdw>
                </a:effectLst>
                <a:latin typeface="隶书" pitchFamily="49" charset="-122"/>
                <a:ea typeface="隶书" pitchFamily="49" charset="-122"/>
              </a:rPr>
              <a:t>宏定义</a:t>
            </a:r>
            <a:r>
              <a:rPr lang="zh-CN" altLang="en-US"/>
              <a:t> </a:t>
            </a:r>
          </a:p>
        </p:txBody>
      </p:sp>
      <p:sp>
        <p:nvSpPr>
          <p:cNvPr id="1024003" name="Rectangle 3"/>
          <p:cNvSpPr>
            <a:spLocks noChangeArrowheads="1"/>
          </p:cNvSpPr>
          <p:nvPr/>
        </p:nvSpPr>
        <p:spPr bwMode="auto">
          <a:xfrm>
            <a:off x="890291" y="550863"/>
            <a:ext cx="8005762" cy="457200"/>
          </a:xfrm>
          <a:prstGeom prst="rect">
            <a:avLst/>
          </a:prstGeom>
          <a:noFill/>
          <a:ln w="9525">
            <a:noFill/>
            <a:miter lim="800000"/>
            <a:headEnd/>
            <a:tailEnd/>
          </a:ln>
          <a:effectLst/>
        </p:spPr>
        <p:txBody>
          <a:bodyPr>
            <a:spAutoFit/>
          </a:bodyPr>
          <a:lstStyle/>
          <a:p>
            <a:pPr>
              <a:buFont typeface="Wingdings" pitchFamily="2" charset="2"/>
              <a:buNone/>
            </a:pPr>
            <a:r>
              <a:rPr lang="zh-CN" altLang="en-US" b="1" dirty="0">
                <a:effectLst>
                  <a:outerShdw blurRad="38100" dist="38100" dir="2700000" algn="tl">
                    <a:srgbClr val="FFFFFF"/>
                  </a:outerShdw>
                </a:effectLst>
                <a:latin typeface="+mn-lt"/>
                <a:ea typeface="楷体" pitchFamily="49" charset="-122"/>
              </a:rPr>
              <a:t>宏定义分为两种：</a:t>
            </a:r>
            <a:r>
              <a:rPr lang="zh-CN" altLang="en-US" b="1" dirty="0">
                <a:solidFill>
                  <a:srgbClr val="CC0099"/>
                </a:solidFill>
                <a:effectLst>
                  <a:outerShdw blurRad="38100" dist="38100" dir="2700000" algn="tl">
                    <a:srgbClr val="000000"/>
                  </a:outerShdw>
                </a:effectLst>
                <a:latin typeface="+mn-lt"/>
                <a:ea typeface="楷体" pitchFamily="49" charset="-122"/>
              </a:rPr>
              <a:t>不带参数的宏定义</a:t>
            </a:r>
            <a:r>
              <a:rPr lang="zh-CN" altLang="en-US" b="1" dirty="0">
                <a:effectLst>
                  <a:outerShdw blurRad="38100" dist="38100" dir="2700000" algn="tl">
                    <a:srgbClr val="FFFFFF"/>
                  </a:outerShdw>
                </a:effectLst>
                <a:latin typeface="+mn-lt"/>
                <a:ea typeface="楷体" pitchFamily="49" charset="-122"/>
              </a:rPr>
              <a:t>和</a:t>
            </a:r>
            <a:r>
              <a:rPr lang="zh-CN" altLang="en-US" b="1" dirty="0">
                <a:solidFill>
                  <a:srgbClr val="CC0099"/>
                </a:solidFill>
                <a:effectLst>
                  <a:outerShdw blurRad="38100" dist="38100" dir="2700000" algn="tl">
                    <a:srgbClr val="000000"/>
                  </a:outerShdw>
                </a:effectLst>
                <a:latin typeface="+mn-lt"/>
                <a:ea typeface="楷体" pitchFamily="49" charset="-122"/>
              </a:rPr>
              <a:t>带参数的宏定义</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sp>
        <p:nvSpPr>
          <p:cNvPr id="1024013" name="Rectangle 13"/>
          <p:cNvSpPr>
            <a:spLocks noChangeArrowheads="1"/>
          </p:cNvSpPr>
          <p:nvPr/>
        </p:nvSpPr>
        <p:spPr bwMode="auto">
          <a:xfrm>
            <a:off x="845842" y="1055688"/>
            <a:ext cx="3095625" cy="457200"/>
          </a:xfrm>
          <a:prstGeom prst="rect">
            <a:avLst/>
          </a:prstGeom>
          <a:noFill/>
          <a:ln w="9525">
            <a:noFill/>
            <a:miter lim="800000"/>
            <a:headEnd/>
            <a:tailEnd/>
          </a:ln>
          <a:effectLst/>
        </p:spPr>
        <p:txBody>
          <a:bodyPr wrap="none">
            <a:spAutoFit/>
          </a:bodyPr>
          <a:lstStyle/>
          <a:p>
            <a:r>
              <a:rPr lang="en-US" altLang="zh-CN" b="1">
                <a:solidFill>
                  <a:srgbClr val="CC0000"/>
                </a:solidFill>
                <a:effectLst>
                  <a:outerShdw blurRad="38100" dist="38100" dir="2700000" algn="tl">
                    <a:srgbClr val="000000"/>
                  </a:outerShdw>
                </a:effectLst>
                <a:latin typeface="+mn-lt"/>
                <a:ea typeface="楷体" pitchFamily="49" charset="-122"/>
              </a:rPr>
              <a:t>1</a:t>
            </a:r>
            <a:r>
              <a:rPr lang="zh-CN" altLang="en-US" b="1">
                <a:solidFill>
                  <a:srgbClr val="CC0000"/>
                </a:solidFill>
                <a:effectLst>
                  <a:outerShdw blurRad="38100" dist="38100" dir="2700000" algn="tl">
                    <a:srgbClr val="000000"/>
                  </a:outerShdw>
                </a:effectLst>
                <a:latin typeface="+mn-lt"/>
                <a:ea typeface="楷体" pitchFamily="49" charset="-122"/>
              </a:rPr>
              <a:t>、不带参数的宏定义</a:t>
            </a:r>
          </a:p>
        </p:txBody>
      </p:sp>
      <p:sp>
        <p:nvSpPr>
          <p:cNvPr id="1024014" name="Rectangle 14"/>
          <p:cNvSpPr>
            <a:spLocks noChangeArrowheads="1"/>
          </p:cNvSpPr>
          <p:nvPr/>
        </p:nvSpPr>
        <p:spPr bwMode="auto">
          <a:xfrm>
            <a:off x="1352253" y="1556693"/>
            <a:ext cx="1923925"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CC66"/>
                </a:solidFill>
                <a:effectLst>
                  <a:outerShdw blurRad="38100" dist="38100" dir="2700000" algn="tl">
                    <a:srgbClr val="000000"/>
                  </a:outerShdw>
                </a:effectLst>
                <a:ea typeface="隶书" pitchFamily="49" charset="-122"/>
              </a:rPr>
              <a:t> </a:t>
            </a:r>
            <a:r>
              <a:rPr lang="zh-CN" altLang="en-US" b="1" dirty="0">
                <a:solidFill>
                  <a:srgbClr val="00CC66"/>
                </a:solidFill>
                <a:effectLst>
                  <a:outerShdw blurRad="38100" dist="38100" dir="2700000" algn="tl">
                    <a:srgbClr val="000000"/>
                  </a:outerShdw>
                </a:effectLst>
                <a:ea typeface="隶书" pitchFamily="49" charset="-122"/>
              </a:rPr>
              <a:t>一般形式</a:t>
            </a:r>
            <a:r>
              <a:rPr lang="en-US" altLang="zh-CN" b="1" dirty="0">
                <a:solidFill>
                  <a:srgbClr val="00CC66"/>
                </a:solidFill>
                <a:effectLst>
                  <a:outerShdw blurRad="38100" dist="38100" dir="2700000" algn="tl">
                    <a:srgbClr val="000000"/>
                  </a:outerShdw>
                </a:effectLst>
                <a:ea typeface="隶书" pitchFamily="49" charset="-122"/>
              </a:rPr>
              <a:t>:</a:t>
            </a:r>
            <a:r>
              <a:rPr lang="zh-CN" altLang="en-US" dirty="0">
                <a:solidFill>
                  <a:srgbClr val="00CC66"/>
                </a:solidFill>
              </a:rPr>
              <a:t> </a:t>
            </a:r>
          </a:p>
        </p:txBody>
      </p:sp>
      <p:sp>
        <p:nvSpPr>
          <p:cNvPr id="1024015" name="Text Box 15"/>
          <p:cNvSpPr txBox="1">
            <a:spLocks noChangeArrowheads="1"/>
          </p:cNvSpPr>
          <p:nvPr/>
        </p:nvSpPr>
        <p:spPr bwMode="auto">
          <a:xfrm>
            <a:off x="3338067" y="1581141"/>
            <a:ext cx="7086847" cy="5048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dirty="0">
                <a:effectLst>
                  <a:outerShdw blurRad="38100" dist="38100" dir="2700000" algn="tl">
                    <a:srgbClr val="FFFFFF"/>
                  </a:outerShdw>
                </a:effectLst>
                <a:latin typeface="+mn-lt"/>
                <a:ea typeface="隶书" pitchFamily="49" charset="-122"/>
              </a:rPr>
              <a:t>#define       </a:t>
            </a:r>
            <a:r>
              <a:rPr lang="zh-CN" altLang="en-US" b="1" dirty="0">
                <a:effectLst>
                  <a:outerShdw blurRad="38100" dist="38100" dir="2700000" algn="tl">
                    <a:srgbClr val="FFFFFF"/>
                  </a:outerShdw>
                </a:effectLst>
                <a:latin typeface="+mn-lt"/>
                <a:ea typeface="隶书" pitchFamily="49" charset="-122"/>
              </a:rPr>
              <a:t>标识符        单词串</a:t>
            </a:r>
          </a:p>
        </p:txBody>
      </p:sp>
      <p:sp>
        <p:nvSpPr>
          <p:cNvPr id="1024019" name="AutoShape 19"/>
          <p:cNvSpPr>
            <a:spLocks noChangeArrowheads="1"/>
          </p:cNvSpPr>
          <p:nvPr/>
        </p:nvSpPr>
        <p:spPr bwMode="auto">
          <a:xfrm>
            <a:off x="7257580" y="188640"/>
            <a:ext cx="3158900" cy="998489"/>
          </a:xfrm>
          <a:prstGeom prst="wedgeEllipseCallout">
            <a:avLst>
              <a:gd name="adj1" fmla="val -15388"/>
              <a:gd name="adj2" fmla="val 99384"/>
            </a:avLst>
          </a:prstGeom>
          <a:gradFill rotWithShape="1">
            <a:gsLst>
              <a:gs pos="0">
                <a:srgbClr val="FFCC99"/>
              </a:gs>
              <a:gs pos="100000">
                <a:schemeClr val="bg1"/>
              </a:gs>
            </a:gsLst>
            <a:lin ang="5400000" scaled="1"/>
          </a:grad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a:effectLst>
                  <a:outerShdw blurRad="38100" dist="38100" dir="2700000" algn="tl">
                    <a:srgbClr val="FFFFFF"/>
                  </a:outerShdw>
                </a:effectLst>
                <a:latin typeface="+mn-lt"/>
                <a:ea typeface="楷体" pitchFamily="49" charset="-122"/>
              </a:rPr>
              <a:t>可缺省，表示宏名</a:t>
            </a:r>
          </a:p>
          <a:p>
            <a:pPr algn="ctr"/>
            <a:r>
              <a:rPr lang="zh-CN" altLang="en-US" sz="2000" b="1">
                <a:effectLst>
                  <a:outerShdw blurRad="38100" dist="38100" dir="2700000" algn="tl">
                    <a:srgbClr val="FFFFFF"/>
                  </a:outerShdw>
                </a:effectLst>
                <a:latin typeface="+mn-lt"/>
                <a:ea typeface="楷体" pitchFamily="49" charset="-122"/>
              </a:rPr>
              <a:t>定义过或取消宏体</a:t>
            </a:r>
          </a:p>
        </p:txBody>
      </p:sp>
      <p:sp>
        <p:nvSpPr>
          <p:cNvPr id="1024020" name="Rectangle 20"/>
          <p:cNvSpPr>
            <a:spLocks noChangeArrowheads="1"/>
          </p:cNvSpPr>
          <p:nvPr/>
        </p:nvSpPr>
        <p:spPr bwMode="auto">
          <a:xfrm>
            <a:off x="1353841" y="2276872"/>
            <a:ext cx="1305165" cy="461665"/>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dirty="0">
                <a:solidFill>
                  <a:srgbClr val="00CC66"/>
                </a:solidFill>
                <a:effectLst>
                  <a:outerShdw blurRad="38100" dist="38100" dir="2700000" algn="tl">
                    <a:srgbClr val="000000"/>
                  </a:outerShdw>
                </a:effectLst>
                <a:ea typeface="隶书" pitchFamily="49" charset="-122"/>
              </a:rPr>
              <a:t> </a:t>
            </a:r>
            <a:r>
              <a:rPr lang="zh-CN" altLang="en-US" b="1" dirty="0">
                <a:solidFill>
                  <a:srgbClr val="00CC66"/>
                </a:solidFill>
                <a:effectLst>
                  <a:outerShdw blurRad="38100" dist="38100" dir="2700000" algn="tl">
                    <a:srgbClr val="000000"/>
                  </a:outerShdw>
                </a:effectLst>
                <a:ea typeface="隶书" pitchFamily="49" charset="-122"/>
              </a:rPr>
              <a:t>功能</a:t>
            </a:r>
            <a:r>
              <a:rPr lang="en-US" altLang="zh-CN" b="1" dirty="0">
                <a:solidFill>
                  <a:srgbClr val="00CC66"/>
                </a:solidFill>
                <a:effectLst>
                  <a:outerShdw blurRad="38100" dist="38100" dir="2700000" algn="tl">
                    <a:srgbClr val="000000"/>
                  </a:outerShdw>
                </a:effectLst>
                <a:ea typeface="隶书" pitchFamily="49" charset="-122"/>
              </a:rPr>
              <a:t>:</a:t>
            </a:r>
            <a:r>
              <a:rPr lang="zh-CN" altLang="en-US" dirty="0">
                <a:solidFill>
                  <a:srgbClr val="00CC66"/>
                </a:solidFill>
              </a:rPr>
              <a:t> </a:t>
            </a:r>
          </a:p>
        </p:txBody>
      </p:sp>
      <p:sp>
        <p:nvSpPr>
          <p:cNvPr id="1024021" name="Rectangle 21"/>
          <p:cNvSpPr>
            <a:spLocks noChangeArrowheads="1"/>
          </p:cNvSpPr>
          <p:nvPr/>
        </p:nvSpPr>
        <p:spPr bwMode="auto">
          <a:xfrm>
            <a:off x="2495600" y="2301435"/>
            <a:ext cx="5854488" cy="461665"/>
          </a:xfrm>
          <a:prstGeom prst="rect">
            <a:avLst/>
          </a:prstGeom>
          <a:noFill/>
          <a:ln w="9525">
            <a:noFill/>
            <a:miter lim="800000"/>
            <a:headEnd/>
            <a:tailEnd/>
          </a:ln>
          <a:effectLst/>
        </p:spPr>
        <p:txBody>
          <a:bodyPr wrap="none">
            <a:spAutoFit/>
          </a:bodyPr>
          <a:lstStyle/>
          <a:p>
            <a:r>
              <a:rPr lang="zh-CN" altLang="en-US" b="1" dirty="0">
                <a:effectLst>
                  <a:outerShdw blurRad="38100" dist="38100" dir="2700000" algn="tl">
                    <a:srgbClr val="FFFFFF"/>
                  </a:outerShdw>
                </a:effectLst>
                <a:latin typeface="+mn-lt"/>
                <a:ea typeface="楷体" pitchFamily="49" charset="-122"/>
              </a:rPr>
              <a:t>用指定标识符</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宏名</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代替字符序列</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宏体</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a:t>
            </a:r>
            <a:endParaRPr lang="en-US" altLang="zh-CN" b="1" dirty="0">
              <a:effectLst>
                <a:outerShdw blurRad="38100" dist="38100" dir="2700000" algn="tl">
                  <a:srgbClr val="FFFFFF"/>
                </a:outerShdw>
              </a:effectLst>
              <a:latin typeface="+mn-lt"/>
              <a:ea typeface="楷体" pitchFamily="49" charset="-122"/>
            </a:endParaRPr>
          </a:p>
        </p:txBody>
      </p:sp>
      <p:sp>
        <p:nvSpPr>
          <p:cNvPr id="1024089" name="Text Box 89" descr="信纸"/>
          <p:cNvSpPr txBox="1">
            <a:spLocks noChangeArrowheads="1"/>
          </p:cNvSpPr>
          <p:nvPr/>
        </p:nvSpPr>
        <p:spPr bwMode="auto">
          <a:xfrm>
            <a:off x="1753826" y="3019812"/>
            <a:ext cx="3800400" cy="3477875"/>
          </a:xfrm>
          <a:prstGeom prst="rect">
            <a:avLst/>
          </a:prstGeom>
          <a:blipFill dpi="0" rotWithShape="1">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effectLst>
                  <a:outerShdw blurRad="38100" dist="38100" dir="2700000" algn="tl">
                    <a:srgbClr val="FFFFFF"/>
                  </a:outerShdw>
                </a:effectLst>
              </a:rPr>
              <a:t>#define  </a:t>
            </a:r>
            <a:r>
              <a:rPr lang="en-US" altLang="zh-CN" sz="2000" b="1" dirty="0">
                <a:solidFill>
                  <a:schemeClr val="accent2"/>
                </a:solidFill>
                <a:effectLst>
                  <a:outerShdw blurRad="38100" dist="38100" dir="2700000" algn="tl">
                    <a:srgbClr val="000000"/>
                  </a:outerShdw>
                </a:effectLst>
              </a:rPr>
              <a:t>SIZE </a:t>
            </a:r>
            <a:r>
              <a:rPr lang="en-US" altLang="zh-CN" sz="2000" b="1" dirty="0">
                <a:effectLst>
                  <a:outerShdw blurRad="38100" dist="38100" dir="2700000" algn="tl">
                    <a:srgbClr val="FFFFFF"/>
                  </a:outerShdw>
                </a:effectLst>
              </a:rPr>
              <a:t>          10</a:t>
            </a:r>
          </a:p>
          <a:p>
            <a:r>
              <a:rPr lang="en-US" altLang="zh-CN" sz="2000" b="1" dirty="0">
                <a:effectLst>
                  <a:outerShdw blurRad="38100" dist="38100" dir="2700000" algn="tl">
                    <a:srgbClr val="FFFFFF"/>
                  </a:outerShdw>
                </a:effectLst>
              </a:rPr>
              <a:t>#define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t>
            </a:r>
            <a:r>
              <a:rPr lang="en-US" altLang="zh-CN" sz="2000" b="1" dirty="0">
                <a:solidFill>
                  <a:srgbClr val="000000"/>
                </a:solidFill>
                <a:effectLst>
                  <a:outerShdw blurRad="38100" dist="38100" dir="2700000" algn="tl">
                    <a:srgbClr val="FFFFFF"/>
                  </a:outerShdw>
                </a:effectLst>
              </a:rPr>
              <a:t>"</a:t>
            </a:r>
            <a:r>
              <a:rPr lang="en-US" altLang="zh-CN" sz="2000" b="1" dirty="0">
                <a:effectLst>
                  <a:outerShdw blurRad="38100" dist="38100" dir="2700000" algn="tl">
                    <a:srgbClr val="FFFFFF"/>
                  </a:outerShdw>
                </a:effectLst>
              </a:rPr>
              <a:t>%d</a:t>
            </a:r>
            <a:r>
              <a:rPr lang="en-US" altLang="zh-CN" sz="2000" b="1" dirty="0">
                <a:solidFill>
                  <a:srgbClr val="000000"/>
                </a:solidFill>
                <a:effectLst>
                  <a:outerShdw blurRad="38100" dist="38100" dir="2700000" algn="tl">
                    <a:srgbClr val="FFFFFF"/>
                  </a:outerShdw>
                </a:effectLst>
              </a:rPr>
              <a:t>"</a:t>
            </a:r>
            <a:endParaRPr lang="en-US" altLang="zh-CN" sz="2000" b="1" dirty="0">
              <a:effectLst>
                <a:outerShdw blurRad="38100" dist="38100" dir="2700000" algn="tl">
                  <a:srgbClr val="FFFFFF"/>
                </a:outerShdw>
              </a:effectLst>
            </a:endParaRPr>
          </a:p>
          <a:p>
            <a:r>
              <a:rPr lang="en-US" altLang="zh-CN" sz="2000" b="1" dirty="0">
                <a:solidFill>
                  <a:srgbClr val="CC0000"/>
                </a:solidFill>
                <a:effectLst>
                  <a:outerShdw blurRad="38100" dist="38100" dir="2700000" algn="tl">
                    <a:srgbClr val="000000"/>
                  </a:outerShdw>
                </a:effectLst>
              </a:rPr>
              <a:t>int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int  a[</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&lt; </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&amp;a[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a:t>
            </a:r>
            <a:r>
              <a:rPr lang="en-US" altLang="zh-CN" sz="2000" b="1" dirty="0">
                <a:solidFill>
                  <a:schemeClr val="accent2"/>
                </a:solidFill>
                <a:effectLst>
                  <a:outerShdw blurRad="38100" dist="38100" dir="2700000" algn="tl">
                    <a:srgbClr val="000000"/>
                  </a:outerShdw>
                </a:effectLst>
              </a:rPr>
              <a:t>SIZE</a:t>
            </a:r>
            <a:r>
              <a:rPr lang="en-US" altLang="zh-CN" sz="2000" b="1" dirty="0">
                <a:effectLst>
                  <a:outerShdw blurRad="38100" dist="38100" dir="2700000" algn="tl">
                    <a:srgbClr val="FFFFFF"/>
                  </a:outerShdw>
                </a:effectLst>
              </a:rPr>
              <a:t> - 1;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t>
            </a:r>
            <a:r>
              <a:rPr lang="en-US" altLang="zh-CN" sz="2000" b="1" dirty="0">
                <a:solidFill>
                  <a:schemeClr val="accent2"/>
                </a:solidFill>
                <a:effectLst>
                  <a:outerShdw blurRad="38100" dist="38100" dir="2700000" algn="tl">
                    <a:srgbClr val="000000"/>
                  </a:outerShdw>
                </a:effectLst>
              </a:rPr>
              <a:t>INT_STR</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return 0; </a:t>
            </a:r>
          </a:p>
          <a:p>
            <a:r>
              <a:rPr lang="en-US" altLang="zh-CN" sz="2000" b="1" dirty="0">
                <a:effectLst>
                  <a:outerShdw blurRad="38100" dist="38100" dir="2700000" algn="tl">
                    <a:srgbClr val="FFFFFF"/>
                  </a:outerShdw>
                </a:effectLst>
              </a:rPr>
              <a:t>}</a:t>
            </a:r>
          </a:p>
        </p:txBody>
      </p:sp>
      <p:grpSp>
        <p:nvGrpSpPr>
          <p:cNvPr id="1024093" name="Group 93"/>
          <p:cNvGrpSpPr>
            <a:grpSpLocks/>
          </p:cNvGrpSpPr>
          <p:nvPr/>
        </p:nvGrpSpPr>
        <p:grpSpPr bwMode="auto">
          <a:xfrm>
            <a:off x="1826849" y="3088074"/>
            <a:ext cx="3308350" cy="1395413"/>
            <a:chOff x="930" y="2260"/>
            <a:chExt cx="2084" cy="879"/>
          </a:xfrm>
        </p:grpSpPr>
        <p:sp>
          <p:nvSpPr>
            <p:cNvPr id="1024090" name="Rectangle 90"/>
            <p:cNvSpPr>
              <a:spLocks noChangeArrowheads="1"/>
            </p:cNvSpPr>
            <p:nvPr/>
          </p:nvSpPr>
          <p:spPr bwMode="auto">
            <a:xfrm>
              <a:off x="930" y="2260"/>
              <a:ext cx="1859" cy="408"/>
            </a:xfrm>
            <a:prstGeom prst="rect">
              <a:avLst/>
            </a:prstGeom>
            <a:noFill/>
            <a:ln w="28575">
              <a:solidFill>
                <a:srgbClr val="FF0000"/>
              </a:solidFill>
              <a:miter lim="800000"/>
              <a:headEnd/>
              <a:tailEnd/>
            </a:ln>
            <a:effectLst/>
          </p:spPr>
          <p:txBody>
            <a:bodyPr wrap="none" anchor="ctr"/>
            <a:lstStyle/>
            <a:p>
              <a:endParaRPr lang="zh-CN" altLang="en-US"/>
            </a:p>
          </p:txBody>
        </p:sp>
        <p:sp>
          <p:nvSpPr>
            <p:cNvPr id="1024091" name="AutoShape 91"/>
            <p:cNvSpPr>
              <a:spLocks/>
            </p:cNvSpPr>
            <p:nvPr/>
          </p:nvSpPr>
          <p:spPr bwMode="auto">
            <a:xfrm>
              <a:off x="2336" y="2840"/>
              <a:ext cx="678" cy="299"/>
            </a:xfrm>
            <a:prstGeom prst="borderCallout1">
              <a:avLst>
                <a:gd name="adj1" fmla="val 24079"/>
                <a:gd name="adj2" fmla="val -7079"/>
                <a:gd name="adj3" fmla="val -72574"/>
                <a:gd name="adj4" fmla="val -51917"/>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CC0000"/>
                  </a:solidFill>
                  <a:effectLst>
                    <a:outerShdw blurRad="38100" dist="38100" dir="2700000" algn="tl">
                      <a:srgbClr val="000000"/>
                    </a:outerShdw>
                  </a:effectLst>
                  <a:ea typeface="隶书" pitchFamily="49" charset="-122"/>
                </a:rPr>
                <a:t>宏定义</a:t>
              </a:r>
            </a:p>
          </p:txBody>
        </p:sp>
      </p:grpSp>
      <p:sp>
        <p:nvSpPr>
          <p:cNvPr id="1024094" name="Text Box 94" descr="信纸"/>
          <p:cNvSpPr txBox="1">
            <a:spLocks noChangeArrowheads="1"/>
          </p:cNvSpPr>
          <p:nvPr/>
        </p:nvSpPr>
        <p:spPr bwMode="auto">
          <a:xfrm>
            <a:off x="7012239" y="3343662"/>
            <a:ext cx="3392811" cy="2862322"/>
          </a:xfrm>
          <a:prstGeom prst="rect">
            <a:avLst/>
          </a:prstGeom>
          <a:blipFill dpi="0" rotWithShape="1">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en-US" altLang="zh-CN" sz="2000" b="1" dirty="0">
                <a:solidFill>
                  <a:srgbClr val="CC0000"/>
                </a:solidFill>
                <a:effectLst>
                  <a:outerShdw blurRad="38100" dist="38100" dir="2700000" algn="tl">
                    <a:srgbClr val="000000"/>
                  </a:outerShdw>
                </a:effectLst>
              </a:rPr>
              <a:t>int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&lt; </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a:solidFill>
                  <a:srgbClr val="FF0066"/>
                </a:solidFill>
                <a:effectLst>
                  <a:outerShdw blurRad="38100" dist="38100" dir="2700000" algn="tl">
                    <a:srgbClr val="000000"/>
                  </a:outerShdw>
                </a:effectLst>
              </a:rPr>
              <a:t>"%d"</a:t>
            </a:r>
            <a:r>
              <a:rPr lang="en-US" altLang="zh-CN" sz="2000" b="1" dirty="0">
                <a:effectLst>
                  <a:outerShdw blurRad="38100" dist="38100" dir="2700000" algn="tl">
                    <a:srgbClr val="FFFFFF"/>
                  </a:outerShdw>
                </a:effectLst>
              </a:rPr>
              <a:t>, &amp;a[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for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 </a:t>
            </a:r>
            <a:r>
              <a:rPr lang="en-US" altLang="zh-CN" sz="2000" b="1" dirty="0">
                <a:solidFill>
                  <a:srgbClr val="FF0066"/>
                </a:solidFill>
                <a:effectLst>
                  <a:outerShdw blurRad="38100" dist="38100" dir="2700000" algn="tl">
                    <a:srgbClr val="000000"/>
                  </a:outerShdw>
                </a:effectLst>
              </a:rPr>
              <a:t>10</a:t>
            </a:r>
            <a:r>
              <a:rPr lang="en-US" altLang="zh-CN" sz="2000" b="1" dirty="0">
                <a:effectLst>
                  <a:outerShdw blurRad="38100" dist="38100" dir="2700000" algn="tl">
                    <a:srgbClr val="FFFFFF"/>
                  </a:outerShdw>
                </a:effectLst>
              </a:rPr>
              <a:t> - 1;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&gt;= 0; </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t>
            </a:r>
            <a:r>
              <a:rPr lang="en-US" altLang="zh-CN" sz="2000" b="1" dirty="0">
                <a:solidFill>
                  <a:srgbClr val="FF0066"/>
                </a:solidFill>
                <a:effectLst>
                  <a:outerShdw blurRad="38100" dist="38100" dir="2700000" algn="tl">
                    <a:srgbClr val="000000"/>
                  </a:outerShdw>
                </a:effectLst>
              </a:rPr>
              <a:t>"%d"</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i</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grpSp>
        <p:nvGrpSpPr>
          <p:cNvPr id="1024097" name="Group 97"/>
          <p:cNvGrpSpPr>
            <a:grpSpLocks/>
          </p:cNvGrpSpPr>
          <p:nvPr/>
        </p:nvGrpSpPr>
        <p:grpSpPr bwMode="auto">
          <a:xfrm>
            <a:off x="5736089" y="4658118"/>
            <a:ext cx="1157288" cy="868363"/>
            <a:chOff x="2695" y="3249"/>
            <a:chExt cx="729" cy="547"/>
          </a:xfrm>
        </p:grpSpPr>
        <p:sp>
          <p:nvSpPr>
            <p:cNvPr id="1024095" name="AutoShape 95"/>
            <p:cNvSpPr>
              <a:spLocks noChangeArrowheads="1"/>
            </p:cNvSpPr>
            <p:nvPr/>
          </p:nvSpPr>
          <p:spPr bwMode="auto">
            <a:xfrm>
              <a:off x="2695" y="3249"/>
              <a:ext cx="729" cy="10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19050">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24096" name="Text Box 96"/>
            <p:cNvSpPr txBox="1">
              <a:spLocks noChangeArrowheads="1"/>
            </p:cNvSpPr>
            <p:nvPr/>
          </p:nvSpPr>
          <p:spPr bwMode="auto">
            <a:xfrm>
              <a:off x="2748" y="3354"/>
              <a:ext cx="635"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grpSp>
        <p:nvGrpSpPr>
          <p:cNvPr id="1024099" name="Group 99"/>
          <p:cNvGrpSpPr>
            <a:grpSpLocks/>
          </p:cNvGrpSpPr>
          <p:nvPr/>
        </p:nvGrpSpPr>
        <p:grpSpPr bwMode="auto">
          <a:xfrm>
            <a:off x="-9822" y="0"/>
            <a:ext cx="446088" cy="6858000"/>
            <a:chOff x="0" y="0"/>
            <a:chExt cx="281" cy="4320"/>
          </a:xfrm>
        </p:grpSpPr>
        <p:sp>
          <p:nvSpPr>
            <p:cNvPr id="1024100" name="Text Box 100"/>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24101" name="Text Box 101"/>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24016" name="AutoShape 16"/>
          <p:cNvSpPr>
            <a:spLocks noChangeArrowheads="1"/>
          </p:cNvSpPr>
          <p:nvPr/>
        </p:nvSpPr>
        <p:spPr bwMode="auto">
          <a:xfrm>
            <a:off x="4224089" y="2420888"/>
            <a:ext cx="1439863" cy="431800"/>
          </a:xfrm>
          <a:prstGeom prst="wedgeRoundRectCallout">
            <a:avLst>
              <a:gd name="adj1" fmla="val 21773"/>
              <a:gd name="adj2" fmla="val -16727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C0000"/>
                </a:solidFill>
                <a:effectLst>
                  <a:outerShdw blurRad="38100" dist="38100" dir="2700000" algn="tl">
                    <a:srgbClr val="000000"/>
                  </a:outerShdw>
                </a:effectLst>
                <a:latin typeface="+mn-lt"/>
                <a:ea typeface="楷体" pitchFamily="49" charset="-122"/>
              </a:rPr>
              <a:t>指令名称</a:t>
            </a:r>
          </a:p>
        </p:txBody>
      </p:sp>
      <p:sp>
        <p:nvSpPr>
          <p:cNvPr id="1024017" name="AutoShape 17"/>
          <p:cNvSpPr>
            <a:spLocks noChangeArrowheads="1"/>
          </p:cNvSpPr>
          <p:nvPr/>
        </p:nvSpPr>
        <p:spPr bwMode="auto">
          <a:xfrm>
            <a:off x="6384825" y="2420888"/>
            <a:ext cx="2303463" cy="720725"/>
          </a:xfrm>
          <a:prstGeom prst="wedgeRoundRectCallout">
            <a:avLst>
              <a:gd name="adj1" fmla="val -33389"/>
              <a:gd name="adj2" fmla="val -120264"/>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C0000"/>
                </a:solidFill>
                <a:effectLst>
                  <a:outerShdw blurRad="38100" dist="38100" dir="2700000" algn="tl">
                    <a:srgbClr val="000000"/>
                  </a:outerShdw>
                </a:effectLst>
                <a:latin typeface="+mn-lt"/>
                <a:ea typeface="楷体" pitchFamily="49" charset="-122"/>
              </a:rPr>
              <a:t>宏名，被定义代表后面的单词串</a:t>
            </a:r>
            <a:r>
              <a:rPr lang="zh-CN" altLang="en-US" sz="2000">
                <a:solidFill>
                  <a:srgbClr val="CC0000"/>
                </a:solidFill>
                <a:effectLst>
                  <a:outerShdw blurRad="38100" dist="38100" dir="2700000" algn="tl">
                    <a:srgbClr val="000000"/>
                  </a:outerShdw>
                </a:effectLst>
                <a:latin typeface="+mn-lt"/>
                <a:ea typeface="楷体" pitchFamily="49" charset="-122"/>
              </a:rPr>
              <a:t> </a:t>
            </a:r>
          </a:p>
        </p:txBody>
      </p:sp>
      <p:sp>
        <p:nvSpPr>
          <p:cNvPr id="1024018" name="AutoShape 18"/>
          <p:cNvSpPr>
            <a:spLocks noChangeArrowheads="1"/>
          </p:cNvSpPr>
          <p:nvPr/>
        </p:nvSpPr>
        <p:spPr bwMode="auto">
          <a:xfrm>
            <a:off x="8339901" y="2443748"/>
            <a:ext cx="2232025" cy="720725"/>
          </a:xfrm>
          <a:prstGeom prst="wedgeRoundRectCallout">
            <a:avLst>
              <a:gd name="adj1" fmla="val -47153"/>
              <a:gd name="adj2" fmla="val -120264"/>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solidFill>
                  <a:srgbClr val="CC0000"/>
                </a:solidFill>
                <a:effectLst>
                  <a:outerShdw blurRad="38100" dist="38100" dir="2700000" algn="tl">
                    <a:srgbClr val="000000"/>
                  </a:outerShdw>
                </a:effectLst>
                <a:latin typeface="+mn-lt"/>
                <a:ea typeface="楷体" pitchFamily="49" charset="-122"/>
              </a:rPr>
              <a:t>宏体，是宏的内容文本</a:t>
            </a:r>
            <a:r>
              <a:rPr lang="zh-CN" altLang="en-US" sz="2000">
                <a:solidFill>
                  <a:srgbClr val="CC0000"/>
                </a:solidFill>
                <a:effectLst>
                  <a:outerShdw blurRad="38100" dist="38100" dir="2700000" algn="tl">
                    <a:srgbClr val="000000"/>
                  </a:outerShdw>
                </a:effectLst>
                <a:latin typeface="+mn-lt"/>
                <a:ea typeface="楷体" pitchFamily="49" charset="-122"/>
              </a:rPr>
              <a:t> </a:t>
            </a:r>
          </a:p>
        </p:txBody>
      </p:sp>
      <p:sp>
        <p:nvSpPr>
          <p:cNvPr id="1024098" name="Rectangle 98"/>
          <p:cNvSpPr>
            <a:spLocks noChangeArrowheads="1"/>
          </p:cNvSpPr>
          <p:nvPr/>
        </p:nvSpPr>
        <p:spPr bwMode="auto">
          <a:xfrm>
            <a:off x="1761094" y="2128237"/>
            <a:ext cx="8652390" cy="830997"/>
          </a:xfrm>
          <a:prstGeom prst="rect">
            <a:avLst/>
          </a:prstGeom>
          <a:gradFill flip="none" rotWithShape="1">
            <a:gsLst>
              <a:gs pos="0">
                <a:srgbClr val="00FFFF">
                  <a:shade val="30000"/>
                  <a:satMod val="115000"/>
                </a:srgbClr>
              </a:gs>
              <a:gs pos="50000">
                <a:srgbClr val="00FFFF">
                  <a:shade val="67500"/>
                  <a:satMod val="115000"/>
                </a:srgbClr>
              </a:gs>
              <a:gs pos="100000">
                <a:srgbClr val="00FFFF">
                  <a:shade val="100000"/>
                  <a:satMod val="115000"/>
                </a:srgbClr>
              </a:gs>
            </a:gsLst>
            <a:lin ang="13500000" scaled="1"/>
            <a:tileRect/>
          </a:gradFill>
          <a:ln w="38100">
            <a:solidFill>
              <a:srgbClr val="FF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a:effectLst>
                  <a:outerShdw blurRad="38100" dist="38100" dir="2700000" algn="tl">
                    <a:srgbClr val="FFFFFF"/>
                  </a:outerShdw>
                </a:effectLst>
                <a:ea typeface="隶书" pitchFamily="49" charset="-122"/>
              </a:rPr>
              <a:t>        </a:t>
            </a:r>
            <a:r>
              <a:rPr lang="zh-CN" altLang="en-US">
                <a:solidFill>
                  <a:srgbClr val="FF0066"/>
                </a:solidFill>
                <a:effectLst>
                  <a:outerShdw blurRad="38100" dist="38100" dir="2700000" algn="tl">
                    <a:srgbClr val="000000"/>
                  </a:outerShdw>
                </a:effectLst>
                <a:ea typeface="隶书" pitchFamily="49" charset="-122"/>
              </a:rPr>
              <a:t>注意：</a:t>
            </a:r>
            <a:r>
              <a:rPr lang="zh-CN" altLang="en-US">
                <a:effectLst>
                  <a:outerShdw blurRad="38100" dist="38100" dir="2700000" algn="tl">
                    <a:srgbClr val="FFFFFF"/>
                  </a:outerShdw>
                </a:effectLst>
                <a:ea typeface="隶书" pitchFamily="49" charset="-122"/>
              </a:rPr>
              <a:t>宏替换时仅仅是将源程序中与宏名相同的标识符替换成宏的内容文本，并不对宏的内容文本做任何处理。</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03"/>
                                        </p:tgtEl>
                                        <p:attrNameLst>
                                          <p:attrName>style.visibility</p:attrName>
                                        </p:attrNameLst>
                                      </p:cBhvr>
                                      <p:to>
                                        <p:strVal val="visible"/>
                                      </p:to>
                                    </p:set>
                                    <p:anim calcmode="lin" valueType="num">
                                      <p:cBhvr additive="base">
                                        <p:cTn id="7" dur="500" fill="hold"/>
                                        <p:tgtEl>
                                          <p:spTgt spid="1024003"/>
                                        </p:tgtEl>
                                        <p:attrNameLst>
                                          <p:attrName>ppt_x</p:attrName>
                                        </p:attrNameLst>
                                      </p:cBhvr>
                                      <p:tavLst>
                                        <p:tav tm="0">
                                          <p:val>
                                            <p:strVal val="0-#ppt_w/2"/>
                                          </p:val>
                                        </p:tav>
                                        <p:tav tm="100000">
                                          <p:val>
                                            <p:strVal val="#ppt_x"/>
                                          </p:val>
                                        </p:tav>
                                      </p:tavLst>
                                    </p:anim>
                                    <p:anim calcmode="lin" valueType="num">
                                      <p:cBhvr additive="base">
                                        <p:cTn id="8" dur="500" fill="hold"/>
                                        <p:tgtEl>
                                          <p:spTgt spid="102400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24013"/>
                                        </p:tgtEl>
                                        <p:attrNameLst>
                                          <p:attrName>style.visibility</p:attrName>
                                        </p:attrNameLst>
                                      </p:cBhvr>
                                      <p:to>
                                        <p:strVal val="visible"/>
                                      </p:to>
                                    </p:set>
                                    <p:animEffect transition="in" filter="box(out)">
                                      <p:cBhvr>
                                        <p:cTn id="13" dur="500"/>
                                        <p:tgtEl>
                                          <p:spTgt spid="1024013"/>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24014"/>
                                        </p:tgtEl>
                                        <p:attrNameLst>
                                          <p:attrName>style.visibility</p:attrName>
                                        </p:attrNameLst>
                                      </p:cBhvr>
                                      <p:to>
                                        <p:strVal val="visible"/>
                                      </p:to>
                                    </p:set>
                                    <p:anim calcmode="lin" valueType="num">
                                      <p:cBhvr additive="base">
                                        <p:cTn id="18" dur="500" fill="hold"/>
                                        <p:tgtEl>
                                          <p:spTgt spid="1024014"/>
                                        </p:tgtEl>
                                        <p:attrNameLst>
                                          <p:attrName>ppt_x</p:attrName>
                                        </p:attrNameLst>
                                      </p:cBhvr>
                                      <p:tavLst>
                                        <p:tav tm="0">
                                          <p:val>
                                            <p:strVal val="0-#ppt_w/2"/>
                                          </p:val>
                                        </p:tav>
                                        <p:tav tm="100000">
                                          <p:val>
                                            <p:strVal val="#ppt_x"/>
                                          </p:val>
                                        </p:tav>
                                      </p:tavLst>
                                    </p:anim>
                                    <p:anim calcmode="lin" valueType="num">
                                      <p:cBhvr additive="base">
                                        <p:cTn id="19" dur="500" fill="hold"/>
                                        <p:tgtEl>
                                          <p:spTgt spid="10240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24015"/>
                                        </p:tgtEl>
                                        <p:attrNameLst>
                                          <p:attrName>style.visibility</p:attrName>
                                        </p:attrNameLst>
                                      </p:cBhvr>
                                      <p:to>
                                        <p:strVal val="visible"/>
                                      </p:to>
                                    </p:set>
                                    <p:animEffect transition="in" filter="box(out)">
                                      <p:cBhvr>
                                        <p:cTn id="24" dur="500"/>
                                        <p:tgtEl>
                                          <p:spTgt spid="1024015"/>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24016"/>
                                        </p:tgtEl>
                                        <p:attrNameLst>
                                          <p:attrName>style.visibility</p:attrName>
                                        </p:attrNameLst>
                                      </p:cBhvr>
                                      <p:to>
                                        <p:strVal val="visible"/>
                                      </p:to>
                                    </p:set>
                                    <p:animEffect transition="in" filter="strips(downLeft)">
                                      <p:cBhvr>
                                        <p:cTn id="29" dur="500"/>
                                        <p:tgtEl>
                                          <p:spTgt spid="1024016"/>
                                        </p:tgtEl>
                                      </p:cBhvr>
                                    </p:animEffect>
                                  </p:childTnLst>
                                  <p:subTnLst>
                                    <p:set>
                                      <p:cBhvr override="childStyle">
                                        <p:cTn dur="1" fill="hold" display="0" masterRel="nextClick" afterEffect="1"/>
                                        <p:tgtEl>
                                          <p:spTgt spid="1024016"/>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024017"/>
                                        </p:tgtEl>
                                        <p:attrNameLst>
                                          <p:attrName>style.visibility</p:attrName>
                                        </p:attrNameLst>
                                      </p:cBhvr>
                                      <p:to>
                                        <p:strVal val="visible"/>
                                      </p:to>
                                    </p:set>
                                    <p:animEffect transition="in" filter="strips(downRight)">
                                      <p:cBhvr>
                                        <p:cTn id="34" dur="500"/>
                                        <p:tgtEl>
                                          <p:spTgt spid="1024017"/>
                                        </p:tgtEl>
                                      </p:cBhvr>
                                    </p:animEffect>
                                  </p:childTnLst>
                                  <p:subTnLst>
                                    <p:set>
                                      <p:cBhvr override="childStyle">
                                        <p:cTn dur="1" fill="hold" display="0" masterRel="nextClick" afterEffect="1"/>
                                        <p:tgtEl>
                                          <p:spTgt spid="1024017"/>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1024018"/>
                                        </p:tgtEl>
                                        <p:attrNameLst>
                                          <p:attrName>style.visibility</p:attrName>
                                        </p:attrNameLst>
                                      </p:cBhvr>
                                      <p:to>
                                        <p:strVal val="visible"/>
                                      </p:to>
                                    </p:set>
                                    <p:animEffect transition="in" filter="strips(downRight)">
                                      <p:cBhvr>
                                        <p:cTn id="39" dur="500"/>
                                        <p:tgtEl>
                                          <p:spTgt spid="1024018"/>
                                        </p:tgtEl>
                                      </p:cBhvr>
                                    </p:animEffect>
                                  </p:childTnLst>
                                  <p:subTnLst>
                                    <p:set>
                                      <p:cBhvr override="childStyle">
                                        <p:cTn dur="1" fill="hold" display="0" masterRel="nextClick" afterEffect="1"/>
                                        <p:tgtEl>
                                          <p:spTgt spid="1024018"/>
                                        </p:tgtEl>
                                        <p:attrNameLst>
                                          <p:attrName>style.visibility</p:attrName>
                                        </p:attrNameLst>
                                      </p:cBhvr>
                                      <p:to>
                                        <p:strVal val="hidden"/>
                                      </p:to>
                                    </p:se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par>
                    <p:cTn id="40" fill="hold">
                      <p:stCondLst>
                        <p:cond delay="indefinite"/>
                      </p:stCondLst>
                      <p:childTnLst>
                        <p:par>
                          <p:cTn id="41" fill="hold">
                            <p:stCondLst>
                              <p:cond delay="0"/>
                            </p:stCondLst>
                            <p:childTnLst>
                              <p:par>
                                <p:cTn id="42" presetID="18" presetClass="entr" presetSubtype="3" fill="hold" grpId="1" nodeType="clickEffect">
                                  <p:stCondLst>
                                    <p:cond delay="0"/>
                                  </p:stCondLst>
                                  <p:childTnLst>
                                    <p:set>
                                      <p:cBhvr>
                                        <p:cTn id="43" dur="1" fill="hold">
                                          <p:stCondLst>
                                            <p:cond delay="0"/>
                                          </p:stCondLst>
                                        </p:cTn>
                                        <p:tgtEl>
                                          <p:spTgt spid="1024019"/>
                                        </p:tgtEl>
                                        <p:attrNameLst>
                                          <p:attrName>style.visibility</p:attrName>
                                        </p:attrNameLst>
                                      </p:cBhvr>
                                      <p:to>
                                        <p:strVal val="visible"/>
                                      </p:to>
                                    </p:set>
                                    <p:animEffect transition="in" filter="strips(upRight)">
                                      <p:cBhvr>
                                        <p:cTn id="44" dur="500"/>
                                        <p:tgtEl>
                                          <p:spTgt spid="1024019"/>
                                        </p:tgtEl>
                                      </p:cBhvr>
                                    </p:animEffect>
                                  </p:childTnLst>
                                  <p:subTnLst>
                                    <p:set>
                                      <p:cBhvr override="childStyle">
                                        <p:cTn dur="1" fill="hold" display="0" masterRel="nextClick" afterEffect="1"/>
                                        <p:tgtEl>
                                          <p:spTgt spid="1024019"/>
                                        </p:tgtEl>
                                        <p:attrNameLst>
                                          <p:attrName>style.visibility</p:attrName>
                                        </p:attrNameLst>
                                      </p:cBhvr>
                                      <p:to>
                                        <p:strVal val="hidden"/>
                                      </p:to>
                                    </p:se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020"/>
                                        </p:tgtEl>
                                        <p:attrNameLst>
                                          <p:attrName>style.visibility</p:attrName>
                                        </p:attrNameLst>
                                      </p:cBhvr>
                                      <p:to>
                                        <p:strVal val="visible"/>
                                      </p:to>
                                    </p:set>
                                    <p:anim calcmode="lin" valueType="num">
                                      <p:cBhvr additive="base">
                                        <p:cTn id="49" dur="500" fill="hold"/>
                                        <p:tgtEl>
                                          <p:spTgt spid="1024020"/>
                                        </p:tgtEl>
                                        <p:attrNameLst>
                                          <p:attrName>ppt_x</p:attrName>
                                        </p:attrNameLst>
                                      </p:cBhvr>
                                      <p:tavLst>
                                        <p:tav tm="0">
                                          <p:val>
                                            <p:strVal val="0-#ppt_w/2"/>
                                          </p:val>
                                        </p:tav>
                                        <p:tav tm="100000">
                                          <p:val>
                                            <p:strVal val="#ppt_x"/>
                                          </p:val>
                                        </p:tav>
                                      </p:tavLst>
                                    </p:anim>
                                    <p:anim calcmode="lin" valueType="num">
                                      <p:cBhvr additive="base">
                                        <p:cTn id="50" dur="500" fill="hold"/>
                                        <p:tgtEl>
                                          <p:spTgt spid="10240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4021"/>
                                        </p:tgtEl>
                                        <p:attrNameLst>
                                          <p:attrName>style.visibility</p:attrName>
                                        </p:attrNameLst>
                                      </p:cBhvr>
                                      <p:to>
                                        <p:strVal val="visible"/>
                                      </p:to>
                                    </p:set>
                                    <p:animEffect transition="in" filter="box(out)">
                                      <p:cBhvr>
                                        <p:cTn id="55" dur="500"/>
                                        <p:tgtEl>
                                          <p:spTgt spid="102402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024022"/>
                                        </p:tgtEl>
                                        <p:attrNameLst>
                                          <p:attrName>style.visibility</p:attrName>
                                        </p:attrNameLst>
                                      </p:cBhvr>
                                      <p:to>
                                        <p:strVal val="visible"/>
                                      </p:to>
                                    </p:set>
                                    <p:animEffect transition="in" filter="box(out)">
                                      <p:cBhvr>
                                        <p:cTn id="60" dur="500"/>
                                        <p:tgtEl>
                                          <p:spTgt spid="1024022"/>
                                        </p:tgtEl>
                                      </p:cBhvr>
                                    </p:animEffect>
                                  </p:childTnLst>
                                  <p:subTnLst>
                                    <p:set>
                                      <p:cBhvr override="childStyle">
                                        <p:cTn dur="1" fill="hold" display="0" masterRel="nextClick" afterEffect="1"/>
                                        <p:tgtEl>
                                          <p:spTgt spid="1024022"/>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024089"/>
                                        </p:tgtEl>
                                        <p:attrNameLst>
                                          <p:attrName>style.visibility</p:attrName>
                                        </p:attrNameLst>
                                      </p:cBhvr>
                                      <p:to>
                                        <p:strVal val="visible"/>
                                      </p:to>
                                    </p:set>
                                    <p:animEffect transition="in" filter="box(out)">
                                      <p:cBhvr>
                                        <p:cTn id="65" dur="500"/>
                                        <p:tgtEl>
                                          <p:spTgt spid="1024089"/>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1024093"/>
                                        </p:tgtEl>
                                        <p:attrNameLst>
                                          <p:attrName>style.visibility</p:attrName>
                                        </p:attrNameLst>
                                      </p:cBhvr>
                                      <p:to>
                                        <p:strVal val="visible"/>
                                      </p:to>
                                    </p:set>
                                    <p:animEffect transition="in" filter="strips(downRight)">
                                      <p:cBhvr>
                                        <p:cTn id="70" dur="500"/>
                                        <p:tgtEl>
                                          <p:spTgt spid="1024093"/>
                                        </p:tgtEl>
                                      </p:cBhvr>
                                    </p:animEffect>
                                  </p:childTnLst>
                                  <p:subTnLst>
                                    <p:audio>
                                      <p:cMediaNode>
                                        <p:cTn display="0" masterRel="sameClick">
                                          <p:stCondLst>
                                            <p:cond evt="begin" delay="0">
                                              <p:tn val="68"/>
                                            </p:cond>
                                          </p:stCondLst>
                                          <p:endCondLst>
                                            <p:cond evt="onStopAudio" delay="0">
                                              <p:tgtEl>
                                                <p:sldTgt/>
                                              </p:tgtEl>
                                            </p:cond>
                                          </p:endCondLst>
                                        </p:cTn>
                                        <p:tgtEl>
                                          <p:sndTgt r:embed="rId5" name="laser.wav"/>
                                        </p:tgtEl>
                                      </p:cMediaNode>
                                    </p:audio>
                                  </p:subTnLst>
                                </p:cTn>
                              </p:par>
                            </p:childTnLst>
                          </p:cTn>
                        </p:par>
                      </p:childTnLst>
                    </p:cTn>
                  </p:par>
                  <p:par>
                    <p:cTn id="71" fill="hold">
                      <p:stCondLst>
                        <p:cond delay="indefinite"/>
                      </p:stCondLst>
                      <p:childTnLst>
                        <p:par>
                          <p:cTn id="72" fill="hold">
                            <p:stCondLst>
                              <p:cond delay="0"/>
                            </p:stCondLst>
                            <p:childTnLst>
                              <p:par>
                                <p:cTn id="73" presetID="18" presetClass="entr" presetSubtype="6" fill="hold" nodeType="clickEffect">
                                  <p:stCondLst>
                                    <p:cond delay="0"/>
                                  </p:stCondLst>
                                  <p:childTnLst>
                                    <p:set>
                                      <p:cBhvr>
                                        <p:cTn id="74" dur="1" fill="hold">
                                          <p:stCondLst>
                                            <p:cond delay="0"/>
                                          </p:stCondLst>
                                        </p:cTn>
                                        <p:tgtEl>
                                          <p:spTgt spid="1024097"/>
                                        </p:tgtEl>
                                        <p:attrNameLst>
                                          <p:attrName>style.visibility</p:attrName>
                                        </p:attrNameLst>
                                      </p:cBhvr>
                                      <p:to>
                                        <p:strVal val="visible"/>
                                      </p:to>
                                    </p:set>
                                    <p:animEffect transition="in" filter="strips(downRight)">
                                      <p:cBhvr>
                                        <p:cTn id="75" dur="500"/>
                                        <p:tgtEl>
                                          <p:spTgt spid="1024097"/>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par>
                          <p:cTn id="76" fill="hold">
                            <p:stCondLst>
                              <p:cond delay="500"/>
                            </p:stCondLst>
                            <p:childTnLst>
                              <p:par>
                                <p:cTn id="77" presetID="4" presetClass="entr" presetSubtype="32" fill="hold" grpId="0" nodeType="afterEffect">
                                  <p:stCondLst>
                                    <p:cond delay="0"/>
                                  </p:stCondLst>
                                  <p:childTnLst>
                                    <p:set>
                                      <p:cBhvr>
                                        <p:cTn id="78" dur="1" fill="hold">
                                          <p:stCondLst>
                                            <p:cond delay="0"/>
                                          </p:stCondLst>
                                        </p:cTn>
                                        <p:tgtEl>
                                          <p:spTgt spid="1024094"/>
                                        </p:tgtEl>
                                        <p:attrNameLst>
                                          <p:attrName>style.visibility</p:attrName>
                                        </p:attrNameLst>
                                      </p:cBhvr>
                                      <p:to>
                                        <p:strVal val="visible"/>
                                      </p:to>
                                    </p:set>
                                    <p:animEffect transition="in" filter="box(out)">
                                      <p:cBhvr>
                                        <p:cTn id="79" dur="500"/>
                                        <p:tgtEl>
                                          <p:spTgt spid="1024094"/>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1024098"/>
                                        </p:tgtEl>
                                        <p:attrNameLst>
                                          <p:attrName>style.visibility</p:attrName>
                                        </p:attrNameLst>
                                      </p:cBhvr>
                                      <p:to>
                                        <p:strVal val="visible"/>
                                      </p:to>
                                    </p:set>
                                    <p:animEffect transition="in" filter="box(out)">
                                      <p:cBhvr>
                                        <p:cTn id="84" dur="500"/>
                                        <p:tgtEl>
                                          <p:spTgt spid="1024098"/>
                                        </p:tgtEl>
                                      </p:cBhvr>
                                    </p:animEffect>
                                  </p:childTnLst>
                                  <p:subTnLst>
                                    <p:audio>
                                      <p:cMediaNode>
                                        <p:cTn display="0" masterRel="sameClick">
                                          <p:stCondLst>
                                            <p:cond evt="begin" delay="0">
                                              <p:tn val="82"/>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2" grpId="0" animBg="1" autoUpdateAnimBg="0"/>
      <p:bldP spid="1024003" grpId="0"/>
      <p:bldP spid="1024013" grpId="0"/>
      <p:bldP spid="1024014" grpId="0"/>
      <p:bldP spid="1024015" grpId="0" animBg="1"/>
      <p:bldP spid="1024019" grpId="1" animBg="1"/>
      <p:bldP spid="1024020" grpId="0"/>
      <p:bldP spid="1024021" grpId="0"/>
      <p:bldP spid="1024089" grpId="0" animBg="1"/>
      <p:bldP spid="1024094" grpId="0" animBg="1"/>
      <p:bldP spid="1024016" grpId="0" animBg="1"/>
      <p:bldP spid="1024017" grpId="0" animBg="1"/>
      <p:bldP spid="1024018" grpId="0" animBg="1"/>
      <p:bldP spid="1024098"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26092" name="Group 44"/>
          <p:cNvGrpSpPr>
            <a:grpSpLocks/>
          </p:cNvGrpSpPr>
          <p:nvPr/>
        </p:nvGrpSpPr>
        <p:grpSpPr bwMode="auto">
          <a:xfrm>
            <a:off x="3791447" y="3249815"/>
            <a:ext cx="4964112" cy="3482975"/>
            <a:chOff x="1383" y="2015"/>
            <a:chExt cx="3127" cy="2194"/>
          </a:xfrm>
          <a:effectLst>
            <a:outerShdw blurRad="50800" dist="106680" dir="2700000" algn="tl" rotWithShape="0">
              <a:prstClr val="black">
                <a:alpha val="43000"/>
              </a:prstClr>
            </a:outerShdw>
          </a:effectLst>
        </p:grpSpPr>
        <p:sp>
          <p:nvSpPr>
            <p:cNvPr id="1026083" name="Text Box 35" descr="信纸"/>
            <p:cNvSpPr txBox="1">
              <a:spLocks noChangeArrowheads="1"/>
            </p:cNvSpPr>
            <p:nvPr/>
          </p:nvSpPr>
          <p:spPr bwMode="auto">
            <a:xfrm>
              <a:off x="1383" y="2015"/>
              <a:ext cx="3127" cy="2194"/>
            </a:xfrm>
            <a:prstGeom prst="rect">
              <a:avLst/>
            </a:prstGeom>
            <a:solidFill>
              <a:schemeClr val="bg1"/>
            </a:solidFill>
            <a:ln w="38100" cap="sq">
              <a:solidFill>
                <a:srgbClr val="009900"/>
              </a:solidFill>
              <a:miter lim="800000"/>
              <a:headEnd type="none" w="sm" len="sm"/>
              <a:tailEnd type="none" w="sm" len="sm"/>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a:solidFill>
                    <a:srgbClr val="0000FF"/>
                  </a:solidFill>
                  <a:effectLst>
                    <a:outerShdw blurRad="38100" dist="38100" dir="2700000" algn="tl">
                      <a:srgbClr val="000000"/>
                    </a:outerShdw>
                  </a:effectLst>
                  <a:ea typeface="隶书" pitchFamily="49" charset="-122"/>
                </a:rPr>
                <a:t>#define    YES       1</a:t>
              </a:r>
              <a:endParaRPr lang="en-US" altLang="zh-CN" sz="2000" b="1">
                <a:effectLst>
                  <a:outerShdw blurRad="38100" dist="38100" dir="2700000" algn="tl">
                    <a:srgbClr val="FFFFFF"/>
                  </a:outerShdw>
                </a:effectLst>
                <a:ea typeface="隶书" pitchFamily="49" charset="-122"/>
              </a:endParaRPr>
            </a:p>
            <a:p>
              <a:r>
                <a:rPr lang="en-US" altLang="zh-CN" sz="2000" b="1">
                  <a:effectLst>
                    <a:outerShdw blurRad="38100" dist="38100" dir="2700000" algn="tl">
                      <a:srgbClr val="FFFFFF"/>
                    </a:outerShdw>
                  </a:effectLst>
                  <a:ea typeface="隶书" pitchFamily="49" charset="-122"/>
                </a:rPr>
                <a:t>void main ( )</a:t>
              </a:r>
            </a:p>
            <a:p>
              <a:r>
                <a:rPr lang="en-US" altLang="zh-CN" sz="2000" b="1">
                  <a:effectLst>
                    <a:outerShdw blurRad="38100" dist="38100" dir="2700000" algn="tl">
                      <a:srgbClr val="FFFFFF"/>
                    </a:outerShdw>
                  </a:effectLst>
                  <a:ea typeface="隶书" pitchFamily="49" charset="-122"/>
                </a:rPr>
                <a:t>{</a:t>
              </a:r>
            </a:p>
            <a:p>
              <a:r>
                <a:rPr lang="en-US" altLang="zh-CN" sz="2000" b="1">
                  <a:effectLst>
                    <a:outerShdw blurRad="38100" dist="38100" dir="2700000" algn="tl">
                      <a:srgbClr val="FFFFFF"/>
                    </a:outerShdw>
                  </a:effectLst>
                  <a:ea typeface="隶书" pitchFamily="49" charset="-122"/>
                </a:rPr>
                <a:t>   ……..</a:t>
              </a:r>
            </a:p>
            <a:p>
              <a:r>
                <a:rPr lang="en-US" altLang="zh-CN" sz="2000" b="1">
                  <a:effectLst>
                    <a:outerShdw blurRad="38100" dist="38100" dir="2700000" algn="tl">
                      <a:srgbClr val="FFFFFF"/>
                    </a:outerShdw>
                  </a:effectLst>
                  <a:ea typeface="隶书" pitchFamily="49" charset="-122"/>
                </a:rPr>
                <a:t>}</a:t>
              </a:r>
            </a:p>
            <a:p>
              <a:r>
                <a:rPr lang="en-US" altLang="zh-CN" sz="2000" b="1">
                  <a:solidFill>
                    <a:srgbClr val="0000FF"/>
                  </a:solidFill>
                  <a:effectLst>
                    <a:outerShdw blurRad="38100" dist="38100" dir="2700000" algn="tl">
                      <a:srgbClr val="000000"/>
                    </a:outerShdw>
                  </a:effectLst>
                  <a:ea typeface="隶书" pitchFamily="49" charset="-122"/>
                </a:rPr>
                <a:t>#undef   YES</a:t>
              </a:r>
              <a:endParaRPr lang="en-US" altLang="zh-CN" sz="2000" b="1">
                <a:effectLst>
                  <a:outerShdw blurRad="38100" dist="38100" dir="2700000" algn="tl">
                    <a:srgbClr val="FFFFFF"/>
                  </a:outerShdw>
                </a:effectLst>
                <a:ea typeface="隶书" pitchFamily="49" charset="-122"/>
              </a:endParaRPr>
            </a:p>
            <a:p>
              <a:r>
                <a:rPr lang="en-US" altLang="zh-CN" sz="2000" b="1">
                  <a:solidFill>
                    <a:srgbClr val="FF3300"/>
                  </a:solidFill>
                  <a:effectLst>
                    <a:outerShdw blurRad="38100" dist="38100" dir="2700000" algn="tl">
                      <a:srgbClr val="000000"/>
                    </a:outerShdw>
                  </a:effectLst>
                  <a:ea typeface="隶书" pitchFamily="49" charset="-122"/>
                </a:rPr>
                <a:t>#define    YES       0</a:t>
              </a:r>
              <a:endParaRPr lang="en-US" altLang="zh-CN" sz="2000" b="1">
                <a:effectLst>
                  <a:outerShdw blurRad="38100" dist="38100" dir="2700000" algn="tl">
                    <a:srgbClr val="FFFFFF"/>
                  </a:outerShdw>
                </a:effectLst>
                <a:ea typeface="隶书" pitchFamily="49" charset="-122"/>
              </a:endParaRPr>
            </a:p>
            <a:p>
              <a:r>
                <a:rPr lang="en-US" altLang="zh-CN" sz="2000" b="1">
                  <a:effectLst>
                    <a:outerShdw blurRad="38100" dist="38100" dir="2700000" algn="tl">
                      <a:srgbClr val="FFFFFF"/>
                    </a:outerShdw>
                  </a:effectLst>
                  <a:ea typeface="隶书" pitchFamily="49" charset="-122"/>
                </a:rPr>
                <a:t>void max (  )</a:t>
              </a:r>
            </a:p>
            <a:p>
              <a:r>
                <a:rPr lang="en-US" altLang="zh-CN" sz="2000" b="1">
                  <a:effectLst>
                    <a:outerShdw blurRad="38100" dist="38100" dir="2700000" algn="tl">
                      <a:srgbClr val="FFFFFF"/>
                    </a:outerShdw>
                  </a:effectLst>
                  <a:ea typeface="隶书" pitchFamily="49" charset="-122"/>
                </a:rPr>
                <a:t>{</a:t>
              </a:r>
            </a:p>
            <a:p>
              <a:r>
                <a:rPr lang="en-US" altLang="zh-CN" sz="2000" b="1">
                  <a:effectLst>
                    <a:outerShdw blurRad="38100" dist="38100" dir="2700000" algn="tl">
                      <a:srgbClr val="FFFFFF"/>
                    </a:outerShdw>
                  </a:effectLst>
                  <a:ea typeface="隶书" pitchFamily="49" charset="-122"/>
                </a:rPr>
                <a:t>  ……..</a:t>
              </a:r>
            </a:p>
            <a:p>
              <a:r>
                <a:rPr lang="en-US" altLang="zh-CN" sz="2000" b="1">
                  <a:effectLst>
                    <a:outerShdw blurRad="38100" dist="38100" dir="2700000" algn="tl">
                      <a:srgbClr val="FFFFFF"/>
                    </a:outerShdw>
                  </a:effectLst>
                  <a:ea typeface="隶书" pitchFamily="49" charset="-122"/>
                </a:rPr>
                <a:t>}</a:t>
              </a:r>
            </a:p>
          </p:txBody>
        </p:sp>
        <p:grpSp>
          <p:nvGrpSpPr>
            <p:cNvPr id="1026088" name="Group 40"/>
            <p:cNvGrpSpPr>
              <a:grpSpLocks/>
            </p:cNvGrpSpPr>
            <p:nvPr/>
          </p:nvGrpSpPr>
          <p:grpSpPr bwMode="auto">
            <a:xfrm>
              <a:off x="2835" y="2402"/>
              <a:ext cx="1219" cy="332"/>
              <a:chOff x="2835" y="2402"/>
              <a:chExt cx="1219" cy="332"/>
            </a:xfrm>
          </p:grpSpPr>
          <p:sp>
            <p:nvSpPr>
              <p:cNvPr id="1026084" name="AutoShape 36"/>
              <p:cNvSpPr>
                <a:spLocks/>
              </p:cNvSpPr>
              <p:nvPr/>
            </p:nvSpPr>
            <p:spPr bwMode="auto">
              <a:xfrm>
                <a:off x="2835" y="2402"/>
                <a:ext cx="144" cy="332"/>
              </a:xfrm>
              <a:prstGeom prst="rightBrace">
                <a:avLst>
                  <a:gd name="adj1" fmla="val 47222"/>
                  <a:gd name="adj2" fmla="val 51472"/>
                </a:avLst>
              </a:prstGeom>
              <a:noFill/>
              <a:ln w="28575" cap="sq">
                <a:solidFill>
                  <a:srgbClr val="0000FF"/>
                </a:solidFill>
                <a:round/>
                <a:headEnd type="none" w="sm" len="sm"/>
                <a:tailEnd type="none" w="sm" len="sm"/>
              </a:ln>
              <a:effectLst>
                <a:outerShdw dist="35921" dir="2700000" algn="ctr" rotWithShape="0">
                  <a:schemeClr val="bg2"/>
                </a:outerShdw>
              </a:effectLst>
              <a:scene3d>
                <a:camera prst="orthographicFront"/>
                <a:lightRig rig="threePt" dir="t"/>
              </a:scene3d>
              <a:sp3d>
                <a:bevelT w="114300" prst="hardEdge"/>
              </a:sp3d>
            </p:spPr>
            <p:txBody>
              <a:bodyPr lIns="90000" tIns="46800" rIns="90000" bIns="46800" anchor="ctr">
                <a:spAutoFit/>
              </a:bodyPr>
              <a:lstStyle/>
              <a:p>
                <a:endParaRPr lang="zh-CN" altLang="en-US"/>
              </a:p>
            </p:txBody>
          </p:sp>
          <p:sp>
            <p:nvSpPr>
              <p:cNvPr id="1026086" name="Text Box 38"/>
              <p:cNvSpPr txBox="1">
                <a:spLocks noChangeArrowheads="1"/>
              </p:cNvSpPr>
              <p:nvPr/>
            </p:nvSpPr>
            <p:spPr bwMode="auto">
              <a:xfrm>
                <a:off x="2974" y="2450"/>
                <a:ext cx="1080" cy="253"/>
              </a:xfrm>
              <a:prstGeom prst="rect">
                <a:avLst/>
              </a:prstGeom>
              <a:noFill/>
              <a:ln w="12700" cap="sq">
                <a:noFill/>
                <a:miter lim="800000"/>
                <a:headEnd type="none" w="sm" len="sm"/>
                <a:tailEnd type="none" w="sm" len="sm"/>
              </a:ln>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a:solidFill>
                      <a:srgbClr val="0000FF"/>
                    </a:solidFill>
                    <a:effectLst>
                      <a:outerShdw blurRad="38100" dist="38100" dir="2700000" algn="tl">
                        <a:srgbClr val="000000"/>
                      </a:outerShdw>
                    </a:effectLst>
                    <a:ea typeface="楷体_GB2312" pitchFamily="49" charset="-122"/>
                  </a:rPr>
                  <a:t>YES</a:t>
                </a:r>
                <a:r>
                  <a:rPr lang="zh-CN" altLang="zh-CN" sz="2000" b="1" dirty="0">
                    <a:solidFill>
                      <a:srgbClr val="0000FF"/>
                    </a:solidFill>
                    <a:effectLst>
                      <a:outerShdw blurRad="38100" dist="38100" dir="2700000" algn="tl">
                        <a:srgbClr val="000000"/>
                      </a:outerShdw>
                    </a:effectLst>
                    <a:latin typeface="楷体" pitchFamily="49" charset="-122"/>
                    <a:ea typeface="楷体" pitchFamily="49" charset="-122"/>
                  </a:rPr>
                  <a:t>原作用域</a:t>
                </a:r>
                <a:endParaRPr lang="zh-CN" altLang="en-US" sz="2000" b="1" dirty="0">
                  <a:solidFill>
                    <a:srgbClr val="0000FF"/>
                  </a:solidFill>
                  <a:effectLst>
                    <a:outerShdw blurRad="38100" dist="38100" dir="2700000" algn="tl">
                      <a:srgbClr val="000000"/>
                    </a:outerShdw>
                  </a:effectLst>
                  <a:latin typeface="楷体" pitchFamily="49" charset="-122"/>
                  <a:ea typeface="楷体" pitchFamily="49" charset="-122"/>
                </a:endParaRPr>
              </a:p>
            </p:txBody>
          </p:sp>
        </p:grpSp>
        <p:grpSp>
          <p:nvGrpSpPr>
            <p:cNvPr id="1026089" name="Group 41"/>
            <p:cNvGrpSpPr>
              <a:grpSpLocks/>
            </p:cNvGrpSpPr>
            <p:nvPr/>
          </p:nvGrpSpPr>
          <p:grpSpPr bwMode="auto">
            <a:xfrm>
              <a:off x="2836" y="3519"/>
              <a:ext cx="1219" cy="332"/>
              <a:chOff x="2835" y="2402"/>
              <a:chExt cx="1219" cy="332"/>
            </a:xfrm>
          </p:grpSpPr>
          <p:sp>
            <p:nvSpPr>
              <p:cNvPr id="1026090" name="AutoShape 42"/>
              <p:cNvSpPr>
                <a:spLocks/>
              </p:cNvSpPr>
              <p:nvPr/>
            </p:nvSpPr>
            <p:spPr bwMode="auto">
              <a:xfrm>
                <a:off x="2835" y="2402"/>
                <a:ext cx="144" cy="332"/>
              </a:xfrm>
              <a:prstGeom prst="rightBrace">
                <a:avLst>
                  <a:gd name="adj1" fmla="val 47222"/>
                  <a:gd name="adj2" fmla="val 51472"/>
                </a:avLst>
              </a:prstGeom>
              <a:noFill/>
              <a:ln w="28575" cap="sq">
                <a:solidFill>
                  <a:srgbClr val="FF0000"/>
                </a:solidFill>
                <a:round/>
                <a:headEnd type="none" w="sm" len="sm"/>
                <a:tailEnd type="none" w="sm" len="sm"/>
              </a:ln>
              <a:effectLst>
                <a:outerShdw dist="35921" dir="2700000" algn="ctr" rotWithShape="0">
                  <a:schemeClr val="bg2"/>
                </a:outerShdw>
              </a:effectLst>
              <a:scene3d>
                <a:camera prst="orthographicFront"/>
                <a:lightRig rig="threePt" dir="t"/>
              </a:scene3d>
              <a:sp3d>
                <a:bevelT w="114300" prst="hardEdge"/>
              </a:sp3d>
            </p:spPr>
            <p:txBody>
              <a:bodyPr lIns="90000" tIns="46800" rIns="90000" bIns="46800" anchor="ctr">
                <a:spAutoFit/>
              </a:bodyPr>
              <a:lstStyle/>
              <a:p>
                <a:endParaRPr lang="zh-CN" altLang="en-US"/>
              </a:p>
            </p:txBody>
          </p:sp>
          <p:sp>
            <p:nvSpPr>
              <p:cNvPr id="1026091" name="Text Box 43"/>
              <p:cNvSpPr txBox="1">
                <a:spLocks noChangeArrowheads="1"/>
              </p:cNvSpPr>
              <p:nvPr/>
            </p:nvSpPr>
            <p:spPr bwMode="auto">
              <a:xfrm>
                <a:off x="2974" y="2450"/>
                <a:ext cx="1080" cy="253"/>
              </a:xfrm>
              <a:prstGeom prst="rect">
                <a:avLst/>
              </a:prstGeom>
              <a:noFill/>
              <a:ln w="12700" cap="sq">
                <a:noFill/>
                <a:miter lim="800000"/>
                <a:headEnd type="none" w="sm" len="sm"/>
                <a:tailEnd type="none" w="sm" len="sm"/>
              </a:ln>
              <a:effectLst/>
              <a:scene3d>
                <a:camera prst="orthographicFront"/>
                <a:lightRig rig="threePt" dir="t"/>
              </a:scene3d>
              <a:sp3d>
                <a:bevelT w="114300" prst="hardEdge"/>
              </a:sp3d>
            </p:spPr>
            <p:txBody>
              <a:bodyPr wrap="none" lIns="90000" tIns="46800" rIns="90000" bIns="46800" anchor="ctr">
                <a:spAutoFit/>
              </a:bodyPr>
              <a:lstStyle/>
              <a:p>
                <a:pPr algn="ctr"/>
                <a:r>
                  <a:rPr lang="en-US" altLang="zh-CN" sz="2000" b="1" dirty="0">
                    <a:solidFill>
                      <a:srgbClr val="FF0000"/>
                    </a:solidFill>
                    <a:effectLst>
                      <a:outerShdw blurRad="38100" dist="38100" dir="2700000" algn="tl">
                        <a:srgbClr val="000000"/>
                      </a:outerShdw>
                    </a:effectLst>
                    <a:ea typeface="楷体_GB2312" pitchFamily="49" charset="-122"/>
                  </a:rPr>
                  <a:t>YES</a:t>
                </a:r>
                <a:r>
                  <a:rPr lang="zh-CN" altLang="en-US" sz="2000" b="1" dirty="0">
                    <a:solidFill>
                      <a:srgbClr val="FF0000"/>
                    </a:solidFill>
                    <a:effectLst>
                      <a:outerShdw blurRad="38100" dist="38100" dir="2700000" algn="tl">
                        <a:srgbClr val="000000"/>
                      </a:outerShdw>
                    </a:effectLst>
                    <a:latin typeface="楷体" pitchFamily="49" charset="-122"/>
                    <a:ea typeface="楷体" pitchFamily="49" charset="-122"/>
                  </a:rPr>
                  <a:t>新</a:t>
                </a:r>
                <a:r>
                  <a:rPr lang="zh-CN" altLang="zh-CN" sz="2000" b="1" dirty="0">
                    <a:solidFill>
                      <a:srgbClr val="FF0000"/>
                    </a:solidFill>
                    <a:effectLst>
                      <a:outerShdw blurRad="38100" dist="38100" dir="2700000" algn="tl">
                        <a:srgbClr val="000000"/>
                      </a:outerShdw>
                    </a:effectLst>
                    <a:latin typeface="楷体" pitchFamily="49" charset="-122"/>
                    <a:ea typeface="楷体" pitchFamily="49" charset="-122"/>
                  </a:rPr>
                  <a:t>作用域</a:t>
                </a:r>
                <a:endParaRPr lang="zh-CN" altLang="en-US" sz="2000" b="1" dirty="0">
                  <a:solidFill>
                    <a:srgbClr val="FF0000"/>
                  </a:solidFill>
                  <a:effectLst>
                    <a:outerShdw blurRad="38100" dist="38100" dir="2700000" algn="tl">
                      <a:srgbClr val="000000"/>
                    </a:outerShdw>
                  </a:effectLst>
                  <a:latin typeface="楷体" pitchFamily="49" charset="-122"/>
                  <a:ea typeface="楷体" pitchFamily="49" charset="-122"/>
                </a:endParaRPr>
              </a:p>
            </p:txBody>
          </p:sp>
        </p:grpSp>
      </p:grpSp>
      <p:sp>
        <p:nvSpPr>
          <p:cNvPr id="1026078" name="Rectangle 30" descr="信纸"/>
          <p:cNvSpPr>
            <a:spLocks noChangeArrowheads="1"/>
          </p:cNvSpPr>
          <p:nvPr/>
        </p:nvSpPr>
        <p:spPr bwMode="auto">
          <a:xfrm>
            <a:off x="2575694" y="2208575"/>
            <a:ext cx="7624762" cy="80010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b="1" dirty="0">
                <a:solidFill>
                  <a:srgbClr val="FF0066"/>
                </a:solidFill>
                <a:effectLst>
                  <a:outerShdw blurRad="38100" dist="38100" dir="2700000" algn="tl">
                    <a:srgbClr val="000000"/>
                  </a:outerShdw>
                </a:effectLst>
                <a:ea typeface="隶书" pitchFamily="49" charset="-122"/>
              </a:rPr>
              <a:t>例如：</a:t>
            </a:r>
            <a:r>
              <a:rPr lang="en-US" altLang="zh-CN" sz="2000" b="1" dirty="0">
                <a:effectLst>
                  <a:outerShdw blurRad="38100" dist="38100" dir="2700000" algn="tl">
                    <a:srgbClr val="FFFFFF"/>
                  </a:outerShdw>
                </a:effectLst>
              </a:rPr>
              <a:t>#define  LONG_STRING   "this is a very long string that is</a:t>
            </a:r>
            <a:r>
              <a:rPr lang="en-US" altLang="zh-CN" sz="2000" b="1" dirty="0">
                <a:solidFill>
                  <a:srgbClr val="FF0066"/>
                </a:solidFill>
                <a:effectLst>
                  <a:outerShdw blurRad="38100" dist="38100" dir="2700000" algn="tl">
                    <a:srgbClr val="000000"/>
                  </a:outerShdw>
                </a:effectLst>
              </a:rPr>
              <a:t>\</a:t>
            </a:r>
          </a:p>
          <a:p>
            <a:r>
              <a:rPr lang="en-US" altLang="zh-CN" sz="2000" b="1" dirty="0">
                <a:effectLst>
                  <a:outerShdw blurRad="38100" dist="38100" dir="2700000" algn="tl">
                    <a:srgbClr val="FFFFFF"/>
                  </a:outerShdw>
                </a:effectLst>
              </a:rPr>
              <a:t>used as an example"</a:t>
            </a:r>
          </a:p>
        </p:txBody>
      </p:sp>
      <p:sp>
        <p:nvSpPr>
          <p:cNvPr id="1026079" name="Rectangle 31"/>
          <p:cNvSpPr>
            <a:spLocks noChangeArrowheads="1"/>
          </p:cNvSpPr>
          <p:nvPr/>
        </p:nvSpPr>
        <p:spPr bwMode="auto">
          <a:xfrm>
            <a:off x="1062559" y="2175247"/>
            <a:ext cx="10879482" cy="461665"/>
          </a:xfrm>
          <a:prstGeom prst="rect">
            <a:avLst/>
          </a:prstGeom>
          <a:noFill/>
          <a:ln w="9525">
            <a:noFill/>
            <a:miter lim="800000"/>
            <a:headEnd/>
            <a:tailEnd/>
          </a:ln>
          <a:effectLst/>
        </p:spPr>
        <p:txBody>
          <a:bodyPr wrap="square"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宏名的</a:t>
            </a:r>
            <a:r>
              <a:rPr lang="zh-CN" altLang="en-US" b="1" dirty="0">
                <a:solidFill>
                  <a:srgbClr val="CC0000"/>
                </a:solidFill>
                <a:effectLst>
                  <a:outerShdw blurRad="38100" dist="38100" dir="2700000" algn="tl">
                    <a:srgbClr val="000000"/>
                  </a:outerShdw>
                </a:effectLst>
                <a:latin typeface="+mn-lt"/>
                <a:ea typeface="楷体" pitchFamily="49" charset="-122"/>
              </a:rPr>
              <a:t>作用域</a:t>
            </a:r>
            <a:r>
              <a:rPr lang="zh-CN" altLang="en-US" b="1" dirty="0">
                <a:effectLst>
                  <a:outerShdw blurRad="38100" dist="38100" dir="2700000" algn="tl">
                    <a:srgbClr val="FFFFFF"/>
                  </a:outerShdw>
                </a:effectLst>
                <a:latin typeface="+mn-lt"/>
                <a:ea typeface="楷体" pitchFamily="49" charset="-122"/>
              </a:rPr>
              <a:t>是从</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定义之后直到该宏定义所在文件结束。</a:t>
            </a:r>
            <a:r>
              <a:rPr lang="zh-CN" altLang="en-US" dirty="0">
                <a:latin typeface="+mn-lt"/>
                <a:ea typeface="楷体" pitchFamily="49" charset="-122"/>
              </a:rPr>
              <a:t> </a:t>
            </a:r>
          </a:p>
        </p:txBody>
      </p:sp>
      <p:sp>
        <p:nvSpPr>
          <p:cNvPr id="1026076" name="Rectangle 28"/>
          <p:cNvSpPr>
            <a:spLocks noChangeArrowheads="1"/>
          </p:cNvSpPr>
          <p:nvPr/>
        </p:nvSpPr>
        <p:spPr bwMode="auto">
          <a:xfrm>
            <a:off x="1055491" y="1220422"/>
            <a:ext cx="6445995" cy="461665"/>
          </a:xfrm>
          <a:prstGeom prst="rect">
            <a:avLst/>
          </a:prstGeom>
          <a:noFill/>
          <a:ln w="9525">
            <a:noFill/>
            <a:miter lim="800000"/>
            <a:headEnd/>
            <a:tailEnd/>
          </a:ln>
          <a:effectLst/>
        </p:spPr>
        <p:txBody>
          <a:bodyPr wrap="none" anchor="ctr">
            <a:spAutoFit/>
          </a:bodyPr>
          <a:lstStyle/>
          <a:p>
            <a:pPr>
              <a:spcBef>
                <a:spcPct val="20000"/>
              </a:spcBef>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宏定义的</a:t>
            </a:r>
            <a:r>
              <a:rPr lang="zh-CN" altLang="en-US" b="1" dirty="0">
                <a:solidFill>
                  <a:srgbClr val="CC0000"/>
                </a:solidFill>
                <a:effectLst>
                  <a:outerShdw blurRad="38100" dist="38100" dir="2700000" algn="tl">
                    <a:srgbClr val="000000"/>
                  </a:outerShdw>
                </a:effectLst>
                <a:latin typeface="+mn-lt"/>
                <a:ea typeface="楷体" pitchFamily="49" charset="-122"/>
              </a:rPr>
              <a:t>位置任意</a:t>
            </a:r>
            <a:r>
              <a:rPr lang="zh-CN" altLang="en-US" b="1" dirty="0">
                <a:effectLst>
                  <a:outerShdw blurRad="38100" dist="38100" dir="2700000" algn="tl">
                    <a:srgbClr val="FFFFFF"/>
                  </a:outerShdw>
                </a:effectLst>
                <a:latin typeface="+mn-lt"/>
                <a:ea typeface="楷体" pitchFamily="49" charset="-122"/>
              </a:rPr>
              <a:t>，但</a:t>
            </a:r>
            <a:r>
              <a:rPr lang="zh-CN" altLang="zh-CN" b="1" dirty="0">
                <a:effectLst>
                  <a:outerShdw blurRad="38100" dist="38100" dir="2700000" algn="tl">
                    <a:srgbClr val="FFFFFF"/>
                  </a:outerShdw>
                </a:effectLst>
                <a:latin typeface="+mn-lt"/>
                <a:ea typeface="楷体" pitchFamily="49" charset="-122"/>
              </a:rPr>
              <a:t>一般放在函数外面</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sp>
        <p:nvSpPr>
          <p:cNvPr id="1026093" name="Rectangle 45"/>
          <p:cNvSpPr>
            <a:spLocks noChangeArrowheads="1"/>
          </p:cNvSpPr>
          <p:nvPr/>
        </p:nvSpPr>
        <p:spPr bwMode="auto">
          <a:xfrm>
            <a:off x="1055440" y="3164414"/>
            <a:ext cx="6224587" cy="457200"/>
          </a:xfrm>
          <a:prstGeom prst="rect">
            <a:avLst/>
          </a:prstGeom>
          <a:noFill/>
          <a:ln w="9525">
            <a:noFill/>
            <a:miter lim="800000"/>
            <a:headEnd/>
            <a:tailEnd/>
          </a:ln>
          <a:effectLst/>
        </p:spPr>
        <p:txBody>
          <a:bodyPr anchor="ctr">
            <a:spAutoFit/>
          </a:bodyPr>
          <a:lstStyle/>
          <a:p>
            <a:pPr>
              <a:buClr>
                <a:srgbClr val="0000FF"/>
              </a:buClr>
              <a:buFont typeface="Wingdings" pitchFamily="2" charset="2"/>
              <a:buChar char="l"/>
            </a:pPr>
            <a:r>
              <a:rPr lang="en-US" altLang="zh-CN"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宏定义可以</a:t>
            </a:r>
            <a:r>
              <a:rPr lang="zh-CN" altLang="en-US" b="1" dirty="0">
                <a:solidFill>
                  <a:srgbClr val="CC0000"/>
                </a:solidFill>
                <a:effectLst>
                  <a:outerShdw blurRad="38100" dist="38100" dir="2700000" algn="tl">
                    <a:srgbClr val="000000"/>
                  </a:outerShdw>
                </a:effectLst>
                <a:latin typeface="+mn-lt"/>
                <a:ea typeface="楷体" pitchFamily="49" charset="-122"/>
              </a:rPr>
              <a:t>嵌套定义</a:t>
            </a:r>
            <a:r>
              <a:rPr lang="zh-CN" altLang="en-US" b="1" dirty="0">
                <a:effectLst>
                  <a:outerShdw blurRad="38100" dist="38100" dir="2700000" algn="tl">
                    <a:srgbClr val="FFFFFF"/>
                  </a:outerShdw>
                </a:effectLst>
                <a:latin typeface="+mn-lt"/>
                <a:ea typeface="楷体" pitchFamily="49" charset="-122"/>
              </a:rPr>
              <a:t>，但不能递归定义。</a:t>
            </a:r>
            <a:r>
              <a:rPr lang="zh-CN" altLang="en-US" dirty="0">
                <a:latin typeface="+mn-lt"/>
                <a:ea typeface="楷体" pitchFamily="49" charset="-122"/>
              </a:rPr>
              <a:t> </a:t>
            </a:r>
          </a:p>
        </p:txBody>
      </p:sp>
      <p:sp>
        <p:nvSpPr>
          <p:cNvPr id="1026096" name="Rectangle 48"/>
          <p:cNvSpPr>
            <a:spLocks noChangeArrowheads="1"/>
          </p:cNvSpPr>
          <p:nvPr/>
        </p:nvSpPr>
        <p:spPr bwMode="auto">
          <a:xfrm>
            <a:off x="1055440" y="3645024"/>
            <a:ext cx="10873203" cy="461665"/>
          </a:xfrm>
          <a:prstGeom prst="rect">
            <a:avLst/>
          </a:prstGeom>
          <a:noFill/>
          <a:ln w="9525">
            <a:noFill/>
            <a:miter lim="800000"/>
            <a:headEnd/>
            <a:tailEnd/>
          </a:ln>
          <a:effectLst/>
        </p:spPr>
        <p:txBody>
          <a:bodyPr wrap="square"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程序中字符串常量即双引号中的字符，不作为宏进行宏替换操作。</a:t>
            </a:r>
            <a:r>
              <a:rPr lang="zh-CN" altLang="en-US" dirty="0">
                <a:latin typeface="+mn-lt"/>
                <a:ea typeface="楷体" pitchFamily="49" charset="-122"/>
              </a:rPr>
              <a:t> </a:t>
            </a:r>
          </a:p>
        </p:txBody>
      </p:sp>
      <p:sp>
        <p:nvSpPr>
          <p:cNvPr id="1026081" name="Text Box 33"/>
          <p:cNvSpPr txBox="1">
            <a:spLocks noChangeArrowheads="1"/>
          </p:cNvSpPr>
          <p:nvPr/>
        </p:nvSpPr>
        <p:spPr bwMode="auto">
          <a:xfrm>
            <a:off x="5111904" y="2673751"/>
            <a:ext cx="4679950" cy="433388"/>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a:effectLst>
                  <a:outerShdw blurRad="38100" dist="38100" dir="2700000" algn="tl">
                    <a:srgbClr val="FFFFFF"/>
                  </a:outerShdw>
                </a:effectLst>
                <a:latin typeface="+mn-lt"/>
                <a:ea typeface="隶书" pitchFamily="49" charset="-122"/>
              </a:rPr>
              <a:t>#undef    </a:t>
            </a:r>
            <a:r>
              <a:rPr lang="zh-CN" altLang="en-US" sz="2000" b="1">
                <a:effectLst>
                  <a:outerShdw blurRad="38100" dist="38100" dir="2700000" algn="tl">
                    <a:srgbClr val="FFFFFF"/>
                  </a:outerShdw>
                </a:effectLst>
                <a:latin typeface="+mn-lt"/>
                <a:ea typeface="隶书" pitchFamily="49" charset="-122"/>
              </a:rPr>
              <a:t>标识符</a:t>
            </a:r>
          </a:p>
        </p:txBody>
      </p:sp>
      <p:sp>
        <p:nvSpPr>
          <p:cNvPr id="1026056" name="Rectangle 8"/>
          <p:cNvSpPr>
            <a:spLocks noChangeArrowheads="1"/>
          </p:cNvSpPr>
          <p:nvPr/>
        </p:nvSpPr>
        <p:spPr bwMode="auto">
          <a:xfrm>
            <a:off x="674392" y="230188"/>
            <a:ext cx="3144837" cy="519112"/>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800" b="1">
                <a:solidFill>
                  <a:srgbClr val="00CC66"/>
                </a:solidFill>
                <a:effectLst>
                  <a:outerShdw blurRad="38100" dist="38100" dir="2700000" algn="tl">
                    <a:srgbClr val="000000"/>
                  </a:outerShdw>
                </a:effectLst>
                <a:ea typeface="隶书" pitchFamily="49" charset="-122"/>
              </a:rPr>
              <a:t> </a:t>
            </a:r>
            <a:r>
              <a:rPr lang="zh-CN" altLang="en-US" sz="2800" b="1">
                <a:solidFill>
                  <a:srgbClr val="00CC66"/>
                </a:solidFill>
                <a:effectLst>
                  <a:outerShdw blurRad="38100" dist="38100" dir="2700000" algn="tl">
                    <a:srgbClr val="000000"/>
                  </a:outerShdw>
                </a:effectLst>
                <a:ea typeface="隶书" pitchFamily="49" charset="-122"/>
              </a:rPr>
              <a:t>宏定义注意事项</a:t>
            </a:r>
            <a:r>
              <a:rPr lang="zh-CN" altLang="en-US" sz="2800">
                <a:solidFill>
                  <a:srgbClr val="00CC66"/>
                </a:solidFill>
              </a:rPr>
              <a:t> </a:t>
            </a:r>
          </a:p>
        </p:txBody>
      </p:sp>
      <p:sp>
        <p:nvSpPr>
          <p:cNvPr id="1026074" name="Rectangle 26"/>
          <p:cNvSpPr>
            <a:spLocks noChangeArrowheads="1"/>
          </p:cNvSpPr>
          <p:nvPr/>
        </p:nvSpPr>
        <p:spPr bwMode="auto">
          <a:xfrm>
            <a:off x="1059699" y="736601"/>
            <a:ext cx="8613255" cy="461665"/>
          </a:xfrm>
          <a:prstGeom prst="rect">
            <a:avLst/>
          </a:prstGeom>
          <a:noFill/>
          <a:ln w="9525">
            <a:noFill/>
            <a:miter lim="800000"/>
            <a:headEnd/>
            <a:tailEnd/>
          </a:ln>
          <a:effectLst/>
        </p:spPr>
        <p:txBody>
          <a:bodyPr wrap="none"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C</a:t>
            </a:r>
            <a:r>
              <a:rPr lang="zh-CN" altLang="en-US" b="1" dirty="0">
                <a:effectLst>
                  <a:outerShdw blurRad="38100" dist="38100" dir="2700000" algn="tl">
                    <a:srgbClr val="FFFFFF"/>
                  </a:outerShdw>
                </a:effectLst>
                <a:latin typeface="+mn-lt"/>
                <a:ea typeface="楷体" pitchFamily="49" charset="-122"/>
              </a:rPr>
              <a:t>程序员通常用</a:t>
            </a:r>
            <a:r>
              <a:rPr lang="zh-CN" altLang="en-US" b="1" dirty="0">
                <a:solidFill>
                  <a:srgbClr val="CC0000"/>
                </a:solidFill>
                <a:effectLst>
                  <a:outerShdw blurRad="38100" dist="38100" dir="2700000" algn="tl">
                    <a:srgbClr val="000000"/>
                  </a:outerShdw>
                </a:effectLst>
                <a:latin typeface="+mn-lt"/>
                <a:ea typeface="楷体" pitchFamily="49" charset="-122"/>
              </a:rPr>
              <a:t>大写字母</a:t>
            </a:r>
            <a:r>
              <a:rPr lang="zh-CN" altLang="en-US" b="1" dirty="0">
                <a:effectLst>
                  <a:outerShdw blurRad="38100" dist="38100" dir="2700000" algn="tl">
                    <a:srgbClr val="FFFFFF"/>
                  </a:outerShdw>
                </a:effectLst>
                <a:latin typeface="+mn-lt"/>
                <a:ea typeface="楷体" pitchFamily="49" charset="-122"/>
              </a:rPr>
              <a:t>来定义宏名，以便与变量名区别。</a:t>
            </a:r>
            <a:r>
              <a:rPr lang="zh-CN" altLang="en-US" dirty="0">
                <a:latin typeface="+mn-lt"/>
                <a:ea typeface="楷体" pitchFamily="49" charset="-122"/>
              </a:rPr>
              <a:t> </a:t>
            </a:r>
          </a:p>
        </p:txBody>
      </p:sp>
      <p:sp>
        <p:nvSpPr>
          <p:cNvPr id="1026075" name="Text Box 27" descr="信纸"/>
          <p:cNvSpPr txBox="1">
            <a:spLocks noChangeArrowheads="1"/>
          </p:cNvSpPr>
          <p:nvPr/>
        </p:nvSpPr>
        <p:spPr bwMode="auto">
          <a:xfrm>
            <a:off x="2775473" y="1239143"/>
            <a:ext cx="5048719" cy="46166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spcBef>
                <a:spcPct val="50000"/>
              </a:spcBef>
            </a:pPr>
            <a:r>
              <a:rPr lang="zh-CN" altLang="en-US" b="1">
                <a:solidFill>
                  <a:srgbClr val="FF0066"/>
                </a:solidFill>
                <a:effectLst>
                  <a:outerShdw blurRad="38100" dist="38100" dir="2700000" algn="tl">
                    <a:srgbClr val="000000"/>
                  </a:outerShdw>
                </a:effectLst>
                <a:ea typeface="隶书" pitchFamily="49" charset="-122"/>
              </a:rPr>
              <a:t>如：  </a:t>
            </a:r>
            <a:r>
              <a:rPr lang="en-US" altLang="zh-CN" b="1">
                <a:effectLst>
                  <a:outerShdw blurRad="38100" dist="38100" dir="2700000" algn="tl">
                    <a:srgbClr val="FFFFFF"/>
                  </a:outerShdw>
                </a:effectLst>
              </a:rPr>
              <a:t>#define  </a:t>
            </a:r>
            <a:r>
              <a:rPr lang="en-US" altLang="zh-CN" b="1">
                <a:solidFill>
                  <a:srgbClr val="CC0000"/>
                </a:solidFill>
                <a:effectLst>
                  <a:outerShdw blurRad="38100" dist="38100" dir="2700000" algn="tl">
                    <a:srgbClr val="000000"/>
                  </a:outerShdw>
                </a:effectLst>
              </a:rPr>
              <a:t>PI</a:t>
            </a:r>
            <a:r>
              <a:rPr lang="en-US" altLang="zh-CN" b="1">
                <a:effectLst>
                  <a:outerShdw blurRad="38100" dist="38100" dir="2700000" algn="tl">
                    <a:srgbClr val="FFFFFF"/>
                  </a:outerShdw>
                </a:effectLst>
              </a:rPr>
              <a:t>    3.14159</a:t>
            </a:r>
          </a:p>
        </p:txBody>
      </p:sp>
      <p:sp>
        <p:nvSpPr>
          <p:cNvPr id="1026077" name="Rectangle 29"/>
          <p:cNvSpPr>
            <a:spLocks noChangeArrowheads="1"/>
          </p:cNvSpPr>
          <p:nvPr/>
        </p:nvSpPr>
        <p:spPr bwMode="auto">
          <a:xfrm>
            <a:off x="1060889" y="1700808"/>
            <a:ext cx="10879482" cy="461665"/>
          </a:xfrm>
          <a:prstGeom prst="rect">
            <a:avLst/>
          </a:prstGeom>
          <a:noFill/>
          <a:ln w="9525">
            <a:noFill/>
            <a:miter lim="800000"/>
            <a:headEnd/>
            <a:tailEnd/>
          </a:ln>
          <a:effectLst/>
        </p:spPr>
        <p:txBody>
          <a:bodyPr wrap="square"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宏定义时，如果单词串太长，需要写多行，可以在行尾使用反斜线“</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续行符。 </a:t>
            </a:r>
          </a:p>
        </p:txBody>
      </p:sp>
      <p:sp>
        <p:nvSpPr>
          <p:cNvPr id="1026080" name="Rectangle 32"/>
          <p:cNvSpPr>
            <a:spLocks noChangeArrowheads="1"/>
          </p:cNvSpPr>
          <p:nvPr/>
        </p:nvSpPr>
        <p:spPr bwMode="auto">
          <a:xfrm>
            <a:off x="1055440" y="2697197"/>
            <a:ext cx="4281488" cy="457200"/>
          </a:xfrm>
          <a:prstGeom prst="rect">
            <a:avLst/>
          </a:prstGeom>
          <a:noFill/>
          <a:ln w="9525">
            <a:noFill/>
            <a:miter lim="800000"/>
            <a:headEnd/>
            <a:tailEnd/>
          </a:ln>
          <a:effectLst/>
        </p:spPr>
        <p:txBody>
          <a:bodyPr anchor="ctr">
            <a:spAutoFit/>
          </a:bodyPr>
          <a:lstStyle/>
          <a:p>
            <a:pPr>
              <a:buClr>
                <a:srgbClr val="0000FF"/>
              </a:buClr>
              <a:buFont typeface="Wingdings" pitchFamily="2" charset="2"/>
              <a:buChar char="l"/>
            </a:pPr>
            <a:r>
              <a:rPr lang="en-US" altLang="zh-CN" dirty="0">
                <a:effectLst>
                  <a:outerShdw blurRad="38100" dist="38100" dir="2700000" algn="tl">
                    <a:srgbClr val="FFFFFF"/>
                  </a:outerShdw>
                </a:effectLst>
                <a:latin typeface="+mn-lt"/>
                <a:ea typeface="楷体" pitchFamily="49" charset="-122"/>
              </a:rPr>
              <a:t>  </a:t>
            </a:r>
            <a:r>
              <a:rPr lang="en-US" altLang="zh-CN" b="1" dirty="0">
                <a:solidFill>
                  <a:srgbClr val="CC0000"/>
                </a:solidFill>
                <a:effectLst>
                  <a:outerShdw blurRad="38100" dist="38100" dir="2700000" algn="tl">
                    <a:srgbClr val="000000"/>
                  </a:outerShdw>
                </a:effectLst>
                <a:latin typeface="+mn-lt"/>
                <a:ea typeface="楷体" pitchFamily="49" charset="-122"/>
              </a:rPr>
              <a:t>#</a:t>
            </a:r>
            <a:r>
              <a:rPr lang="en-US" altLang="zh-CN" b="1" dirty="0" err="1">
                <a:solidFill>
                  <a:srgbClr val="CC0000"/>
                </a:solidFill>
                <a:effectLst>
                  <a:outerShdw blurRad="38100" dist="38100" dir="2700000" algn="tl">
                    <a:srgbClr val="000000"/>
                  </a:outerShdw>
                </a:effectLst>
                <a:latin typeface="+mn-lt"/>
                <a:ea typeface="楷体" pitchFamily="49" charset="-122"/>
              </a:rPr>
              <a:t>undef</a:t>
            </a:r>
            <a:r>
              <a:rPr lang="zh-CN" altLang="en-US" b="1" dirty="0">
                <a:effectLst>
                  <a:outerShdw blurRad="38100" dist="38100" dir="2700000" algn="tl">
                    <a:srgbClr val="FFFFFF"/>
                  </a:outerShdw>
                </a:effectLst>
                <a:latin typeface="+mn-lt"/>
                <a:ea typeface="楷体" pitchFamily="49" charset="-122"/>
              </a:rPr>
              <a:t>可</a:t>
            </a:r>
            <a:r>
              <a:rPr lang="zh-CN" altLang="zh-CN" b="1" dirty="0">
                <a:effectLst>
                  <a:outerShdw blurRad="38100" dist="38100" dir="2700000" algn="tl">
                    <a:srgbClr val="FFFFFF"/>
                  </a:outerShdw>
                </a:effectLst>
                <a:latin typeface="+mn-lt"/>
                <a:ea typeface="楷体" pitchFamily="49" charset="-122"/>
              </a:rPr>
              <a:t>终止宏名作用域</a:t>
            </a:r>
            <a:r>
              <a:rPr lang="zh-CN" altLang="en-US" b="1" dirty="0">
                <a:effectLst>
                  <a:outerShdw blurRad="38100" dist="38100" dir="2700000" algn="tl">
                    <a:srgbClr val="FFFFFF"/>
                  </a:outerShdw>
                </a:effectLst>
                <a:latin typeface="+mn-lt"/>
                <a:ea typeface="楷体" pitchFamily="49" charset="-122"/>
              </a:rPr>
              <a:t>。</a:t>
            </a:r>
          </a:p>
        </p:txBody>
      </p:sp>
      <p:sp>
        <p:nvSpPr>
          <p:cNvPr id="1026094" name="Rectangle 46" descr="信纸"/>
          <p:cNvSpPr>
            <a:spLocks noChangeArrowheads="1"/>
          </p:cNvSpPr>
          <p:nvPr/>
        </p:nvSpPr>
        <p:spPr bwMode="auto">
          <a:xfrm>
            <a:off x="2495599" y="3720628"/>
            <a:ext cx="4176457" cy="1652588"/>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a:effectLst>
                  <a:outerShdw blurRad="38100" dist="38100" dir="2700000" algn="tl">
                    <a:srgbClr val="FFFFFF"/>
                  </a:outerShdw>
                </a:effectLst>
              </a:rPr>
              <a:t>#define  R    2.0        </a:t>
            </a:r>
          </a:p>
          <a:p>
            <a:r>
              <a:rPr lang="en-US" altLang="zh-CN" b="1">
                <a:effectLst>
                  <a:outerShdw blurRad="38100" dist="38100" dir="2700000" algn="tl">
                    <a:srgbClr val="FFFFFF"/>
                  </a:outerShdw>
                </a:effectLst>
              </a:rPr>
              <a:t>#define  PI   3.14159</a:t>
            </a:r>
          </a:p>
          <a:p>
            <a:r>
              <a:rPr lang="en-US" altLang="zh-CN" b="1">
                <a:effectLst>
                  <a:outerShdw blurRad="38100" dist="38100" dir="2700000" algn="tl">
                    <a:srgbClr val="FFFFFF"/>
                  </a:outerShdw>
                </a:effectLst>
              </a:rPr>
              <a:t>#define  L    2*PI*R    (</a:t>
            </a:r>
            <a:r>
              <a:rPr lang="en-US" altLang="zh-CN" sz="2800" b="1">
                <a:solidFill>
                  <a:srgbClr val="FF0000"/>
                </a:solidFill>
                <a:effectLst>
                  <a:outerShdw blurRad="38100" dist="38100" dir="2700000" algn="tl">
                    <a:srgbClr val="000000"/>
                  </a:outerShdw>
                </a:effectLst>
              </a:rPr>
              <a:t>√</a:t>
            </a:r>
            <a:r>
              <a:rPr lang="en-US" altLang="zh-CN" b="1">
                <a:effectLst>
                  <a:outerShdw blurRad="38100" dist="38100" dir="2700000" algn="tl">
                    <a:srgbClr val="FFFFFF"/>
                  </a:outerShdw>
                </a:effectLst>
              </a:rPr>
              <a:t>)</a:t>
            </a:r>
          </a:p>
          <a:p>
            <a:r>
              <a:rPr lang="en-US" altLang="zh-CN" b="1">
                <a:effectLst>
                  <a:outerShdw blurRad="38100" dist="38100" dir="2700000" algn="tl">
                    <a:srgbClr val="FFFFFF"/>
                  </a:outerShdw>
                </a:effectLst>
              </a:rPr>
              <a:t>#define  S    PI*R*R    (</a:t>
            </a:r>
            <a:r>
              <a:rPr lang="en-US" altLang="zh-CN" b="1">
                <a:solidFill>
                  <a:srgbClr val="FF0000"/>
                </a:solidFill>
                <a:effectLst>
                  <a:outerShdw blurRad="38100" dist="38100" dir="2700000" algn="tl">
                    <a:srgbClr val="000000"/>
                  </a:outerShdw>
                </a:effectLst>
              </a:rPr>
              <a:t>√</a:t>
            </a:r>
            <a:r>
              <a:rPr lang="en-US" altLang="zh-CN" b="1">
                <a:effectLst>
                  <a:outerShdw blurRad="38100" dist="38100" dir="2700000" algn="tl">
                    <a:srgbClr val="FFFFFF"/>
                  </a:outerShdw>
                </a:effectLst>
              </a:rPr>
              <a:t>)</a:t>
            </a:r>
          </a:p>
        </p:txBody>
      </p:sp>
      <p:sp>
        <p:nvSpPr>
          <p:cNvPr id="1026095" name="Rectangle 47" descr="信纸"/>
          <p:cNvSpPr>
            <a:spLocks noChangeArrowheads="1"/>
          </p:cNvSpPr>
          <p:nvPr/>
        </p:nvSpPr>
        <p:spPr bwMode="auto">
          <a:xfrm>
            <a:off x="2495600" y="3734707"/>
            <a:ext cx="4176456" cy="523220"/>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r>
              <a:rPr lang="en-US" altLang="zh-CN" b="1">
                <a:effectLst>
                  <a:outerShdw blurRad="38100" dist="38100" dir="2700000" algn="tl">
                    <a:srgbClr val="FFFFFF"/>
                  </a:outerShdw>
                </a:effectLst>
              </a:rPr>
              <a:t>#define  M   M + 10   (</a:t>
            </a:r>
            <a:r>
              <a:rPr lang="en-US" altLang="en-US" sz="2800" b="1">
                <a:solidFill>
                  <a:srgbClr val="FF0000"/>
                </a:solidFill>
                <a:effectLst>
                  <a:outerShdw blurRad="38100" dist="38100" dir="2700000" algn="tl">
                    <a:srgbClr val="000000"/>
                  </a:outerShdw>
                </a:effectLst>
              </a:rPr>
              <a:t>×</a:t>
            </a:r>
            <a:r>
              <a:rPr lang="en-US" altLang="zh-CN" b="1">
                <a:effectLst>
                  <a:outerShdw blurRad="38100" dist="38100" dir="2700000" algn="tl">
                    <a:srgbClr val="FFFFFF"/>
                  </a:outerShdw>
                </a:effectLst>
              </a:rPr>
              <a:t>)</a:t>
            </a:r>
          </a:p>
        </p:txBody>
      </p:sp>
      <p:sp>
        <p:nvSpPr>
          <p:cNvPr id="1026097" name="Rectangle 49" descr="信纸"/>
          <p:cNvSpPr>
            <a:spLocks noChangeArrowheads="1"/>
          </p:cNvSpPr>
          <p:nvPr/>
        </p:nvSpPr>
        <p:spPr bwMode="auto">
          <a:xfrm>
            <a:off x="2495600" y="4149080"/>
            <a:ext cx="6912768" cy="104457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ea typeface="楷体_GB2312" pitchFamily="49" charset="-122"/>
              </a:rPr>
              <a:t>#define  XYZ  this is a test </a:t>
            </a:r>
          </a:p>
          <a:p>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("XYZ");</a:t>
            </a:r>
          </a:p>
          <a:p>
            <a:r>
              <a:rPr lang="zh-CN" altLang="en-US" sz="2000" b="1" dirty="0">
                <a:effectLst>
                  <a:outerShdw blurRad="38100" dist="38100" dir="2700000" algn="tl">
                    <a:srgbClr val="FFFFFF"/>
                  </a:outerShdw>
                </a:effectLst>
                <a:latin typeface="楷体" pitchFamily="49" charset="-122"/>
                <a:ea typeface="楷体" pitchFamily="49" charset="-122"/>
              </a:rPr>
              <a:t>输出</a:t>
            </a:r>
            <a:r>
              <a:rPr lang="zh-CN" altLang="en-US" sz="2000" b="1" dirty="0">
                <a:effectLst>
                  <a:outerShdw blurRad="38100" dist="38100" dir="2700000" algn="tl">
                    <a:srgbClr val="FFFFFF"/>
                  </a:outerShdw>
                </a:effectLst>
                <a:ea typeface="楷体_GB2312" pitchFamily="49" charset="-122"/>
              </a:rPr>
              <a:t>：</a:t>
            </a:r>
            <a:r>
              <a:rPr lang="en-US" altLang="zh-CN" sz="2000" b="1" dirty="0">
                <a:solidFill>
                  <a:srgbClr val="FF0000"/>
                </a:solidFill>
                <a:effectLst>
                  <a:outerShdw blurRad="38100" dist="38100" dir="2700000" algn="tl">
                    <a:srgbClr val="000000"/>
                  </a:outerShdw>
                </a:effectLst>
                <a:ea typeface="楷体_GB2312" pitchFamily="49" charset="-122"/>
              </a:rPr>
              <a:t>XYZ</a:t>
            </a:r>
            <a:r>
              <a:rPr lang="zh-CN" altLang="en-US" sz="2000" b="1" dirty="0">
                <a:effectLst>
                  <a:outerShdw blurRad="38100" dist="38100" dir="2700000" algn="tl">
                    <a:srgbClr val="FFFFFF"/>
                  </a:outerShdw>
                </a:effectLst>
                <a:ea typeface="楷体_GB2312" pitchFamily="49" charset="-122"/>
              </a:rPr>
              <a:t>，</a:t>
            </a:r>
            <a:r>
              <a:rPr lang="zh-CN" altLang="en-US" sz="2000" b="1" dirty="0">
                <a:effectLst>
                  <a:outerShdw blurRad="38100" dist="38100" dir="2700000" algn="tl">
                    <a:srgbClr val="FFFFFF"/>
                  </a:outerShdw>
                </a:effectLst>
                <a:latin typeface="楷体" pitchFamily="49" charset="-122"/>
                <a:ea typeface="楷体" pitchFamily="49" charset="-122"/>
              </a:rPr>
              <a:t>而不是</a:t>
            </a:r>
            <a:r>
              <a:rPr lang="zh-CN" altLang="en-US" sz="2000" b="1" dirty="0">
                <a:effectLst>
                  <a:outerShdw blurRad="38100" dist="38100" dir="2700000" algn="tl">
                    <a:srgbClr val="FFFFFF"/>
                  </a:outerShdw>
                </a:effectLst>
                <a:ea typeface="楷体_GB2312" pitchFamily="49" charset="-122"/>
              </a:rPr>
              <a:t>：</a:t>
            </a:r>
            <a:r>
              <a:rPr lang="en-US" altLang="zh-CN" sz="2000" b="1" dirty="0">
                <a:effectLst>
                  <a:outerShdw blurRad="38100" dist="38100" dir="2700000" algn="tl">
                    <a:srgbClr val="FFFFFF"/>
                  </a:outerShdw>
                </a:effectLst>
                <a:ea typeface="楷体_GB2312" pitchFamily="49" charset="-122"/>
              </a:rPr>
              <a:t>this is a test</a:t>
            </a:r>
            <a:r>
              <a:rPr lang="zh-CN" altLang="en-US" sz="2000" b="1" dirty="0">
                <a:effectLst>
                  <a:outerShdw blurRad="38100" dist="38100" dir="2700000" algn="tl">
                    <a:srgbClr val="FFFFFF"/>
                  </a:outerShdw>
                </a:effectLst>
                <a:ea typeface="楷体_GB2312" pitchFamily="49" charset="-122"/>
              </a:rPr>
              <a:t>。</a:t>
            </a:r>
          </a:p>
        </p:txBody>
      </p:sp>
      <p:grpSp>
        <p:nvGrpSpPr>
          <p:cNvPr id="1026098" name="Group 50"/>
          <p:cNvGrpSpPr>
            <a:grpSpLocks/>
          </p:cNvGrpSpPr>
          <p:nvPr/>
        </p:nvGrpSpPr>
        <p:grpSpPr bwMode="auto">
          <a:xfrm>
            <a:off x="-9822" y="0"/>
            <a:ext cx="446088" cy="6858000"/>
            <a:chOff x="0" y="0"/>
            <a:chExt cx="281" cy="4320"/>
          </a:xfrm>
        </p:grpSpPr>
        <p:sp>
          <p:nvSpPr>
            <p:cNvPr id="1026099" name="Text Box 5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26100" name="Text Box 5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6056"/>
                                        </p:tgtEl>
                                        <p:attrNameLst>
                                          <p:attrName>style.visibility</p:attrName>
                                        </p:attrNameLst>
                                      </p:cBhvr>
                                      <p:to>
                                        <p:strVal val="visible"/>
                                      </p:to>
                                    </p:set>
                                    <p:anim calcmode="lin" valueType="num">
                                      <p:cBhvr additive="base">
                                        <p:cTn id="7" dur="500" fill="hold"/>
                                        <p:tgtEl>
                                          <p:spTgt spid="1026056"/>
                                        </p:tgtEl>
                                        <p:attrNameLst>
                                          <p:attrName>ppt_x</p:attrName>
                                        </p:attrNameLst>
                                      </p:cBhvr>
                                      <p:tavLst>
                                        <p:tav tm="0">
                                          <p:val>
                                            <p:strVal val="0-#ppt_w/2"/>
                                          </p:val>
                                        </p:tav>
                                        <p:tav tm="100000">
                                          <p:val>
                                            <p:strVal val="#ppt_x"/>
                                          </p:val>
                                        </p:tav>
                                      </p:tavLst>
                                    </p:anim>
                                    <p:anim calcmode="lin" valueType="num">
                                      <p:cBhvr additive="base">
                                        <p:cTn id="8" dur="500" fill="hold"/>
                                        <p:tgtEl>
                                          <p:spTgt spid="102605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6074"/>
                                        </p:tgtEl>
                                        <p:attrNameLst>
                                          <p:attrName>style.visibility</p:attrName>
                                        </p:attrNameLst>
                                      </p:cBhvr>
                                      <p:to>
                                        <p:strVal val="visible"/>
                                      </p:to>
                                    </p:set>
                                    <p:anim calcmode="lin" valueType="num">
                                      <p:cBhvr additive="base">
                                        <p:cTn id="13" dur="500" fill="hold"/>
                                        <p:tgtEl>
                                          <p:spTgt spid="1026074"/>
                                        </p:tgtEl>
                                        <p:attrNameLst>
                                          <p:attrName>ppt_x</p:attrName>
                                        </p:attrNameLst>
                                      </p:cBhvr>
                                      <p:tavLst>
                                        <p:tav tm="0">
                                          <p:val>
                                            <p:strVal val="0-#ppt_w/2"/>
                                          </p:val>
                                        </p:tav>
                                        <p:tav tm="100000">
                                          <p:val>
                                            <p:strVal val="#ppt_x"/>
                                          </p:val>
                                        </p:tav>
                                      </p:tavLst>
                                    </p:anim>
                                    <p:anim calcmode="lin" valueType="num">
                                      <p:cBhvr additive="base">
                                        <p:cTn id="14" dur="500" fill="hold"/>
                                        <p:tgtEl>
                                          <p:spTgt spid="10260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26075"/>
                                        </p:tgtEl>
                                        <p:attrNameLst>
                                          <p:attrName>style.visibility</p:attrName>
                                        </p:attrNameLst>
                                      </p:cBhvr>
                                      <p:to>
                                        <p:strVal val="visible"/>
                                      </p:to>
                                    </p:set>
                                    <p:animEffect transition="in" filter="box(out)">
                                      <p:cBhvr>
                                        <p:cTn id="19" dur="500"/>
                                        <p:tgtEl>
                                          <p:spTgt spid="1026075"/>
                                        </p:tgtEl>
                                      </p:cBhvr>
                                    </p:animEffect>
                                  </p:childTnLst>
                                  <p:subTnLst>
                                    <p:set>
                                      <p:cBhvr override="childStyle">
                                        <p:cTn dur="1" fill="hold" display="0" masterRel="nextClick" afterEffect="1"/>
                                        <p:tgtEl>
                                          <p:spTgt spid="1026075"/>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26076"/>
                                        </p:tgtEl>
                                        <p:attrNameLst>
                                          <p:attrName>style.visibility</p:attrName>
                                        </p:attrNameLst>
                                      </p:cBhvr>
                                      <p:to>
                                        <p:strVal val="visible"/>
                                      </p:to>
                                    </p:set>
                                    <p:anim calcmode="lin" valueType="num">
                                      <p:cBhvr additive="base">
                                        <p:cTn id="24" dur="500" fill="hold"/>
                                        <p:tgtEl>
                                          <p:spTgt spid="1026076"/>
                                        </p:tgtEl>
                                        <p:attrNameLst>
                                          <p:attrName>ppt_x</p:attrName>
                                        </p:attrNameLst>
                                      </p:cBhvr>
                                      <p:tavLst>
                                        <p:tav tm="0">
                                          <p:val>
                                            <p:strVal val="0-#ppt_w/2"/>
                                          </p:val>
                                        </p:tav>
                                        <p:tav tm="100000">
                                          <p:val>
                                            <p:strVal val="#ppt_x"/>
                                          </p:val>
                                        </p:tav>
                                      </p:tavLst>
                                    </p:anim>
                                    <p:anim calcmode="lin" valueType="num">
                                      <p:cBhvr additive="base">
                                        <p:cTn id="25" dur="500" fill="hold"/>
                                        <p:tgtEl>
                                          <p:spTgt spid="10260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026077"/>
                                        </p:tgtEl>
                                        <p:attrNameLst>
                                          <p:attrName>style.visibility</p:attrName>
                                        </p:attrNameLst>
                                      </p:cBhvr>
                                      <p:to>
                                        <p:strVal val="visible"/>
                                      </p:to>
                                    </p:set>
                                    <p:anim calcmode="lin" valueType="num">
                                      <p:cBhvr additive="base">
                                        <p:cTn id="30" dur="500" fill="hold"/>
                                        <p:tgtEl>
                                          <p:spTgt spid="1026077"/>
                                        </p:tgtEl>
                                        <p:attrNameLst>
                                          <p:attrName>ppt_x</p:attrName>
                                        </p:attrNameLst>
                                      </p:cBhvr>
                                      <p:tavLst>
                                        <p:tav tm="0">
                                          <p:val>
                                            <p:strVal val="0-#ppt_w/2"/>
                                          </p:val>
                                        </p:tav>
                                        <p:tav tm="100000">
                                          <p:val>
                                            <p:strVal val="#ppt_x"/>
                                          </p:val>
                                        </p:tav>
                                      </p:tavLst>
                                    </p:anim>
                                    <p:anim calcmode="lin" valueType="num">
                                      <p:cBhvr additive="base">
                                        <p:cTn id="31" dur="500" fill="hold"/>
                                        <p:tgtEl>
                                          <p:spTgt spid="10260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026078"/>
                                        </p:tgtEl>
                                        <p:attrNameLst>
                                          <p:attrName>style.visibility</p:attrName>
                                        </p:attrNameLst>
                                      </p:cBhvr>
                                      <p:to>
                                        <p:strVal val="visible"/>
                                      </p:to>
                                    </p:set>
                                    <p:animEffect transition="in" filter="box(out)">
                                      <p:cBhvr>
                                        <p:cTn id="36" dur="500"/>
                                        <p:tgtEl>
                                          <p:spTgt spid="1026078"/>
                                        </p:tgtEl>
                                      </p:cBhvr>
                                    </p:animEffect>
                                  </p:childTnLst>
                                  <p:subTnLst>
                                    <p:set>
                                      <p:cBhvr override="childStyle">
                                        <p:cTn dur="1" fill="hold" display="0" masterRel="nextClick" afterEffect="1"/>
                                        <p:tgtEl>
                                          <p:spTgt spid="1026078"/>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026079"/>
                                        </p:tgtEl>
                                        <p:attrNameLst>
                                          <p:attrName>style.visibility</p:attrName>
                                        </p:attrNameLst>
                                      </p:cBhvr>
                                      <p:to>
                                        <p:strVal val="visible"/>
                                      </p:to>
                                    </p:set>
                                    <p:anim calcmode="lin" valueType="num">
                                      <p:cBhvr additive="base">
                                        <p:cTn id="41" dur="500" fill="hold"/>
                                        <p:tgtEl>
                                          <p:spTgt spid="1026079"/>
                                        </p:tgtEl>
                                        <p:attrNameLst>
                                          <p:attrName>ppt_x</p:attrName>
                                        </p:attrNameLst>
                                      </p:cBhvr>
                                      <p:tavLst>
                                        <p:tav tm="0">
                                          <p:val>
                                            <p:strVal val="0-#ppt_w/2"/>
                                          </p:val>
                                        </p:tav>
                                        <p:tav tm="100000">
                                          <p:val>
                                            <p:strVal val="#ppt_x"/>
                                          </p:val>
                                        </p:tav>
                                      </p:tavLst>
                                    </p:anim>
                                    <p:anim calcmode="lin" valueType="num">
                                      <p:cBhvr additive="base">
                                        <p:cTn id="42" dur="500" fill="hold"/>
                                        <p:tgtEl>
                                          <p:spTgt spid="102607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026080"/>
                                        </p:tgtEl>
                                        <p:attrNameLst>
                                          <p:attrName>style.visibility</p:attrName>
                                        </p:attrNameLst>
                                      </p:cBhvr>
                                      <p:to>
                                        <p:strVal val="visible"/>
                                      </p:to>
                                    </p:set>
                                    <p:anim calcmode="lin" valueType="num">
                                      <p:cBhvr additive="base">
                                        <p:cTn id="47" dur="500" fill="hold"/>
                                        <p:tgtEl>
                                          <p:spTgt spid="1026080"/>
                                        </p:tgtEl>
                                        <p:attrNameLst>
                                          <p:attrName>ppt_x</p:attrName>
                                        </p:attrNameLst>
                                      </p:cBhvr>
                                      <p:tavLst>
                                        <p:tav tm="0">
                                          <p:val>
                                            <p:strVal val="0-#ppt_w/2"/>
                                          </p:val>
                                        </p:tav>
                                        <p:tav tm="100000">
                                          <p:val>
                                            <p:strVal val="#ppt_x"/>
                                          </p:val>
                                        </p:tav>
                                      </p:tavLst>
                                    </p:anim>
                                    <p:anim calcmode="lin" valueType="num">
                                      <p:cBhvr additive="base">
                                        <p:cTn id="48" dur="500" fill="hold"/>
                                        <p:tgtEl>
                                          <p:spTgt spid="102608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4" name="whoosh.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026081"/>
                                        </p:tgtEl>
                                        <p:attrNameLst>
                                          <p:attrName>style.visibility</p:attrName>
                                        </p:attrNameLst>
                                      </p:cBhvr>
                                      <p:to>
                                        <p:strVal val="visible"/>
                                      </p:to>
                                    </p:set>
                                    <p:animEffect transition="in" filter="box(out)">
                                      <p:cBhvr>
                                        <p:cTn id="53" dur="500"/>
                                        <p:tgtEl>
                                          <p:spTgt spid="1026081"/>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1026092"/>
                                        </p:tgtEl>
                                        <p:attrNameLst>
                                          <p:attrName>style.visibility</p:attrName>
                                        </p:attrNameLst>
                                      </p:cBhvr>
                                      <p:to>
                                        <p:strVal val="visible"/>
                                      </p:to>
                                    </p:set>
                                    <p:animEffect transition="in" filter="box(out)">
                                      <p:cBhvr>
                                        <p:cTn id="58" dur="500"/>
                                        <p:tgtEl>
                                          <p:spTgt spid="1026092"/>
                                        </p:tgtEl>
                                      </p:cBhvr>
                                    </p:animEffect>
                                  </p:childTnLst>
                                  <p:subTnLst>
                                    <p:set>
                                      <p:cBhvr override="childStyle">
                                        <p:cTn dur="1" fill="hold" display="0" masterRel="nextClick" afterEffect="1"/>
                                        <p:tgtEl>
                                          <p:spTgt spid="1026092"/>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026093"/>
                                        </p:tgtEl>
                                        <p:attrNameLst>
                                          <p:attrName>style.visibility</p:attrName>
                                        </p:attrNameLst>
                                      </p:cBhvr>
                                      <p:to>
                                        <p:strVal val="visible"/>
                                      </p:to>
                                    </p:set>
                                    <p:anim calcmode="lin" valueType="num">
                                      <p:cBhvr additive="base">
                                        <p:cTn id="63" dur="500" fill="hold"/>
                                        <p:tgtEl>
                                          <p:spTgt spid="1026093"/>
                                        </p:tgtEl>
                                        <p:attrNameLst>
                                          <p:attrName>ppt_x</p:attrName>
                                        </p:attrNameLst>
                                      </p:cBhvr>
                                      <p:tavLst>
                                        <p:tav tm="0">
                                          <p:val>
                                            <p:strVal val="0-#ppt_w/2"/>
                                          </p:val>
                                        </p:tav>
                                        <p:tav tm="100000">
                                          <p:val>
                                            <p:strVal val="#ppt_x"/>
                                          </p:val>
                                        </p:tav>
                                      </p:tavLst>
                                    </p:anim>
                                    <p:anim calcmode="lin" valueType="num">
                                      <p:cBhvr additive="base">
                                        <p:cTn id="64" dur="500" fill="hold"/>
                                        <p:tgtEl>
                                          <p:spTgt spid="10260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4" name="whoosh.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26094"/>
                                        </p:tgtEl>
                                        <p:attrNameLst>
                                          <p:attrName>style.visibility</p:attrName>
                                        </p:attrNameLst>
                                      </p:cBhvr>
                                      <p:to>
                                        <p:strVal val="visible"/>
                                      </p:to>
                                    </p:set>
                                    <p:animEffect transition="in" filter="box(out)">
                                      <p:cBhvr>
                                        <p:cTn id="69" dur="500"/>
                                        <p:tgtEl>
                                          <p:spTgt spid="1026094"/>
                                        </p:tgtEl>
                                      </p:cBhvr>
                                    </p:animEffect>
                                  </p:childTnLst>
                                  <p:subTnLst>
                                    <p:set>
                                      <p:cBhvr override="childStyle">
                                        <p:cTn dur="1" fill="hold" display="0" masterRel="nextClick" afterEffect="1"/>
                                        <p:tgtEl>
                                          <p:spTgt spid="1026094"/>
                                        </p:tgtEl>
                                        <p:attrNameLst>
                                          <p:attrName>style.visibility</p:attrName>
                                        </p:attrNameLst>
                                      </p:cBhvr>
                                      <p:to>
                                        <p:strVal val="hidden"/>
                                      </p:to>
                                    </p:se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 fill="hold">
                                          <p:stCondLst>
                                            <p:cond delay="0"/>
                                          </p:stCondLst>
                                        </p:cTn>
                                        <p:tgtEl>
                                          <p:spTgt spid="1026095"/>
                                        </p:tgtEl>
                                        <p:attrNameLst>
                                          <p:attrName>style.visibility</p:attrName>
                                        </p:attrNameLst>
                                      </p:cBhvr>
                                      <p:to>
                                        <p:strVal val="visible"/>
                                      </p:to>
                                    </p:set>
                                    <p:animEffect transition="in" filter="box(out)">
                                      <p:cBhvr>
                                        <p:cTn id="74" dur="500"/>
                                        <p:tgtEl>
                                          <p:spTgt spid="1026095"/>
                                        </p:tgtEl>
                                      </p:cBhvr>
                                    </p:animEffect>
                                  </p:childTnLst>
                                  <p:subTnLst>
                                    <p:set>
                                      <p:cBhvr override="childStyle">
                                        <p:cTn dur="1" fill="hold" display="0" masterRel="nextClick" afterEffect="1"/>
                                        <p:tgtEl>
                                          <p:spTgt spid="1026095"/>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26096"/>
                                        </p:tgtEl>
                                        <p:attrNameLst>
                                          <p:attrName>style.visibility</p:attrName>
                                        </p:attrNameLst>
                                      </p:cBhvr>
                                      <p:to>
                                        <p:strVal val="visible"/>
                                      </p:to>
                                    </p:set>
                                    <p:anim calcmode="lin" valueType="num">
                                      <p:cBhvr additive="base">
                                        <p:cTn id="79" dur="500" fill="hold"/>
                                        <p:tgtEl>
                                          <p:spTgt spid="1026096"/>
                                        </p:tgtEl>
                                        <p:attrNameLst>
                                          <p:attrName>ppt_x</p:attrName>
                                        </p:attrNameLst>
                                      </p:cBhvr>
                                      <p:tavLst>
                                        <p:tav tm="0">
                                          <p:val>
                                            <p:strVal val="0-#ppt_w/2"/>
                                          </p:val>
                                        </p:tav>
                                        <p:tav tm="100000">
                                          <p:val>
                                            <p:strVal val="#ppt_x"/>
                                          </p:val>
                                        </p:tav>
                                      </p:tavLst>
                                    </p:anim>
                                    <p:anim calcmode="lin" valueType="num">
                                      <p:cBhvr additive="base">
                                        <p:cTn id="80" dur="500" fill="hold"/>
                                        <p:tgtEl>
                                          <p:spTgt spid="10260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77"/>
                                            </p:cond>
                                          </p:stCondLst>
                                          <p:endCondLst>
                                            <p:cond evt="onStopAudio" delay="0">
                                              <p:tgtEl>
                                                <p:sldTgt/>
                                              </p:tgtEl>
                                            </p:cond>
                                          </p:endCondLst>
                                        </p:cTn>
                                        <p:tgtEl>
                                          <p:sndTgt r:embed="rId4" name="whoosh.wav"/>
                                        </p:tgtEl>
                                      </p:cMediaNode>
                                    </p:audio>
                                  </p:subTnLst>
                                </p:cTn>
                              </p:par>
                            </p:childTnLst>
                          </p:cTn>
                        </p:par>
                      </p:childTnLst>
                    </p:cTn>
                  </p:par>
                  <p:par>
                    <p:cTn id="81" fill="hold">
                      <p:stCondLst>
                        <p:cond delay="indefinite"/>
                      </p:stCondLst>
                      <p:childTnLst>
                        <p:par>
                          <p:cTn id="82" fill="hold">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1026097"/>
                                        </p:tgtEl>
                                        <p:attrNameLst>
                                          <p:attrName>style.visibility</p:attrName>
                                        </p:attrNameLst>
                                      </p:cBhvr>
                                      <p:to>
                                        <p:strVal val="visible"/>
                                      </p:to>
                                    </p:set>
                                    <p:animEffect transition="in" filter="box(out)">
                                      <p:cBhvr>
                                        <p:cTn id="85" dur="500"/>
                                        <p:tgtEl>
                                          <p:spTgt spid="1026097"/>
                                        </p:tgtEl>
                                      </p:cBhvr>
                                    </p:animEffect>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78" grpId="0" animBg="1"/>
      <p:bldP spid="1026079" grpId="0"/>
      <p:bldP spid="1026076" grpId="0"/>
      <p:bldP spid="1026093" grpId="0"/>
      <p:bldP spid="1026096" grpId="0"/>
      <p:bldP spid="1026081" grpId="0" animBg="1"/>
      <p:bldP spid="1026056" grpId="0"/>
      <p:bldP spid="1026074" grpId="0"/>
      <p:bldP spid="1026075" grpId="0" animBg="1"/>
      <p:bldP spid="1026077" grpId="0"/>
      <p:bldP spid="1026080" grpId="0"/>
      <p:bldP spid="1026094" grpId="0" animBg="1"/>
      <p:bldP spid="1026095" grpId="0" animBg="1"/>
      <p:bldP spid="102609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129" name="Rectangle 33"/>
          <p:cNvSpPr>
            <a:spLocks noChangeArrowheads="1"/>
          </p:cNvSpPr>
          <p:nvPr/>
        </p:nvSpPr>
        <p:spPr bwMode="auto">
          <a:xfrm>
            <a:off x="1104969" y="2409165"/>
            <a:ext cx="3527425" cy="457200"/>
          </a:xfrm>
          <a:prstGeom prst="rect">
            <a:avLst/>
          </a:prstGeom>
          <a:noFill/>
          <a:ln w="9525">
            <a:noFill/>
            <a:miter lim="800000"/>
            <a:headEnd/>
            <a:tailEnd/>
          </a:ln>
          <a:effectLst/>
        </p:spPr>
        <p:txBody>
          <a:bodyPr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宏可以被</a:t>
            </a:r>
            <a:r>
              <a:rPr lang="zh-CN" altLang="en-US" b="1" dirty="0">
                <a:solidFill>
                  <a:srgbClr val="CC0000"/>
                </a:solidFill>
                <a:effectLst>
                  <a:outerShdw blurRad="38100" dist="38100" dir="2700000" algn="tl">
                    <a:srgbClr val="000000"/>
                  </a:outerShdw>
                </a:effectLst>
                <a:latin typeface="+mn-lt"/>
                <a:ea typeface="楷体" pitchFamily="49" charset="-122"/>
              </a:rPr>
              <a:t>重复定义</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grpSp>
        <p:nvGrpSpPr>
          <p:cNvPr id="1028133" name="Group 37"/>
          <p:cNvGrpSpPr>
            <a:grpSpLocks/>
          </p:cNvGrpSpPr>
          <p:nvPr/>
        </p:nvGrpSpPr>
        <p:grpSpPr bwMode="auto">
          <a:xfrm>
            <a:off x="2423765" y="2928960"/>
            <a:ext cx="5832475" cy="3786188"/>
            <a:chOff x="975" y="1883"/>
            <a:chExt cx="3674" cy="2385"/>
          </a:xfrm>
          <a:effectLst>
            <a:outerShdw blurRad="50800" dist="106680" dir="2700000" algn="tl" rotWithShape="0">
              <a:prstClr val="black">
                <a:alpha val="43000"/>
              </a:prstClr>
            </a:outerShdw>
          </a:effectLst>
        </p:grpSpPr>
        <p:sp>
          <p:nvSpPr>
            <p:cNvPr id="1028130" name="Rectangle 34" descr="信纸"/>
            <p:cNvSpPr>
              <a:spLocks noChangeArrowheads="1"/>
            </p:cNvSpPr>
            <p:nvPr/>
          </p:nvSpPr>
          <p:spPr bwMode="auto">
            <a:xfrm>
              <a:off x="975" y="1883"/>
              <a:ext cx="3674" cy="2385"/>
            </a:xfrm>
            <a:prstGeom prst="rect">
              <a:avLst/>
            </a:prstGeom>
            <a:solidFill>
              <a:schemeClr val="bg1"/>
            </a:solidFill>
            <a:ln w="38100">
              <a:solidFill>
                <a:srgbClr val="00800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nchor="ctr">
              <a:spAutoFit/>
            </a:bodyPr>
            <a:lstStyle/>
            <a:p>
              <a:r>
                <a:rPr lang="en-US" altLang="zh-CN" sz="2000" b="1" dirty="0">
                  <a:solidFill>
                    <a:schemeClr val="accent2"/>
                  </a:solidFill>
                  <a:effectLst>
                    <a:outerShdw blurRad="38100" dist="38100" dir="2700000" algn="tl">
                      <a:srgbClr val="000000"/>
                    </a:outerShdw>
                  </a:effectLst>
                  <a:latin typeface="+mn-lt"/>
                  <a:ea typeface="楷体" pitchFamily="49" charset="-122"/>
                </a:rPr>
                <a:t>#define  N   10</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第一次宏定义</a:t>
              </a:r>
            </a:p>
            <a:p>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 f ( )</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N</a:t>
              </a:r>
              <a:r>
                <a:rPr lang="zh-CN" altLang="en-US" sz="2000" b="1" dirty="0">
                  <a:solidFill>
                    <a:schemeClr val="accent2"/>
                  </a:solidFill>
                  <a:effectLst>
                    <a:outerShdw blurRad="38100" dist="38100" dir="2700000" algn="tl">
                      <a:srgbClr val="000000"/>
                    </a:outerShdw>
                  </a:effectLst>
                  <a:latin typeface="+mn-lt"/>
                  <a:ea typeface="楷体" pitchFamily="49" charset="-122"/>
                </a:rPr>
                <a:t>的内容是</a:t>
              </a:r>
              <a:r>
                <a:rPr lang="en-US" altLang="zh-CN" sz="2000" b="1" dirty="0">
                  <a:solidFill>
                    <a:schemeClr val="accent2"/>
                  </a:solidFill>
                  <a:effectLst>
                    <a:outerShdw blurRad="38100" dist="38100" dir="2700000" algn="tl">
                      <a:srgbClr val="000000"/>
                    </a:outerShdw>
                  </a:effectLst>
                  <a:latin typeface="+mn-lt"/>
                  <a:ea typeface="楷体" pitchFamily="49" charset="-122"/>
                </a:rPr>
                <a:t>10</a:t>
              </a:r>
            </a:p>
            <a:p>
              <a:r>
                <a:rPr lang="en-US" altLang="zh-CN" sz="2000" b="1" dirty="0">
                  <a:effectLst>
                    <a:outerShdw blurRad="38100" dist="38100" dir="2700000" algn="tl">
                      <a:srgbClr val="FFFFFF"/>
                    </a:outerShdw>
                  </a:effectLst>
                  <a:latin typeface="+mn-lt"/>
                  <a:ea typeface="楷体" pitchFamily="49" charset="-122"/>
                </a:rPr>
                <a:t>  return (N * N);</a:t>
              </a:r>
            </a:p>
            <a:p>
              <a:r>
                <a:rPr lang="en-US" altLang="zh-CN" sz="2000" b="1" dirty="0">
                  <a:effectLst>
                    <a:outerShdw blurRad="38100" dist="38100" dir="2700000" algn="tl">
                      <a:srgbClr val="FFFFFF"/>
                    </a:outerShdw>
                  </a:effectLst>
                  <a:latin typeface="+mn-lt"/>
                  <a:ea typeface="楷体" pitchFamily="49" charset="-122"/>
                </a:rPr>
                <a:t>}</a:t>
              </a:r>
            </a:p>
            <a:p>
              <a:endParaRPr lang="en-US" altLang="zh-CN" sz="2000" b="1" dirty="0">
                <a:effectLst>
                  <a:outerShdw blurRad="38100" dist="38100" dir="2700000" algn="tl">
                    <a:srgbClr val="FFFFFF"/>
                  </a:outerShdw>
                </a:effectLst>
                <a:latin typeface="+mn-lt"/>
                <a:ea typeface="楷体" pitchFamily="49" charset="-122"/>
              </a:endParaRPr>
            </a:p>
            <a:p>
              <a:r>
                <a:rPr lang="en-US" altLang="zh-CN" sz="2000" b="1" dirty="0">
                  <a:solidFill>
                    <a:srgbClr val="FF0066"/>
                  </a:solidFill>
                  <a:effectLst>
                    <a:outerShdw blurRad="38100" dist="38100" dir="2700000" algn="tl">
                      <a:srgbClr val="000000"/>
                    </a:outerShdw>
                  </a:effectLst>
                  <a:latin typeface="+mn-lt"/>
                  <a:ea typeface="楷体" pitchFamily="49" charset="-122"/>
                </a:rPr>
                <a:t>#define  N   20</a:t>
              </a:r>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rgbClr val="FF0066"/>
                  </a:solidFill>
                  <a:effectLst>
                    <a:outerShdw blurRad="38100" dist="38100" dir="2700000" algn="tl">
                      <a:srgbClr val="000000"/>
                    </a:outerShdw>
                  </a:effectLst>
                  <a:latin typeface="+mn-lt"/>
                  <a:ea typeface="楷体" pitchFamily="49" charset="-122"/>
                </a:rPr>
                <a:t>//</a:t>
              </a:r>
              <a:r>
                <a:rPr lang="zh-CN" altLang="en-US" sz="2000" b="1" dirty="0">
                  <a:solidFill>
                    <a:srgbClr val="FF0066"/>
                  </a:solidFill>
                  <a:effectLst>
                    <a:outerShdw blurRad="38100" dist="38100" dir="2700000" algn="tl">
                      <a:srgbClr val="000000"/>
                    </a:outerShdw>
                  </a:effectLst>
                  <a:latin typeface="+mn-lt"/>
                  <a:ea typeface="楷体" pitchFamily="49" charset="-122"/>
                </a:rPr>
                <a:t>第二次宏定义</a:t>
              </a:r>
            </a:p>
            <a:p>
              <a:r>
                <a:rPr lang="en-US" altLang="zh-CN" sz="2000" b="1" dirty="0" err="1">
                  <a:effectLst>
                    <a:outerShdw blurRad="38100" dist="38100" dir="2700000" algn="tl">
                      <a:srgbClr val="FFFFFF"/>
                    </a:outerShdw>
                  </a:effectLst>
                  <a:latin typeface="+mn-lt"/>
                  <a:ea typeface="楷体" pitchFamily="49" charset="-122"/>
                </a:rPr>
                <a:t>int</a:t>
              </a:r>
              <a:r>
                <a:rPr lang="en-US" altLang="zh-CN" sz="2000" b="1" dirty="0">
                  <a:effectLst>
                    <a:outerShdw blurRad="38100" dist="38100" dir="2700000" algn="tl">
                      <a:srgbClr val="FFFFFF"/>
                    </a:outerShdw>
                  </a:effectLst>
                  <a:latin typeface="+mn-lt"/>
                  <a:ea typeface="楷体" pitchFamily="49" charset="-122"/>
                </a:rPr>
                <a:t> main ( )</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a:solidFill>
                    <a:srgbClr val="FF0066"/>
                  </a:solidFill>
                  <a:effectLst>
                    <a:outerShdw blurRad="38100" dist="38100" dir="2700000" algn="tl">
                      <a:srgbClr val="000000"/>
                    </a:outerShdw>
                  </a:effectLst>
                  <a:latin typeface="+mn-lt"/>
                  <a:ea typeface="楷体" pitchFamily="49" charset="-122"/>
                </a:rPr>
                <a:t>N</a:t>
              </a:r>
              <a:r>
                <a:rPr lang="zh-CN" altLang="en-US" sz="2000" b="1" dirty="0">
                  <a:solidFill>
                    <a:srgbClr val="FF0066"/>
                  </a:solidFill>
                  <a:effectLst>
                    <a:outerShdw blurRad="38100" dist="38100" dir="2700000" algn="tl">
                      <a:srgbClr val="000000"/>
                    </a:outerShdw>
                  </a:effectLst>
                  <a:latin typeface="+mn-lt"/>
                  <a:ea typeface="楷体" pitchFamily="49" charset="-122"/>
                </a:rPr>
                <a:t>的内容是</a:t>
              </a:r>
              <a:r>
                <a:rPr lang="en-US" altLang="zh-CN" sz="2000" b="1" dirty="0">
                  <a:solidFill>
                    <a:srgbClr val="FF0066"/>
                  </a:solidFill>
                  <a:effectLst>
                    <a:outerShdw blurRad="38100" dist="38100" dir="2700000" algn="tl">
                      <a:srgbClr val="000000"/>
                    </a:outerShdw>
                  </a:effectLst>
                  <a:latin typeface="+mn-lt"/>
                  <a:ea typeface="楷体" pitchFamily="49" charset="-122"/>
                </a:rPr>
                <a:t>20</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printf</a:t>
              </a:r>
              <a:r>
                <a:rPr lang="en-US" altLang="zh-CN" sz="2000" b="1" dirty="0">
                  <a:effectLst>
                    <a:outerShdw blurRad="38100" dist="38100" dir="2700000" algn="tl">
                      <a:srgbClr val="FFFFFF"/>
                    </a:outerShdw>
                  </a:effectLst>
                  <a:latin typeface="+mn-lt"/>
                  <a:ea typeface="楷体" pitchFamily="49" charset="-122"/>
                </a:rPr>
                <a:t> ("%d\n", N + f ( ));</a:t>
              </a:r>
            </a:p>
            <a:p>
              <a:r>
                <a:rPr lang="en-US" altLang="zh-CN" sz="2000" b="1" dirty="0">
                  <a:effectLst>
                    <a:outerShdw blurRad="38100" dist="38100" dir="2700000" algn="tl">
                      <a:srgbClr val="FFFFFF"/>
                    </a:outerShdw>
                  </a:effectLst>
                  <a:latin typeface="+mn-lt"/>
                  <a:ea typeface="楷体" pitchFamily="49" charset="-122"/>
                </a:rPr>
                <a:t>  return 0;</a:t>
              </a:r>
            </a:p>
            <a:p>
              <a:r>
                <a:rPr lang="en-US" altLang="zh-CN" sz="2000" b="1" dirty="0">
                  <a:effectLst>
                    <a:outerShdw blurRad="38100" dist="38100" dir="2700000" algn="tl">
                      <a:srgbClr val="FFFFFF"/>
                    </a:outerShdw>
                  </a:effectLst>
                  <a:latin typeface="+mn-lt"/>
                  <a:ea typeface="楷体" pitchFamily="49" charset="-122"/>
                </a:rPr>
                <a:t>}</a:t>
              </a:r>
            </a:p>
          </p:txBody>
        </p:sp>
        <p:sp>
          <p:nvSpPr>
            <p:cNvPr id="1028131" name="AutoShape 35"/>
            <p:cNvSpPr>
              <a:spLocks/>
            </p:cNvSpPr>
            <p:nvPr/>
          </p:nvSpPr>
          <p:spPr bwMode="auto">
            <a:xfrm>
              <a:off x="3306" y="1997"/>
              <a:ext cx="136" cy="771"/>
            </a:xfrm>
            <a:prstGeom prst="rightBrace">
              <a:avLst>
                <a:gd name="adj1" fmla="val 47243"/>
                <a:gd name="adj2" fmla="val 50000"/>
              </a:avLst>
            </a:prstGeom>
            <a:noFill/>
            <a:ln w="28575">
              <a:solidFill>
                <a:srgbClr val="0000FF"/>
              </a:solidFill>
              <a:round/>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sp>
          <p:nvSpPr>
            <p:cNvPr id="1028132" name="AutoShape 36"/>
            <p:cNvSpPr>
              <a:spLocks/>
            </p:cNvSpPr>
            <p:nvPr/>
          </p:nvSpPr>
          <p:spPr bwMode="auto">
            <a:xfrm>
              <a:off x="3288" y="3158"/>
              <a:ext cx="136" cy="856"/>
            </a:xfrm>
            <a:prstGeom prst="rightBrace">
              <a:avLst>
                <a:gd name="adj1" fmla="val 47243"/>
                <a:gd name="adj2" fmla="val 50000"/>
              </a:avLst>
            </a:prstGeom>
            <a:noFill/>
            <a:ln w="28575">
              <a:solidFill>
                <a:srgbClr val="FF0000"/>
              </a:solidFill>
              <a:round/>
              <a:headEnd/>
              <a:tailEnd/>
            </a:ln>
            <a:effectLst>
              <a:outerShdw dist="35921" dir="2700000" algn="ctr" rotWithShape="0">
                <a:schemeClr val="bg2"/>
              </a:outerShdw>
            </a:effectLst>
            <a:scene3d>
              <a:camera prst="orthographicFront"/>
              <a:lightRig rig="threePt" dir="t"/>
            </a:scene3d>
            <a:sp3d>
              <a:bevelT w="114300" prst="hardEdge"/>
            </a:sp3d>
          </p:spPr>
          <p:txBody>
            <a:bodyPr wrap="none" anchor="ctr"/>
            <a:lstStyle/>
            <a:p>
              <a:endParaRPr lang="zh-CN" altLang="en-US"/>
            </a:p>
          </p:txBody>
        </p:sp>
      </p:grpSp>
      <p:sp>
        <p:nvSpPr>
          <p:cNvPr id="1028101" name="Rectangle 5"/>
          <p:cNvSpPr>
            <a:spLocks noChangeArrowheads="1"/>
          </p:cNvSpPr>
          <p:nvPr/>
        </p:nvSpPr>
        <p:spPr bwMode="auto">
          <a:xfrm>
            <a:off x="672927" y="230188"/>
            <a:ext cx="3144837" cy="519112"/>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sz="2800" b="1">
                <a:solidFill>
                  <a:srgbClr val="00CC66"/>
                </a:solidFill>
                <a:effectLst>
                  <a:outerShdw blurRad="38100" dist="38100" dir="2700000" algn="tl">
                    <a:srgbClr val="000000"/>
                  </a:outerShdw>
                </a:effectLst>
                <a:ea typeface="隶书" pitchFamily="49" charset="-122"/>
              </a:rPr>
              <a:t> </a:t>
            </a:r>
            <a:r>
              <a:rPr lang="zh-CN" altLang="en-US" sz="2800" b="1">
                <a:solidFill>
                  <a:srgbClr val="00CC66"/>
                </a:solidFill>
                <a:effectLst>
                  <a:outerShdw blurRad="38100" dist="38100" dir="2700000" algn="tl">
                    <a:srgbClr val="000000"/>
                  </a:outerShdw>
                </a:effectLst>
                <a:ea typeface="隶书" pitchFamily="49" charset="-122"/>
              </a:rPr>
              <a:t>宏定义注意事项</a:t>
            </a:r>
            <a:r>
              <a:rPr lang="zh-CN" altLang="en-US" sz="2800">
                <a:solidFill>
                  <a:srgbClr val="00CC66"/>
                </a:solidFill>
              </a:rPr>
              <a:t> </a:t>
            </a:r>
          </a:p>
        </p:txBody>
      </p:sp>
      <p:sp>
        <p:nvSpPr>
          <p:cNvPr id="1028102" name="Rectangle 6"/>
          <p:cNvSpPr>
            <a:spLocks noChangeArrowheads="1"/>
          </p:cNvSpPr>
          <p:nvPr/>
        </p:nvSpPr>
        <p:spPr bwMode="auto">
          <a:xfrm>
            <a:off x="1103834" y="836712"/>
            <a:ext cx="10176742" cy="461665"/>
          </a:xfrm>
          <a:prstGeom prst="rect">
            <a:avLst/>
          </a:prstGeom>
          <a:noFill/>
          <a:ln w="9525">
            <a:noFill/>
            <a:miter lim="800000"/>
            <a:headEnd/>
            <a:tailEnd/>
          </a:ln>
          <a:effectLst/>
        </p:spPr>
        <p:txBody>
          <a:bodyPr wrap="square" anchor="ctr">
            <a:spAutoFit/>
          </a:bodyPr>
          <a:lstStyle/>
          <a:p>
            <a:pPr>
              <a:buClr>
                <a:srgbClr val="0000FF"/>
              </a:buClr>
              <a:buFont typeface="Wingdings" pitchFamily="2" charset="2"/>
              <a:buChar char="l"/>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宏定义一般以</a:t>
            </a:r>
            <a:r>
              <a:rPr lang="zh-CN" altLang="en-US" b="1" dirty="0">
                <a:solidFill>
                  <a:srgbClr val="CC0000"/>
                </a:solidFill>
                <a:effectLst>
                  <a:outerShdw blurRad="38100" dist="38100" dir="2700000" algn="tl">
                    <a:srgbClr val="000000"/>
                  </a:outerShdw>
                </a:effectLst>
                <a:latin typeface="+mn-lt"/>
                <a:ea typeface="楷体" pitchFamily="49" charset="-122"/>
              </a:rPr>
              <a:t>换行结束</a:t>
            </a:r>
            <a:r>
              <a:rPr lang="zh-CN" altLang="en-US" b="1" dirty="0">
                <a:effectLst>
                  <a:outerShdw blurRad="38100" dist="38100" dir="2700000" algn="tl">
                    <a:srgbClr val="FFFFFF"/>
                  </a:outerShdw>
                </a:effectLst>
                <a:latin typeface="+mn-lt"/>
                <a:ea typeface="楷体" pitchFamily="49" charset="-122"/>
              </a:rPr>
              <a:t>，不要用分号结束，以免引起不必要的错误。 </a:t>
            </a:r>
          </a:p>
        </p:txBody>
      </p:sp>
      <p:sp>
        <p:nvSpPr>
          <p:cNvPr id="1028123" name="Rectangle 27" descr="信纸"/>
          <p:cNvSpPr>
            <a:spLocks noChangeArrowheads="1"/>
          </p:cNvSpPr>
          <p:nvPr/>
        </p:nvSpPr>
        <p:spPr bwMode="auto">
          <a:xfrm>
            <a:off x="2423591" y="1375937"/>
            <a:ext cx="3101175" cy="86042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a:effectLst>
                  <a:outerShdw blurRad="38100" dist="38100" dir="2700000" algn="tl">
                    <a:srgbClr val="FFFFFF"/>
                  </a:outerShdw>
                </a:effectLst>
              </a:rPr>
              <a:t>#define  PI  </a:t>
            </a:r>
            <a:r>
              <a:rPr lang="en-US" altLang="zh-CN" b="1">
                <a:solidFill>
                  <a:srgbClr val="FF0066"/>
                </a:solidFill>
                <a:effectLst>
                  <a:outerShdw blurRad="38100" dist="38100" dir="2700000" algn="tl">
                    <a:srgbClr val="000000"/>
                  </a:outerShdw>
                </a:effectLst>
              </a:rPr>
              <a:t>3.14;</a:t>
            </a:r>
            <a:r>
              <a:rPr lang="en-US" altLang="zh-CN" b="1">
                <a:effectLst>
                  <a:outerShdw blurRad="38100" dist="38100" dir="2700000" algn="tl">
                    <a:srgbClr val="FFFFFF"/>
                  </a:outerShdw>
                </a:effectLst>
              </a:rPr>
              <a:t> </a:t>
            </a:r>
          </a:p>
          <a:p>
            <a:r>
              <a:rPr lang="en-US" altLang="zh-CN" b="1">
                <a:effectLst>
                  <a:outerShdw blurRad="38100" dist="38100" dir="2700000" algn="tl">
                    <a:srgbClr val="FFFFFF"/>
                  </a:outerShdw>
                </a:effectLst>
              </a:rPr>
              <a:t>a = PI * 2 * 2;</a:t>
            </a:r>
            <a:r>
              <a:rPr lang="en-US" altLang="zh-CN">
                <a:effectLst>
                  <a:outerShdw blurRad="38100" dist="38100" dir="2700000" algn="tl">
                    <a:srgbClr val="FFFFFF"/>
                  </a:outerShdw>
                </a:effectLst>
              </a:rPr>
              <a:t> </a:t>
            </a:r>
          </a:p>
        </p:txBody>
      </p:sp>
      <p:grpSp>
        <p:nvGrpSpPr>
          <p:cNvPr id="1028124" name="Group 28"/>
          <p:cNvGrpSpPr>
            <a:grpSpLocks/>
          </p:cNvGrpSpPr>
          <p:nvPr/>
        </p:nvGrpSpPr>
        <p:grpSpPr bwMode="auto">
          <a:xfrm>
            <a:off x="5640654" y="1571198"/>
            <a:ext cx="1295400" cy="890588"/>
            <a:chOff x="2608" y="3249"/>
            <a:chExt cx="816" cy="561"/>
          </a:xfrm>
        </p:grpSpPr>
        <p:sp>
          <p:nvSpPr>
            <p:cNvPr id="1028125" name="AutoShape 29"/>
            <p:cNvSpPr>
              <a:spLocks noChangeArrowheads="1"/>
            </p:cNvSpPr>
            <p:nvPr/>
          </p:nvSpPr>
          <p:spPr bwMode="auto">
            <a:xfrm>
              <a:off x="2608" y="3249"/>
              <a:ext cx="816"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19050">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28126" name="Text Box 30"/>
            <p:cNvSpPr txBox="1">
              <a:spLocks noChangeArrowheads="1"/>
            </p:cNvSpPr>
            <p:nvPr/>
          </p:nvSpPr>
          <p:spPr bwMode="auto">
            <a:xfrm>
              <a:off x="2717" y="3368"/>
              <a:ext cx="635"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sp>
        <p:nvSpPr>
          <p:cNvPr id="1028127" name="Rectangle 31" descr="信纸"/>
          <p:cNvSpPr>
            <a:spLocks noChangeArrowheads="1"/>
          </p:cNvSpPr>
          <p:nvPr/>
        </p:nvSpPr>
        <p:spPr bwMode="auto">
          <a:xfrm>
            <a:off x="7051941" y="1483241"/>
            <a:ext cx="2736850" cy="46166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r>
              <a:rPr lang="en-US" altLang="zh-CN" b="1">
                <a:effectLst>
                  <a:outerShdw blurRad="38100" dist="38100" dir="2700000" algn="tl">
                    <a:srgbClr val="FFFFFF"/>
                  </a:outerShdw>
                </a:effectLst>
              </a:rPr>
              <a:t>a = </a:t>
            </a:r>
            <a:r>
              <a:rPr lang="en-US" altLang="zh-CN" b="1">
                <a:solidFill>
                  <a:srgbClr val="FF0066"/>
                </a:solidFill>
                <a:effectLst>
                  <a:outerShdw blurRad="38100" dist="38100" dir="2700000" algn="tl">
                    <a:srgbClr val="000000"/>
                  </a:outerShdw>
                </a:effectLst>
              </a:rPr>
              <a:t>3.14;</a:t>
            </a:r>
            <a:r>
              <a:rPr lang="en-US" altLang="zh-CN" b="1">
                <a:effectLst>
                  <a:outerShdw blurRad="38100" dist="38100" dir="2700000" algn="tl">
                    <a:srgbClr val="FFFFFF"/>
                  </a:outerShdw>
                </a:effectLst>
              </a:rPr>
              <a:t> * 2 * 2;</a:t>
            </a:r>
            <a:r>
              <a:rPr lang="en-US" altLang="zh-CN">
                <a:effectLst>
                  <a:outerShdw blurRad="38100" dist="38100" dir="2700000" algn="tl">
                    <a:srgbClr val="FFFFFF"/>
                  </a:outerShdw>
                </a:effectLst>
              </a:rPr>
              <a:t> </a:t>
            </a:r>
          </a:p>
        </p:txBody>
      </p:sp>
      <p:sp>
        <p:nvSpPr>
          <p:cNvPr id="1028128" name="AutoShape 32"/>
          <p:cNvSpPr>
            <a:spLocks noChangeArrowheads="1"/>
          </p:cNvSpPr>
          <p:nvPr/>
        </p:nvSpPr>
        <p:spPr bwMode="auto">
          <a:xfrm>
            <a:off x="8348929" y="1787099"/>
            <a:ext cx="1657350" cy="792163"/>
          </a:xfrm>
          <a:prstGeom prst="irregularSeal1">
            <a:avLst/>
          </a:prstGeom>
          <a:gradFill rotWithShape="1">
            <a:gsLst>
              <a:gs pos="0">
                <a:srgbClr val="FFCC99"/>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p:spPr>
        <p:txBody>
          <a:bodyPr wrap="none" anchor="ctr"/>
          <a:lstStyle/>
          <a:p>
            <a:pPr algn="ctr"/>
            <a:r>
              <a:rPr lang="zh-CN" altLang="en-US" sz="2000" b="1" dirty="0">
                <a:solidFill>
                  <a:srgbClr val="FF0066"/>
                </a:solidFill>
                <a:effectLst>
                  <a:outerShdw blurRad="38100" dist="38100" dir="2700000" algn="tl">
                    <a:srgbClr val="000000"/>
                  </a:outerShdw>
                </a:effectLst>
                <a:latin typeface="+mn-lt"/>
                <a:ea typeface="楷体" pitchFamily="49" charset="-122"/>
              </a:rPr>
              <a:t>错误！</a:t>
            </a:r>
          </a:p>
        </p:txBody>
      </p:sp>
      <p:sp>
        <p:nvSpPr>
          <p:cNvPr id="1028134" name="Rectangle 38"/>
          <p:cNvSpPr>
            <a:spLocks noChangeArrowheads="1"/>
          </p:cNvSpPr>
          <p:nvPr/>
        </p:nvSpPr>
        <p:spPr bwMode="auto">
          <a:xfrm>
            <a:off x="1102332" y="2794321"/>
            <a:ext cx="10382545" cy="830997"/>
          </a:xfrm>
          <a:prstGeom prst="rect">
            <a:avLst/>
          </a:prstGeom>
          <a:noFill/>
          <a:ln w="9525">
            <a:noFill/>
            <a:miter lim="800000"/>
            <a:headEnd/>
            <a:tailEnd/>
          </a:ln>
          <a:effectLst/>
        </p:spPr>
        <p:txBody>
          <a:bodyPr wrap="square" anchor="ctr">
            <a:spAutoFit/>
          </a:bodyPr>
          <a:lstStyle/>
          <a:p>
            <a:pPr marL="342900" indent="-342900">
              <a:spcBef>
                <a:spcPts val="0"/>
              </a:spcBef>
              <a:buClr>
                <a:srgbClr val="0000FF"/>
              </a:buClr>
              <a:buFont typeface="Wingdings" panose="05000000000000000000" pitchFamily="2" charset="2"/>
              <a:buChar char="l"/>
            </a:pPr>
            <a:r>
              <a:rPr lang="zh-CN" altLang="en-US" b="1" dirty="0">
                <a:effectLst>
                  <a:outerShdw blurRad="38100" dist="38100" dir="2700000" algn="tl">
                    <a:srgbClr val="FFFFFF"/>
                  </a:outerShdw>
                </a:effectLst>
                <a:latin typeface="+mn-lt"/>
                <a:ea typeface="楷体" pitchFamily="49" charset="-122"/>
              </a:rPr>
              <a:t>在定义宏时，如果宏是一个表达式，那么一定要将这个表达式用（）括起来，否则可能会引起非预期的结果。</a:t>
            </a:r>
            <a:r>
              <a:rPr lang="zh-CN" altLang="en-US" dirty="0">
                <a:latin typeface="+mn-lt"/>
                <a:ea typeface="楷体" pitchFamily="49" charset="-122"/>
              </a:rPr>
              <a:t> </a:t>
            </a:r>
          </a:p>
        </p:txBody>
      </p:sp>
      <p:sp>
        <p:nvSpPr>
          <p:cNvPr id="1028135" name="Rectangle 39" descr="信纸"/>
          <p:cNvSpPr>
            <a:spLocks noChangeArrowheads="1"/>
          </p:cNvSpPr>
          <p:nvPr/>
        </p:nvSpPr>
        <p:spPr bwMode="auto">
          <a:xfrm>
            <a:off x="1775520" y="3203778"/>
            <a:ext cx="4348707" cy="3477875"/>
          </a:xfrm>
          <a:prstGeom prst="rect">
            <a:avLst/>
          </a:prstGeom>
          <a:blipFill dpi="0" rotWithShape="1">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rPr>
              <a:t>#define  NUM1   10</a:t>
            </a:r>
          </a:p>
          <a:p>
            <a:r>
              <a:rPr lang="en-US" altLang="zh-CN" sz="2000" b="1" dirty="0">
                <a:effectLst>
                  <a:outerShdw blurRad="38100" dist="38100" dir="2700000" algn="tl">
                    <a:srgbClr val="FFFFFF"/>
                  </a:outerShdw>
                </a:effectLst>
              </a:rPr>
              <a:t>#define  NUM2   20</a:t>
            </a:r>
          </a:p>
          <a:p>
            <a:r>
              <a:rPr lang="en-US" altLang="zh-CN" sz="2000" b="1" dirty="0">
                <a:effectLst>
                  <a:outerShdw blurRad="38100" dist="38100" dir="2700000" algn="tl">
                    <a:srgbClr val="FFFFFF"/>
                  </a:outerShdw>
                </a:effectLst>
              </a:rPr>
              <a:t>#define  NUM    NUM1 + NUM2  </a:t>
            </a:r>
          </a:p>
          <a:p>
            <a:r>
              <a:rPr lang="en-US" altLang="zh-CN" sz="2000" b="1" dirty="0" err="1">
                <a:solidFill>
                  <a:srgbClr val="CC0000"/>
                </a:solidFill>
                <a:effectLst>
                  <a:outerShdw blurRad="38100" dist="38100" dir="2700000" algn="tl">
                    <a:srgbClr val="000000"/>
                  </a:outerShdw>
                </a:effectLst>
              </a:rPr>
              <a:t>int</a:t>
            </a:r>
            <a:r>
              <a:rPr lang="en-US" altLang="zh-CN" sz="2000" b="1" dirty="0">
                <a:solidFill>
                  <a:srgbClr val="CC0000"/>
                </a:solidFill>
                <a:effectLst>
                  <a:outerShdw blurRad="38100" dist="38100" dir="2700000" algn="tl">
                    <a:srgbClr val="000000"/>
                  </a:outerShdw>
                </a:effectLst>
              </a:rPr>
              <a: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2, b = 3; </a:t>
            </a:r>
          </a:p>
          <a:p>
            <a:r>
              <a:rPr lang="en-US" altLang="zh-CN" sz="2000" b="1" dirty="0">
                <a:effectLst>
                  <a:outerShdw blurRad="38100" dist="38100" dir="2700000" algn="tl">
                    <a:srgbClr val="FFFFFF"/>
                  </a:outerShdw>
                </a:effectLst>
              </a:rPr>
              <a:t>   a *= </a:t>
            </a:r>
            <a:r>
              <a:rPr lang="en-US" altLang="zh-CN" sz="2000" b="1" dirty="0">
                <a:solidFill>
                  <a:schemeClr val="accent2"/>
                </a:solidFill>
                <a:effectLst>
                  <a:outerShdw blurRad="38100" dist="38100" dir="2700000" algn="tl">
                    <a:srgbClr val="000000"/>
                  </a:outerShdw>
                </a:effectLst>
              </a:rPr>
              <a:t>NUM</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b = b * </a:t>
            </a:r>
            <a:r>
              <a:rPr lang="en-US" altLang="zh-CN" sz="2000" b="1" dirty="0">
                <a:solidFill>
                  <a:schemeClr val="accent2"/>
                </a:solidFill>
                <a:effectLst>
                  <a:outerShdw blurRad="38100" dist="38100" dir="2700000" algn="tl">
                    <a:srgbClr val="000000"/>
                  </a:outerShdw>
                </a:effectLst>
              </a:rPr>
              <a:t>NUM</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%d, b = %d\n", a, b);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28136" name="Rectangle 40" descr="信纸"/>
          <p:cNvSpPr>
            <a:spLocks noChangeArrowheads="1"/>
          </p:cNvSpPr>
          <p:nvPr/>
        </p:nvSpPr>
        <p:spPr bwMode="auto">
          <a:xfrm>
            <a:off x="6888088" y="3218065"/>
            <a:ext cx="4392488" cy="2554545"/>
          </a:xfrm>
          <a:prstGeom prst="rect">
            <a:avLst/>
          </a:prstGeom>
          <a:blipFill dpi="0" rotWithShape="1">
            <a:blip r:embed="rId7"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err="1">
                <a:solidFill>
                  <a:srgbClr val="CC0000"/>
                </a:solidFill>
                <a:effectLst>
                  <a:outerShdw blurRad="38100" dist="38100" dir="2700000" algn="tl">
                    <a:srgbClr val="000000"/>
                  </a:outerShdw>
                </a:effectLst>
              </a:rPr>
              <a:t>int</a:t>
            </a:r>
            <a:r>
              <a:rPr lang="en-US" altLang="zh-CN" sz="2000" b="1" dirty="0">
                <a:solidFill>
                  <a:srgbClr val="CC0000"/>
                </a:solidFill>
                <a:effectLst>
                  <a:outerShdw blurRad="38100" dist="38100" dir="2700000" algn="tl">
                    <a:srgbClr val="000000"/>
                  </a:outerShdw>
                </a:effectLst>
              </a:rPr>
              <a:t> main (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2, b = 3; </a:t>
            </a:r>
          </a:p>
          <a:p>
            <a:r>
              <a:rPr lang="en-US" altLang="zh-CN" sz="2000" b="1" dirty="0">
                <a:effectLst>
                  <a:outerShdw blurRad="38100" dist="38100" dir="2700000" algn="tl">
                    <a:srgbClr val="FFFFFF"/>
                  </a:outerShdw>
                </a:effectLst>
              </a:rPr>
              <a:t>   a *= </a:t>
            </a:r>
            <a:r>
              <a:rPr lang="en-US" altLang="zh-CN" sz="2000" b="1" dirty="0">
                <a:solidFill>
                  <a:schemeClr val="accent2"/>
                </a:solidFill>
                <a:effectLst>
                  <a:outerShdw blurRad="38100" dist="38100" dir="2700000" algn="tl">
                    <a:srgbClr val="000000"/>
                  </a:outerShdw>
                </a:effectLst>
              </a:rPr>
              <a:t>10 + 20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b = b * </a:t>
            </a:r>
            <a:r>
              <a:rPr lang="en-US" altLang="zh-CN" sz="2000" b="1" dirty="0">
                <a:solidFill>
                  <a:schemeClr val="accent2"/>
                </a:solidFill>
                <a:effectLst>
                  <a:outerShdw blurRad="38100" dist="38100" dir="2700000" algn="tl">
                    <a:srgbClr val="000000"/>
                  </a:outerShdw>
                </a:effectLst>
              </a:rPr>
              <a:t>10 + 20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%d, b = %d\n", a, b);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grpSp>
        <p:nvGrpSpPr>
          <p:cNvPr id="1028139" name="Group 43"/>
          <p:cNvGrpSpPr>
            <a:grpSpLocks/>
          </p:cNvGrpSpPr>
          <p:nvPr/>
        </p:nvGrpSpPr>
        <p:grpSpPr bwMode="auto">
          <a:xfrm rot="1174757">
            <a:off x="6624207" y="5477241"/>
            <a:ext cx="1728788" cy="1439863"/>
            <a:chOff x="3152" y="3430"/>
            <a:chExt cx="1089" cy="907"/>
          </a:xfrm>
        </p:grpSpPr>
        <p:sp>
          <p:nvSpPr>
            <p:cNvPr id="1028137" name="AutoShape 41"/>
            <p:cNvSpPr>
              <a:spLocks noChangeArrowheads="1"/>
            </p:cNvSpPr>
            <p:nvPr/>
          </p:nvSpPr>
          <p:spPr bwMode="auto">
            <a:xfrm rot="-3135031">
              <a:off x="2880" y="3702"/>
              <a:ext cx="907" cy="363"/>
            </a:xfrm>
            <a:prstGeom prst="curvedUpArrow">
              <a:avLst>
                <a:gd name="adj1" fmla="val 35305"/>
                <a:gd name="adj2" fmla="val 85277"/>
                <a:gd name="adj3" fmla="val 33333"/>
              </a:avLst>
            </a:prstGeom>
            <a:gradFill rotWithShape="1">
              <a:gsLst>
                <a:gs pos="0">
                  <a:srgbClr val="FF00FF"/>
                </a:gs>
                <a:gs pos="100000">
                  <a:srgbClr val="FF00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28138" name="Rectangle 42"/>
            <p:cNvSpPr>
              <a:spLocks noChangeArrowheads="1"/>
            </p:cNvSpPr>
            <p:nvPr/>
          </p:nvSpPr>
          <p:spPr bwMode="auto">
            <a:xfrm>
              <a:off x="3515" y="3748"/>
              <a:ext cx="726" cy="442"/>
            </a:xfrm>
            <a:prstGeom prst="rect">
              <a:avLst/>
            </a:prstGeom>
            <a:noFill/>
            <a:ln w="9525">
              <a:noFill/>
              <a:miter lim="800000"/>
              <a:headEnd/>
              <a:tailEnd/>
            </a:ln>
            <a:effectLst/>
          </p:spPr>
          <p:txBody>
            <a:bodyPr>
              <a:spAutoFit/>
            </a:bodyPr>
            <a:lstStyle/>
            <a:p>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sp>
        <p:nvSpPr>
          <p:cNvPr id="1028140" name="Rectangle 44"/>
          <p:cNvSpPr>
            <a:spLocks noChangeArrowheads="1"/>
          </p:cNvSpPr>
          <p:nvPr/>
        </p:nvSpPr>
        <p:spPr bwMode="auto">
          <a:xfrm>
            <a:off x="9355430" y="4809545"/>
            <a:ext cx="1709122" cy="707886"/>
          </a:xfrm>
          <a:prstGeom prst="rect">
            <a:avLst/>
          </a:prstGeom>
          <a:solidFill>
            <a:srgbClr val="FFFFFF"/>
          </a:soli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00"/>
                </a:solidFill>
                <a:effectLst>
                  <a:outerShdw blurRad="38100" dist="38100" dir="2700000" algn="tl">
                    <a:srgbClr val="C0C0C0"/>
                  </a:outerShdw>
                </a:effectLst>
                <a:latin typeface="隶书" pitchFamily="49" charset="-122"/>
                <a:ea typeface="隶书" pitchFamily="49" charset="-122"/>
              </a:rPr>
              <a:t>输出结果：</a:t>
            </a:r>
          </a:p>
          <a:p>
            <a:r>
              <a:rPr lang="en-US" altLang="zh-CN" sz="2000" b="1" dirty="0">
                <a:solidFill>
                  <a:schemeClr val="accent2"/>
                </a:solidFill>
                <a:effectLst>
                  <a:outerShdw blurRad="38100" dist="38100" dir="2700000" algn="tl">
                    <a:srgbClr val="C0C0C0"/>
                  </a:outerShdw>
                </a:effectLst>
                <a:ea typeface="楷体_GB2312" pitchFamily="49" charset="-122"/>
              </a:rPr>
              <a:t>a = 60, b = 50</a:t>
            </a:r>
            <a:r>
              <a:rPr lang="en-US" altLang="zh-CN" sz="2000" dirty="0"/>
              <a:t> </a:t>
            </a:r>
          </a:p>
        </p:txBody>
      </p:sp>
      <p:grpSp>
        <p:nvGrpSpPr>
          <p:cNvPr id="1028147" name="Group 51"/>
          <p:cNvGrpSpPr>
            <a:grpSpLocks/>
          </p:cNvGrpSpPr>
          <p:nvPr/>
        </p:nvGrpSpPr>
        <p:grpSpPr bwMode="auto">
          <a:xfrm>
            <a:off x="3458270" y="3752694"/>
            <a:ext cx="2262187" cy="457200"/>
            <a:chOff x="1501" y="2569"/>
            <a:chExt cx="1425" cy="288"/>
          </a:xfrm>
        </p:grpSpPr>
        <p:sp>
          <p:nvSpPr>
            <p:cNvPr id="1028141" name="Text Box 45"/>
            <p:cNvSpPr txBox="1">
              <a:spLocks noChangeArrowheads="1"/>
            </p:cNvSpPr>
            <p:nvPr/>
          </p:nvSpPr>
          <p:spPr bwMode="auto">
            <a:xfrm>
              <a:off x="1501" y="256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2" name="Text Box 46"/>
            <p:cNvSpPr txBox="1">
              <a:spLocks noChangeArrowheads="1"/>
            </p:cNvSpPr>
            <p:nvPr/>
          </p:nvSpPr>
          <p:spPr bwMode="auto">
            <a:xfrm>
              <a:off x="2654" y="2569"/>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grpSp>
        <p:nvGrpSpPr>
          <p:cNvPr id="1028148" name="Group 52"/>
          <p:cNvGrpSpPr>
            <a:grpSpLocks/>
          </p:cNvGrpSpPr>
          <p:nvPr/>
        </p:nvGrpSpPr>
        <p:grpSpPr bwMode="auto">
          <a:xfrm>
            <a:off x="7538241" y="4089103"/>
            <a:ext cx="1250950" cy="457200"/>
            <a:chOff x="3524" y="2759"/>
            <a:chExt cx="788" cy="288"/>
          </a:xfrm>
        </p:grpSpPr>
        <p:sp>
          <p:nvSpPr>
            <p:cNvPr id="1028143" name="Text Box 47"/>
            <p:cNvSpPr txBox="1">
              <a:spLocks noChangeArrowheads="1"/>
            </p:cNvSpPr>
            <p:nvPr/>
          </p:nvSpPr>
          <p:spPr bwMode="auto">
            <a:xfrm>
              <a:off x="3524" y="275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4" name="Text Box 48"/>
            <p:cNvSpPr txBox="1">
              <a:spLocks noChangeArrowheads="1"/>
            </p:cNvSpPr>
            <p:nvPr/>
          </p:nvSpPr>
          <p:spPr bwMode="auto">
            <a:xfrm>
              <a:off x="4040" y="2759"/>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grpSp>
        <p:nvGrpSpPr>
          <p:cNvPr id="1028149" name="Group 53"/>
          <p:cNvGrpSpPr>
            <a:grpSpLocks/>
          </p:cNvGrpSpPr>
          <p:nvPr/>
        </p:nvGrpSpPr>
        <p:grpSpPr bwMode="auto">
          <a:xfrm>
            <a:off x="7811291" y="4381783"/>
            <a:ext cx="1265238" cy="471487"/>
            <a:chOff x="3696" y="2949"/>
            <a:chExt cx="797" cy="297"/>
          </a:xfrm>
        </p:grpSpPr>
        <p:sp>
          <p:nvSpPr>
            <p:cNvPr id="1028145" name="Text Box 49"/>
            <p:cNvSpPr txBox="1">
              <a:spLocks noChangeArrowheads="1"/>
            </p:cNvSpPr>
            <p:nvPr/>
          </p:nvSpPr>
          <p:spPr bwMode="auto">
            <a:xfrm>
              <a:off x="3696" y="2949"/>
              <a:ext cx="272" cy="288"/>
            </a:xfrm>
            <a:prstGeom prst="rect">
              <a:avLst/>
            </a:prstGeom>
            <a:noFill/>
            <a:ln w="9525">
              <a:noFill/>
              <a:miter lim="800000"/>
              <a:headEnd/>
              <a:tailEnd/>
            </a:ln>
            <a:effectLst/>
          </p:spPr>
          <p:txBody>
            <a:bodyPr>
              <a:spAutoFit/>
            </a:bodyPr>
            <a:lstStyle/>
            <a:p>
              <a:pPr>
                <a:spcBef>
                  <a:spcPct val="50000"/>
                </a:spcBef>
              </a:pPr>
              <a:r>
                <a:rPr lang="en-US" altLang="zh-CN" b="1">
                  <a:solidFill>
                    <a:srgbClr val="FF0000"/>
                  </a:solidFill>
                  <a:effectLst>
                    <a:outerShdw blurRad="38100" dist="38100" dir="2700000" algn="tl">
                      <a:srgbClr val="000000"/>
                    </a:outerShdw>
                  </a:effectLst>
                </a:rPr>
                <a:t>(</a:t>
              </a:r>
            </a:p>
          </p:txBody>
        </p:sp>
        <p:sp>
          <p:nvSpPr>
            <p:cNvPr id="1028146" name="Text Box 50"/>
            <p:cNvSpPr txBox="1">
              <a:spLocks noChangeArrowheads="1"/>
            </p:cNvSpPr>
            <p:nvPr/>
          </p:nvSpPr>
          <p:spPr bwMode="auto">
            <a:xfrm>
              <a:off x="4221" y="2958"/>
              <a:ext cx="272" cy="288"/>
            </a:xfrm>
            <a:prstGeom prst="rect">
              <a:avLst/>
            </a:prstGeom>
            <a:noFill/>
            <a:ln w="9525">
              <a:noFill/>
              <a:miter lim="800000"/>
              <a:headEnd/>
              <a:tailEnd/>
            </a:ln>
            <a:effectLst/>
          </p:spPr>
          <p:txBody>
            <a:bodyPr>
              <a:spAutoFit/>
            </a:bodyPr>
            <a:lstStyle/>
            <a:p>
              <a:pPr>
                <a:spcBef>
                  <a:spcPct val="50000"/>
                </a:spcBef>
              </a:pPr>
              <a:r>
                <a:rPr lang="en-US" altLang="zh-CN" b="1" dirty="0">
                  <a:solidFill>
                    <a:srgbClr val="FF0000"/>
                  </a:solidFill>
                  <a:effectLst>
                    <a:outerShdw blurRad="38100" dist="38100" dir="2700000" algn="tl">
                      <a:srgbClr val="000000"/>
                    </a:outerShdw>
                  </a:effectLst>
                </a:rPr>
                <a:t>)</a:t>
              </a:r>
            </a:p>
          </p:txBody>
        </p:sp>
      </p:grpSp>
      <p:sp>
        <p:nvSpPr>
          <p:cNvPr id="1028150" name="Rectangle 54"/>
          <p:cNvSpPr>
            <a:spLocks noChangeArrowheads="1"/>
          </p:cNvSpPr>
          <p:nvPr/>
        </p:nvSpPr>
        <p:spPr bwMode="auto">
          <a:xfrm>
            <a:off x="9343707" y="4797152"/>
            <a:ext cx="1709122" cy="707886"/>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r>
              <a:rPr lang="zh-CN" altLang="en-US" sz="2000" b="1" dirty="0">
                <a:solidFill>
                  <a:srgbClr val="FF0000"/>
                </a:solidFill>
                <a:effectLst>
                  <a:outerShdw blurRad="38100" dist="38100" dir="2700000" algn="tl">
                    <a:srgbClr val="000000"/>
                  </a:outerShdw>
                </a:effectLst>
                <a:latin typeface="隶书" pitchFamily="49" charset="-122"/>
                <a:ea typeface="隶书" pitchFamily="49" charset="-122"/>
              </a:rPr>
              <a:t>输出结果：</a:t>
            </a:r>
          </a:p>
          <a:p>
            <a:r>
              <a:rPr lang="en-US" altLang="zh-CN" sz="2000" b="1" dirty="0">
                <a:solidFill>
                  <a:schemeClr val="accent2"/>
                </a:solidFill>
                <a:effectLst>
                  <a:outerShdw blurRad="38100" dist="38100" dir="2700000" algn="tl">
                    <a:srgbClr val="000000"/>
                  </a:outerShdw>
                </a:effectLst>
                <a:ea typeface="楷体_GB2312" pitchFamily="49" charset="-122"/>
              </a:rPr>
              <a:t>a = 60, b = 90</a:t>
            </a:r>
            <a:r>
              <a:rPr lang="en-US" altLang="zh-CN" sz="2000" dirty="0"/>
              <a:t> </a:t>
            </a:r>
          </a:p>
        </p:txBody>
      </p:sp>
      <p:grpSp>
        <p:nvGrpSpPr>
          <p:cNvPr id="1028151" name="Group 55"/>
          <p:cNvGrpSpPr>
            <a:grpSpLocks/>
          </p:cNvGrpSpPr>
          <p:nvPr/>
        </p:nvGrpSpPr>
        <p:grpSpPr bwMode="auto">
          <a:xfrm>
            <a:off x="-11287" y="0"/>
            <a:ext cx="446088" cy="6858000"/>
            <a:chOff x="0" y="0"/>
            <a:chExt cx="281" cy="4320"/>
          </a:xfrm>
        </p:grpSpPr>
        <p:sp>
          <p:nvSpPr>
            <p:cNvPr id="1028152" name="Text Box 5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28153" name="Text Box 5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8101"/>
                                        </p:tgtEl>
                                        <p:attrNameLst>
                                          <p:attrName>style.visibility</p:attrName>
                                        </p:attrNameLst>
                                      </p:cBhvr>
                                      <p:to>
                                        <p:strVal val="visible"/>
                                      </p:to>
                                    </p:set>
                                    <p:anim calcmode="lin" valueType="num">
                                      <p:cBhvr additive="base">
                                        <p:cTn id="7" dur="500" fill="hold"/>
                                        <p:tgtEl>
                                          <p:spTgt spid="1028101"/>
                                        </p:tgtEl>
                                        <p:attrNameLst>
                                          <p:attrName>ppt_x</p:attrName>
                                        </p:attrNameLst>
                                      </p:cBhvr>
                                      <p:tavLst>
                                        <p:tav tm="0">
                                          <p:val>
                                            <p:strVal val="0-#ppt_w/2"/>
                                          </p:val>
                                        </p:tav>
                                        <p:tav tm="100000">
                                          <p:val>
                                            <p:strVal val="#ppt_x"/>
                                          </p:val>
                                        </p:tav>
                                      </p:tavLst>
                                    </p:anim>
                                    <p:anim calcmode="lin" valueType="num">
                                      <p:cBhvr additive="base">
                                        <p:cTn id="8" dur="500" fill="hold"/>
                                        <p:tgtEl>
                                          <p:spTgt spid="102810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8102"/>
                                        </p:tgtEl>
                                        <p:attrNameLst>
                                          <p:attrName>style.visibility</p:attrName>
                                        </p:attrNameLst>
                                      </p:cBhvr>
                                      <p:to>
                                        <p:strVal val="visible"/>
                                      </p:to>
                                    </p:set>
                                    <p:anim calcmode="lin" valueType="num">
                                      <p:cBhvr additive="base">
                                        <p:cTn id="13" dur="500" fill="hold"/>
                                        <p:tgtEl>
                                          <p:spTgt spid="1028102"/>
                                        </p:tgtEl>
                                        <p:attrNameLst>
                                          <p:attrName>ppt_x</p:attrName>
                                        </p:attrNameLst>
                                      </p:cBhvr>
                                      <p:tavLst>
                                        <p:tav tm="0">
                                          <p:val>
                                            <p:strVal val="0-#ppt_w/2"/>
                                          </p:val>
                                        </p:tav>
                                        <p:tav tm="100000">
                                          <p:val>
                                            <p:strVal val="#ppt_x"/>
                                          </p:val>
                                        </p:tav>
                                      </p:tavLst>
                                    </p:anim>
                                    <p:anim calcmode="lin" valueType="num">
                                      <p:cBhvr additive="base">
                                        <p:cTn id="14" dur="500" fill="hold"/>
                                        <p:tgtEl>
                                          <p:spTgt spid="10281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4"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28123"/>
                                        </p:tgtEl>
                                        <p:attrNameLst>
                                          <p:attrName>style.visibility</p:attrName>
                                        </p:attrNameLst>
                                      </p:cBhvr>
                                      <p:to>
                                        <p:strVal val="visible"/>
                                      </p:to>
                                    </p:set>
                                    <p:animEffect transition="in" filter="box(out)">
                                      <p:cBhvr>
                                        <p:cTn id="19" dur="500"/>
                                        <p:tgtEl>
                                          <p:spTgt spid="1028123"/>
                                        </p:tgtEl>
                                      </p:cBhvr>
                                    </p:animEffect>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1028124"/>
                                        </p:tgtEl>
                                        <p:attrNameLst>
                                          <p:attrName>style.visibility</p:attrName>
                                        </p:attrNameLst>
                                      </p:cBhvr>
                                      <p:to>
                                        <p:strVal val="visible"/>
                                      </p:to>
                                    </p:set>
                                    <p:animEffect transition="in" filter="strips(downRight)">
                                      <p:cBhvr>
                                        <p:cTn id="24" dur="500"/>
                                        <p:tgtEl>
                                          <p:spTgt spid="1028124"/>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1028127"/>
                                        </p:tgtEl>
                                        <p:attrNameLst>
                                          <p:attrName>style.visibility</p:attrName>
                                        </p:attrNameLst>
                                      </p:cBhvr>
                                      <p:to>
                                        <p:strVal val="visible"/>
                                      </p:to>
                                    </p:set>
                                    <p:animEffect transition="in" filter="box(out)">
                                      <p:cBhvr>
                                        <p:cTn id="28" dur="500"/>
                                        <p:tgtEl>
                                          <p:spTgt spid="1028127"/>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28128"/>
                                        </p:tgtEl>
                                        <p:attrNameLst>
                                          <p:attrName>style.visibility</p:attrName>
                                        </p:attrNameLst>
                                      </p:cBhvr>
                                      <p:to>
                                        <p:strVal val="visible"/>
                                      </p:to>
                                    </p:set>
                                    <p:animEffect transition="in" filter="box(out)">
                                      <p:cBhvr>
                                        <p:cTn id="33" dur="500"/>
                                        <p:tgtEl>
                                          <p:spTgt spid="1028128"/>
                                        </p:tgtEl>
                                      </p:cBhvr>
                                    </p:animEffect>
                                  </p:childTnLst>
                                  <p:subTnLst>
                                    <p:audio>
                                      <p:cMediaNode>
                                        <p:cTn display="0" masterRel="sameClick">
                                          <p:stCondLst>
                                            <p:cond evt="begin" delay="0">
                                              <p:tn val="31"/>
                                            </p:cond>
                                          </p:stCondLst>
                                          <p:endCondLst>
                                            <p:cond evt="onStopAudio" delay="0">
                                              <p:tgtEl>
                                                <p:sldTgt/>
                                              </p:tgtEl>
                                            </p:cond>
                                          </p:endCondLst>
                                        </p:cTn>
                                        <p:tgtEl>
                                          <p:sndTgt r:embed="rId5" name="bomb.wav"/>
                                        </p:tgtEl>
                                      </p:cMediaNode>
                                    </p:audio>
                                  </p:sub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028129"/>
                                        </p:tgtEl>
                                        <p:attrNameLst>
                                          <p:attrName>style.visibility</p:attrName>
                                        </p:attrNameLst>
                                      </p:cBhvr>
                                      <p:to>
                                        <p:strVal val="visible"/>
                                      </p:to>
                                    </p:set>
                                    <p:anim calcmode="lin" valueType="num">
                                      <p:cBhvr additive="base">
                                        <p:cTn id="38" dur="500" fill="hold"/>
                                        <p:tgtEl>
                                          <p:spTgt spid="1028129"/>
                                        </p:tgtEl>
                                        <p:attrNameLst>
                                          <p:attrName>ppt_x</p:attrName>
                                        </p:attrNameLst>
                                      </p:cBhvr>
                                      <p:tavLst>
                                        <p:tav tm="0">
                                          <p:val>
                                            <p:strVal val="0-#ppt_w/2"/>
                                          </p:val>
                                        </p:tav>
                                        <p:tav tm="100000">
                                          <p:val>
                                            <p:strVal val="#ppt_x"/>
                                          </p:val>
                                        </p:tav>
                                      </p:tavLst>
                                    </p:anim>
                                    <p:anim calcmode="lin" valueType="num">
                                      <p:cBhvr additive="base">
                                        <p:cTn id="39" dur="500" fill="hold"/>
                                        <p:tgtEl>
                                          <p:spTgt spid="10281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6"/>
                                            </p:cond>
                                          </p:stCondLst>
                                          <p:endCondLst>
                                            <p:cond evt="onStopAudio" delay="0">
                                              <p:tgtEl>
                                                <p:sldTgt/>
                                              </p:tgtEl>
                                            </p:cond>
                                          </p:endCondLst>
                                        </p:cTn>
                                        <p:tgtEl>
                                          <p:sndTgt r:embed="rId4" name="whoosh.wav"/>
                                        </p:tgtEl>
                                      </p:cMediaNode>
                                    </p:audio>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1028133"/>
                                        </p:tgtEl>
                                        <p:attrNameLst>
                                          <p:attrName>style.visibility</p:attrName>
                                        </p:attrNameLst>
                                      </p:cBhvr>
                                      <p:to>
                                        <p:strVal val="visible"/>
                                      </p:to>
                                    </p:set>
                                    <p:animEffect transition="in" filter="box(out)">
                                      <p:cBhvr>
                                        <p:cTn id="44" dur="500"/>
                                        <p:tgtEl>
                                          <p:spTgt spid="1028133"/>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et>
                                      <p:cBhvr override="childStyle">
                                        <p:cTn dur="1" fill="hold" display="0" masterRel="nextClick" afterEffect="1"/>
                                        <p:tgtEl>
                                          <p:spTgt spid="1028133"/>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8134"/>
                                        </p:tgtEl>
                                        <p:attrNameLst>
                                          <p:attrName>style.visibility</p:attrName>
                                        </p:attrNameLst>
                                      </p:cBhvr>
                                      <p:to>
                                        <p:strVal val="visible"/>
                                      </p:to>
                                    </p:set>
                                    <p:anim calcmode="lin" valueType="num">
                                      <p:cBhvr additive="base">
                                        <p:cTn id="49" dur="500" fill="hold"/>
                                        <p:tgtEl>
                                          <p:spTgt spid="1028134"/>
                                        </p:tgtEl>
                                        <p:attrNameLst>
                                          <p:attrName>ppt_x</p:attrName>
                                        </p:attrNameLst>
                                      </p:cBhvr>
                                      <p:tavLst>
                                        <p:tav tm="0">
                                          <p:val>
                                            <p:strVal val="0-#ppt_w/2"/>
                                          </p:val>
                                        </p:tav>
                                        <p:tav tm="100000">
                                          <p:val>
                                            <p:strVal val="#ppt_x"/>
                                          </p:val>
                                        </p:tav>
                                      </p:tavLst>
                                    </p:anim>
                                    <p:anim calcmode="lin" valueType="num">
                                      <p:cBhvr additive="base">
                                        <p:cTn id="50" dur="500" fill="hold"/>
                                        <p:tgtEl>
                                          <p:spTgt spid="10281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028135"/>
                                        </p:tgtEl>
                                        <p:attrNameLst>
                                          <p:attrName>style.visibility</p:attrName>
                                        </p:attrNameLst>
                                      </p:cBhvr>
                                      <p:to>
                                        <p:strVal val="visible"/>
                                      </p:to>
                                    </p:set>
                                    <p:animEffect transition="in" filter="box(out)">
                                      <p:cBhvr>
                                        <p:cTn id="55" dur="500"/>
                                        <p:tgtEl>
                                          <p:spTgt spid="1028135"/>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3" fill="hold" nodeType="clickEffect">
                                  <p:stCondLst>
                                    <p:cond delay="0"/>
                                  </p:stCondLst>
                                  <p:childTnLst>
                                    <p:set>
                                      <p:cBhvr>
                                        <p:cTn id="59" dur="1" fill="hold">
                                          <p:stCondLst>
                                            <p:cond delay="0"/>
                                          </p:stCondLst>
                                        </p:cTn>
                                        <p:tgtEl>
                                          <p:spTgt spid="1028139"/>
                                        </p:tgtEl>
                                        <p:attrNameLst>
                                          <p:attrName>style.visibility</p:attrName>
                                        </p:attrNameLst>
                                      </p:cBhvr>
                                      <p:to>
                                        <p:strVal val="visible"/>
                                      </p:to>
                                    </p:set>
                                    <p:animEffect transition="in" filter="strips(upRight)">
                                      <p:cBhvr>
                                        <p:cTn id="60" dur="500"/>
                                        <p:tgtEl>
                                          <p:spTgt spid="1028139"/>
                                        </p:tgtEl>
                                      </p:cBhvr>
                                    </p:animEffect>
                                  </p:childTnLst>
                                </p:cTn>
                              </p:par>
                            </p:childTnLst>
                          </p:cTn>
                        </p:par>
                        <p:par>
                          <p:cTn id="61" fill="hold">
                            <p:stCondLst>
                              <p:cond delay="500"/>
                            </p:stCondLst>
                            <p:childTnLst>
                              <p:par>
                                <p:cTn id="62" presetID="4" presetClass="entr" presetSubtype="32" fill="hold" grpId="0" nodeType="afterEffect">
                                  <p:stCondLst>
                                    <p:cond delay="0"/>
                                  </p:stCondLst>
                                  <p:childTnLst>
                                    <p:set>
                                      <p:cBhvr>
                                        <p:cTn id="63" dur="1" fill="hold">
                                          <p:stCondLst>
                                            <p:cond delay="0"/>
                                          </p:stCondLst>
                                        </p:cTn>
                                        <p:tgtEl>
                                          <p:spTgt spid="1028136"/>
                                        </p:tgtEl>
                                        <p:attrNameLst>
                                          <p:attrName>style.visibility</p:attrName>
                                        </p:attrNameLst>
                                      </p:cBhvr>
                                      <p:to>
                                        <p:strVal val="visible"/>
                                      </p:to>
                                    </p:set>
                                    <p:animEffect transition="in" filter="box(out)">
                                      <p:cBhvr>
                                        <p:cTn id="64" dur="500"/>
                                        <p:tgtEl>
                                          <p:spTgt spid="1028136"/>
                                        </p:tgtEl>
                                      </p:cBhvr>
                                    </p:animEffect>
                                  </p:childTnLst>
                                  <p:subTnLst>
                                    <p:audio>
                                      <p:cMediaNode>
                                        <p:cTn display="0" masterRel="sameClick">
                                          <p:stCondLst>
                                            <p:cond evt="begin" delay="0">
                                              <p:tn val="62"/>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 fill="hold">
                                          <p:stCondLst>
                                            <p:cond delay="0"/>
                                          </p:stCondLst>
                                        </p:cTn>
                                        <p:tgtEl>
                                          <p:spTgt spid="1028140"/>
                                        </p:tgtEl>
                                        <p:attrNameLst>
                                          <p:attrName>style.visibility</p:attrName>
                                        </p:attrNameLst>
                                      </p:cBhvr>
                                      <p:to>
                                        <p:strVal val="visible"/>
                                      </p:to>
                                    </p:set>
                                    <p:animEffect transition="in" filter="box(out)">
                                      <p:cBhvr>
                                        <p:cTn id="69" dur="500"/>
                                        <p:tgtEl>
                                          <p:spTgt spid="1028140"/>
                                        </p:tgtEl>
                                      </p:cBhvr>
                                    </p:animEffect>
                                  </p:childTnLst>
                                  <p:subTnLst>
                                    <p:audio>
                                      <p:cMediaNode>
                                        <p:cTn display="0" masterRel="sameClick">
                                          <p:stCondLst>
                                            <p:cond evt="begin" delay="0">
                                              <p:tn val="67"/>
                                            </p:cond>
                                          </p:stCondLst>
                                          <p:endCondLst>
                                            <p:cond evt="onStopAudio" delay="0">
                                              <p:tgtEl>
                                                <p:sldTgt/>
                                              </p:tgtEl>
                                            </p:cond>
                                          </p:endCondLst>
                                        </p:cTn>
                                        <p:tgtEl>
                                          <p:sndTgt r:embed="rId6" name="chimes.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16" fill="hold" nodeType="clickEffect">
                                  <p:stCondLst>
                                    <p:cond delay="0"/>
                                  </p:stCondLst>
                                  <p:childTnLst>
                                    <p:set>
                                      <p:cBhvr>
                                        <p:cTn id="73" dur="1" fill="hold">
                                          <p:stCondLst>
                                            <p:cond delay="0"/>
                                          </p:stCondLst>
                                        </p:cTn>
                                        <p:tgtEl>
                                          <p:spTgt spid="1028147"/>
                                        </p:tgtEl>
                                        <p:attrNameLst>
                                          <p:attrName>style.visibility</p:attrName>
                                        </p:attrNameLst>
                                      </p:cBhvr>
                                      <p:to>
                                        <p:strVal val="visible"/>
                                      </p:to>
                                    </p:set>
                                    <p:animEffect transition="in" filter="box(in)">
                                      <p:cBhvr>
                                        <p:cTn id="74" dur="500"/>
                                        <p:tgtEl>
                                          <p:spTgt spid="1028147"/>
                                        </p:tgtEl>
                                      </p:cBhvr>
                                    </p:animEffect>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par>
                          <p:cTn id="75" fill="hold">
                            <p:stCondLst>
                              <p:cond delay="500"/>
                            </p:stCondLst>
                            <p:childTnLst>
                              <p:par>
                                <p:cTn id="76" presetID="4" presetClass="entr" presetSubtype="16" fill="hold" nodeType="afterEffect">
                                  <p:stCondLst>
                                    <p:cond delay="0"/>
                                  </p:stCondLst>
                                  <p:childTnLst>
                                    <p:set>
                                      <p:cBhvr>
                                        <p:cTn id="77" dur="1" fill="hold">
                                          <p:stCondLst>
                                            <p:cond delay="0"/>
                                          </p:stCondLst>
                                        </p:cTn>
                                        <p:tgtEl>
                                          <p:spTgt spid="1028148"/>
                                        </p:tgtEl>
                                        <p:attrNameLst>
                                          <p:attrName>style.visibility</p:attrName>
                                        </p:attrNameLst>
                                      </p:cBhvr>
                                      <p:to>
                                        <p:strVal val="visible"/>
                                      </p:to>
                                    </p:set>
                                    <p:animEffect transition="in" filter="box(in)">
                                      <p:cBhvr>
                                        <p:cTn id="78" dur="500"/>
                                        <p:tgtEl>
                                          <p:spTgt spid="1028148"/>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par>
                          <p:cTn id="79" fill="hold">
                            <p:stCondLst>
                              <p:cond delay="1000"/>
                            </p:stCondLst>
                            <p:childTnLst>
                              <p:par>
                                <p:cTn id="80" presetID="4" presetClass="entr" presetSubtype="16" fill="hold" nodeType="afterEffect">
                                  <p:stCondLst>
                                    <p:cond delay="0"/>
                                  </p:stCondLst>
                                  <p:childTnLst>
                                    <p:set>
                                      <p:cBhvr>
                                        <p:cTn id="81" dur="1" fill="hold">
                                          <p:stCondLst>
                                            <p:cond delay="0"/>
                                          </p:stCondLst>
                                        </p:cTn>
                                        <p:tgtEl>
                                          <p:spTgt spid="1028149"/>
                                        </p:tgtEl>
                                        <p:attrNameLst>
                                          <p:attrName>style.visibility</p:attrName>
                                        </p:attrNameLst>
                                      </p:cBhvr>
                                      <p:to>
                                        <p:strVal val="visible"/>
                                      </p:to>
                                    </p:set>
                                    <p:animEffect transition="in" filter="box(in)">
                                      <p:cBhvr>
                                        <p:cTn id="82" dur="500"/>
                                        <p:tgtEl>
                                          <p:spTgt spid="1028149"/>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par>
                          <p:cTn id="83" fill="hold">
                            <p:stCondLst>
                              <p:cond delay="1500"/>
                            </p:stCondLst>
                            <p:childTnLst>
                              <p:par>
                                <p:cTn id="84" presetID="4" presetClass="entr" presetSubtype="32" fill="hold" grpId="0" nodeType="afterEffect">
                                  <p:stCondLst>
                                    <p:cond delay="0"/>
                                  </p:stCondLst>
                                  <p:childTnLst>
                                    <p:set>
                                      <p:cBhvr>
                                        <p:cTn id="85" dur="1" fill="hold">
                                          <p:stCondLst>
                                            <p:cond delay="0"/>
                                          </p:stCondLst>
                                        </p:cTn>
                                        <p:tgtEl>
                                          <p:spTgt spid="1028150"/>
                                        </p:tgtEl>
                                        <p:attrNameLst>
                                          <p:attrName>style.visibility</p:attrName>
                                        </p:attrNameLst>
                                      </p:cBhvr>
                                      <p:to>
                                        <p:strVal val="visible"/>
                                      </p:to>
                                    </p:set>
                                    <p:animEffect transition="in" filter="box(out)">
                                      <p:cBhvr>
                                        <p:cTn id="86" dur="500"/>
                                        <p:tgtEl>
                                          <p:spTgt spid="1028150"/>
                                        </p:tgtEl>
                                      </p:cBhvr>
                                    </p:animEffect>
                                  </p:childTnLst>
                                  <p:subTnLst>
                                    <p:audio>
                                      <p:cMediaNode>
                                        <p:cTn display="0" masterRel="sameClick">
                                          <p:stCondLst>
                                            <p:cond evt="begin" delay="0">
                                              <p:tn val="84"/>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129" grpId="0"/>
      <p:bldP spid="1028101" grpId="0"/>
      <p:bldP spid="1028102" grpId="0"/>
      <p:bldP spid="1028123" grpId="0" animBg="1"/>
      <p:bldP spid="1028127" grpId="0" animBg="1"/>
      <p:bldP spid="1028128" grpId="0" animBg="1"/>
      <p:bldP spid="1028134" grpId="0"/>
      <p:bldP spid="1028135" grpId="0" animBg="1"/>
      <p:bldP spid="1028136" grpId="0" animBg="1"/>
      <p:bldP spid="1028140" grpId="0" animBg="1"/>
      <p:bldP spid="102815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0153" name="Text Box 9"/>
          <p:cNvSpPr txBox="1">
            <a:spLocks noChangeArrowheads="1"/>
          </p:cNvSpPr>
          <p:nvPr/>
        </p:nvSpPr>
        <p:spPr bwMode="auto">
          <a:xfrm>
            <a:off x="1594970" y="1204914"/>
            <a:ext cx="8821509" cy="5048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b="1">
                <a:effectLst>
                  <a:outerShdw blurRad="38100" dist="38100" dir="2700000" algn="tl">
                    <a:srgbClr val="FFFFFF"/>
                  </a:outerShdw>
                </a:effectLst>
                <a:latin typeface="+mn-lt"/>
                <a:ea typeface="隶书" pitchFamily="49" charset="-122"/>
              </a:rPr>
              <a:t>#define    </a:t>
            </a:r>
            <a:r>
              <a:rPr lang="zh-CN" altLang="en-US" b="1">
                <a:effectLst>
                  <a:outerShdw blurRad="38100" dist="38100" dir="2700000" algn="tl">
                    <a:srgbClr val="FFFFFF"/>
                  </a:outerShdw>
                </a:effectLst>
                <a:latin typeface="+mn-lt"/>
                <a:ea typeface="隶书" pitchFamily="49" charset="-122"/>
              </a:rPr>
              <a:t>标识符</a:t>
            </a:r>
            <a:r>
              <a:rPr lang="en-US" altLang="zh-CN" b="1">
                <a:effectLst>
                  <a:outerShdw blurRad="38100" dist="38100" dir="2700000" algn="tl">
                    <a:srgbClr val="FFFFFF"/>
                  </a:outerShdw>
                </a:effectLst>
                <a:latin typeface="+mn-lt"/>
                <a:ea typeface="隶书" pitchFamily="49" charset="-122"/>
              </a:rPr>
              <a:t>(</a:t>
            </a:r>
            <a:r>
              <a:rPr lang="zh-CN" altLang="en-US" b="1">
                <a:effectLst>
                  <a:outerShdw blurRad="38100" dist="38100" dir="2700000" algn="tl">
                    <a:srgbClr val="FFFFFF"/>
                  </a:outerShdw>
                </a:effectLst>
                <a:latin typeface="+mn-lt"/>
                <a:ea typeface="隶书" pitchFamily="49" charset="-122"/>
              </a:rPr>
              <a:t>参数列表</a:t>
            </a:r>
            <a:r>
              <a:rPr lang="en-US" altLang="zh-CN" b="1">
                <a:effectLst>
                  <a:outerShdw blurRad="38100" dist="38100" dir="2700000" algn="tl">
                    <a:srgbClr val="FFFFFF"/>
                  </a:outerShdw>
                </a:effectLst>
                <a:latin typeface="+mn-lt"/>
                <a:ea typeface="隶书" pitchFamily="49" charset="-122"/>
              </a:rPr>
              <a:t>)     </a:t>
            </a:r>
            <a:r>
              <a:rPr lang="zh-CN" altLang="en-US" b="1">
                <a:effectLst>
                  <a:outerShdw blurRad="38100" dist="38100" dir="2700000" algn="tl">
                    <a:srgbClr val="FFFFFF"/>
                  </a:outerShdw>
                </a:effectLst>
                <a:latin typeface="+mn-lt"/>
                <a:ea typeface="隶书" pitchFamily="49" charset="-122"/>
              </a:rPr>
              <a:t>单词串</a:t>
            </a:r>
          </a:p>
        </p:txBody>
      </p:sp>
      <p:sp>
        <p:nvSpPr>
          <p:cNvPr id="1030155" name="AutoShape 11"/>
          <p:cNvSpPr>
            <a:spLocks noChangeArrowheads="1"/>
          </p:cNvSpPr>
          <p:nvPr/>
        </p:nvSpPr>
        <p:spPr bwMode="auto">
          <a:xfrm>
            <a:off x="3545929" y="2100899"/>
            <a:ext cx="5286375" cy="1152525"/>
          </a:xfrm>
          <a:prstGeom prst="wedgeRoundRectCallout">
            <a:avLst>
              <a:gd name="adj1" fmla="val 3361"/>
              <a:gd name="adj2" fmla="val -94213"/>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effectLst>
                  <a:outerShdw blurRad="38100" dist="38100" dir="2700000" algn="tl">
                    <a:srgbClr val="FFFFFF"/>
                  </a:outerShdw>
                </a:effectLst>
                <a:latin typeface="+mn-lt"/>
                <a:ea typeface="楷体" pitchFamily="49" charset="-122"/>
              </a:rPr>
              <a:t>参数表由一个或多个参数构成，参数只有参数名，</a:t>
            </a:r>
            <a:r>
              <a:rPr lang="zh-CN" altLang="zh-CN" sz="2000" b="1" dirty="0">
                <a:solidFill>
                  <a:srgbClr val="0000FF"/>
                </a:solidFill>
                <a:effectLst>
                  <a:outerShdw blurRad="38100" dist="38100" dir="2700000" algn="tl">
                    <a:srgbClr val="FFFFFF"/>
                  </a:outerShdw>
                </a:effectLst>
                <a:latin typeface="+mn-lt"/>
                <a:ea typeface="楷体" pitchFamily="49" charset="-122"/>
              </a:rPr>
              <a:t>没有数据类型符</a:t>
            </a:r>
            <a:r>
              <a:rPr lang="zh-CN" altLang="zh-CN" sz="2000" b="1" dirty="0">
                <a:effectLst>
                  <a:outerShdw blurRad="38100" dist="38100" dir="2700000" algn="tl">
                    <a:srgbClr val="FFFFFF"/>
                  </a:outerShdw>
                </a:effectLst>
                <a:latin typeface="+mn-lt"/>
                <a:ea typeface="楷体" pitchFamily="49" charset="-122"/>
              </a:rPr>
              <a:t>，参数之间用逗</a:t>
            </a:r>
            <a:r>
              <a:rPr lang="zh-CN" altLang="en-US" sz="2000" b="1" dirty="0">
                <a:effectLst>
                  <a:outerShdw blurRad="38100" dist="38100" dir="2700000" algn="tl">
                    <a:srgbClr val="FFFFFF"/>
                  </a:outerShdw>
                </a:effectLst>
                <a:latin typeface="+mn-lt"/>
                <a:ea typeface="楷体" pitchFamily="49" charset="-122"/>
              </a:rPr>
              <a:t>号隔开，参数名必须是合法的标识符 </a:t>
            </a:r>
          </a:p>
        </p:txBody>
      </p:sp>
      <p:sp>
        <p:nvSpPr>
          <p:cNvPr id="1030151" name="Rectangle 7"/>
          <p:cNvSpPr>
            <a:spLocks noChangeArrowheads="1"/>
          </p:cNvSpPr>
          <p:nvPr/>
        </p:nvSpPr>
        <p:spPr bwMode="auto">
          <a:xfrm>
            <a:off x="686921" y="212725"/>
            <a:ext cx="2789238" cy="457200"/>
          </a:xfrm>
          <a:prstGeom prst="rect">
            <a:avLst/>
          </a:prstGeom>
          <a:noFill/>
          <a:ln w="9525">
            <a:noFill/>
            <a:miter lim="800000"/>
            <a:headEnd/>
            <a:tailEnd/>
          </a:ln>
          <a:effectLst/>
        </p:spPr>
        <p:txBody>
          <a:bodyPr wrap="none">
            <a:spAutoFit/>
          </a:bodyPr>
          <a:lstStyle/>
          <a:p>
            <a:r>
              <a:rPr lang="en-US" altLang="zh-CN" b="1" dirty="0">
                <a:solidFill>
                  <a:srgbClr val="CC0000"/>
                </a:solidFill>
                <a:effectLst>
                  <a:outerShdw blurRad="38100" dist="38100" dir="2700000" algn="tl">
                    <a:srgbClr val="000000"/>
                  </a:outerShdw>
                </a:effectLst>
                <a:latin typeface="+mn-lt"/>
                <a:ea typeface="楷体" pitchFamily="49" charset="-122"/>
              </a:rPr>
              <a:t>2</a:t>
            </a:r>
            <a:r>
              <a:rPr lang="zh-CN" altLang="en-US" b="1" dirty="0">
                <a:solidFill>
                  <a:srgbClr val="CC0000"/>
                </a:solidFill>
                <a:effectLst>
                  <a:outerShdw blurRad="38100" dist="38100" dir="2700000" algn="tl">
                    <a:srgbClr val="000000"/>
                  </a:outerShdw>
                </a:effectLst>
                <a:latin typeface="+mn-lt"/>
                <a:ea typeface="楷体" pitchFamily="49" charset="-122"/>
              </a:rPr>
              <a:t>、带参数的宏定义</a:t>
            </a:r>
          </a:p>
        </p:txBody>
      </p:sp>
      <p:sp>
        <p:nvSpPr>
          <p:cNvPr id="1030152" name="Rectangle 8"/>
          <p:cNvSpPr>
            <a:spLocks noChangeArrowheads="1"/>
          </p:cNvSpPr>
          <p:nvPr/>
        </p:nvSpPr>
        <p:spPr bwMode="auto">
          <a:xfrm>
            <a:off x="1193335" y="715963"/>
            <a:ext cx="1804987" cy="457200"/>
          </a:xfrm>
          <a:prstGeom prst="rect">
            <a:avLst/>
          </a:prstGeom>
          <a:noFill/>
          <a:ln w="9525">
            <a:noFill/>
            <a:miter lim="800000"/>
            <a:headEnd/>
            <a:tailEnd/>
          </a:ln>
          <a:effectLst/>
        </p:spPr>
        <p:txBody>
          <a:bodyPr wrap="none" anchor="ctr">
            <a:spAutoFit/>
          </a:bodyPr>
          <a:lstStyle/>
          <a:p>
            <a:pPr>
              <a:buFont typeface="Wingdings" pitchFamily="2" charset="2"/>
              <a:buChar char="Ø"/>
            </a:pPr>
            <a:r>
              <a:rPr lang="en-US" altLang="zh-CN" b="1">
                <a:solidFill>
                  <a:srgbClr val="00CC66"/>
                </a:solidFill>
                <a:effectLst>
                  <a:outerShdw blurRad="38100" dist="38100" dir="2700000" algn="tl">
                    <a:srgbClr val="000000"/>
                  </a:outerShdw>
                </a:effectLst>
                <a:ea typeface="隶书" pitchFamily="49" charset="-122"/>
              </a:rPr>
              <a:t> </a:t>
            </a:r>
            <a:r>
              <a:rPr lang="zh-CN" altLang="en-US" b="1">
                <a:solidFill>
                  <a:srgbClr val="00CC66"/>
                </a:solidFill>
                <a:effectLst>
                  <a:outerShdw blurRad="38100" dist="38100" dir="2700000" algn="tl">
                    <a:srgbClr val="000000"/>
                  </a:outerShdw>
                </a:effectLst>
                <a:ea typeface="隶书" pitchFamily="49" charset="-122"/>
              </a:rPr>
              <a:t>一般形式</a:t>
            </a:r>
            <a:r>
              <a:rPr lang="zh-CN" altLang="en-US">
                <a:solidFill>
                  <a:srgbClr val="00CC66"/>
                </a:solidFill>
              </a:rPr>
              <a:t> </a:t>
            </a:r>
          </a:p>
        </p:txBody>
      </p:sp>
      <p:sp>
        <p:nvSpPr>
          <p:cNvPr id="1030170" name="Rectangle 26"/>
          <p:cNvSpPr>
            <a:spLocks noChangeArrowheads="1"/>
          </p:cNvSpPr>
          <p:nvPr/>
        </p:nvSpPr>
        <p:spPr bwMode="auto">
          <a:xfrm>
            <a:off x="1968034" y="2027239"/>
            <a:ext cx="8088406" cy="1590675"/>
          </a:xfrm>
          <a:prstGeom prst="rect">
            <a:avLst/>
          </a:prstGeom>
          <a:gradFill rotWithShape="1">
            <a:gsLst>
              <a:gs pos="0">
                <a:srgbClr val="00FFFF"/>
              </a:gs>
              <a:gs pos="100000">
                <a:schemeClr val="bg1"/>
              </a:gs>
            </a:gsLst>
            <a:lin ang="5400000" scaled="1"/>
          </a:gradFill>
          <a:ln w="38100" cap="sq">
            <a:solidFill>
              <a:srgbClr val="FF00FF"/>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eaLnBrk="0" hangingPunct="0"/>
            <a:r>
              <a:rPr lang="zh-CN" altLang="en-US" b="1" dirty="0">
                <a:solidFill>
                  <a:srgbClr val="FF0000"/>
                </a:solidFill>
                <a:effectLst>
                  <a:outerShdw blurRad="38100" dist="38100" dir="2700000" algn="tl">
                    <a:srgbClr val="000000"/>
                  </a:outerShdw>
                </a:effectLst>
                <a:latin typeface="+mn-lt"/>
                <a:ea typeface="隶书" pitchFamily="49" charset="-122"/>
              </a:rPr>
              <a:t>例：</a:t>
            </a:r>
            <a:r>
              <a:rPr lang="zh-CN" altLang="en-US" b="1" dirty="0">
                <a:effectLst>
                  <a:outerShdw blurRad="38100" dist="38100" dir="2700000" algn="tl">
                    <a:srgbClr val="FFFFFF"/>
                  </a:outerShdw>
                </a:effectLst>
                <a:latin typeface="+mn-lt"/>
                <a:ea typeface="隶书" pitchFamily="49" charset="-122"/>
              </a:rPr>
              <a:t>  </a:t>
            </a:r>
            <a:r>
              <a:rPr lang="en-US" altLang="zh-CN" b="1" dirty="0">
                <a:effectLst>
                  <a:outerShdw blurRad="38100" dist="38100" dir="2700000" algn="tl">
                    <a:srgbClr val="FFFFFF"/>
                  </a:outerShdw>
                </a:effectLst>
                <a:ea typeface="楷体_GB2312" pitchFamily="49" charset="-122"/>
              </a:rPr>
              <a:t>#define    S(a, b)    a*b</a:t>
            </a:r>
          </a:p>
          <a:p>
            <a:pPr eaLnBrk="0" hangingPunct="0"/>
            <a:r>
              <a:rPr lang="en-US" altLang="zh-CN" b="1" dirty="0">
                <a:effectLst>
                  <a:outerShdw blurRad="38100" dist="38100" dir="2700000" algn="tl">
                    <a:srgbClr val="FFFFFF"/>
                  </a:outerShdw>
                </a:effectLst>
                <a:ea typeface="楷体_GB2312" pitchFamily="49" charset="-122"/>
              </a:rPr>
              <a:t>          ………..</a:t>
            </a:r>
          </a:p>
          <a:p>
            <a:pPr eaLnBrk="0" hangingPunct="0"/>
            <a:r>
              <a:rPr lang="en-US" altLang="zh-CN" b="1" dirty="0">
                <a:effectLst>
                  <a:outerShdw blurRad="38100" dist="38100" dir="2700000" algn="tl">
                    <a:srgbClr val="FFFFFF"/>
                  </a:outerShdw>
                </a:effectLst>
                <a:ea typeface="楷体_GB2312" pitchFamily="49" charset="-122"/>
              </a:rPr>
              <a:t>          area = S(3, 2);</a:t>
            </a:r>
          </a:p>
          <a:p>
            <a:pPr eaLnBrk="0" hangingPunct="0"/>
            <a:r>
              <a:rPr lang="zh-CN" altLang="en-US" b="1" dirty="0">
                <a:solidFill>
                  <a:srgbClr val="CC0000"/>
                </a:solidFill>
                <a:effectLst>
                  <a:outerShdw blurRad="38100" dist="38100" dir="2700000" algn="tl">
                    <a:srgbClr val="000000"/>
                  </a:outerShdw>
                </a:effectLst>
                <a:latin typeface="+mn-lt"/>
                <a:ea typeface="隶书" pitchFamily="49" charset="-122"/>
              </a:rPr>
              <a:t>宏展开：           </a:t>
            </a:r>
            <a:r>
              <a:rPr lang="en-US" altLang="zh-CN" b="1" dirty="0">
                <a:solidFill>
                  <a:srgbClr val="CC0000"/>
                </a:solidFill>
                <a:effectLst>
                  <a:outerShdw blurRad="38100" dist="38100" dir="2700000" algn="tl">
                    <a:srgbClr val="000000"/>
                  </a:outerShdw>
                </a:effectLst>
                <a:ea typeface="楷体_GB2312" pitchFamily="49" charset="-122"/>
              </a:rPr>
              <a:t>area=3*2;</a:t>
            </a:r>
          </a:p>
        </p:txBody>
      </p:sp>
      <p:sp>
        <p:nvSpPr>
          <p:cNvPr id="1030171" name="Line 27"/>
          <p:cNvSpPr>
            <a:spLocks noChangeShapeType="1"/>
          </p:cNvSpPr>
          <p:nvPr/>
        </p:nvSpPr>
        <p:spPr bwMode="auto">
          <a:xfrm flipV="1">
            <a:off x="4114335" y="2420938"/>
            <a:ext cx="287337" cy="4318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72" name="Line 28"/>
          <p:cNvSpPr>
            <a:spLocks noChangeShapeType="1"/>
          </p:cNvSpPr>
          <p:nvPr/>
        </p:nvSpPr>
        <p:spPr bwMode="auto">
          <a:xfrm flipV="1">
            <a:off x="4444535" y="2436813"/>
            <a:ext cx="287337" cy="43180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79" name="Freeform 35"/>
          <p:cNvSpPr>
            <a:spLocks/>
          </p:cNvSpPr>
          <p:nvPr/>
        </p:nvSpPr>
        <p:spPr bwMode="auto">
          <a:xfrm rot="-571441">
            <a:off x="4415960" y="1835151"/>
            <a:ext cx="936625" cy="417513"/>
          </a:xfrm>
          <a:custGeom>
            <a:avLst/>
            <a:gdLst/>
            <a:ahLst/>
            <a:cxnLst>
              <a:cxn ang="0">
                <a:pos x="0" y="56"/>
              </a:cxn>
              <a:cxn ang="0">
                <a:pos x="192" y="8"/>
              </a:cxn>
              <a:cxn ang="0">
                <a:pos x="432" y="104"/>
              </a:cxn>
            </a:cxnLst>
            <a:rect l="0" t="0" r="r" b="b"/>
            <a:pathLst>
              <a:path w="432" h="104">
                <a:moveTo>
                  <a:pt x="0" y="56"/>
                </a:moveTo>
                <a:cubicBezTo>
                  <a:pt x="60" y="28"/>
                  <a:pt x="120" y="0"/>
                  <a:pt x="192" y="8"/>
                </a:cubicBezTo>
                <a:cubicBezTo>
                  <a:pt x="264" y="16"/>
                  <a:pt x="348" y="60"/>
                  <a:pt x="432" y="104"/>
                </a:cubicBezTo>
              </a:path>
            </a:pathLst>
          </a:custGeom>
          <a:noFill/>
          <a:ln w="28575" cap="sq" cmpd="sng">
            <a:solidFill>
              <a:srgbClr val="0000FF"/>
            </a:solidFill>
            <a:prstDash val="solid"/>
            <a:round/>
            <a:headEnd type="none" w="sm" len="sm"/>
            <a:tailEnd type="stealth" w="lg" len="lg"/>
          </a:ln>
          <a:effectLst>
            <a:outerShdw dist="35921" dir="2700000" algn="ctr" rotWithShape="0">
              <a:schemeClr val="bg2"/>
            </a:outerShdw>
          </a:effectLst>
        </p:spPr>
        <p:txBody>
          <a:bodyPr wrap="none" anchor="ctr"/>
          <a:lstStyle/>
          <a:p>
            <a:endParaRPr lang="zh-CN" altLang="en-US"/>
          </a:p>
        </p:txBody>
      </p:sp>
      <p:sp>
        <p:nvSpPr>
          <p:cNvPr id="1030181" name="Freeform 37"/>
          <p:cNvSpPr>
            <a:spLocks/>
          </p:cNvSpPr>
          <p:nvPr/>
        </p:nvSpPr>
        <p:spPr bwMode="auto">
          <a:xfrm rot="-571441">
            <a:off x="4703297" y="1822451"/>
            <a:ext cx="936625" cy="417513"/>
          </a:xfrm>
          <a:custGeom>
            <a:avLst/>
            <a:gdLst/>
            <a:ahLst/>
            <a:cxnLst>
              <a:cxn ang="0">
                <a:pos x="0" y="56"/>
              </a:cxn>
              <a:cxn ang="0">
                <a:pos x="192" y="8"/>
              </a:cxn>
              <a:cxn ang="0">
                <a:pos x="432" y="104"/>
              </a:cxn>
            </a:cxnLst>
            <a:rect l="0" t="0" r="r" b="b"/>
            <a:pathLst>
              <a:path w="432" h="104">
                <a:moveTo>
                  <a:pt x="0" y="56"/>
                </a:moveTo>
                <a:cubicBezTo>
                  <a:pt x="60" y="28"/>
                  <a:pt x="120" y="0"/>
                  <a:pt x="192" y="8"/>
                </a:cubicBezTo>
                <a:cubicBezTo>
                  <a:pt x="264" y="16"/>
                  <a:pt x="348" y="60"/>
                  <a:pt x="432" y="104"/>
                </a:cubicBezTo>
              </a:path>
            </a:pathLst>
          </a:custGeom>
          <a:noFill/>
          <a:ln w="28575" cap="sq" cmpd="sng">
            <a:solidFill>
              <a:srgbClr val="0000FF"/>
            </a:solidFill>
            <a:prstDash val="solid"/>
            <a:round/>
            <a:headEnd type="none" w="sm" len="sm"/>
            <a:tailEnd type="stealth" w="lg" len="lg"/>
          </a:ln>
          <a:effectLst>
            <a:outerShdw dist="35921" dir="2700000" algn="ctr" rotWithShape="0">
              <a:schemeClr val="bg2"/>
            </a:outerShdw>
          </a:effectLst>
        </p:spPr>
        <p:txBody>
          <a:bodyPr wrap="none" anchor="ctr"/>
          <a:lstStyle/>
          <a:p>
            <a:endParaRPr lang="zh-CN" altLang="en-US"/>
          </a:p>
        </p:txBody>
      </p:sp>
      <p:sp>
        <p:nvSpPr>
          <p:cNvPr id="1030182" name="Line 38"/>
          <p:cNvSpPr>
            <a:spLocks noChangeShapeType="1"/>
          </p:cNvSpPr>
          <p:nvPr/>
        </p:nvSpPr>
        <p:spPr bwMode="auto">
          <a:xfrm flipH="1">
            <a:off x="5020797" y="2406651"/>
            <a:ext cx="288925" cy="79216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83" name="Line 39"/>
          <p:cNvSpPr>
            <a:spLocks noChangeShapeType="1"/>
          </p:cNvSpPr>
          <p:nvPr/>
        </p:nvSpPr>
        <p:spPr bwMode="auto">
          <a:xfrm flipH="1">
            <a:off x="5350997" y="2422526"/>
            <a:ext cx="288925" cy="792163"/>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sp>
        <p:nvSpPr>
          <p:cNvPr id="1030184" name="Rectangle 40"/>
          <p:cNvSpPr>
            <a:spLocks noChangeArrowheads="1"/>
          </p:cNvSpPr>
          <p:nvPr/>
        </p:nvSpPr>
        <p:spPr bwMode="auto">
          <a:xfrm>
            <a:off x="1151328" y="3732213"/>
            <a:ext cx="7102475" cy="914400"/>
          </a:xfrm>
          <a:prstGeom prst="rect">
            <a:avLst/>
          </a:prstGeom>
          <a:noFill/>
          <a:ln w="9525">
            <a:noFill/>
            <a:miter lim="800000"/>
            <a:headEnd/>
            <a:tailEnd/>
          </a:ln>
        </p:spPr>
        <p:txBody>
          <a:bodyPr/>
          <a:lstStyle/>
          <a:p>
            <a:pPr marL="342900" indent="-342900">
              <a:spcBef>
                <a:spcPct val="20000"/>
              </a:spcBef>
              <a:buClr>
                <a:srgbClr val="339966"/>
              </a:buClr>
              <a:buFont typeface="Wingdings" pitchFamily="2" charset="2"/>
              <a:buChar char="Ø"/>
            </a:pPr>
            <a:r>
              <a:rPr lang="zh-CN" altLang="en-US" b="1" dirty="0">
                <a:solidFill>
                  <a:srgbClr val="00CC66"/>
                </a:solidFill>
                <a:effectLst>
                  <a:outerShdw blurRad="38100" dist="38100" dir="2700000" algn="tl">
                    <a:srgbClr val="000000"/>
                  </a:outerShdw>
                </a:effectLst>
                <a:latin typeface="+mn-lt"/>
                <a:ea typeface="楷体" pitchFamily="49" charset="-122"/>
              </a:rPr>
              <a:t>宏展开：</a:t>
            </a:r>
            <a:r>
              <a:rPr lang="zh-CN" altLang="zh-CN" b="1" dirty="0">
                <a:effectLst>
                  <a:outerShdw blurRad="38100" dist="38100" dir="2700000" algn="tl">
                    <a:srgbClr val="FFFFFF"/>
                  </a:outerShdw>
                </a:effectLst>
                <a:latin typeface="+mn-lt"/>
                <a:ea typeface="楷体" pitchFamily="49" charset="-122"/>
              </a:rPr>
              <a:t>形参用实参换，其它字符保留</a:t>
            </a:r>
          </a:p>
          <a:p>
            <a:pPr marL="342900" indent="-342900">
              <a:spcBef>
                <a:spcPct val="20000"/>
              </a:spcBef>
              <a:buClr>
                <a:srgbClr val="339966"/>
              </a:buClr>
              <a:buFont typeface="Wingdings" pitchFamily="2" charset="2"/>
              <a:buChar char="Ø"/>
            </a:pPr>
            <a:r>
              <a:rPr lang="zh-CN" altLang="en-US" b="1" dirty="0">
                <a:solidFill>
                  <a:srgbClr val="00CC66"/>
                </a:solidFill>
                <a:effectLst>
                  <a:outerShdw blurRad="38100" dist="38100" dir="2700000" algn="tl">
                    <a:srgbClr val="000000"/>
                  </a:outerShdw>
                </a:effectLst>
                <a:latin typeface="+mn-lt"/>
                <a:ea typeface="楷体" pitchFamily="49" charset="-122"/>
              </a:rPr>
              <a:t>宏体及各形参外一般应加括号</a:t>
            </a:r>
            <a:r>
              <a:rPr lang="zh-CN" altLang="en-US" b="1" dirty="0">
                <a:solidFill>
                  <a:srgbClr val="FF0066"/>
                </a:solidFill>
                <a:effectLst>
                  <a:outerShdw blurRad="38100" dist="38100" dir="2700000" algn="tl">
                    <a:srgbClr val="000000"/>
                  </a:outerShdw>
                </a:effectLst>
                <a:latin typeface="+mn-lt"/>
                <a:ea typeface="楷体" pitchFamily="49" charset="-122"/>
              </a:rPr>
              <a:t>（）</a:t>
            </a:r>
          </a:p>
        </p:txBody>
      </p:sp>
      <p:sp>
        <p:nvSpPr>
          <p:cNvPr id="1030185" name="AutoShape 41"/>
          <p:cNvSpPr>
            <a:spLocks noChangeArrowheads="1"/>
          </p:cNvSpPr>
          <p:nvPr/>
        </p:nvSpPr>
        <p:spPr bwMode="auto">
          <a:xfrm>
            <a:off x="5333416" y="214928"/>
            <a:ext cx="2070158" cy="565697"/>
          </a:xfrm>
          <a:prstGeom prst="wedgeEllipseCallout">
            <a:avLst>
              <a:gd name="adj1" fmla="val -30250"/>
              <a:gd name="adj2" fmla="val 151694"/>
            </a:avLst>
          </a:prstGeom>
          <a:gradFill rotWithShape="1">
            <a:gsLst>
              <a:gs pos="0">
                <a:srgbClr val="FFCC99"/>
              </a:gs>
              <a:gs pos="100000">
                <a:schemeClr val="bg1"/>
              </a:gs>
            </a:gsLst>
            <a:lin ang="5400000" scaled="1"/>
          </a:grad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pPr algn="ctr"/>
            <a:r>
              <a:rPr lang="zh-CN" altLang="en-US" sz="2000" b="1">
                <a:effectLst>
                  <a:outerShdw blurRad="38100" dist="38100" dir="2700000" algn="tl">
                    <a:srgbClr val="FFFFFF"/>
                  </a:outerShdw>
                </a:effectLst>
                <a:latin typeface="+mn-lt"/>
                <a:ea typeface="楷体" pitchFamily="49" charset="-122"/>
              </a:rPr>
              <a:t>不能加空格</a:t>
            </a:r>
          </a:p>
        </p:txBody>
      </p:sp>
      <p:sp>
        <p:nvSpPr>
          <p:cNvPr id="1030186" name="Text Box 42" descr="信纸"/>
          <p:cNvSpPr txBox="1">
            <a:spLocks noChangeArrowheads="1"/>
          </p:cNvSpPr>
          <p:nvPr/>
        </p:nvSpPr>
        <p:spPr bwMode="auto">
          <a:xfrm>
            <a:off x="1679447" y="4666586"/>
            <a:ext cx="8737031" cy="833178"/>
          </a:xfrm>
          <a:prstGeom prst="rect">
            <a:avLst/>
          </a:prstGeom>
          <a:solidFill>
            <a:schemeClr val="bg1"/>
          </a:solidFill>
          <a:ln w="38100" cap="sq">
            <a:solidFill>
              <a:srgbClr val="0099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b="1">
                <a:solidFill>
                  <a:srgbClr val="FF0066"/>
                </a:solidFill>
                <a:effectLst>
                  <a:outerShdw blurRad="38100" dist="38100" dir="2700000" algn="tl">
                    <a:srgbClr val="000000"/>
                  </a:outerShdw>
                </a:effectLst>
                <a:ea typeface="隶书" pitchFamily="49" charset="-122"/>
              </a:rPr>
              <a:t>例</a:t>
            </a:r>
            <a:r>
              <a:rPr lang="zh-CN" altLang="en-US" b="1">
                <a:effectLst>
                  <a:outerShdw blurRad="38100" dist="38100" dir="2700000" algn="tl">
                    <a:srgbClr val="FFFFFF"/>
                  </a:outerShdw>
                </a:effectLst>
                <a:ea typeface="隶书" pitchFamily="49" charset="-122"/>
              </a:rPr>
              <a:t>  </a:t>
            </a:r>
            <a:r>
              <a:rPr lang="en-US" altLang="zh-CN" b="1">
                <a:effectLst>
                  <a:outerShdw blurRad="38100" dist="38100" dir="2700000" algn="tl">
                    <a:srgbClr val="FFFFFF"/>
                  </a:outerShdw>
                </a:effectLst>
                <a:ea typeface="隶书" pitchFamily="49" charset="-122"/>
              </a:rPr>
              <a:t>#define   S   </a:t>
            </a:r>
            <a:r>
              <a:rPr lang="en-US" altLang="zh-CN" b="1">
                <a:effectLst>
                  <a:outerShdw blurRad="38100" dist="38100" dir="2700000" algn="tl">
                    <a:srgbClr val="FFFFFF"/>
                  </a:outerShdw>
                </a:effectLst>
                <a:ea typeface="隶书" pitchFamily="49" charset="-122"/>
                <a:sym typeface="Wingdings 3" pitchFamily="18" charset="2"/>
              </a:rPr>
              <a:t>(r)    PI*r*r</a:t>
            </a:r>
          </a:p>
          <a:p>
            <a:r>
              <a:rPr lang="zh-CN" altLang="en-US" b="1">
                <a:effectLst>
                  <a:outerShdw blurRad="38100" dist="38100" dir="2700000" algn="tl">
                    <a:srgbClr val="FFFFFF"/>
                  </a:outerShdw>
                </a:effectLst>
                <a:ea typeface="隶书" pitchFamily="49" charset="-122"/>
                <a:sym typeface="Wingdings 3" pitchFamily="18" charset="2"/>
              </a:rPr>
              <a:t>相当于定义了不带参宏</a:t>
            </a:r>
            <a:r>
              <a:rPr lang="en-US" altLang="zh-CN" b="1">
                <a:effectLst>
                  <a:outerShdw blurRad="38100" dist="38100" dir="2700000" algn="tl">
                    <a:srgbClr val="FFFFFF"/>
                  </a:outerShdw>
                </a:effectLst>
                <a:ea typeface="隶书" pitchFamily="49" charset="-122"/>
                <a:sym typeface="Wingdings 3" pitchFamily="18" charset="2"/>
              </a:rPr>
              <a:t>S</a:t>
            </a:r>
            <a:r>
              <a:rPr lang="zh-CN" altLang="en-US" b="1">
                <a:effectLst>
                  <a:outerShdw blurRad="38100" dist="38100" dir="2700000" algn="tl">
                    <a:srgbClr val="FFFFFF"/>
                  </a:outerShdw>
                </a:effectLst>
                <a:ea typeface="隶书" pitchFamily="49" charset="-122"/>
                <a:sym typeface="Wingdings 3" pitchFamily="18" charset="2"/>
              </a:rPr>
              <a:t>，</a:t>
            </a:r>
            <a:r>
              <a:rPr lang="zh-CN" altLang="zh-CN" b="1">
                <a:effectLst>
                  <a:outerShdw blurRad="38100" dist="38100" dir="2700000" algn="tl">
                    <a:srgbClr val="FFFFFF"/>
                  </a:outerShdw>
                </a:effectLst>
                <a:ea typeface="隶书" pitchFamily="49" charset="-122"/>
                <a:sym typeface="Wingdings 3" pitchFamily="18" charset="2"/>
              </a:rPr>
              <a:t>代表字符串</a:t>
            </a:r>
            <a:r>
              <a:rPr lang="zh-CN" altLang="zh-CN" b="1">
                <a:solidFill>
                  <a:srgbClr val="CC0000"/>
                </a:solidFill>
                <a:effectLst>
                  <a:outerShdw blurRad="38100" dist="38100" dir="2700000" algn="tl">
                    <a:srgbClr val="000000"/>
                  </a:outerShdw>
                </a:effectLst>
                <a:ea typeface="隶书" pitchFamily="49" charset="-122"/>
                <a:sym typeface="Wingdings 3" pitchFamily="18" charset="2"/>
              </a:rPr>
              <a:t>“(</a:t>
            </a:r>
            <a:r>
              <a:rPr lang="en-US" altLang="zh-CN" b="1">
                <a:solidFill>
                  <a:srgbClr val="CC0000"/>
                </a:solidFill>
                <a:effectLst>
                  <a:outerShdw blurRad="38100" dist="38100" dir="2700000" algn="tl">
                    <a:srgbClr val="000000"/>
                  </a:outerShdw>
                </a:effectLst>
                <a:ea typeface="隶书" pitchFamily="49" charset="-122"/>
                <a:sym typeface="Wingdings 3" pitchFamily="18" charset="2"/>
              </a:rPr>
              <a:t>r)     PI*r*r”</a:t>
            </a:r>
            <a:r>
              <a:rPr lang="en-US" altLang="zh-CN">
                <a:latin typeface="Arial" pitchFamily="34" charset="0"/>
                <a:ea typeface="隶书" pitchFamily="49" charset="-122"/>
                <a:sym typeface="Wingdings 3" pitchFamily="18" charset="2"/>
              </a:rPr>
              <a:t> </a:t>
            </a:r>
          </a:p>
        </p:txBody>
      </p:sp>
      <p:sp>
        <p:nvSpPr>
          <p:cNvPr id="1030187" name="Text Box 43" descr="信纸"/>
          <p:cNvSpPr txBox="1">
            <a:spLocks noChangeArrowheads="1"/>
          </p:cNvSpPr>
          <p:nvPr/>
        </p:nvSpPr>
        <p:spPr bwMode="auto">
          <a:xfrm>
            <a:off x="1674710" y="4664507"/>
            <a:ext cx="8741767" cy="1958975"/>
          </a:xfrm>
          <a:prstGeom prst="rect">
            <a:avLst/>
          </a:prstGeom>
          <a:solidFill>
            <a:schemeClr val="bg1"/>
          </a:solidFill>
          <a:ln w="38100" cap="sq">
            <a:solidFill>
              <a:srgbClr val="0099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a:solidFill>
                  <a:srgbClr val="FF0066"/>
                </a:solidFill>
                <a:effectLst>
                  <a:outerShdw blurRad="38100" dist="38100" dir="2700000" algn="tl">
                    <a:srgbClr val="000000"/>
                  </a:outerShdw>
                </a:effectLst>
                <a:ea typeface="隶书" pitchFamily="49" charset="-122"/>
              </a:rPr>
              <a:t>例 </a:t>
            </a:r>
            <a:r>
              <a:rPr lang="zh-CN" altLang="en-US" sz="2000" b="1">
                <a:effectLst>
                  <a:outerShdw blurRad="38100" dist="38100" dir="2700000" algn="tl">
                    <a:srgbClr val="FFFFFF"/>
                  </a:outerShdw>
                </a:effectLst>
                <a:ea typeface="隶书" pitchFamily="49" charset="-122"/>
              </a:rPr>
              <a:t> </a:t>
            </a:r>
            <a:r>
              <a:rPr lang="en-US" altLang="zh-CN" sz="2000" b="1">
                <a:effectLst>
                  <a:outerShdw blurRad="38100" dist="38100" dir="2700000" algn="tl">
                    <a:srgbClr val="FFFFFF"/>
                  </a:outerShdw>
                </a:effectLst>
                <a:ea typeface="隶书" pitchFamily="49" charset="-122"/>
              </a:rPr>
              <a:t>#define   POWER(x)      x*x</a:t>
            </a:r>
          </a:p>
          <a:p>
            <a:r>
              <a:rPr lang="en-US" altLang="zh-CN" sz="2000" b="1">
                <a:effectLst>
                  <a:outerShdw blurRad="38100" dist="38100" dir="2700000" algn="tl">
                    <a:srgbClr val="FFFFFF"/>
                  </a:outerShdw>
                </a:effectLst>
                <a:ea typeface="隶书" pitchFamily="49" charset="-122"/>
              </a:rPr>
              <a:t>      x=4;   y=6;</a:t>
            </a:r>
          </a:p>
          <a:p>
            <a:r>
              <a:rPr lang="en-US" altLang="zh-CN" sz="2000" b="1">
                <a:effectLst>
                  <a:outerShdw blurRad="38100" dist="38100" dir="2700000" algn="tl">
                    <a:srgbClr val="FFFFFF"/>
                  </a:outerShdw>
                </a:effectLst>
                <a:ea typeface="隶书" pitchFamily="49" charset="-122"/>
              </a:rPr>
              <a:t>      z=POWER(x+y);</a:t>
            </a:r>
          </a:p>
          <a:p>
            <a:r>
              <a:rPr lang="zh-CN" altLang="en-US" sz="2000" b="1">
                <a:effectLst>
                  <a:outerShdw blurRad="38100" dist="38100" dir="2700000" algn="tl">
                    <a:srgbClr val="FFFFFF"/>
                  </a:outerShdw>
                </a:effectLst>
                <a:ea typeface="隶书" pitchFamily="49" charset="-122"/>
              </a:rPr>
              <a:t>宏展开：      </a:t>
            </a:r>
            <a:r>
              <a:rPr lang="en-US" altLang="zh-CN" sz="2000" b="1">
                <a:effectLst>
                  <a:outerShdw blurRad="38100" dist="38100" dir="2700000" algn="tl">
                    <a:srgbClr val="FFFFFF"/>
                  </a:outerShdw>
                </a:effectLst>
                <a:ea typeface="隶书" pitchFamily="49" charset="-122"/>
              </a:rPr>
              <a:t>z=x+y*x+y;</a:t>
            </a:r>
          </a:p>
          <a:p>
            <a:r>
              <a:rPr lang="zh-CN" altLang="zh-CN" sz="2000" b="1">
                <a:effectLst>
                  <a:outerShdw blurRad="38100" dist="38100" dir="2700000" algn="tl">
                    <a:srgbClr val="FFFFFF"/>
                  </a:outerShdw>
                </a:effectLst>
                <a:ea typeface="隶书" pitchFamily="49" charset="-122"/>
              </a:rPr>
              <a:t>一般写成：  #</a:t>
            </a:r>
            <a:r>
              <a:rPr lang="en-US" altLang="zh-CN" sz="2000" b="1">
                <a:effectLst>
                  <a:outerShdw blurRad="38100" dist="38100" dir="2700000" algn="tl">
                    <a:srgbClr val="FFFFFF"/>
                  </a:outerShdw>
                </a:effectLst>
                <a:ea typeface="隶书" pitchFamily="49" charset="-122"/>
              </a:rPr>
              <a:t>define    POWER(x)    </a:t>
            </a:r>
            <a:r>
              <a:rPr lang="en-US" altLang="zh-CN" sz="2000" b="1">
                <a:solidFill>
                  <a:srgbClr val="FF3300"/>
                </a:solidFill>
                <a:effectLst>
                  <a:outerShdw blurRad="38100" dist="38100" dir="2700000" algn="tl">
                    <a:srgbClr val="000000"/>
                  </a:outerShdw>
                </a:effectLst>
                <a:ea typeface="隶书" pitchFamily="49" charset="-122"/>
              </a:rPr>
              <a:t>(</a:t>
            </a:r>
            <a:r>
              <a:rPr lang="en-US" altLang="zh-CN" sz="2000" b="1">
                <a:solidFill>
                  <a:srgbClr val="0000FF"/>
                </a:solidFill>
                <a:effectLst>
                  <a:outerShdw blurRad="38100" dist="38100" dir="2700000" algn="tl">
                    <a:srgbClr val="000000"/>
                  </a:outerShdw>
                </a:effectLst>
                <a:ea typeface="隶书" pitchFamily="49" charset="-122"/>
              </a:rPr>
              <a:t>(</a:t>
            </a:r>
            <a:r>
              <a:rPr lang="en-US" altLang="zh-CN" sz="2000" b="1">
                <a:effectLst>
                  <a:outerShdw blurRad="38100" dist="38100" dir="2700000" algn="tl">
                    <a:srgbClr val="FFFFFF"/>
                  </a:outerShdw>
                </a:effectLst>
                <a:ea typeface="隶书" pitchFamily="49" charset="-122"/>
              </a:rPr>
              <a:t>x</a:t>
            </a:r>
            <a:r>
              <a:rPr lang="en-US" altLang="zh-CN" sz="2000" b="1">
                <a:solidFill>
                  <a:srgbClr val="0000FF"/>
                </a:solidFill>
                <a:effectLst>
                  <a:outerShdw blurRad="38100" dist="38100" dir="2700000" algn="tl">
                    <a:srgbClr val="000000"/>
                  </a:outerShdw>
                </a:effectLst>
                <a:ea typeface="隶书" pitchFamily="49" charset="-122"/>
              </a:rPr>
              <a:t>)</a:t>
            </a:r>
            <a:r>
              <a:rPr lang="en-US" altLang="zh-CN" sz="2000" b="1">
                <a:effectLst>
                  <a:outerShdw blurRad="38100" dist="38100" dir="2700000" algn="tl">
                    <a:srgbClr val="FFFFFF"/>
                  </a:outerShdw>
                </a:effectLst>
                <a:ea typeface="隶书" pitchFamily="49" charset="-122"/>
              </a:rPr>
              <a:t>*</a:t>
            </a:r>
            <a:r>
              <a:rPr lang="en-US" altLang="zh-CN" sz="2000" b="1">
                <a:solidFill>
                  <a:srgbClr val="0000FF"/>
                </a:solidFill>
                <a:effectLst>
                  <a:outerShdw blurRad="38100" dist="38100" dir="2700000" algn="tl">
                    <a:srgbClr val="000000"/>
                  </a:outerShdw>
                </a:effectLst>
                <a:ea typeface="隶书" pitchFamily="49" charset="-122"/>
              </a:rPr>
              <a:t>(</a:t>
            </a:r>
            <a:r>
              <a:rPr lang="en-US" altLang="zh-CN" sz="2000" b="1">
                <a:effectLst>
                  <a:outerShdw blurRad="38100" dist="38100" dir="2700000" algn="tl">
                    <a:srgbClr val="FFFFFF"/>
                  </a:outerShdw>
                </a:effectLst>
                <a:ea typeface="隶书" pitchFamily="49" charset="-122"/>
              </a:rPr>
              <a:t>x</a:t>
            </a:r>
            <a:r>
              <a:rPr lang="en-US" altLang="zh-CN" sz="2000" b="1">
                <a:solidFill>
                  <a:srgbClr val="0000FF"/>
                </a:solidFill>
                <a:effectLst>
                  <a:outerShdw blurRad="38100" dist="38100" dir="2700000" algn="tl">
                    <a:srgbClr val="000000"/>
                  </a:outerShdw>
                </a:effectLst>
                <a:ea typeface="隶书" pitchFamily="49" charset="-122"/>
              </a:rPr>
              <a:t>)</a:t>
            </a:r>
            <a:r>
              <a:rPr lang="en-US" altLang="zh-CN" sz="2000" b="1">
                <a:solidFill>
                  <a:srgbClr val="FF3300"/>
                </a:solidFill>
                <a:effectLst>
                  <a:outerShdw blurRad="38100" dist="38100" dir="2700000" algn="tl">
                    <a:srgbClr val="000000"/>
                  </a:outerShdw>
                </a:effectLst>
                <a:ea typeface="隶书" pitchFamily="49" charset="-122"/>
              </a:rPr>
              <a:t>)</a:t>
            </a:r>
            <a:endParaRPr lang="en-US" altLang="zh-CN" sz="2000" b="1">
              <a:effectLst>
                <a:outerShdw blurRad="38100" dist="38100" dir="2700000" algn="tl">
                  <a:srgbClr val="FFFFFF"/>
                </a:outerShdw>
              </a:effectLst>
              <a:ea typeface="隶书" pitchFamily="49" charset="-122"/>
            </a:endParaRPr>
          </a:p>
          <a:p>
            <a:r>
              <a:rPr lang="zh-CN" altLang="zh-CN" sz="2000" b="1">
                <a:effectLst>
                  <a:outerShdw blurRad="38100" dist="38100" dir="2700000" algn="tl">
                    <a:srgbClr val="FFFFFF"/>
                  </a:outerShdw>
                </a:effectLst>
                <a:ea typeface="隶书" pitchFamily="49" charset="-122"/>
              </a:rPr>
              <a:t>宏展开：  </a:t>
            </a:r>
            <a:r>
              <a:rPr lang="zh-CN" altLang="en-US" sz="2000" b="1">
                <a:effectLst>
                  <a:outerShdw blurRad="38100" dist="38100" dir="2700000" algn="tl">
                    <a:srgbClr val="FFFFFF"/>
                  </a:outerShdw>
                </a:effectLst>
                <a:ea typeface="隶书" pitchFamily="49" charset="-122"/>
              </a:rPr>
              <a:t>    </a:t>
            </a:r>
            <a:r>
              <a:rPr lang="en-US" altLang="zh-CN" sz="2000" b="1">
                <a:effectLst>
                  <a:outerShdw blurRad="38100" dist="38100" dir="2700000" algn="tl">
                    <a:srgbClr val="FFFFFF"/>
                  </a:outerShdw>
                </a:effectLst>
                <a:ea typeface="隶书" pitchFamily="49" charset="-122"/>
              </a:rPr>
              <a:t>z=((x+y)*(x+y));</a:t>
            </a:r>
          </a:p>
        </p:txBody>
      </p:sp>
      <p:grpSp>
        <p:nvGrpSpPr>
          <p:cNvPr id="1030188" name="Group 44"/>
          <p:cNvGrpSpPr>
            <a:grpSpLocks/>
          </p:cNvGrpSpPr>
          <p:nvPr/>
        </p:nvGrpSpPr>
        <p:grpSpPr bwMode="auto">
          <a:xfrm>
            <a:off x="-11579" y="0"/>
            <a:ext cx="446088" cy="6858000"/>
            <a:chOff x="0" y="0"/>
            <a:chExt cx="281" cy="4320"/>
          </a:xfrm>
        </p:grpSpPr>
        <p:sp>
          <p:nvSpPr>
            <p:cNvPr id="1030189" name="Text Box 4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0190" name="Text Box 4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30156" name="AutoShape 12"/>
          <p:cNvSpPr>
            <a:spLocks noChangeArrowheads="1"/>
          </p:cNvSpPr>
          <p:nvPr/>
        </p:nvSpPr>
        <p:spPr bwMode="auto">
          <a:xfrm>
            <a:off x="7978472" y="2085024"/>
            <a:ext cx="1657350" cy="720725"/>
          </a:xfrm>
          <a:prstGeom prst="wedgeRoundRectCallout">
            <a:avLst>
              <a:gd name="adj1" fmla="val -46167"/>
              <a:gd name="adj2" fmla="val -120264"/>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通常会引用宏的参数</a:t>
            </a:r>
            <a:r>
              <a:rPr lang="zh-CN" altLang="en-US" sz="2000" b="1" dirty="0">
                <a:latin typeface="+mn-lt"/>
                <a:ea typeface="楷体" pitchFamily="49" charset="-122"/>
              </a:rPr>
              <a:t>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0151"/>
                                        </p:tgtEl>
                                        <p:attrNameLst>
                                          <p:attrName>style.visibility</p:attrName>
                                        </p:attrNameLst>
                                      </p:cBhvr>
                                      <p:to>
                                        <p:strVal val="visible"/>
                                      </p:to>
                                    </p:set>
                                    <p:animEffect transition="in" filter="box(out)">
                                      <p:cBhvr>
                                        <p:cTn id="7" dur="500"/>
                                        <p:tgtEl>
                                          <p:spTgt spid="103015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30152"/>
                                        </p:tgtEl>
                                        <p:attrNameLst>
                                          <p:attrName>style.visibility</p:attrName>
                                        </p:attrNameLst>
                                      </p:cBhvr>
                                      <p:to>
                                        <p:strVal val="visible"/>
                                      </p:to>
                                    </p:set>
                                    <p:anim calcmode="lin" valueType="num">
                                      <p:cBhvr additive="base">
                                        <p:cTn id="12" dur="500" fill="hold"/>
                                        <p:tgtEl>
                                          <p:spTgt spid="1030152"/>
                                        </p:tgtEl>
                                        <p:attrNameLst>
                                          <p:attrName>ppt_x</p:attrName>
                                        </p:attrNameLst>
                                      </p:cBhvr>
                                      <p:tavLst>
                                        <p:tav tm="0">
                                          <p:val>
                                            <p:strVal val="0-#ppt_w/2"/>
                                          </p:val>
                                        </p:tav>
                                        <p:tav tm="100000">
                                          <p:val>
                                            <p:strVal val="#ppt_x"/>
                                          </p:val>
                                        </p:tav>
                                      </p:tavLst>
                                    </p:anim>
                                    <p:anim calcmode="lin" valueType="num">
                                      <p:cBhvr additive="base">
                                        <p:cTn id="13" dur="500" fill="hold"/>
                                        <p:tgtEl>
                                          <p:spTgt spid="10301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30153"/>
                                        </p:tgtEl>
                                        <p:attrNameLst>
                                          <p:attrName>style.visibility</p:attrName>
                                        </p:attrNameLst>
                                      </p:cBhvr>
                                      <p:to>
                                        <p:strVal val="visible"/>
                                      </p:to>
                                    </p:set>
                                    <p:animEffect transition="in" filter="box(out)">
                                      <p:cBhvr>
                                        <p:cTn id="18" dur="500"/>
                                        <p:tgtEl>
                                          <p:spTgt spid="103015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030155"/>
                                        </p:tgtEl>
                                        <p:attrNameLst>
                                          <p:attrName>style.visibility</p:attrName>
                                        </p:attrNameLst>
                                      </p:cBhvr>
                                      <p:to>
                                        <p:strVal val="visible"/>
                                      </p:to>
                                    </p:set>
                                    <p:animEffect transition="in" filter="strips(downRight)">
                                      <p:cBhvr>
                                        <p:cTn id="23" dur="500"/>
                                        <p:tgtEl>
                                          <p:spTgt spid="1030155"/>
                                        </p:tgtEl>
                                      </p:cBhvr>
                                    </p:animEffect>
                                  </p:childTnLst>
                                  <p:subTnLst>
                                    <p:set>
                                      <p:cBhvr override="childStyle">
                                        <p:cTn dur="1" fill="hold" display="0" masterRel="nextClick" afterEffect="1"/>
                                        <p:tgtEl>
                                          <p:spTgt spid="1030155"/>
                                        </p:tgtEl>
                                        <p:attrNameLst>
                                          <p:attrName>style.visibility</p:attrName>
                                        </p:attrNameLst>
                                      </p:cBhvr>
                                      <p:to>
                                        <p:strVal val="hidden"/>
                                      </p:to>
                                    </p:se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030156"/>
                                        </p:tgtEl>
                                        <p:attrNameLst>
                                          <p:attrName>style.visibility</p:attrName>
                                        </p:attrNameLst>
                                      </p:cBhvr>
                                      <p:to>
                                        <p:strVal val="visible"/>
                                      </p:to>
                                    </p:set>
                                    <p:animEffect transition="in" filter="strips(downRight)">
                                      <p:cBhvr>
                                        <p:cTn id="28" dur="500"/>
                                        <p:tgtEl>
                                          <p:spTgt spid="1030156"/>
                                        </p:tgtEl>
                                      </p:cBhvr>
                                    </p:animEffect>
                                  </p:childTnLst>
                                  <p:subTnLst>
                                    <p:set>
                                      <p:cBhvr override="childStyle">
                                        <p:cTn dur="1" fill="hold" display="0" masterRel="nextClick" afterEffect="1"/>
                                        <p:tgtEl>
                                          <p:spTgt spid="1030156"/>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030170"/>
                                        </p:tgtEl>
                                        <p:attrNameLst>
                                          <p:attrName>style.visibility</p:attrName>
                                        </p:attrNameLst>
                                      </p:cBhvr>
                                      <p:to>
                                        <p:strVal val="visible"/>
                                      </p:to>
                                    </p:set>
                                    <p:animEffect transition="in" filter="box(out)">
                                      <p:cBhvr>
                                        <p:cTn id="33" dur="500"/>
                                        <p:tgtEl>
                                          <p:spTgt spid="1030170"/>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30171"/>
                                        </p:tgtEl>
                                        <p:attrNameLst>
                                          <p:attrName>style.visibility</p:attrName>
                                        </p:attrNameLst>
                                      </p:cBhvr>
                                      <p:to>
                                        <p:strVal val="visible"/>
                                      </p:to>
                                    </p:set>
                                    <p:animEffect transition="in" filter="strips(upRight)">
                                      <p:cBhvr>
                                        <p:cTn id="38" dur="500"/>
                                        <p:tgtEl>
                                          <p:spTgt spid="1030171"/>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18" presetClass="entr" presetSubtype="3" fill="hold" grpId="0" nodeType="afterEffect">
                                  <p:stCondLst>
                                    <p:cond delay="0"/>
                                  </p:stCondLst>
                                  <p:childTnLst>
                                    <p:set>
                                      <p:cBhvr>
                                        <p:cTn id="41" dur="1" fill="hold">
                                          <p:stCondLst>
                                            <p:cond delay="0"/>
                                          </p:stCondLst>
                                        </p:cTn>
                                        <p:tgtEl>
                                          <p:spTgt spid="1030172"/>
                                        </p:tgtEl>
                                        <p:attrNameLst>
                                          <p:attrName>style.visibility</p:attrName>
                                        </p:attrNameLst>
                                      </p:cBhvr>
                                      <p:to>
                                        <p:strVal val="visible"/>
                                      </p:to>
                                    </p:set>
                                    <p:animEffect transition="in" filter="strips(upRight)">
                                      <p:cBhvr>
                                        <p:cTn id="42" dur="500"/>
                                        <p:tgtEl>
                                          <p:spTgt spid="1030172"/>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1000"/>
                            </p:stCondLst>
                            <p:childTnLst>
                              <p:par>
                                <p:cTn id="44" presetID="18" presetClass="entr" presetSubtype="6" fill="hold" grpId="0" nodeType="afterEffect">
                                  <p:stCondLst>
                                    <p:cond delay="0"/>
                                  </p:stCondLst>
                                  <p:childTnLst>
                                    <p:set>
                                      <p:cBhvr>
                                        <p:cTn id="45" dur="1" fill="hold">
                                          <p:stCondLst>
                                            <p:cond delay="0"/>
                                          </p:stCondLst>
                                        </p:cTn>
                                        <p:tgtEl>
                                          <p:spTgt spid="1030179"/>
                                        </p:tgtEl>
                                        <p:attrNameLst>
                                          <p:attrName>style.visibility</p:attrName>
                                        </p:attrNameLst>
                                      </p:cBhvr>
                                      <p:to>
                                        <p:strVal val="visible"/>
                                      </p:to>
                                    </p:set>
                                    <p:animEffect transition="in" filter="strips(downRight)">
                                      <p:cBhvr>
                                        <p:cTn id="46" dur="500"/>
                                        <p:tgtEl>
                                          <p:spTgt spid="1030179"/>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p:stCondLst>
                              <p:cond delay="1500"/>
                            </p:stCondLst>
                            <p:childTnLst>
                              <p:par>
                                <p:cTn id="48" presetID="18" presetClass="entr" presetSubtype="6" fill="hold" grpId="0" nodeType="afterEffect">
                                  <p:stCondLst>
                                    <p:cond delay="0"/>
                                  </p:stCondLst>
                                  <p:childTnLst>
                                    <p:set>
                                      <p:cBhvr>
                                        <p:cTn id="49" dur="1" fill="hold">
                                          <p:stCondLst>
                                            <p:cond delay="0"/>
                                          </p:stCondLst>
                                        </p:cTn>
                                        <p:tgtEl>
                                          <p:spTgt spid="1030181"/>
                                        </p:tgtEl>
                                        <p:attrNameLst>
                                          <p:attrName>style.visibility</p:attrName>
                                        </p:attrNameLst>
                                      </p:cBhvr>
                                      <p:to>
                                        <p:strVal val="visible"/>
                                      </p:to>
                                    </p:set>
                                    <p:animEffect transition="in" filter="strips(downRight)">
                                      <p:cBhvr>
                                        <p:cTn id="50" dur="500"/>
                                        <p:tgtEl>
                                          <p:spTgt spid="1030181"/>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par>
                          <p:cTn id="51" fill="hold">
                            <p:stCondLst>
                              <p:cond delay="2000"/>
                            </p:stCondLst>
                            <p:childTnLst>
                              <p:par>
                                <p:cTn id="52" presetID="18" presetClass="entr" presetSubtype="12" fill="hold" grpId="0" nodeType="afterEffect">
                                  <p:stCondLst>
                                    <p:cond delay="0"/>
                                  </p:stCondLst>
                                  <p:childTnLst>
                                    <p:set>
                                      <p:cBhvr>
                                        <p:cTn id="53" dur="1" fill="hold">
                                          <p:stCondLst>
                                            <p:cond delay="0"/>
                                          </p:stCondLst>
                                        </p:cTn>
                                        <p:tgtEl>
                                          <p:spTgt spid="1030182"/>
                                        </p:tgtEl>
                                        <p:attrNameLst>
                                          <p:attrName>style.visibility</p:attrName>
                                        </p:attrNameLst>
                                      </p:cBhvr>
                                      <p:to>
                                        <p:strVal val="visible"/>
                                      </p:to>
                                    </p:set>
                                    <p:animEffect transition="in" filter="strips(downLeft)">
                                      <p:cBhvr>
                                        <p:cTn id="54" dur="500"/>
                                        <p:tgtEl>
                                          <p:spTgt spid="1030182"/>
                                        </p:tgtEl>
                                      </p:cBhvr>
                                    </p:animEffect>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par>
                          <p:cTn id="55" fill="hold">
                            <p:stCondLst>
                              <p:cond delay="2500"/>
                            </p:stCondLst>
                            <p:childTnLst>
                              <p:par>
                                <p:cTn id="56" presetID="18" presetClass="entr" presetSubtype="12" fill="hold" grpId="0" nodeType="afterEffect">
                                  <p:stCondLst>
                                    <p:cond delay="0"/>
                                  </p:stCondLst>
                                  <p:childTnLst>
                                    <p:set>
                                      <p:cBhvr>
                                        <p:cTn id="57" dur="1" fill="hold">
                                          <p:stCondLst>
                                            <p:cond delay="0"/>
                                          </p:stCondLst>
                                        </p:cTn>
                                        <p:tgtEl>
                                          <p:spTgt spid="1030183"/>
                                        </p:tgtEl>
                                        <p:attrNameLst>
                                          <p:attrName>style.visibility</p:attrName>
                                        </p:attrNameLst>
                                      </p:cBhvr>
                                      <p:to>
                                        <p:strVal val="visible"/>
                                      </p:to>
                                    </p:set>
                                    <p:animEffect transition="in" filter="strips(downLeft)">
                                      <p:cBhvr>
                                        <p:cTn id="58" dur="500"/>
                                        <p:tgtEl>
                                          <p:spTgt spid="1030183"/>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030184">
                                            <p:txEl>
                                              <p:pRg st="0" end="0"/>
                                            </p:txEl>
                                          </p:spTgt>
                                        </p:tgtEl>
                                        <p:attrNameLst>
                                          <p:attrName>style.visibility</p:attrName>
                                        </p:attrNameLst>
                                      </p:cBhvr>
                                      <p:to>
                                        <p:strVal val="visible"/>
                                      </p:to>
                                    </p:set>
                                    <p:animEffect transition="in" filter="box(out)">
                                      <p:cBhvr>
                                        <p:cTn id="63" dur="500"/>
                                        <p:tgtEl>
                                          <p:spTgt spid="1030184">
                                            <p:txEl>
                                              <p:pRg st="0" end="0"/>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030184">
                                            <p:txEl>
                                              <p:pRg st="1" end="1"/>
                                            </p:txEl>
                                          </p:spTgt>
                                        </p:tgtEl>
                                        <p:attrNameLst>
                                          <p:attrName>style.visibility</p:attrName>
                                        </p:attrNameLst>
                                      </p:cBhvr>
                                      <p:to>
                                        <p:strVal val="visible"/>
                                      </p:to>
                                    </p:set>
                                    <p:animEffect transition="in" filter="box(out)">
                                      <p:cBhvr>
                                        <p:cTn id="68" dur="500"/>
                                        <p:tgtEl>
                                          <p:spTgt spid="1030184">
                                            <p:txEl>
                                              <p:pRg st="1" end="1"/>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8" presetClass="entr" presetSubtype="3" fill="hold" grpId="0" nodeType="clickEffect">
                                  <p:stCondLst>
                                    <p:cond delay="0"/>
                                  </p:stCondLst>
                                  <p:childTnLst>
                                    <p:set>
                                      <p:cBhvr>
                                        <p:cTn id="72" dur="1" fill="hold">
                                          <p:stCondLst>
                                            <p:cond delay="0"/>
                                          </p:stCondLst>
                                        </p:cTn>
                                        <p:tgtEl>
                                          <p:spTgt spid="1030185"/>
                                        </p:tgtEl>
                                        <p:attrNameLst>
                                          <p:attrName>style.visibility</p:attrName>
                                        </p:attrNameLst>
                                      </p:cBhvr>
                                      <p:to>
                                        <p:strVal val="visible"/>
                                      </p:to>
                                    </p:set>
                                    <p:animEffect transition="in" filter="strips(upRight)">
                                      <p:cBhvr>
                                        <p:cTn id="73" dur="500"/>
                                        <p:tgtEl>
                                          <p:spTgt spid="1030185"/>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1030186"/>
                                        </p:tgtEl>
                                        <p:attrNameLst>
                                          <p:attrName>style.visibility</p:attrName>
                                        </p:attrNameLst>
                                      </p:cBhvr>
                                      <p:to>
                                        <p:strVal val="visible"/>
                                      </p:to>
                                    </p:set>
                                    <p:animEffect transition="in" filter="box(out)">
                                      <p:cBhvr>
                                        <p:cTn id="78" dur="500"/>
                                        <p:tgtEl>
                                          <p:spTgt spid="1030186"/>
                                        </p:tgtEl>
                                      </p:cBhvr>
                                    </p:animEffect>
                                  </p:childTnLst>
                                  <p:subTnLst>
                                    <p:set>
                                      <p:cBhvr override="childStyle">
                                        <p:cTn dur="1" fill="hold" display="0" masterRel="nextClick" afterEffect="1"/>
                                        <p:tgtEl>
                                          <p:spTgt spid="1030186"/>
                                        </p:tgtEl>
                                        <p:attrNameLst>
                                          <p:attrName>style.visibility</p:attrName>
                                        </p:attrNameLst>
                                      </p:cBhvr>
                                      <p:to>
                                        <p:strVal val="hidden"/>
                                      </p:to>
                                    </p:se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030187"/>
                                        </p:tgtEl>
                                        <p:attrNameLst>
                                          <p:attrName>style.visibility</p:attrName>
                                        </p:attrNameLst>
                                      </p:cBhvr>
                                      <p:to>
                                        <p:strVal val="visible"/>
                                      </p:to>
                                    </p:set>
                                    <p:animEffect transition="in" filter="box(out)">
                                      <p:cBhvr>
                                        <p:cTn id="83" dur="500"/>
                                        <p:tgtEl>
                                          <p:spTgt spid="1030187"/>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53" grpId="0" animBg="1"/>
      <p:bldP spid="1030155" grpId="0" animBg="1"/>
      <p:bldP spid="1030151" grpId="0"/>
      <p:bldP spid="1030152" grpId="0"/>
      <p:bldP spid="1030170" grpId="0" animBg="1"/>
      <p:bldP spid="1030171" grpId="0" animBg="1"/>
      <p:bldP spid="1030172" grpId="0" animBg="1"/>
      <p:bldP spid="1030179" grpId="0" animBg="1"/>
      <p:bldP spid="1030181" grpId="0" animBg="1"/>
      <p:bldP spid="1030182" grpId="0" animBg="1"/>
      <p:bldP spid="1030183" grpId="0" animBg="1"/>
      <p:bldP spid="1030184" grpId="0" build="p" bldLvl="4" autoUpdateAnimBg="0"/>
      <p:bldP spid="1030185" grpId="0" animBg="1"/>
      <p:bldP spid="1030186" grpId="0" animBg="1" autoUpdateAnimBg="0"/>
      <p:bldP spid="1030187" grpId="0" animBg="1" autoUpdateAnimBg="0"/>
      <p:bldP spid="103015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5" name="Text Box 3" descr="信纸"/>
          <p:cNvSpPr txBox="1">
            <a:spLocks noChangeArrowheads="1"/>
          </p:cNvSpPr>
          <p:nvPr/>
        </p:nvSpPr>
        <p:spPr bwMode="auto">
          <a:xfrm>
            <a:off x="1496517" y="831850"/>
            <a:ext cx="5159375" cy="4146550"/>
          </a:xfrm>
          <a:prstGeom prst="rect">
            <a:avLst/>
          </a:prstGeom>
          <a:blipFill dpi="0" rotWithShape="1">
            <a:blip r:embed="rId3"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b="1" dirty="0">
                <a:solidFill>
                  <a:srgbClr val="0000FF"/>
                </a:solidFill>
                <a:effectLst>
                  <a:outerShdw blurRad="38100" dist="38100" dir="2700000" algn="tl">
                    <a:srgbClr val="000000"/>
                  </a:outerShdw>
                </a:effectLst>
                <a:ea typeface="隶书" pitchFamily="49" charset="-122"/>
              </a:rPr>
              <a:t>#define  MAX(x, y)   (x)&gt;(y)?(x):(y)</a:t>
            </a:r>
          </a:p>
          <a:p>
            <a:r>
              <a:rPr lang="en-US" altLang="zh-CN" b="1" dirty="0">
                <a:effectLst>
                  <a:outerShdw blurRad="38100" dist="38100" dir="2700000" algn="tl">
                    <a:srgbClr val="FFFFFF"/>
                  </a:outerShdw>
                </a:effectLst>
                <a:ea typeface="隶书" pitchFamily="49" charset="-122"/>
              </a:rPr>
              <a:t> …….</a:t>
            </a:r>
          </a:p>
          <a:p>
            <a:endParaRPr lang="en-US" altLang="zh-CN" b="1" dirty="0">
              <a:effectLst>
                <a:outerShdw blurRad="38100" dist="38100" dir="2700000" algn="tl">
                  <a:srgbClr val="FFFFFF"/>
                </a:outerShdw>
              </a:effectLst>
              <a:ea typeface="隶书" pitchFamily="49" charset="-122"/>
            </a:endParaRPr>
          </a:p>
          <a:p>
            <a:r>
              <a:rPr lang="en-US" altLang="zh-CN" b="1" dirty="0" err="1">
                <a:solidFill>
                  <a:srgbClr val="C00000"/>
                </a:solidFill>
                <a:effectLst>
                  <a:outerShdw blurRad="38100" dist="38100" dir="2700000" algn="tl">
                    <a:srgbClr val="FFFFFF"/>
                  </a:outerShdw>
                </a:effectLst>
                <a:ea typeface="隶书" pitchFamily="49" charset="-122"/>
              </a:rPr>
              <a:t>int</a:t>
            </a:r>
            <a:r>
              <a:rPr lang="en-US" altLang="zh-CN" b="1" dirty="0">
                <a:solidFill>
                  <a:srgbClr val="C00000"/>
                </a:solidFill>
                <a:effectLst>
                  <a:outerShdw blurRad="38100" dist="38100" dir="2700000" algn="tl">
                    <a:srgbClr val="FFFFFF"/>
                  </a:outerShdw>
                </a:effectLst>
                <a:ea typeface="隶书" pitchFamily="49" charset="-122"/>
              </a:rPr>
              <a:t> main (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 b, c, d, 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t = MAX(</a:t>
            </a:r>
            <a:r>
              <a:rPr lang="en-US" altLang="zh-CN" b="1" dirty="0" err="1">
                <a:effectLst>
                  <a:outerShdw blurRad="38100" dist="38100" dir="2700000" algn="tl">
                    <a:srgbClr val="FFFFFF"/>
                  </a:outerShdw>
                </a:effectLst>
                <a:ea typeface="隶书" pitchFamily="49" charset="-122"/>
              </a:rPr>
              <a:t>a+b</a:t>
            </a:r>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c+d</a:t>
            </a:r>
            <a:r>
              <a:rPr lang="en-US" altLang="zh-CN" b="1" dirty="0">
                <a:effectLst>
                  <a:outerShdw blurRad="38100" dist="38100" dir="2700000" algn="tl">
                    <a:srgbClr val="FFFFFF"/>
                  </a:outerShdw>
                </a:effectLst>
                <a:ea typeface="隶书" pitchFamily="49" charset="-122"/>
              </a:rPr>
              <a: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a:t>
            </a:r>
          </a:p>
          <a:p>
            <a:r>
              <a:rPr lang="zh-CN" altLang="en-US" b="1" dirty="0">
                <a:solidFill>
                  <a:schemeClr val="accent2"/>
                </a:solidFill>
                <a:effectLst>
                  <a:outerShdw blurRad="38100" dist="38100" dir="2700000" algn="tl">
                    <a:srgbClr val="000000"/>
                  </a:outerShdw>
                </a:effectLst>
                <a:ea typeface="隶书" pitchFamily="49" charset="-122"/>
              </a:rPr>
              <a:t>宏展开：</a:t>
            </a:r>
            <a:r>
              <a:rPr lang="en-US" altLang="zh-CN" b="1" dirty="0">
                <a:solidFill>
                  <a:srgbClr val="FF3300"/>
                </a:solidFill>
                <a:effectLst>
                  <a:outerShdw blurRad="38100" dist="38100" dir="2700000" algn="tl">
                    <a:srgbClr val="000000"/>
                  </a:outerShdw>
                </a:effectLst>
                <a:ea typeface="隶书" pitchFamily="49" charset="-122"/>
              </a:rPr>
              <a:t>t = (</a:t>
            </a:r>
            <a:r>
              <a:rPr lang="en-US" altLang="zh-CN" b="1" dirty="0" err="1">
                <a:solidFill>
                  <a:srgbClr val="FF3300"/>
                </a:solidFill>
                <a:effectLst>
                  <a:outerShdw blurRad="38100" dist="38100" dir="2700000" algn="tl">
                    <a:srgbClr val="000000"/>
                  </a:outerShdw>
                </a:effectLst>
                <a:ea typeface="隶书" pitchFamily="49" charset="-122"/>
              </a:rPr>
              <a:t>a+b</a:t>
            </a:r>
            <a:r>
              <a:rPr lang="en-US" altLang="zh-CN" b="1" dirty="0">
                <a:solidFill>
                  <a:srgbClr val="FF3300"/>
                </a:solidFill>
                <a:effectLst>
                  <a:outerShdw blurRad="38100" dist="38100" dir="2700000" algn="tl">
                    <a:srgbClr val="000000"/>
                  </a:outerShdw>
                </a:effectLst>
                <a:ea typeface="隶书" pitchFamily="49" charset="-122"/>
              </a:rPr>
              <a:t>)&gt;(</a:t>
            </a:r>
            <a:r>
              <a:rPr lang="en-US" altLang="zh-CN" b="1" dirty="0" err="1">
                <a:solidFill>
                  <a:srgbClr val="FF3300"/>
                </a:solidFill>
                <a:effectLst>
                  <a:outerShdw blurRad="38100" dist="38100" dir="2700000" algn="tl">
                    <a:srgbClr val="000000"/>
                  </a:outerShdw>
                </a:effectLst>
                <a:ea typeface="隶书" pitchFamily="49" charset="-122"/>
              </a:rPr>
              <a:t>c+d</a:t>
            </a:r>
            <a:r>
              <a:rPr lang="en-US" altLang="zh-CN" b="1" dirty="0">
                <a:solidFill>
                  <a:srgbClr val="FF3300"/>
                </a:solidFill>
                <a:effectLst>
                  <a:outerShdw blurRad="38100" dist="38100" dir="2700000" algn="tl">
                    <a:srgbClr val="000000"/>
                  </a:outerShdw>
                </a:effectLst>
                <a:ea typeface="隶书" pitchFamily="49" charset="-122"/>
              </a:rPr>
              <a:t>)?(</a:t>
            </a:r>
            <a:r>
              <a:rPr lang="en-US" altLang="zh-CN" b="1" dirty="0" err="1">
                <a:solidFill>
                  <a:srgbClr val="FF3300"/>
                </a:solidFill>
                <a:effectLst>
                  <a:outerShdw blurRad="38100" dist="38100" dir="2700000" algn="tl">
                    <a:srgbClr val="000000"/>
                  </a:outerShdw>
                </a:effectLst>
                <a:ea typeface="隶书" pitchFamily="49" charset="-122"/>
              </a:rPr>
              <a:t>a+b</a:t>
            </a:r>
            <a:r>
              <a:rPr lang="en-US" altLang="zh-CN" b="1" dirty="0">
                <a:solidFill>
                  <a:srgbClr val="FF3300"/>
                </a:solidFill>
                <a:effectLst>
                  <a:outerShdw blurRad="38100" dist="38100" dir="2700000" algn="tl">
                    <a:srgbClr val="000000"/>
                  </a:outerShdw>
                </a:effectLst>
                <a:ea typeface="隶书" pitchFamily="49" charset="-122"/>
              </a:rPr>
              <a:t>):(</a:t>
            </a:r>
            <a:r>
              <a:rPr lang="en-US" altLang="zh-CN" b="1" dirty="0" err="1">
                <a:solidFill>
                  <a:srgbClr val="FF3300"/>
                </a:solidFill>
                <a:effectLst>
                  <a:outerShdw blurRad="38100" dist="38100" dir="2700000" algn="tl">
                    <a:srgbClr val="000000"/>
                  </a:outerShdw>
                </a:effectLst>
                <a:ea typeface="隶书" pitchFamily="49" charset="-122"/>
              </a:rPr>
              <a:t>c+d</a:t>
            </a:r>
            <a:r>
              <a:rPr lang="en-US" altLang="zh-CN" b="1" dirty="0">
                <a:solidFill>
                  <a:srgbClr val="FF3300"/>
                </a:solidFill>
                <a:effectLst>
                  <a:outerShdw blurRad="38100" dist="38100" dir="2700000" algn="tl">
                    <a:srgbClr val="000000"/>
                  </a:outerShdw>
                </a:effectLst>
                <a:ea typeface="隶书" pitchFamily="49" charset="-122"/>
              </a:rPr>
              <a:t>);</a:t>
            </a:r>
            <a:endParaRPr lang="en-US" altLang="zh-CN" b="1" dirty="0">
              <a:effectLst>
                <a:outerShdw blurRad="38100" dist="38100" dir="2700000" algn="tl">
                  <a:srgbClr val="FFFFFF"/>
                </a:outerShdw>
              </a:effectLst>
              <a:ea typeface="隶书" pitchFamily="49" charset="-122"/>
            </a:endParaRPr>
          </a:p>
        </p:txBody>
      </p:sp>
      <p:sp>
        <p:nvSpPr>
          <p:cNvPr id="1032196" name="Text Box 4" descr="信纸"/>
          <p:cNvSpPr txBox="1">
            <a:spLocks noChangeArrowheads="1"/>
          </p:cNvSpPr>
          <p:nvPr/>
        </p:nvSpPr>
        <p:spPr bwMode="auto">
          <a:xfrm>
            <a:off x="7472238" y="827724"/>
            <a:ext cx="3664322" cy="4511675"/>
          </a:xfrm>
          <a:prstGeom prst="rect">
            <a:avLst/>
          </a:prstGeom>
          <a:blipFill dpi="0" rotWithShape="1">
            <a:blip r:embed="rId3"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b="1" dirty="0" err="1">
                <a:solidFill>
                  <a:srgbClr val="0000FF"/>
                </a:solidFill>
                <a:effectLst>
                  <a:outerShdw blurRad="38100" dist="38100" dir="2700000" algn="tl">
                    <a:srgbClr val="000000"/>
                  </a:outerShdw>
                </a:effectLst>
                <a:ea typeface="隶书" pitchFamily="49" charset="-122"/>
              </a:rPr>
              <a:t>int</a:t>
            </a:r>
            <a:r>
              <a:rPr lang="en-US" altLang="zh-CN" b="1" dirty="0">
                <a:solidFill>
                  <a:srgbClr val="0000FF"/>
                </a:solidFill>
                <a:effectLst>
                  <a:outerShdw blurRad="38100" dist="38100" dir="2700000" algn="tl">
                    <a:srgbClr val="000000"/>
                  </a:outerShdw>
                </a:effectLst>
                <a:ea typeface="隶书" pitchFamily="49" charset="-122"/>
              </a:rPr>
              <a:t>   max(</a:t>
            </a:r>
            <a:r>
              <a:rPr lang="en-US" altLang="zh-CN" b="1" dirty="0" err="1">
                <a:solidFill>
                  <a:srgbClr val="0000FF"/>
                </a:solidFill>
                <a:effectLst>
                  <a:outerShdw blurRad="38100" dist="38100" dir="2700000" algn="tl">
                    <a:srgbClr val="000000"/>
                  </a:outerShdw>
                </a:effectLst>
                <a:ea typeface="隶书" pitchFamily="49" charset="-122"/>
              </a:rPr>
              <a:t>int</a:t>
            </a:r>
            <a:r>
              <a:rPr lang="en-US" altLang="zh-CN" b="1" dirty="0">
                <a:solidFill>
                  <a:srgbClr val="0000FF"/>
                </a:solidFill>
                <a:effectLst>
                  <a:outerShdw blurRad="38100" dist="38100" dir="2700000" algn="tl">
                    <a:srgbClr val="000000"/>
                  </a:outerShdw>
                </a:effectLst>
                <a:ea typeface="隶书" pitchFamily="49" charset="-122"/>
              </a:rPr>
              <a:t> </a:t>
            </a:r>
            <a:r>
              <a:rPr lang="en-US" altLang="zh-CN" b="1" dirty="0" err="1">
                <a:solidFill>
                  <a:srgbClr val="0000FF"/>
                </a:solidFill>
                <a:effectLst>
                  <a:outerShdw blurRad="38100" dist="38100" dir="2700000" algn="tl">
                    <a:srgbClr val="000000"/>
                  </a:outerShdw>
                </a:effectLst>
                <a:ea typeface="隶书" pitchFamily="49" charset="-122"/>
              </a:rPr>
              <a:t>x,int</a:t>
            </a:r>
            <a:r>
              <a:rPr lang="en-US" altLang="zh-CN" b="1" dirty="0">
                <a:solidFill>
                  <a:srgbClr val="0000FF"/>
                </a:solidFill>
                <a:effectLst>
                  <a:outerShdw blurRad="38100" dist="38100" dir="2700000" algn="tl">
                    <a:srgbClr val="000000"/>
                  </a:outerShdw>
                </a:effectLst>
                <a:ea typeface="隶书" pitchFamily="49" charset="-122"/>
              </a:rPr>
              <a:t> y)</a:t>
            </a:r>
            <a:endParaRPr lang="en-US" altLang="zh-CN" b="1" dirty="0">
              <a:effectLst>
                <a:outerShdw blurRad="38100" dist="38100" dir="2700000" algn="tl">
                  <a:srgbClr val="FFFFFF"/>
                </a:outerShdw>
              </a:effectLst>
              <a:ea typeface="隶书" pitchFamily="49" charset="-122"/>
            </a:endParaRP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return(x &gt; y ? x : y);</a:t>
            </a:r>
          </a:p>
          <a:p>
            <a:r>
              <a:rPr lang="en-US" altLang="zh-CN" b="1" dirty="0">
                <a:effectLst>
                  <a:outerShdw blurRad="38100" dist="38100" dir="2700000" algn="tl">
                    <a:srgbClr val="FFFFFF"/>
                  </a:outerShdw>
                </a:effectLst>
                <a:ea typeface="隶书" pitchFamily="49" charset="-122"/>
              </a:rPr>
              <a:t>}</a:t>
            </a:r>
          </a:p>
          <a:p>
            <a:endParaRPr lang="en-US" altLang="zh-CN" b="1" dirty="0">
              <a:effectLst>
                <a:outerShdw blurRad="38100" dist="38100" dir="2700000" algn="tl">
                  <a:srgbClr val="FFFFFF"/>
                </a:outerShdw>
              </a:effectLst>
              <a:ea typeface="隶书" pitchFamily="49" charset="-122"/>
            </a:endParaRPr>
          </a:p>
          <a:p>
            <a:r>
              <a:rPr lang="en-US" altLang="zh-CN" b="1" dirty="0" err="1">
                <a:solidFill>
                  <a:srgbClr val="C00000"/>
                </a:solidFill>
                <a:effectLst>
                  <a:outerShdw blurRad="38100" dist="38100" dir="2700000" algn="tl">
                    <a:srgbClr val="FFFFFF"/>
                  </a:outerShdw>
                </a:effectLst>
                <a:ea typeface="隶书" pitchFamily="49" charset="-122"/>
              </a:rPr>
              <a:t>int</a:t>
            </a:r>
            <a:r>
              <a:rPr lang="en-US" altLang="zh-CN" b="1" dirty="0">
                <a:solidFill>
                  <a:srgbClr val="C00000"/>
                </a:solidFill>
                <a:effectLst>
                  <a:outerShdw blurRad="38100" dist="38100" dir="2700000" algn="tl">
                    <a:srgbClr val="FFFFFF"/>
                  </a:outerShdw>
                </a:effectLst>
                <a:ea typeface="隶书" pitchFamily="49" charset="-122"/>
              </a:rPr>
              <a:t> main (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int</a:t>
            </a:r>
            <a:r>
              <a:rPr lang="en-US" altLang="zh-CN" b="1" dirty="0">
                <a:effectLst>
                  <a:outerShdw blurRad="38100" dist="38100" dir="2700000" algn="tl">
                    <a:srgbClr val="FFFFFF"/>
                  </a:outerShdw>
                </a:effectLst>
                <a:ea typeface="隶书" pitchFamily="49" charset="-122"/>
              </a:rPr>
              <a:t> a, b, c, d, t;</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t = max(</a:t>
            </a:r>
            <a:r>
              <a:rPr lang="en-US" altLang="zh-CN" b="1" dirty="0" err="1">
                <a:effectLst>
                  <a:outerShdw blurRad="38100" dist="38100" dir="2700000" algn="tl">
                    <a:srgbClr val="FFFFFF"/>
                  </a:outerShdw>
                </a:effectLst>
                <a:ea typeface="隶书" pitchFamily="49" charset="-122"/>
              </a:rPr>
              <a:t>a+b</a:t>
            </a:r>
            <a:r>
              <a:rPr lang="en-US" altLang="zh-CN" b="1" dirty="0">
                <a:effectLst>
                  <a:outerShdw blurRad="38100" dist="38100" dir="2700000" algn="tl">
                    <a:srgbClr val="FFFFFF"/>
                  </a:outerShdw>
                </a:effectLst>
                <a:ea typeface="隶书" pitchFamily="49" charset="-122"/>
              </a:rPr>
              <a:t>, </a:t>
            </a:r>
            <a:r>
              <a:rPr lang="en-US" altLang="zh-CN" b="1" dirty="0" err="1">
                <a:effectLst>
                  <a:outerShdw blurRad="38100" dist="38100" dir="2700000" algn="tl">
                    <a:srgbClr val="FFFFFF"/>
                  </a:outerShdw>
                </a:effectLst>
                <a:ea typeface="隶书" pitchFamily="49" charset="-122"/>
              </a:rPr>
              <a:t>c+d</a:t>
            </a:r>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    ………</a:t>
            </a:r>
          </a:p>
          <a:p>
            <a:r>
              <a:rPr lang="en-US" altLang="zh-CN" b="1" dirty="0">
                <a:effectLst>
                  <a:outerShdw blurRad="38100" dist="38100" dir="2700000" algn="tl">
                    <a:srgbClr val="FFFFFF"/>
                  </a:outerShdw>
                </a:effectLst>
                <a:ea typeface="隶书" pitchFamily="49" charset="-122"/>
              </a:rPr>
              <a:t>}</a:t>
            </a:r>
          </a:p>
        </p:txBody>
      </p:sp>
      <p:sp>
        <p:nvSpPr>
          <p:cNvPr id="1032197" name="Text Box 5"/>
          <p:cNvSpPr txBox="1">
            <a:spLocks noChangeArrowheads="1"/>
          </p:cNvSpPr>
          <p:nvPr/>
        </p:nvSpPr>
        <p:spPr bwMode="auto">
          <a:xfrm>
            <a:off x="445792" y="185590"/>
            <a:ext cx="5441211" cy="463846"/>
          </a:xfrm>
          <a:prstGeom prst="rect">
            <a:avLst/>
          </a:prstGeom>
          <a:noFill/>
          <a:ln w="12700" cap="sq">
            <a:noFill/>
            <a:miter lim="800000"/>
            <a:headEnd type="none" w="sm" len="sm"/>
            <a:tailEnd type="none" w="sm" len="sm"/>
          </a:ln>
          <a:effectLst/>
        </p:spPr>
        <p:txBody>
          <a:bodyPr wrap="none" lIns="90000" tIns="46800" rIns="90000" bIns="46800" anchor="ctr">
            <a:spAutoFit/>
          </a:bodyPr>
          <a:lstStyle/>
          <a:p>
            <a:r>
              <a:rPr lang="en-US" altLang="zh-CN" b="1">
                <a:solidFill>
                  <a:srgbClr val="CC0000"/>
                </a:solidFill>
                <a:effectLst>
                  <a:outerShdw blurRad="38100" dist="38100" dir="2700000" algn="tl">
                    <a:srgbClr val="000000"/>
                  </a:outerShdw>
                </a:effectLst>
                <a:ea typeface="隶书" pitchFamily="49" charset="-122"/>
              </a:rPr>
              <a:t>【</a:t>
            </a:r>
            <a:r>
              <a:rPr lang="zh-CN" altLang="en-US" b="1">
                <a:solidFill>
                  <a:srgbClr val="CC0000"/>
                </a:solidFill>
                <a:effectLst>
                  <a:outerShdw blurRad="38100" dist="38100" dir="2700000" algn="tl">
                    <a:srgbClr val="000000"/>
                  </a:outerShdw>
                </a:effectLst>
                <a:ea typeface="隶书" pitchFamily="49" charset="-122"/>
              </a:rPr>
              <a:t>例</a:t>
            </a:r>
            <a:r>
              <a:rPr lang="en-US" altLang="zh-CN" b="1">
                <a:solidFill>
                  <a:srgbClr val="CC0000"/>
                </a:solidFill>
                <a:effectLst>
                  <a:outerShdw blurRad="38100" dist="38100" dir="2700000" algn="tl">
                    <a:srgbClr val="000000"/>
                  </a:outerShdw>
                </a:effectLst>
                <a:ea typeface="隶书" pitchFamily="49" charset="-122"/>
              </a:rPr>
              <a:t>】</a:t>
            </a:r>
            <a:r>
              <a:rPr lang="zh-CN" altLang="en-US" b="1">
                <a:solidFill>
                  <a:srgbClr val="CC0000"/>
                </a:solidFill>
                <a:effectLst>
                  <a:outerShdw blurRad="38100" dist="38100" dir="2700000" algn="tl">
                    <a:srgbClr val="000000"/>
                  </a:outerShdw>
                </a:effectLst>
                <a:ea typeface="隶书" pitchFamily="49" charset="-122"/>
              </a:rPr>
              <a:t>用宏定义和函数实现同样的功能</a:t>
            </a:r>
          </a:p>
        </p:txBody>
      </p:sp>
      <p:grpSp>
        <p:nvGrpSpPr>
          <p:cNvPr id="1032203" name="Group 11"/>
          <p:cNvGrpSpPr>
            <a:grpSpLocks/>
          </p:cNvGrpSpPr>
          <p:nvPr/>
        </p:nvGrpSpPr>
        <p:grpSpPr bwMode="auto">
          <a:xfrm>
            <a:off x="-9822" y="0"/>
            <a:ext cx="446088" cy="6858000"/>
            <a:chOff x="0" y="0"/>
            <a:chExt cx="281" cy="4320"/>
          </a:xfrm>
        </p:grpSpPr>
        <p:sp>
          <p:nvSpPr>
            <p:cNvPr id="1032204" name="Text Box 1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2205" name="Text Box 1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2195"/>
                                        </p:tgtEl>
                                        <p:attrNameLst>
                                          <p:attrName>style.visibility</p:attrName>
                                        </p:attrNameLst>
                                      </p:cBhvr>
                                      <p:to>
                                        <p:strVal val="visible"/>
                                      </p:to>
                                    </p:set>
                                    <p:animEffect transition="in" filter="box(out)">
                                      <p:cBhvr>
                                        <p:cTn id="7" dur="500"/>
                                        <p:tgtEl>
                                          <p:spTgt spid="103219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32196"/>
                                        </p:tgtEl>
                                        <p:attrNameLst>
                                          <p:attrName>style.visibility</p:attrName>
                                        </p:attrNameLst>
                                      </p:cBhvr>
                                      <p:to>
                                        <p:strVal val="visible"/>
                                      </p:to>
                                    </p:set>
                                    <p:animEffect transition="in" filter="box(out)">
                                      <p:cBhvr>
                                        <p:cTn id="12" dur="500"/>
                                        <p:tgtEl>
                                          <p:spTgt spid="103219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5" grpId="0" animBg="1"/>
      <p:bldP spid="1032196"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3218" name="Rectangle 2"/>
          <p:cNvSpPr>
            <a:spLocks noGrp="1" noChangeArrowheads="1"/>
          </p:cNvSpPr>
          <p:nvPr>
            <p:ph type="body" sz="half" idx="1"/>
          </p:nvPr>
        </p:nvSpPr>
        <p:spPr>
          <a:xfrm>
            <a:off x="674391" y="260351"/>
            <a:ext cx="3810000" cy="504825"/>
          </a:xfrm>
        </p:spPr>
        <p:txBody>
          <a:bodyPr/>
          <a:lstStyle/>
          <a:p>
            <a:pPr>
              <a:buFont typeface="Wingdings" pitchFamily="2" charset="2"/>
              <a:buChar char="Ø"/>
            </a:pPr>
            <a:r>
              <a:rPr lang="zh-CN" altLang="en-US" sz="2400" dirty="0">
                <a:solidFill>
                  <a:srgbClr val="00CC66"/>
                </a:solidFill>
                <a:effectLst>
                  <a:outerShdw blurRad="38100" dist="38100" dir="2700000" algn="tl">
                    <a:srgbClr val="000000"/>
                  </a:outerShdw>
                </a:effectLst>
                <a:ea typeface="楷体" pitchFamily="49" charset="-122"/>
              </a:rPr>
              <a:t>带参的宏与函数区别</a:t>
            </a:r>
          </a:p>
        </p:txBody>
      </p:sp>
      <p:graphicFrame>
        <p:nvGraphicFramePr>
          <p:cNvPr id="1033372" name="Group 156"/>
          <p:cNvGraphicFramePr>
            <a:graphicFrameLocks noGrp="1"/>
          </p:cNvGraphicFramePr>
          <p:nvPr>
            <p:ph sz="half" idx="2"/>
            <p:extLst>
              <p:ext uri="{D42A27DB-BD31-4B8C-83A1-F6EECF244321}">
                <p14:modId xmlns:p14="http://schemas.microsoft.com/office/powerpoint/2010/main" val="2647304629"/>
              </p:ext>
            </p:extLst>
          </p:nvPr>
        </p:nvGraphicFramePr>
        <p:xfrm>
          <a:off x="1166198" y="980728"/>
          <a:ext cx="10174956" cy="2984501"/>
        </p:xfrm>
        <a:graphic>
          <a:graphicData uri="http://schemas.openxmlformats.org/drawingml/2006/table">
            <a:tbl>
              <a:tblPr>
                <a:effectLst>
                  <a:outerShdw blurRad="50800" dist="38100" dir="2700000" algn="tl" rotWithShape="0">
                    <a:prstClr val="black">
                      <a:alpha val="40000"/>
                    </a:prstClr>
                  </a:outerShdw>
                </a:effectLst>
              </a:tblPr>
              <a:tblGrid>
                <a:gridCol w="1801506">
                  <a:extLst>
                    <a:ext uri="{9D8B030D-6E8A-4147-A177-3AD203B41FA5}">
                      <a16:colId xmlns:a16="http://schemas.microsoft.com/office/drawing/2014/main" val="20000"/>
                    </a:ext>
                  </a:extLst>
                </a:gridCol>
                <a:gridCol w="3735776">
                  <a:extLst>
                    <a:ext uri="{9D8B030D-6E8A-4147-A177-3AD203B41FA5}">
                      <a16:colId xmlns:a16="http://schemas.microsoft.com/office/drawing/2014/main" val="20001"/>
                    </a:ext>
                  </a:extLst>
                </a:gridCol>
                <a:gridCol w="4637674">
                  <a:extLst>
                    <a:ext uri="{9D8B030D-6E8A-4147-A177-3AD203B41FA5}">
                      <a16:colId xmlns:a16="http://schemas.microsoft.com/office/drawing/2014/main" val="20002"/>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带参宏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a:ln>
                            <a:noFill/>
                          </a:ln>
                          <a:solidFill>
                            <a:srgbClr val="FF0066"/>
                          </a:solidFill>
                          <a:effectLst>
                            <a:outerShdw blurRad="38100" dist="38100" dir="2700000" algn="tl">
                              <a:srgbClr val="000000"/>
                            </a:outerShdw>
                          </a:effectLst>
                          <a:latin typeface="+mn-lt"/>
                          <a:ea typeface="楷体" pitchFamily="49" charset="-122"/>
                          <a:cs typeface="Times New Roman" pitchFamily="18" charset="0"/>
                        </a:rPr>
                        <a:t>函数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00FFFF"/>
                        </a:gs>
                        <a:gs pos="100000">
                          <a:schemeClr val="bg1"/>
                        </a:gs>
                      </a:gsLst>
                      <a:lin ang="5400000" scaled="1"/>
                    </a:gradFill>
                  </a:tcPr>
                </a:tc>
                <a:extLst>
                  <a:ext uri="{0D108BD9-81ED-4DB2-BD59-A6C34878D82A}">
                    <a16:rowId xmlns:a16="http://schemas.microsoft.com/office/drawing/2014/main" val="10000"/>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处理时间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1"/>
                          </a:solidFill>
                          <a:effectLst>
                            <a:outerShdw blurRad="38100" dist="38100" dir="2700000" algn="tl">
                              <a:srgbClr val="000000"/>
                            </a:outerShdw>
                          </a:effectLst>
                          <a:latin typeface="+mn-lt"/>
                          <a:ea typeface="楷体" pitchFamily="49" charset="-122"/>
                          <a:cs typeface="Times New Roman" pitchFamily="18" charset="0"/>
                        </a:rPr>
                        <a:t>编译时</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程序运行时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5064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参数类型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1"/>
                          </a:solidFill>
                          <a:effectLst>
                            <a:outerShdw blurRad="38100" dist="38100" dir="2700000" algn="tl">
                              <a:srgbClr val="000000"/>
                            </a:outerShdw>
                          </a:effectLst>
                          <a:latin typeface="+mn-lt"/>
                          <a:ea typeface="楷体" pitchFamily="49" charset="-122"/>
                          <a:cs typeface="Times New Roman" pitchFamily="18" charset="0"/>
                        </a:rPr>
                        <a:t>无类型问题</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定义实参、形参类型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处理过程</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1"/>
                          </a:solidFill>
                          <a:effectLst>
                            <a:outerShdw blurRad="38100" dist="38100" dir="2700000" algn="tl">
                              <a:srgbClr val="000000"/>
                            </a:outerShdw>
                          </a:effectLst>
                          <a:latin typeface="+mn-lt"/>
                          <a:ea typeface="楷体" pitchFamily="49" charset="-122"/>
                          <a:cs typeface="Times New Roman" pitchFamily="18" charset="0"/>
                        </a:rPr>
                        <a:t>不分配内存，简单的字符置换</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分配内存，先求实参值，再代入形参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5064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程序长度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accent1"/>
                          </a:solidFill>
                          <a:effectLst>
                            <a:outerShdw blurRad="38100" dist="38100" dir="2700000" algn="tl">
                              <a:srgbClr val="000000"/>
                            </a:outerShdw>
                          </a:effectLst>
                          <a:latin typeface="+mn-lt"/>
                          <a:ea typeface="楷体" pitchFamily="49" charset="-122"/>
                          <a:cs typeface="Times New Roman" pitchFamily="18" charset="0"/>
                        </a:rPr>
                        <a:t>变长</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不变</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5048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运行速度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accent1"/>
                          </a:solidFill>
                          <a:effectLst>
                            <a:outerShdw blurRad="38100" dist="38100" dir="2700000" algn="tl">
                              <a:srgbClr val="000000"/>
                            </a:outerShdw>
                          </a:effectLst>
                          <a:latin typeface="+mn-lt"/>
                          <a:ea typeface="楷体" pitchFamily="49" charset="-122"/>
                          <a:cs typeface="Times New Roman" pitchFamily="18" charset="0"/>
                        </a:rPr>
                        <a:t>不占运行时间</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调用和返回占时间</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grpSp>
        <p:nvGrpSpPr>
          <p:cNvPr id="1033373" name="Group 157"/>
          <p:cNvGrpSpPr>
            <a:grpSpLocks/>
          </p:cNvGrpSpPr>
          <p:nvPr/>
        </p:nvGrpSpPr>
        <p:grpSpPr bwMode="auto">
          <a:xfrm>
            <a:off x="-9822" y="0"/>
            <a:ext cx="446088" cy="6858000"/>
            <a:chOff x="0" y="0"/>
            <a:chExt cx="281" cy="4320"/>
          </a:xfrm>
        </p:grpSpPr>
        <p:sp>
          <p:nvSpPr>
            <p:cNvPr id="1033374" name="Text Box 15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3375" name="Text Box 15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3218">
                                            <p:txEl>
                                              <p:pRg st="0" end="0"/>
                                            </p:txEl>
                                          </p:spTgt>
                                        </p:tgtEl>
                                        <p:attrNameLst>
                                          <p:attrName>style.visibility</p:attrName>
                                        </p:attrNameLst>
                                      </p:cBhvr>
                                      <p:to>
                                        <p:strVal val="visible"/>
                                      </p:to>
                                    </p:set>
                                    <p:anim calcmode="lin" valueType="num">
                                      <p:cBhvr additive="base">
                                        <p:cTn id="7" dur="500" fill="hold"/>
                                        <p:tgtEl>
                                          <p:spTgt spid="1033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321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33372"/>
                                        </p:tgtEl>
                                        <p:attrNameLst>
                                          <p:attrName>style.visibility</p:attrName>
                                        </p:attrNameLst>
                                      </p:cBhvr>
                                      <p:to>
                                        <p:strVal val="visible"/>
                                      </p:to>
                                    </p:set>
                                    <p:animEffect transition="in" filter="box(out)">
                                      <p:cBhvr>
                                        <p:cTn id="13" dur="500"/>
                                        <p:tgtEl>
                                          <p:spTgt spid="1033372"/>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18" grpId="0" build="p" bldLvl="5"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5266" name="Rectangle 2"/>
          <p:cNvSpPr>
            <a:spLocks noGrp="1" noChangeArrowheads="1"/>
          </p:cNvSpPr>
          <p:nvPr>
            <p:ph type="body" idx="1"/>
          </p:nvPr>
        </p:nvSpPr>
        <p:spPr>
          <a:xfrm>
            <a:off x="674391" y="188914"/>
            <a:ext cx="3097212" cy="504825"/>
          </a:xfrm>
        </p:spPr>
        <p:txBody>
          <a:bodyPr/>
          <a:lstStyle/>
          <a:p>
            <a:pPr>
              <a:lnSpc>
                <a:spcPct val="90000"/>
              </a:lnSpc>
              <a:buFontTx/>
              <a:buNone/>
            </a:pPr>
            <a:r>
              <a:rPr lang="en-US" altLang="zh-CN">
                <a:solidFill>
                  <a:srgbClr val="FF0000"/>
                </a:solidFill>
                <a:effectLst>
                  <a:outerShdw blurRad="38100" dist="38100" dir="2700000" algn="tl">
                    <a:srgbClr val="000000"/>
                  </a:outerShdw>
                </a:effectLst>
                <a:latin typeface="隶书" pitchFamily="49" charset="-122"/>
                <a:ea typeface="隶书" pitchFamily="49" charset="-122"/>
              </a:rPr>
              <a:t>10.3  </a:t>
            </a:r>
            <a:r>
              <a:rPr lang="zh-CN" altLang="en-US">
                <a:solidFill>
                  <a:srgbClr val="FF0000"/>
                </a:solidFill>
                <a:effectLst>
                  <a:outerShdw blurRad="38100" dist="38100" dir="2700000" algn="tl">
                    <a:srgbClr val="000000"/>
                  </a:outerShdw>
                </a:effectLst>
                <a:latin typeface="隶书" pitchFamily="49" charset="-122"/>
                <a:ea typeface="隶书" pitchFamily="49" charset="-122"/>
              </a:rPr>
              <a:t>文件包含</a:t>
            </a:r>
          </a:p>
        </p:txBody>
      </p:sp>
      <p:sp>
        <p:nvSpPr>
          <p:cNvPr id="1035284" name="Rectangle 20"/>
          <p:cNvSpPr>
            <a:spLocks noChangeArrowheads="1"/>
          </p:cNvSpPr>
          <p:nvPr/>
        </p:nvSpPr>
        <p:spPr bwMode="auto">
          <a:xfrm>
            <a:off x="1007767" y="2681289"/>
            <a:ext cx="2160587" cy="477837"/>
          </a:xfrm>
          <a:prstGeom prst="rect">
            <a:avLst/>
          </a:prstGeom>
          <a:noFill/>
          <a:ln w="9525">
            <a:noFill/>
            <a:miter lim="800000"/>
            <a:headEnd/>
            <a:tailEnd/>
          </a:ln>
        </p:spPr>
        <p:txBody>
          <a:bodyPr/>
          <a:lstStyle/>
          <a:p>
            <a:pPr marL="342900" indent="-342900">
              <a:spcBef>
                <a:spcPct val="20000"/>
              </a:spcBef>
              <a:buFont typeface="Wingdings" pitchFamily="2" charset="2"/>
              <a:buChar char="Ø"/>
            </a:pPr>
            <a:r>
              <a:rPr lang="zh-CN" altLang="en-US" b="1" dirty="0">
                <a:solidFill>
                  <a:srgbClr val="00CC66"/>
                </a:solidFill>
                <a:effectLst>
                  <a:outerShdw blurRad="38100" dist="38100" dir="2700000" algn="tl">
                    <a:srgbClr val="000000"/>
                  </a:outerShdw>
                </a:effectLst>
                <a:latin typeface="+mn-lt"/>
                <a:ea typeface="楷体" pitchFamily="49" charset="-122"/>
              </a:rPr>
              <a:t>处理过程</a:t>
            </a:r>
          </a:p>
        </p:txBody>
      </p:sp>
      <p:sp>
        <p:nvSpPr>
          <p:cNvPr id="1035289" name="Rectangle 25"/>
          <p:cNvSpPr>
            <a:spLocks noChangeArrowheads="1"/>
          </p:cNvSpPr>
          <p:nvPr/>
        </p:nvSpPr>
        <p:spPr bwMode="auto">
          <a:xfrm>
            <a:off x="1003003" y="836614"/>
            <a:ext cx="8064500" cy="830997"/>
          </a:xfrm>
          <a:prstGeom prst="rect">
            <a:avLst/>
          </a:prstGeom>
          <a:noFill/>
          <a:ln w="9525">
            <a:noFill/>
            <a:miter lim="800000"/>
            <a:headEnd/>
            <a:tailEnd/>
          </a:ln>
          <a:effectLst/>
        </p:spPr>
        <p:txBody>
          <a:bodyPr>
            <a:spAutoFit/>
          </a:bodyPr>
          <a:lstStyle/>
          <a:p>
            <a:pPr>
              <a:buFont typeface="Wingdings" pitchFamily="2" charset="2"/>
              <a:buChar char="Ø"/>
            </a:pPr>
            <a:r>
              <a:rPr lang="en-US" altLang="zh-CN" b="1" dirty="0">
                <a:solidFill>
                  <a:srgbClr val="00CC66"/>
                </a:solidFill>
                <a:effectLst>
                  <a:outerShdw blurRad="38100" dist="38100" dir="2700000" algn="tl">
                    <a:srgbClr val="000000"/>
                  </a:outerShdw>
                </a:effectLst>
                <a:latin typeface="+mn-lt"/>
                <a:ea typeface="楷体" pitchFamily="49" charset="-122"/>
              </a:rPr>
              <a:t> </a:t>
            </a:r>
            <a:r>
              <a:rPr lang="zh-CN" altLang="en-US" b="1" dirty="0">
                <a:solidFill>
                  <a:srgbClr val="00CC66"/>
                </a:solidFill>
                <a:effectLst>
                  <a:outerShdw blurRad="38100" dist="38100" dir="2700000" algn="tl">
                    <a:srgbClr val="000000"/>
                  </a:outerShdw>
                </a:effectLst>
                <a:latin typeface="+mn-lt"/>
                <a:ea typeface="楷体" pitchFamily="49" charset="-122"/>
              </a:rPr>
              <a:t>功能</a:t>
            </a:r>
          </a:p>
          <a:p>
            <a:pPr>
              <a:buFont typeface="Wingdings" pitchFamily="2" charset="2"/>
              <a:buNone/>
            </a:pPr>
            <a:r>
              <a:rPr lang="zh-CN" altLang="en-US" b="1" dirty="0">
                <a:effectLst>
                  <a:outerShdw blurRad="38100" dist="38100" dir="2700000" algn="tl">
                    <a:srgbClr val="FFFFFF"/>
                  </a:outerShdw>
                </a:effectLst>
                <a:latin typeface="+mn-lt"/>
                <a:ea typeface="楷体" pitchFamily="49" charset="-122"/>
              </a:rPr>
              <a:t>    一个源文件可将另一个源文件的内容全部包含进来。</a:t>
            </a:r>
          </a:p>
        </p:txBody>
      </p:sp>
      <p:sp>
        <p:nvSpPr>
          <p:cNvPr id="1035290" name="Rectangle 26"/>
          <p:cNvSpPr>
            <a:spLocks noChangeArrowheads="1"/>
          </p:cNvSpPr>
          <p:nvPr/>
        </p:nvSpPr>
        <p:spPr bwMode="auto">
          <a:xfrm>
            <a:off x="1004591" y="1595438"/>
            <a:ext cx="2044700" cy="457200"/>
          </a:xfrm>
          <a:prstGeom prst="rect">
            <a:avLst/>
          </a:prstGeom>
          <a:noFill/>
          <a:ln w="9525">
            <a:noFill/>
            <a:miter lim="800000"/>
            <a:headEnd/>
            <a:tailEnd/>
          </a:ln>
          <a:effectLst/>
        </p:spPr>
        <p:txBody>
          <a:bodyPr>
            <a:spAutoFit/>
          </a:bodyPr>
          <a:lstStyle/>
          <a:p>
            <a:pPr>
              <a:buFont typeface="Wingdings" pitchFamily="2" charset="2"/>
              <a:buChar char="Ø"/>
            </a:pPr>
            <a:r>
              <a:rPr lang="en-US" altLang="zh-CN" b="1">
                <a:solidFill>
                  <a:srgbClr val="00CC66"/>
                </a:solidFill>
                <a:effectLst>
                  <a:outerShdw blurRad="38100" dist="38100" dir="2700000" algn="tl">
                    <a:srgbClr val="000000"/>
                  </a:outerShdw>
                </a:effectLst>
                <a:latin typeface="+mn-lt"/>
                <a:ea typeface="楷体" pitchFamily="49" charset="-122"/>
              </a:rPr>
              <a:t> </a:t>
            </a:r>
            <a:r>
              <a:rPr lang="zh-CN" altLang="en-US" b="1">
                <a:solidFill>
                  <a:srgbClr val="00CC66"/>
                </a:solidFill>
                <a:effectLst>
                  <a:outerShdw blurRad="38100" dist="38100" dir="2700000" algn="tl">
                    <a:srgbClr val="000000"/>
                  </a:outerShdw>
                </a:effectLst>
                <a:latin typeface="+mn-lt"/>
                <a:ea typeface="楷体" pitchFamily="49" charset="-122"/>
              </a:rPr>
              <a:t>一般形式</a:t>
            </a:r>
          </a:p>
        </p:txBody>
      </p:sp>
      <p:sp>
        <p:nvSpPr>
          <p:cNvPr id="1035291" name="Text Box 27"/>
          <p:cNvSpPr txBox="1">
            <a:spLocks noChangeArrowheads="1"/>
          </p:cNvSpPr>
          <p:nvPr/>
        </p:nvSpPr>
        <p:spPr bwMode="auto">
          <a:xfrm>
            <a:off x="1452267" y="2147888"/>
            <a:ext cx="9036216"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effectLst>
                  <a:outerShdw blurRad="38100" dist="38100" dir="2700000" algn="tl">
                    <a:srgbClr val="FFFFFF"/>
                  </a:outerShdw>
                </a:effectLst>
                <a:latin typeface="+mn-lt"/>
                <a:ea typeface="楷体" pitchFamily="49" charset="-122"/>
              </a:rPr>
              <a:t>#define    &lt;</a:t>
            </a:r>
            <a:r>
              <a:rPr lang="zh-CN" altLang="en-US" sz="2000" b="1" dirty="0">
                <a:effectLst>
                  <a:outerShdw blurRad="38100" dist="38100" dir="2700000" algn="tl">
                    <a:srgbClr val="FFFFFF"/>
                  </a:outerShdw>
                </a:effectLst>
                <a:latin typeface="+mn-lt"/>
                <a:ea typeface="楷体" pitchFamily="49" charset="-122"/>
              </a:rPr>
              <a:t>包含文件名</a:t>
            </a:r>
            <a:r>
              <a:rPr lang="en-US" altLang="zh-CN" sz="2000" b="1" dirty="0">
                <a:effectLst>
                  <a:outerShdw blurRad="38100" dist="38100" dir="2700000" algn="tl">
                    <a:srgbClr val="FFFFFF"/>
                  </a:outerShdw>
                </a:effectLst>
                <a:latin typeface="+mn-lt"/>
                <a:ea typeface="楷体" pitchFamily="49" charset="-122"/>
              </a:rPr>
              <a:t>&gt;         </a:t>
            </a:r>
            <a:r>
              <a:rPr lang="zh-CN" altLang="en-US" sz="2000" b="1" dirty="0">
                <a:solidFill>
                  <a:srgbClr val="CC0000"/>
                </a:solidFill>
                <a:effectLst>
                  <a:outerShdw blurRad="38100" dist="38100" dir="2700000" algn="tl">
                    <a:srgbClr val="000000"/>
                  </a:outerShdw>
                </a:effectLst>
                <a:latin typeface="+mn-lt"/>
                <a:ea typeface="楷体" pitchFamily="49" charset="-122"/>
              </a:rPr>
              <a:t>或</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#define    “</a:t>
            </a:r>
            <a:r>
              <a:rPr lang="zh-CN" altLang="en-US" sz="2000" b="1" dirty="0">
                <a:effectLst>
                  <a:outerShdw blurRad="38100" dist="38100" dir="2700000" algn="tl">
                    <a:srgbClr val="FFFFFF"/>
                  </a:outerShdw>
                </a:effectLst>
                <a:latin typeface="+mn-lt"/>
                <a:ea typeface="楷体" pitchFamily="49" charset="-122"/>
              </a:rPr>
              <a:t>包含文件名”</a:t>
            </a:r>
          </a:p>
        </p:txBody>
      </p:sp>
      <p:sp>
        <p:nvSpPr>
          <p:cNvPr id="1035292" name="Rectangle 28"/>
          <p:cNvSpPr>
            <a:spLocks noChangeArrowheads="1"/>
          </p:cNvSpPr>
          <p:nvPr/>
        </p:nvSpPr>
        <p:spPr bwMode="auto">
          <a:xfrm>
            <a:off x="731542" y="3141664"/>
            <a:ext cx="10765054" cy="830997"/>
          </a:xfrm>
          <a:prstGeom prst="rect">
            <a:avLst/>
          </a:prstGeom>
          <a:noFill/>
          <a:ln w="9525">
            <a:noFill/>
            <a:miter lim="800000"/>
            <a:headEnd/>
            <a:tailEnd/>
          </a:ln>
          <a:effectLst/>
        </p:spPr>
        <p:txBody>
          <a:bodyPr wrap="square">
            <a:spAutoFit/>
          </a:bodyPr>
          <a:lstStyle/>
          <a:p>
            <a:pPr>
              <a:spcBef>
                <a:spcPct val="20000"/>
              </a:spcBef>
            </a:pPr>
            <a:r>
              <a:rPr lang="zh-CN" altLang="en-US" b="1" dirty="0">
                <a:effectLst>
                  <a:outerShdw blurRad="38100" dist="38100" dir="2700000" algn="tl">
                    <a:srgbClr val="FFFFFF"/>
                  </a:outerShdw>
                </a:effectLst>
                <a:latin typeface="+mn-lt"/>
                <a:ea typeface="楷体" pitchFamily="49" charset="-122"/>
              </a:rPr>
              <a:t>        预编译时</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用被包含文件的内容取代该预处理命令，再对“包含”后的文件作一个源文件编译。</a:t>
            </a:r>
          </a:p>
        </p:txBody>
      </p:sp>
      <p:sp>
        <p:nvSpPr>
          <p:cNvPr id="1035293" name="AutoShape 29"/>
          <p:cNvSpPr>
            <a:spLocks noChangeArrowheads="1"/>
          </p:cNvSpPr>
          <p:nvPr/>
        </p:nvSpPr>
        <p:spPr bwMode="auto">
          <a:xfrm>
            <a:off x="3719884" y="2982914"/>
            <a:ext cx="3024188" cy="1152525"/>
          </a:xfrm>
          <a:prstGeom prst="wedgeRoundRectCallout">
            <a:avLst>
              <a:gd name="adj1" fmla="val -47898"/>
              <a:gd name="adj2" fmla="val -93940"/>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kumimoji="0" lang="en-US" altLang="zh-CN" sz="2000" b="1" dirty="0">
                <a:solidFill>
                  <a:schemeClr val="accent2"/>
                </a:solidFill>
                <a:effectLst>
                  <a:outerShdw blurRad="38100" dist="38100" dir="2700000" algn="tl">
                    <a:srgbClr val="000000"/>
                  </a:outerShdw>
                </a:effectLst>
                <a:latin typeface="+mn-lt"/>
                <a:ea typeface="楷体" pitchFamily="49" charset="-122"/>
              </a:rPr>
              <a:t>&lt; &gt;</a:t>
            </a:r>
            <a:r>
              <a:rPr kumimoji="0" lang="zh-CN" altLang="en-US" sz="2000" b="1" dirty="0">
                <a:solidFill>
                  <a:schemeClr val="accent2"/>
                </a:solidFill>
                <a:effectLst>
                  <a:outerShdw blurRad="38100" dist="38100" dir="2700000" algn="tl">
                    <a:srgbClr val="000000"/>
                  </a:outerShdw>
                </a:effectLst>
                <a:latin typeface="+mn-lt"/>
                <a:ea typeface="楷体" pitchFamily="49" charset="-122"/>
              </a:rPr>
              <a:t>：</a:t>
            </a:r>
            <a:r>
              <a:rPr kumimoji="0" lang="zh-CN" altLang="en-US" sz="2000" b="1" dirty="0">
                <a:solidFill>
                  <a:srgbClr val="CC0000"/>
                </a:solidFill>
                <a:effectLst>
                  <a:outerShdw blurRad="38100" dist="38100" dir="2700000" algn="tl">
                    <a:srgbClr val="000000"/>
                  </a:outerShdw>
                </a:effectLst>
                <a:latin typeface="+mn-lt"/>
                <a:ea typeface="楷体" pitchFamily="49" charset="-122"/>
              </a:rPr>
              <a:t>直</a:t>
            </a:r>
            <a:r>
              <a:rPr lang="zh-CN" altLang="en-US" sz="2000" b="1" dirty="0">
                <a:solidFill>
                  <a:srgbClr val="CC0000"/>
                </a:solidFill>
                <a:effectLst>
                  <a:outerShdw blurRad="38100" dist="38100" dir="2700000" algn="tl">
                    <a:srgbClr val="000000"/>
                  </a:outerShdw>
                </a:effectLst>
                <a:latin typeface="+mn-lt"/>
                <a:ea typeface="楷体" pitchFamily="49" charset="-122"/>
              </a:rPr>
              <a:t>接到系统指定的“文件包含目录”去查找被包含的文件 </a:t>
            </a:r>
          </a:p>
        </p:txBody>
      </p:sp>
      <p:sp>
        <p:nvSpPr>
          <p:cNvPr id="1035294" name="AutoShape 30"/>
          <p:cNvSpPr>
            <a:spLocks noChangeArrowheads="1"/>
          </p:cNvSpPr>
          <p:nvPr/>
        </p:nvSpPr>
        <p:spPr bwMode="auto">
          <a:xfrm>
            <a:off x="4982548" y="2985771"/>
            <a:ext cx="3348038" cy="1368425"/>
          </a:xfrm>
          <a:prstGeom prst="wedgeRoundRectCallout">
            <a:avLst>
              <a:gd name="adj1" fmla="val 33926"/>
              <a:gd name="adj2" fmla="val -87009"/>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kumimoji="0" lang="en-US" altLang="zh-CN" sz="2000" b="1" dirty="0">
                <a:solidFill>
                  <a:schemeClr val="accent2"/>
                </a:solidFill>
                <a:effectLst>
                  <a:outerShdw blurRad="38100" dist="38100" dir="2700000" algn="tl">
                    <a:srgbClr val="000000"/>
                  </a:outerShdw>
                </a:effectLst>
                <a:latin typeface="+mn-lt"/>
                <a:ea typeface="楷体" pitchFamily="49" charset="-122"/>
              </a:rPr>
              <a:t>“ ”</a:t>
            </a:r>
            <a:r>
              <a:rPr kumimoji="0" lang="zh-CN" altLang="en-US" sz="2000" b="1" dirty="0">
                <a:solidFill>
                  <a:schemeClr val="accent2"/>
                </a:solidFill>
                <a:effectLst>
                  <a:outerShdw blurRad="38100" dist="38100" dir="2700000" algn="tl">
                    <a:srgbClr val="000000"/>
                  </a:outerShdw>
                </a:effectLst>
                <a:latin typeface="+mn-lt"/>
                <a:ea typeface="楷体" pitchFamily="49" charset="-122"/>
              </a:rPr>
              <a:t>：</a:t>
            </a:r>
            <a:r>
              <a:rPr lang="zh-CN" altLang="zh-CN" sz="2000" b="1" dirty="0">
                <a:solidFill>
                  <a:srgbClr val="CC0000"/>
                </a:solidFill>
                <a:effectLst>
                  <a:outerShdw blurRad="38100" dist="38100" dir="2700000" algn="tl">
                    <a:srgbClr val="000000"/>
                  </a:outerShdw>
                </a:effectLst>
                <a:latin typeface="+mn-lt"/>
                <a:ea typeface="楷体" pitchFamily="49" charset="-122"/>
              </a:rPr>
              <a:t>系统首先到当前目录下查找被包含文件，如果没找到，再到系统</a:t>
            </a:r>
            <a:r>
              <a:rPr lang="zh-CN" altLang="en-US" sz="2000" b="1" dirty="0">
                <a:solidFill>
                  <a:srgbClr val="CC0000"/>
                </a:solidFill>
                <a:effectLst>
                  <a:outerShdw blurRad="38100" dist="38100" dir="2700000" algn="tl">
                    <a:srgbClr val="000000"/>
                  </a:outerShdw>
                </a:effectLst>
                <a:latin typeface="+mn-lt"/>
                <a:ea typeface="楷体" pitchFamily="49" charset="-122"/>
              </a:rPr>
              <a:t>指定的“文件包含目录”去查找。</a:t>
            </a:r>
            <a:r>
              <a:rPr lang="zh-CN" altLang="en-US" sz="2000" dirty="0">
                <a:solidFill>
                  <a:srgbClr val="CC0000"/>
                </a:solidFill>
                <a:latin typeface="+mn-lt"/>
                <a:ea typeface="楷体" pitchFamily="49" charset="-122"/>
              </a:rPr>
              <a:t> </a:t>
            </a:r>
          </a:p>
        </p:txBody>
      </p:sp>
      <p:grpSp>
        <p:nvGrpSpPr>
          <p:cNvPr id="1035309" name="Group 45"/>
          <p:cNvGrpSpPr>
            <a:grpSpLocks/>
          </p:cNvGrpSpPr>
          <p:nvPr/>
        </p:nvGrpSpPr>
        <p:grpSpPr bwMode="auto">
          <a:xfrm>
            <a:off x="6556623" y="4883150"/>
            <a:ext cx="1109663" cy="890588"/>
            <a:chOff x="3334" y="3148"/>
            <a:chExt cx="699" cy="561"/>
          </a:xfrm>
        </p:grpSpPr>
        <p:sp>
          <p:nvSpPr>
            <p:cNvPr id="1035303" name="AutoShape 39"/>
            <p:cNvSpPr>
              <a:spLocks noChangeArrowheads="1"/>
            </p:cNvSpPr>
            <p:nvPr/>
          </p:nvSpPr>
          <p:spPr bwMode="auto">
            <a:xfrm>
              <a:off x="3334" y="3148"/>
              <a:ext cx="652" cy="13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rgbClr val="00FFFF"/>
                </a:gs>
                <a:gs pos="100000">
                  <a:schemeClr val="bg1"/>
                </a:gs>
              </a:gsLst>
              <a:lin ang="5400000" scaled="1"/>
            </a:gradFill>
            <a:ln w="19050">
              <a:solidFill>
                <a:srgbClr val="0000FF"/>
              </a:solidFill>
              <a:miter lim="800000"/>
              <a:headEnd/>
              <a:tailEnd/>
            </a:ln>
            <a:effectLst>
              <a:outerShdw dist="35921" dir="2700000" algn="ctr" rotWithShape="0">
                <a:schemeClr val="bg2"/>
              </a:outerShdw>
            </a:effectLst>
          </p:spPr>
          <p:txBody>
            <a:bodyPr wrap="none" anchor="ctr"/>
            <a:lstStyle/>
            <a:p>
              <a:endParaRPr lang="zh-CN" altLang="en-US"/>
            </a:p>
          </p:txBody>
        </p:sp>
        <p:sp>
          <p:nvSpPr>
            <p:cNvPr id="1035304" name="Text Box 40"/>
            <p:cNvSpPr txBox="1">
              <a:spLocks noChangeArrowheads="1"/>
            </p:cNvSpPr>
            <p:nvPr/>
          </p:nvSpPr>
          <p:spPr bwMode="auto">
            <a:xfrm>
              <a:off x="3349" y="3267"/>
              <a:ext cx="684" cy="442"/>
            </a:xfrm>
            <a:prstGeom prst="rect">
              <a:avLst/>
            </a:prstGeom>
            <a:noFill/>
            <a:ln w="9525">
              <a:noFill/>
              <a:miter lim="800000"/>
              <a:headEnd/>
              <a:tailEnd/>
            </a:ln>
            <a:effectLst/>
          </p:spPr>
          <p:txBody>
            <a:bodyPr>
              <a:spAutoFit/>
            </a:bodyPr>
            <a:lstStyle/>
            <a:p>
              <a:pPr>
                <a:spcBef>
                  <a:spcPct val="50000"/>
                </a:spcBef>
              </a:pPr>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grpSp>
        <p:nvGrpSpPr>
          <p:cNvPr id="1035322" name="Group 58"/>
          <p:cNvGrpSpPr>
            <a:grpSpLocks/>
          </p:cNvGrpSpPr>
          <p:nvPr/>
        </p:nvGrpSpPr>
        <p:grpSpPr bwMode="auto">
          <a:xfrm>
            <a:off x="1919536" y="4959350"/>
            <a:ext cx="1728787" cy="1828800"/>
            <a:chOff x="413" y="3124"/>
            <a:chExt cx="1089" cy="1152"/>
          </a:xfrm>
        </p:grpSpPr>
        <p:grpSp>
          <p:nvGrpSpPr>
            <p:cNvPr id="1035315" name="Group 51"/>
            <p:cNvGrpSpPr>
              <a:grpSpLocks/>
            </p:cNvGrpSpPr>
            <p:nvPr/>
          </p:nvGrpSpPr>
          <p:grpSpPr bwMode="auto">
            <a:xfrm>
              <a:off x="413" y="3124"/>
              <a:ext cx="1089" cy="726"/>
              <a:chOff x="413" y="3196"/>
              <a:chExt cx="1089" cy="726"/>
            </a:xfrm>
          </p:grpSpPr>
          <p:sp>
            <p:nvSpPr>
              <p:cNvPr id="1035297" name="Rectangle 33"/>
              <p:cNvSpPr>
                <a:spLocks noChangeArrowheads="1"/>
              </p:cNvSpPr>
              <p:nvPr/>
            </p:nvSpPr>
            <p:spPr bwMode="auto">
              <a:xfrm>
                <a:off x="413" y="3196"/>
                <a:ext cx="1089" cy="726"/>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298" name="Text Box 34"/>
              <p:cNvSpPr txBox="1">
                <a:spLocks noChangeArrowheads="1"/>
              </p:cNvSpPr>
              <p:nvPr/>
            </p:nvSpPr>
            <p:spPr bwMode="auto">
              <a:xfrm>
                <a:off x="540" y="3424"/>
                <a:ext cx="817" cy="291"/>
              </a:xfrm>
              <a:prstGeom prst="rect">
                <a:avLst/>
              </a:prstGeom>
              <a:gradFill rotWithShape="1">
                <a:gsLst>
                  <a:gs pos="0">
                    <a:srgbClr val="FFCC99"/>
                  </a:gs>
                  <a:gs pos="100000">
                    <a:schemeClr val="bg1"/>
                  </a:gs>
                </a:gsLst>
                <a:lin ang="5400000" scaled="1"/>
              </a:gradFill>
              <a:ln w="28575">
                <a:solidFill>
                  <a:srgbClr val="0000FF"/>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A</a:t>
                </a:r>
              </a:p>
            </p:txBody>
          </p:sp>
        </p:grpSp>
        <p:sp>
          <p:nvSpPr>
            <p:cNvPr id="1035316" name="Text Box 52"/>
            <p:cNvSpPr txBox="1">
              <a:spLocks noChangeArrowheads="1"/>
            </p:cNvSpPr>
            <p:nvPr/>
          </p:nvSpPr>
          <p:spPr bwMode="auto">
            <a:xfrm>
              <a:off x="612" y="3834"/>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源文件</a:t>
              </a:r>
              <a:r>
                <a:rPr lang="en-US" altLang="zh-CN" sz="2000" b="1" dirty="0">
                  <a:effectLst>
                    <a:outerShdw blurRad="38100" dist="38100" dir="2700000" algn="tl">
                      <a:srgbClr val="FFFFFF"/>
                    </a:outerShdw>
                  </a:effectLst>
                  <a:latin typeface="+mn-lt"/>
                  <a:ea typeface="楷体" pitchFamily="49" charset="-122"/>
                </a:rPr>
                <a:t>prg1.cpp</a:t>
              </a:r>
            </a:p>
          </p:txBody>
        </p:sp>
      </p:grpSp>
      <p:grpSp>
        <p:nvGrpSpPr>
          <p:cNvPr id="1035323" name="Group 59"/>
          <p:cNvGrpSpPr>
            <a:grpSpLocks/>
          </p:cNvGrpSpPr>
          <p:nvPr/>
        </p:nvGrpSpPr>
        <p:grpSpPr bwMode="auto">
          <a:xfrm>
            <a:off x="3864223" y="4022726"/>
            <a:ext cx="2619375" cy="2792413"/>
            <a:chOff x="1638" y="2534"/>
            <a:chExt cx="1650" cy="1759"/>
          </a:xfrm>
        </p:grpSpPr>
        <p:grpSp>
          <p:nvGrpSpPr>
            <p:cNvPr id="1035301" name="Group 37"/>
            <p:cNvGrpSpPr>
              <a:grpSpLocks/>
            </p:cNvGrpSpPr>
            <p:nvPr/>
          </p:nvGrpSpPr>
          <p:grpSpPr bwMode="auto">
            <a:xfrm>
              <a:off x="1638" y="2534"/>
              <a:ext cx="1650" cy="1315"/>
              <a:chOff x="1701" y="2795"/>
              <a:chExt cx="1723" cy="1315"/>
            </a:xfrm>
          </p:grpSpPr>
          <p:sp>
            <p:nvSpPr>
              <p:cNvPr id="1035295" name="Rectangle 31"/>
              <p:cNvSpPr>
                <a:spLocks noChangeArrowheads="1"/>
              </p:cNvSpPr>
              <p:nvPr/>
            </p:nvSpPr>
            <p:spPr bwMode="auto">
              <a:xfrm>
                <a:off x="1701" y="2795"/>
                <a:ext cx="1723" cy="1315"/>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296" name="Text Box 32"/>
              <p:cNvSpPr txBox="1">
                <a:spLocks noChangeArrowheads="1"/>
              </p:cNvSpPr>
              <p:nvPr/>
            </p:nvSpPr>
            <p:spPr bwMode="auto">
              <a:xfrm>
                <a:off x="1746" y="2886"/>
                <a:ext cx="1678" cy="288"/>
              </a:xfrm>
              <a:prstGeom prst="rect">
                <a:avLst/>
              </a:prstGeom>
              <a:noFill/>
              <a:ln w="9525">
                <a:noFill/>
                <a:miter lim="800000"/>
                <a:headEnd/>
                <a:tailEnd/>
              </a:ln>
              <a:effectLst/>
            </p:spPr>
            <p:txBody>
              <a:bodyPr>
                <a:spAutoFit/>
              </a:bodyPr>
              <a:lstStyle/>
              <a:p>
                <a:pPr>
                  <a:spcBef>
                    <a:spcPct val="50000"/>
                  </a:spcBef>
                </a:pPr>
                <a:r>
                  <a:rPr lang="en-US" altLang="zh-CN" sz="2000" b="1">
                    <a:effectLst>
                      <a:outerShdw blurRad="38100" dist="38100" dir="2700000" algn="tl">
                        <a:srgbClr val="FFFFFF"/>
                      </a:outerShdw>
                    </a:effectLst>
                  </a:rPr>
                  <a:t>#include  "prg1.cpp"</a:t>
                </a:r>
                <a:r>
                  <a:rPr lang="en-US" altLang="zh-CN"/>
                  <a:t> </a:t>
                </a:r>
              </a:p>
            </p:txBody>
          </p:sp>
          <p:sp>
            <p:nvSpPr>
              <p:cNvPr id="1035299" name="Text Box 35"/>
              <p:cNvSpPr txBox="1">
                <a:spLocks noChangeArrowheads="1"/>
              </p:cNvSpPr>
              <p:nvPr/>
            </p:nvSpPr>
            <p:spPr bwMode="auto">
              <a:xfrm>
                <a:off x="2019" y="3566"/>
                <a:ext cx="1134" cy="291"/>
              </a:xfrm>
              <a:prstGeom prst="rect">
                <a:avLst/>
              </a:prstGeom>
              <a:gradFill rotWithShape="1">
                <a:gsLst>
                  <a:gs pos="0">
                    <a:srgbClr val="FF00FF"/>
                  </a:gs>
                  <a:gs pos="100000">
                    <a:schemeClr val="bg1"/>
                  </a:gs>
                </a:gsLst>
                <a:lin ang="5400000" scaled="1"/>
              </a:gradFill>
              <a:ln w="28575">
                <a:solidFill>
                  <a:srgbClr val="008000"/>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B</a:t>
                </a:r>
              </a:p>
            </p:txBody>
          </p:sp>
        </p:grpSp>
        <p:sp>
          <p:nvSpPr>
            <p:cNvPr id="1035317" name="Text Box 53"/>
            <p:cNvSpPr txBox="1">
              <a:spLocks noChangeArrowheads="1"/>
            </p:cNvSpPr>
            <p:nvPr/>
          </p:nvSpPr>
          <p:spPr bwMode="auto">
            <a:xfrm>
              <a:off x="2170" y="3851"/>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源文件</a:t>
              </a:r>
              <a:r>
                <a:rPr lang="en-US" altLang="zh-CN" sz="2000" b="1" dirty="0">
                  <a:effectLst>
                    <a:outerShdw blurRad="38100" dist="38100" dir="2700000" algn="tl">
                      <a:srgbClr val="FFFFFF"/>
                    </a:outerShdw>
                  </a:effectLst>
                  <a:latin typeface="+mn-lt"/>
                  <a:ea typeface="楷体" pitchFamily="49" charset="-122"/>
                </a:rPr>
                <a:t>prg2.cpp</a:t>
              </a:r>
            </a:p>
          </p:txBody>
        </p:sp>
      </p:grpSp>
      <p:grpSp>
        <p:nvGrpSpPr>
          <p:cNvPr id="1035324" name="Group 60"/>
          <p:cNvGrpSpPr>
            <a:grpSpLocks/>
          </p:cNvGrpSpPr>
          <p:nvPr/>
        </p:nvGrpSpPr>
        <p:grpSpPr bwMode="auto">
          <a:xfrm>
            <a:off x="7631361" y="4049713"/>
            <a:ext cx="2619375" cy="2779712"/>
            <a:chOff x="4011" y="2551"/>
            <a:chExt cx="1650" cy="1751"/>
          </a:xfrm>
        </p:grpSpPr>
        <p:grpSp>
          <p:nvGrpSpPr>
            <p:cNvPr id="1035314" name="Group 50"/>
            <p:cNvGrpSpPr>
              <a:grpSpLocks/>
            </p:cNvGrpSpPr>
            <p:nvPr/>
          </p:nvGrpSpPr>
          <p:grpSpPr bwMode="auto">
            <a:xfrm>
              <a:off x="4011" y="2551"/>
              <a:ext cx="1650" cy="1315"/>
              <a:chOff x="4011" y="2659"/>
              <a:chExt cx="1650" cy="1315"/>
            </a:xfrm>
          </p:grpSpPr>
          <p:sp>
            <p:nvSpPr>
              <p:cNvPr id="1035306" name="Rectangle 42"/>
              <p:cNvSpPr>
                <a:spLocks noChangeArrowheads="1"/>
              </p:cNvSpPr>
              <p:nvPr/>
            </p:nvSpPr>
            <p:spPr bwMode="auto">
              <a:xfrm>
                <a:off x="4011" y="2659"/>
                <a:ext cx="1650" cy="1315"/>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sp>
            <p:nvSpPr>
              <p:cNvPr id="1035308" name="Text Box 44"/>
              <p:cNvSpPr txBox="1">
                <a:spLocks noChangeArrowheads="1"/>
              </p:cNvSpPr>
              <p:nvPr/>
            </p:nvSpPr>
            <p:spPr bwMode="auto">
              <a:xfrm>
                <a:off x="4316" y="3430"/>
                <a:ext cx="1085" cy="291"/>
              </a:xfrm>
              <a:prstGeom prst="rect">
                <a:avLst/>
              </a:prstGeom>
              <a:gradFill rotWithShape="1">
                <a:gsLst>
                  <a:gs pos="0">
                    <a:srgbClr val="FF00FF"/>
                  </a:gs>
                  <a:gs pos="100000">
                    <a:schemeClr val="bg1"/>
                  </a:gs>
                </a:gsLst>
                <a:lin ang="5400000" scaled="1"/>
              </a:gradFill>
              <a:ln w="28575">
                <a:solidFill>
                  <a:srgbClr val="008000"/>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B</a:t>
                </a:r>
              </a:p>
            </p:txBody>
          </p:sp>
          <p:sp>
            <p:nvSpPr>
              <p:cNvPr id="1035313" name="Text Box 49"/>
              <p:cNvSpPr txBox="1">
                <a:spLocks noChangeArrowheads="1"/>
              </p:cNvSpPr>
              <p:nvPr/>
            </p:nvSpPr>
            <p:spPr bwMode="auto">
              <a:xfrm>
                <a:off x="4322" y="2886"/>
                <a:ext cx="1062" cy="291"/>
              </a:xfrm>
              <a:prstGeom prst="rect">
                <a:avLst/>
              </a:prstGeom>
              <a:gradFill rotWithShape="1">
                <a:gsLst>
                  <a:gs pos="0">
                    <a:srgbClr val="FFCC99"/>
                  </a:gs>
                  <a:gs pos="100000">
                    <a:schemeClr val="bg1"/>
                  </a:gs>
                </a:gsLst>
                <a:lin ang="5400000" scaled="1"/>
              </a:gradFill>
              <a:ln w="28575">
                <a:solidFill>
                  <a:srgbClr val="0000FF"/>
                </a:solidFill>
                <a:miter lim="800000"/>
                <a:headEnd/>
                <a:tailEnd/>
              </a:ln>
              <a:effectLst/>
            </p:spPr>
            <p:txBody>
              <a:bodyPr>
                <a:spAutoFit/>
              </a:bodyPr>
              <a:lstStyle/>
              <a:p>
                <a:pPr algn="ctr">
                  <a:spcBef>
                    <a:spcPct val="50000"/>
                  </a:spcBef>
                </a:pPr>
                <a:r>
                  <a:rPr lang="en-US" altLang="zh-CN" b="1">
                    <a:effectLst>
                      <a:outerShdw blurRad="38100" dist="38100" dir="2700000" algn="tl">
                        <a:srgbClr val="FFFFFF"/>
                      </a:outerShdw>
                    </a:effectLst>
                  </a:rPr>
                  <a:t>A</a:t>
                </a:r>
              </a:p>
            </p:txBody>
          </p:sp>
        </p:grpSp>
        <p:sp>
          <p:nvSpPr>
            <p:cNvPr id="1035318" name="Text Box 54"/>
            <p:cNvSpPr txBox="1">
              <a:spLocks noChangeArrowheads="1"/>
            </p:cNvSpPr>
            <p:nvPr/>
          </p:nvSpPr>
          <p:spPr bwMode="auto">
            <a:xfrm>
              <a:off x="4519" y="3860"/>
              <a:ext cx="862" cy="442"/>
            </a:xfrm>
            <a:prstGeom prst="rect">
              <a:avLst/>
            </a:prstGeom>
            <a:noFill/>
            <a:ln w="9525">
              <a:noFill/>
              <a:miter lim="800000"/>
              <a:headEnd/>
              <a:tailEnd/>
            </a:ln>
            <a:effectLst/>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新源文件</a:t>
              </a:r>
              <a:r>
                <a:rPr lang="en-US" altLang="zh-CN" sz="2000" b="1" dirty="0">
                  <a:effectLst>
                    <a:outerShdw blurRad="38100" dist="38100" dir="2700000" algn="tl">
                      <a:srgbClr val="FFFFFF"/>
                    </a:outerShdw>
                  </a:effectLst>
                  <a:latin typeface="+mn-lt"/>
                  <a:ea typeface="楷体" pitchFamily="49" charset="-122"/>
                </a:rPr>
                <a:t>prg2.cpp</a:t>
              </a:r>
            </a:p>
          </p:txBody>
        </p:sp>
      </p:grpSp>
      <p:grpSp>
        <p:nvGrpSpPr>
          <p:cNvPr id="1035321" name="Group 57"/>
          <p:cNvGrpSpPr>
            <a:grpSpLocks/>
          </p:cNvGrpSpPr>
          <p:nvPr/>
        </p:nvGrpSpPr>
        <p:grpSpPr bwMode="auto">
          <a:xfrm>
            <a:off x="2740272" y="4408488"/>
            <a:ext cx="1079500" cy="863600"/>
            <a:chOff x="930" y="2777"/>
            <a:chExt cx="680" cy="544"/>
          </a:xfrm>
        </p:grpSpPr>
        <p:sp>
          <p:nvSpPr>
            <p:cNvPr id="1035319" name="Line 55"/>
            <p:cNvSpPr>
              <a:spLocks noChangeShapeType="1"/>
            </p:cNvSpPr>
            <p:nvPr/>
          </p:nvSpPr>
          <p:spPr bwMode="auto">
            <a:xfrm flipV="1">
              <a:off x="930" y="2777"/>
              <a:ext cx="0" cy="544"/>
            </a:xfrm>
            <a:prstGeom prst="line">
              <a:avLst/>
            </a:prstGeom>
            <a:noFill/>
            <a:ln w="28575">
              <a:solidFill>
                <a:srgbClr val="FF0000"/>
              </a:solidFill>
              <a:round/>
              <a:headEnd/>
              <a:tailEnd/>
            </a:ln>
            <a:effectLst>
              <a:outerShdw dist="35921" dir="2700000" algn="ctr" rotWithShape="0">
                <a:schemeClr val="bg2"/>
              </a:outerShdw>
            </a:effectLst>
          </p:spPr>
          <p:txBody>
            <a:bodyPr/>
            <a:lstStyle/>
            <a:p>
              <a:endParaRPr lang="zh-CN" altLang="en-US"/>
            </a:p>
          </p:txBody>
        </p:sp>
        <p:sp>
          <p:nvSpPr>
            <p:cNvPr id="1035320" name="Line 56"/>
            <p:cNvSpPr>
              <a:spLocks noChangeShapeType="1"/>
            </p:cNvSpPr>
            <p:nvPr/>
          </p:nvSpPr>
          <p:spPr bwMode="auto">
            <a:xfrm>
              <a:off x="930" y="2777"/>
              <a:ext cx="680" cy="0"/>
            </a:xfrm>
            <a:prstGeom prst="line">
              <a:avLst/>
            </a:prstGeom>
            <a:noFill/>
            <a:ln w="28575">
              <a:solidFill>
                <a:srgbClr val="FF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035325" name="Group 61"/>
          <p:cNvGrpSpPr>
            <a:grpSpLocks/>
          </p:cNvGrpSpPr>
          <p:nvPr/>
        </p:nvGrpSpPr>
        <p:grpSpPr bwMode="auto">
          <a:xfrm>
            <a:off x="-9822" y="0"/>
            <a:ext cx="446088" cy="6858000"/>
            <a:chOff x="0" y="0"/>
            <a:chExt cx="281" cy="4320"/>
          </a:xfrm>
        </p:grpSpPr>
        <p:sp>
          <p:nvSpPr>
            <p:cNvPr id="1035326" name="Text Box 62"/>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5327" name="Text Box 63"/>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5289">
                                            <p:txEl>
                                              <p:pRg st="0" end="0"/>
                                            </p:txEl>
                                          </p:spTgt>
                                        </p:tgtEl>
                                        <p:attrNameLst>
                                          <p:attrName>style.visibility</p:attrName>
                                        </p:attrNameLst>
                                      </p:cBhvr>
                                      <p:to>
                                        <p:strVal val="visible"/>
                                      </p:to>
                                    </p:set>
                                    <p:anim calcmode="lin" valueType="num">
                                      <p:cBhvr additive="base">
                                        <p:cTn id="7" dur="500" fill="hold"/>
                                        <p:tgtEl>
                                          <p:spTgt spid="10352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528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35289">
                                            <p:txEl>
                                              <p:pRg st="1" end="1"/>
                                            </p:txEl>
                                          </p:spTgt>
                                        </p:tgtEl>
                                        <p:attrNameLst>
                                          <p:attrName>style.visibility</p:attrName>
                                        </p:attrNameLst>
                                      </p:cBhvr>
                                      <p:to>
                                        <p:strVal val="visible"/>
                                      </p:to>
                                    </p:set>
                                    <p:animEffect transition="in" filter="box(out)">
                                      <p:cBhvr>
                                        <p:cTn id="13" dur="500"/>
                                        <p:tgtEl>
                                          <p:spTgt spid="1035289">
                                            <p:txEl>
                                              <p:pRg st="1" end="1"/>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5290"/>
                                        </p:tgtEl>
                                        <p:attrNameLst>
                                          <p:attrName>style.visibility</p:attrName>
                                        </p:attrNameLst>
                                      </p:cBhvr>
                                      <p:to>
                                        <p:strVal val="visible"/>
                                      </p:to>
                                    </p:set>
                                    <p:anim calcmode="lin" valueType="num">
                                      <p:cBhvr additive="base">
                                        <p:cTn id="18" dur="500" fill="hold"/>
                                        <p:tgtEl>
                                          <p:spTgt spid="1035290"/>
                                        </p:tgtEl>
                                        <p:attrNameLst>
                                          <p:attrName>ppt_x</p:attrName>
                                        </p:attrNameLst>
                                      </p:cBhvr>
                                      <p:tavLst>
                                        <p:tav tm="0">
                                          <p:val>
                                            <p:strVal val="0-#ppt_w/2"/>
                                          </p:val>
                                        </p:tav>
                                        <p:tav tm="100000">
                                          <p:val>
                                            <p:strVal val="#ppt_x"/>
                                          </p:val>
                                        </p:tav>
                                      </p:tavLst>
                                    </p:anim>
                                    <p:anim calcmode="lin" valueType="num">
                                      <p:cBhvr additive="base">
                                        <p:cTn id="19" dur="500" fill="hold"/>
                                        <p:tgtEl>
                                          <p:spTgt spid="103529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5291"/>
                                        </p:tgtEl>
                                        <p:attrNameLst>
                                          <p:attrName>style.visibility</p:attrName>
                                        </p:attrNameLst>
                                      </p:cBhvr>
                                      <p:to>
                                        <p:strVal val="visible"/>
                                      </p:to>
                                    </p:set>
                                    <p:animEffect transition="in" filter="box(out)">
                                      <p:cBhvr>
                                        <p:cTn id="24" dur="500"/>
                                        <p:tgtEl>
                                          <p:spTgt spid="1035291"/>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1035293"/>
                                        </p:tgtEl>
                                        <p:attrNameLst>
                                          <p:attrName>style.visibility</p:attrName>
                                        </p:attrNameLst>
                                      </p:cBhvr>
                                      <p:to>
                                        <p:strVal val="visible"/>
                                      </p:to>
                                    </p:set>
                                    <p:animEffect transition="in" filter="strips(downRight)">
                                      <p:cBhvr>
                                        <p:cTn id="29" dur="500"/>
                                        <p:tgtEl>
                                          <p:spTgt spid="1035293"/>
                                        </p:tgtEl>
                                      </p:cBhvr>
                                    </p:animEffect>
                                  </p:childTnLst>
                                  <p:subTnLst>
                                    <p:set>
                                      <p:cBhvr override="childStyle">
                                        <p:cTn dur="1" fill="hold" display="0" masterRel="nextClick" afterEffect="1"/>
                                        <p:tgtEl>
                                          <p:spTgt spid="1035293"/>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4" name="laser.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035294"/>
                                        </p:tgtEl>
                                        <p:attrNameLst>
                                          <p:attrName>style.visibility</p:attrName>
                                        </p:attrNameLst>
                                      </p:cBhvr>
                                      <p:to>
                                        <p:strVal val="visible"/>
                                      </p:to>
                                    </p:set>
                                    <p:animEffect transition="in" filter="strips(downRight)">
                                      <p:cBhvr>
                                        <p:cTn id="34" dur="500"/>
                                        <p:tgtEl>
                                          <p:spTgt spid="1035294"/>
                                        </p:tgtEl>
                                      </p:cBhvr>
                                    </p:animEffect>
                                  </p:childTnLst>
                                  <p:subTnLst>
                                    <p:set>
                                      <p:cBhvr override="childStyle">
                                        <p:cTn dur="1" fill="hold" display="0" masterRel="nextClick" afterEffect="1"/>
                                        <p:tgtEl>
                                          <p:spTgt spid="1035294"/>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4" name="laser.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035284"/>
                                        </p:tgtEl>
                                        <p:attrNameLst>
                                          <p:attrName>style.visibility</p:attrName>
                                        </p:attrNameLst>
                                      </p:cBhvr>
                                      <p:to>
                                        <p:strVal val="visible"/>
                                      </p:to>
                                    </p:set>
                                    <p:anim calcmode="lin" valueType="num">
                                      <p:cBhvr additive="base">
                                        <p:cTn id="39" dur="500" fill="hold"/>
                                        <p:tgtEl>
                                          <p:spTgt spid="1035284"/>
                                        </p:tgtEl>
                                        <p:attrNameLst>
                                          <p:attrName>ppt_x</p:attrName>
                                        </p:attrNameLst>
                                      </p:cBhvr>
                                      <p:tavLst>
                                        <p:tav tm="0">
                                          <p:val>
                                            <p:strVal val="0-#ppt_w/2"/>
                                          </p:val>
                                        </p:tav>
                                        <p:tav tm="100000">
                                          <p:val>
                                            <p:strVal val="#ppt_x"/>
                                          </p:val>
                                        </p:tav>
                                      </p:tavLst>
                                    </p:anim>
                                    <p:anim calcmode="lin" valueType="num">
                                      <p:cBhvr additive="base">
                                        <p:cTn id="40" dur="500" fill="hold"/>
                                        <p:tgtEl>
                                          <p:spTgt spid="10352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35292"/>
                                        </p:tgtEl>
                                        <p:attrNameLst>
                                          <p:attrName>style.visibility</p:attrName>
                                        </p:attrNameLst>
                                      </p:cBhvr>
                                      <p:to>
                                        <p:strVal val="visible"/>
                                      </p:to>
                                    </p:set>
                                    <p:animEffect transition="in" filter="box(out)">
                                      <p:cBhvr>
                                        <p:cTn id="45" dur="500"/>
                                        <p:tgtEl>
                                          <p:spTgt spid="1035292"/>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1035322"/>
                                        </p:tgtEl>
                                        <p:attrNameLst>
                                          <p:attrName>style.visibility</p:attrName>
                                        </p:attrNameLst>
                                      </p:cBhvr>
                                      <p:to>
                                        <p:strVal val="visible"/>
                                      </p:to>
                                    </p:set>
                                    <p:animEffect transition="in" filter="box(out)">
                                      <p:cBhvr>
                                        <p:cTn id="50" dur="500"/>
                                        <p:tgtEl>
                                          <p:spTgt spid="1035322"/>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500"/>
                            </p:stCondLst>
                            <p:childTnLst>
                              <p:par>
                                <p:cTn id="52" presetID="4" presetClass="entr" presetSubtype="32" fill="hold" nodeType="afterEffect">
                                  <p:stCondLst>
                                    <p:cond delay="0"/>
                                  </p:stCondLst>
                                  <p:childTnLst>
                                    <p:set>
                                      <p:cBhvr>
                                        <p:cTn id="53" dur="1" fill="hold">
                                          <p:stCondLst>
                                            <p:cond delay="0"/>
                                          </p:stCondLst>
                                        </p:cTn>
                                        <p:tgtEl>
                                          <p:spTgt spid="1035323"/>
                                        </p:tgtEl>
                                        <p:attrNameLst>
                                          <p:attrName>style.visibility</p:attrName>
                                        </p:attrNameLst>
                                      </p:cBhvr>
                                      <p:to>
                                        <p:strVal val="visible"/>
                                      </p:to>
                                    </p:set>
                                    <p:animEffect transition="in" filter="box(out)">
                                      <p:cBhvr>
                                        <p:cTn id="54" dur="500"/>
                                        <p:tgtEl>
                                          <p:spTgt spid="1035323"/>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8" presetClass="entr" presetSubtype="3" fill="hold" nodeType="clickEffect">
                                  <p:stCondLst>
                                    <p:cond delay="0"/>
                                  </p:stCondLst>
                                  <p:childTnLst>
                                    <p:set>
                                      <p:cBhvr>
                                        <p:cTn id="58" dur="1" fill="hold">
                                          <p:stCondLst>
                                            <p:cond delay="0"/>
                                          </p:stCondLst>
                                        </p:cTn>
                                        <p:tgtEl>
                                          <p:spTgt spid="1035321"/>
                                        </p:tgtEl>
                                        <p:attrNameLst>
                                          <p:attrName>style.visibility</p:attrName>
                                        </p:attrNameLst>
                                      </p:cBhvr>
                                      <p:to>
                                        <p:strVal val="visible"/>
                                      </p:to>
                                    </p:set>
                                    <p:animEffect transition="in" filter="strips(upRight)">
                                      <p:cBhvr>
                                        <p:cTn id="59" dur="500"/>
                                        <p:tgtEl>
                                          <p:spTgt spid="1035321"/>
                                        </p:tgtEl>
                                      </p:cBhvr>
                                    </p:animEffect>
                                  </p:childTnLst>
                                  <p:subTnLst>
                                    <p:audio>
                                      <p:cMediaNode>
                                        <p:cTn display="0" masterRel="sameClick">
                                          <p:stCondLst>
                                            <p:cond evt="begin" delay="0">
                                              <p:tn val="57"/>
                                            </p:cond>
                                          </p:stCondLst>
                                          <p:endCondLst>
                                            <p:cond evt="onStopAudio" delay="0">
                                              <p:tgtEl>
                                                <p:sldTgt/>
                                              </p:tgtEl>
                                            </p:cond>
                                          </p:endCondLst>
                                        </p:cTn>
                                        <p:tgtEl>
                                          <p:sndTgt r:embed="rId2" name="camera.wav"/>
                                        </p:tgtEl>
                                      </p:cMediaNode>
                                    </p:audio>
                                  </p:subTnLst>
                                </p:cTn>
                              </p:par>
                            </p:childTnLst>
                          </p:cTn>
                        </p:par>
                        <p:par>
                          <p:cTn id="60" fill="hold">
                            <p:stCondLst>
                              <p:cond delay="500"/>
                            </p:stCondLst>
                            <p:childTnLst>
                              <p:par>
                                <p:cTn id="61" presetID="18" presetClass="entr" presetSubtype="6" fill="hold" nodeType="afterEffect">
                                  <p:stCondLst>
                                    <p:cond delay="0"/>
                                  </p:stCondLst>
                                  <p:childTnLst>
                                    <p:set>
                                      <p:cBhvr>
                                        <p:cTn id="62" dur="1" fill="hold">
                                          <p:stCondLst>
                                            <p:cond delay="0"/>
                                          </p:stCondLst>
                                        </p:cTn>
                                        <p:tgtEl>
                                          <p:spTgt spid="1035309"/>
                                        </p:tgtEl>
                                        <p:attrNameLst>
                                          <p:attrName>style.visibility</p:attrName>
                                        </p:attrNameLst>
                                      </p:cBhvr>
                                      <p:to>
                                        <p:strVal val="visible"/>
                                      </p:to>
                                    </p:set>
                                    <p:animEffect transition="in" filter="strips(downRight)">
                                      <p:cBhvr>
                                        <p:cTn id="63" dur="500"/>
                                        <p:tgtEl>
                                          <p:spTgt spid="1035309"/>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par>
                          <p:cTn id="64" fill="hold">
                            <p:stCondLst>
                              <p:cond delay="1000"/>
                            </p:stCondLst>
                            <p:childTnLst>
                              <p:par>
                                <p:cTn id="65" presetID="4" presetClass="entr" presetSubtype="32" fill="hold" nodeType="afterEffect">
                                  <p:stCondLst>
                                    <p:cond delay="0"/>
                                  </p:stCondLst>
                                  <p:childTnLst>
                                    <p:set>
                                      <p:cBhvr>
                                        <p:cTn id="66" dur="1" fill="hold">
                                          <p:stCondLst>
                                            <p:cond delay="0"/>
                                          </p:stCondLst>
                                        </p:cTn>
                                        <p:tgtEl>
                                          <p:spTgt spid="1035324"/>
                                        </p:tgtEl>
                                        <p:attrNameLst>
                                          <p:attrName>style.visibility</p:attrName>
                                        </p:attrNameLst>
                                      </p:cBhvr>
                                      <p:to>
                                        <p:strVal val="visible"/>
                                      </p:to>
                                    </p:set>
                                    <p:animEffect transition="in" filter="box(out)">
                                      <p:cBhvr>
                                        <p:cTn id="67" dur="500"/>
                                        <p:tgtEl>
                                          <p:spTgt spid="1035324"/>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284" grpId="0"/>
      <p:bldP spid="1035290" grpId="0"/>
      <p:bldP spid="1035291" grpId="0" animBg="1"/>
      <p:bldP spid="1035292" grpId="0"/>
      <p:bldP spid="1035293" grpId="0" animBg="1"/>
      <p:bldP spid="103529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6325" name="Text Box 37"/>
          <p:cNvSpPr txBox="1">
            <a:spLocks noChangeArrowheads="1"/>
          </p:cNvSpPr>
          <p:nvPr/>
        </p:nvSpPr>
        <p:spPr bwMode="auto">
          <a:xfrm>
            <a:off x="1225888" y="139492"/>
            <a:ext cx="2305050" cy="457200"/>
          </a:xfrm>
          <a:prstGeom prst="rect">
            <a:avLst/>
          </a:prstGeom>
          <a:ln>
            <a:noFill/>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a:spAutoFit/>
          </a:bodyPr>
          <a:lstStyle/>
          <a:p>
            <a:pPr>
              <a:spcBef>
                <a:spcPct val="50000"/>
              </a:spcBef>
            </a:pPr>
            <a:r>
              <a:rPr lang="zh-CN" altLang="en-US" b="1" dirty="0">
                <a:solidFill>
                  <a:srgbClr val="FF0000"/>
                </a:solidFill>
                <a:effectLst>
                  <a:outerShdw blurRad="38100" dist="38100" dir="2700000" algn="tl">
                    <a:srgbClr val="000000"/>
                  </a:outerShdw>
                </a:effectLst>
                <a:latin typeface="隶书" pitchFamily="49" charset="-122"/>
                <a:ea typeface="隶书" pitchFamily="49" charset="-122"/>
              </a:rPr>
              <a:t>文件包含举例</a:t>
            </a:r>
            <a:r>
              <a:rPr lang="en-US" altLang="zh-CN" b="1" dirty="0">
                <a:solidFill>
                  <a:srgbClr val="FF0000"/>
                </a:solidFill>
                <a:effectLst>
                  <a:outerShdw blurRad="38100" dist="38100" dir="2700000" algn="tl">
                    <a:srgbClr val="000000"/>
                  </a:outerShdw>
                </a:effectLst>
                <a:latin typeface="隶书" pitchFamily="49" charset="-122"/>
                <a:ea typeface="隶书" pitchFamily="49" charset="-122"/>
              </a:rPr>
              <a:t>:</a:t>
            </a:r>
          </a:p>
        </p:txBody>
      </p:sp>
      <p:sp>
        <p:nvSpPr>
          <p:cNvPr id="1036393" name="Text Box 105" descr="信纸"/>
          <p:cNvSpPr txBox="1">
            <a:spLocks noChangeArrowheads="1"/>
          </p:cNvSpPr>
          <p:nvPr/>
        </p:nvSpPr>
        <p:spPr bwMode="auto">
          <a:xfrm>
            <a:off x="1237042" y="865304"/>
            <a:ext cx="3994862" cy="3787833"/>
          </a:xfrm>
          <a:prstGeom prst="rect">
            <a:avLst/>
          </a:prstGeom>
          <a:blipFill dpi="0" rotWithShape="1">
            <a:blip r:embed="rId4"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solidFill>
                  <a:srgbClr val="CC0000"/>
                </a:solidFill>
                <a:effectLst>
                  <a:outerShdw blurRad="38100" dist="38100" dir="2700000" algn="tl">
                    <a:srgbClr val="000000"/>
                  </a:outerShdw>
                </a:effectLst>
              </a:rPr>
              <a:t>#include  "</a:t>
            </a:r>
            <a:r>
              <a:rPr lang="en-US" altLang="zh-CN" sz="2000" b="1" dirty="0" err="1">
                <a:solidFill>
                  <a:srgbClr val="CC0000"/>
                </a:solidFill>
                <a:effectLst>
                  <a:outerShdw blurRad="38100" dist="38100" dir="2700000" algn="tl">
                    <a:srgbClr val="000000"/>
                  </a:outerShdw>
                </a:effectLst>
              </a:rPr>
              <a:t>head.h</a:t>
            </a:r>
            <a:r>
              <a:rPr lang="en-US" altLang="zh-CN" sz="2000" b="1" dirty="0">
                <a:solidFill>
                  <a:srgbClr val="CC0000"/>
                </a:solidFill>
                <a:effectLst>
                  <a:outerShdw blurRad="38100" dist="38100" dir="2700000" algn="tl">
                    <a:srgbClr val="000000"/>
                  </a:outerShdw>
                </a:effectLst>
              </a:rPr>
              <a:t>"</a:t>
            </a:r>
            <a:r>
              <a:rPr lang="en-US" altLang="zh-CN" sz="2000" b="1" dirty="0">
                <a:effectLst>
                  <a:outerShdw blurRad="38100" dist="38100" dir="2700000" algn="tl">
                    <a:srgbClr val="FFFFFF"/>
                  </a:outerShdw>
                </a:effectLst>
              </a:rPr>
              <a:t> </a:t>
            </a:r>
          </a:p>
          <a:p>
            <a:r>
              <a:rPr lang="en-US" altLang="zh-CN" sz="2000" b="1" dirty="0">
                <a:solidFill>
                  <a:srgbClr val="00CC66"/>
                </a:solidFill>
                <a:effectLst>
                  <a:outerShdw blurRad="38100" dist="38100" dir="2700000" algn="tl">
                    <a:srgbClr val="000000"/>
                  </a:outerShdw>
                </a:effectLst>
              </a:rPr>
              <a:t>#include  "func.cpp"</a:t>
            </a:r>
            <a:r>
              <a:rPr lang="en-US" altLang="zh-CN" sz="2000" b="1" dirty="0">
                <a:effectLst>
                  <a:outerShdw blurRad="38100" dist="38100" dir="2700000" algn="tl">
                    <a:srgbClr val="FFFFFF"/>
                  </a:outerShdw>
                </a:effectLst>
              </a:rPr>
              <a:t> </a:t>
            </a:r>
          </a:p>
          <a:p>
            <a:endParaRPr lang="en-US" altLang="zh-CN" sz="2000" b="1" dirty="0">
              <a:effectLst>
                <a:outerShdw blurRad="38100" dist="38100" dir="2700000" algn="tl">
                  <a:srgbClr val="FFFFFF"/>
                </a:outerShdw>
              </a:effectLst>
            </a:endParaRPr>
          </a:p>
          <a:p>
            <a:r>
              <a:rPr lang="en-US" altLang="zh-CN" sz="2000" b="1" dirty="0" err="1">
                <a:solidFill>
                  <a:srgbClr val="FF0066"/>
                </a:solidFill>
                <a:effectLst>
                  <a:outerShdw blurRad="38100" dist="38100" dir="2700000" algn="tl">
                    <a:srgbClr val="000000"/>
                  </a:outerShdw>
                </a:effectLst>
              </a:rPr>
              <a:t>int</a:t>
            </a:r>
            <a:r>
              <a:rPr lang="en-US" altLang="zh-CN" sz="2000" b="1" dirty="0">
                <a:solidFill>
                  <a:srgbClr val="FF0066"/>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b, c; </a:t>
            </a:r>
          </a:p>
          <a:p>
            <a:r>
              <a:rPr lang="en-US" altLang="zh-CN" sz="2000" b="1" dirty="0">
                <a:effectLst>
                  <a:outerShdw blurRad="38100" dist="38100" dir="2700000" algn="tl">
                    <a:srgbClr val="FFFFFF"/>
                  </a:outerShdw>
                </a:effectLst>
              </a:rPr>
              <a:t>   a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b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c = max ( max(a, b), NUM );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("MAX = %d\n", c );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36394" name="Text Box 106" descr="信纸"/>
          <p:cNvSpPr txBox="1">
            <a:spLocks noChangeArrowheads="1"/>
          </p:cNvSpPr>
          <p:nvPr/>
        </p:nvSpPr>
        <p:spPr bwMode="auto">
          <a:xfrm>
            <a:off x="6600056" y="156439"/>
            <a:ext cx="4244099" cy="6557822"/>
          </a:xfrm>
          <a:prstGeom prst="rect">
            <a:avLst/>
          </a:prstGeom>
          <a:blipFill dpi="0" rotWithShape="1">
            <a:blip r:embed="rId4"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zh-CN" altLang="en-US" sz="2000" b="1" dirty="0">
                <a:solidFill>
                  <a:srgbClr val="CC0000"/>
                </a:solidFill>
                <a:effectLst>
                  <a:outerShdw blurRad="38100" dist="38100" dir="2700000" algn="tl">
                    <a:srgbClr val="000000"/>
                  </a:outerShdw>
                </a:effectLst>
                <a:ea typeface="楷体_GB2312" pitchFamily="49" charset="-122"/>
              </a:rPr>
              <a:t>（</a:t>
            </a:r>
            <a:r>
              <a:rPr lang="en-US" altLang="zh-CN" sz="2000" b="1" dirty="0" err="1">
                <a:solidFill>
                  <a:srgbClr val="CC0000"/>
                </a:solidFill>
                <a:effectLst>
                  <a:outerShdw blurRad="38100" dist="38100" dir="2700000" algn="tl">
                    <a:srgbClr val="000000"/>
                  </a:outerShdw>
                </a:effectLst>
                <a:ea typeface="楷体_GB2312" pitchFamily="49" charset="-122"/>
              </a:rPr>
              <a:t>stdio.h</a:t>
            </a:r>
            <a:r>
              <a:rPr lang="zh-CN" altLang="en-US" sz="2000" b="1" dirty="0">
                <a:solidFill>
                  <a:srgbClr val="CC0000"/>
                </a:solidFill>
                <a:effectLst>
                  <a:outerShdw blurRad="38100" dist="38100" dir="2700000" algn="tl">
                    <a:srgbClr val="000000"/>
                  </a:outerShdw>
                </a:effectLst>
                <a:latin typeface="+mn-lt"/>
                <a:ea typeface="楷体" pitchFamily="49" charset="-122"/>
              </a:rPr>
              <a:t>文件中的内容</a:t>
            </a:r>
            <a:r>
              <a:rPr lang="zh-CN" altLang="en-US" sz="2000" b="1" dirty="0">
                <a:solidFill>
                  <a:srgbClr val="CC0000"/>
                </a:solidFill>
                <a:effectLst>
                  <a:outerShdw blurRad="38100" dist="38100" dir="2700000" algn="tl">
                    <a:srgbClr val="000000"/>
                  </a:outerShdw>
                </a:effectLst>
                <a:ea typeface="楷体_GB2312" pitchFamily="49" charset="-122"/>
              </a:rPr>
              <a:t>）</a:t>
            </a:r>
            <a:r>
              <a:rPr lang="zh-CN" altLang="en-US" sz="2000" b="1" dirty="0">
                <a:solidFill>
                  <a:srgbClr val="CC0000"/>
                </a:solidFill>
                <a:effectLst>
                  <a:outerShdw blurRad="38100" dist="38100" dir="2700000" algn="tl">
                    <a:srgbClr val="000000"/>
                  </a:outerShdw>
                </a:effectLst>
              </a:rPr>
              <a:t> </a:t>
            </a:r>
          </a:p>
          <a:p>
            <a:r>
              <a:rPr lang="en-US" altLang="zh-CN" sz="2000" b="1" dirty="0">
                <a:solidFill>
                  <a:srgbClr val="CC0000"/>
                </a:solidFill>
                <a:effectLst>
                  <a:outerShdw blurRad="38100" dist="38100" dir="2700000" algn="tl">
                    <a:srgbClr val="000000"/>
                  </a:outerShdw>
                </a:effectLst>
              </a:rPr>
              <a:t>#define   NUM   10 </a:t>
            </a:r>
          </a:p>
          <a:p>
            <a:r>
              <a:rPr lang="en-US" altLang="zh-CN" sz="2000" b="1" dirty="0" err="1">
                <a:solidFill>
                  <a:srgbClr val="00CC66"/>
                </a:solidFill>
                <a:effectLst>
                  <a:outerShdw blurRad="38100" dist="38100" dir="2700000" algn="tl">
                    <a:srgbClr val="000000"/>
                  </a:outerShdw>
                </a:effectLst>
              </a:rPr>
              <a:t>int</a:t>
            </a:r>
            <a:r>
              <a:rPr lang="en-US" altLang="zh-CN" sz="2000" b="1" dirty="0">
                <a:solidFill>
                  <a:srgbClr val="00CC66"/>
                </a:solidFill>
                <a:effectLst>
                  <a:outerShdw blurRad="38100" dist="38100" dir="2700000" algn="tl">
                    <a:srgbClr val="000000"/>
                  </a:outerShdw>
                </a:effectLst>
              </a:rPr>
              <a:t> max (</a:t>
            </a:r>
            <a:r>
              <a:rPr lang="en-US" altLang="zh-CN" sz="2000" b="1" dirty="0" err="1">
                <a:solidFill>
                  <a:srgbClr val="00CC66"/>
                </a:solidFill>
                <a:effectLst>
                  <a:outerShdw blurRad="38100" dist="38100" dir="2700000" algn="tl">
                    <a:srgbClr val="000000"/>
                  </a:outerShdw>
                </a:effectLst>
              </a:rPr>
              <a:t>int</a:t>
            </a:r>
            <a:r>
              <a:rPr lang="en-US" altLang="zh-CN" sz="2000" b="1" dirty="0">
                <a:solidFill>
                  <a:srgbClr val="00CC66"/>
                </a:solidFill>
                <a:effectLst>
                  <a:outerShdw blurRad="38100" dist="38100" dir="2700000" algn="tl">
                    <a:srgbClr val="000000"/>
                  </a:outerShdw>
                </a:effectLst>
              </a:rPr>
              <a:t> x, </a:t>
            </a:r>
            <a:r>
              <a:rPr lang="en-US" altLang="zh-CN" sz="2000" b="1" dirty="0" err="1">
                <a:solidFill>
                  <a:srgbClr val="00CC66"/>
                </a:solidFill>
                <a:effectLst>
                  <a:outerShdw blurRad="38100" dist="38100" dir="2700000" algn="tl">
                    <a:srgbClr val="000000"/>
                  </a:outerShdw>
                </a:effectLst>
              </a:rPr>
              <a:t>int</a:t>
            </a:r>
            <a:r>
              <a:rPr lang="en-US" altLang="zh-CN" sz="2000" b="1" dirty="0">
                <a:solidFill>
                  <a:srgbClr val="00CC66"/>
                </a:solidFill>
                <a:effectLst>
                  <a:outerShdw blurRad="38100" dist="38100" dir="2700000" algn="tl">
                    <a:srgbClr val="000000"/>
                  </a:outerShdw>
                </a:effectLst>
              </a:rPr>
              <a:t> y)</a:t>
            </a:r>
          </a:p>
          <a:p>
            <a:r>
              <a:rPr lang="en-US" altLang="zh-CN" sz="2000" b="1" dirty="0">
                <a:solidFill>
                  <a:srgbClr val="00CC66"/>
                </a:solidFill>
                <a:effectLst>
                  <a:outerShdw blurRad="38100" dist="38100" dir="2700000" algn="tl">
                    <a:srgbClr val="000000"/>
                  </a:outerShdw>
                </a:effectLst>
              </a:rPr>
              <a:t>{</a:t>
            </a:r>
          </a:p>
          <a:p>
            <a:r>
              <a:rPr lang="en-US" altLang="zh-CN" sz="2000" b="1" dirty="0">
                <a:solidFill>
                  <a:srgbClr val="00CC66"/>
                </a:solidFill>
                <a:effectLst>
                  <a:outerShdw blurRad="38100" dist="38100" dir="2700000" algn="tl">
                    <a:srgbClr val="000000"/>
                  </a:outerShdw>
                </a:effectLst>
              </a:rPr>
              <a:t>  return (x &gt; y ? x : y);</a:t>
            </a:r>
          </a:p>
          <a:p>
            <a:r>
              <a:rPr lang="en-US" altLang="zh-CN" sz="2000" b="1" dirty="0">
                <a:solidFill>
                  <a:srgbClr val="00CC66"/>
                </a:solidFill>
                <a:effectLst>
                  <a:outerShdw blurRad="38100" dist="38100" dir="2700000" algn="tl">
                    <a:srgbClr val="000000"/>
                  </a:outerShdw>
                </a:effectLst>
              </a:rPr>
              <a:t>}</a:t>
            </a:r>
          </a:p>
          <a:p>
            <a:r>
              <a:rPr lang="en-US" altLang="zh-CN" sz="2000" b="1" dirty="0" err="1">
                <a:solidFill>
                  <a:srgbClr val="00CC66"/>
                </a:solidFill>
                <a:effectLst>
                  <a:outerShdw blurRad="38100" dist="38100" dir="2700000" algn="tl">
                    <a:srgbClr val="000000"/>
                  </a:outerShdw>
                </a:effectLst>
              </a:rPr>
              <a:t>int</a:t>
            </a:r>
            <a:r>
              <a:rPr lang="en-US" altLang="zh-CN" sz="2000" b="1" dirty="0">
                <a:solidFill>
                  <a:srgbClr val="00CC66"/>
                </a:solidFill>
                <a:effectLst>
                  <a:outerShdw blurRad="38100" dist="38100" dir="2700000" algn="tl">
                    <a:srgbClr val="000000"/>
                  </a:outerShdw>
                </a:effectLst>
              </a:rPr>
              <a:t> </a:t>
            </a:r>
            <a:r>
              <a:rPr lang="en-US" altLang="zh-CN" sz="2000" b="1" dirty="0" err="1">
                <a:solidFill>
                  <a:srgbClr val="00CC66"/>
                </a:solidFill>
                <a:effectLst>
                  <a:outerShdw blurRad="38100" dist="38100" dir="2700000" algn="tl">
                    <a:srgbClr val="000000"/>
                  </a:outerShdw>
                </a:effectLst>
              </a:rPr>
              <a:t>getnum</a:t>
            </a:r>
            <a:r>
              <a:rPr lang="en-US" altLang="zh-CN" sz="2000" b="1" dirty="0">
                <a:solidFill>
                  <a:srgbClr val="00CC66"/>
                </a:solidFill>
                <a:effectLst>
                  <a:outerShdw blurRad="38100" dist="38100" dir="2700000" algn="tl">
                    <a:srgbClr val="000000"/>
                  </a:outerShdw>
                </a:effectLst>
              </a:rPr>
              <a:t> ( )</a:t>
            </a:r>
          </a:p>
          <a:p>
            <a:r>
              <a:rPr lang="en-US" altLang="zh-CN" sz="2000" b="1" dirty="0">
                <a:solidFill>
                  <a:srgbClr val="00CC66"/>
                </a:solidFill>
                <a:effectLst>
                  <a:outerShdw blurRad="38100" dist="38100" dir="2700000" algn="tl">
                    <a:srgbClr val="000000"/>
                  </a:outerShdw>
                </a:effectLst>
              </a:rPr>
              <a:t>{</a:t>
            </a:r>
          </a:p>
          <a:p>
            <a:r>
              <a:rPr lang="en-US" altLang="zh-CN" sz="2000" b="1" dirty="0">
                <a:solidFill>
                  <a:srgbClr val="00CC66"/>
                </a:solidFill>
                <a:effectLst>
                  <a:outerShdw blurRad="38100" dist="38100" dir="2700000" algn="tl">
                    <a:srgbClr val="000000"/>
                  </a:outerShdw>
                </a:effectLst>
              </a:rPr>
              <a:t>  </a:t>
            </a:r>
            <a:r>
              <a:rPr lang="en-US" altLang="zh-CN" sz="2000" b="1" dirty="0" err="1">
                <a:solidFill>
                  <a:srgbClr val="00CC66"/>
                </a:solidFill>
                <a:effectLst>
                  <a:outerShdw blurRad="38100" dist="38100" dir="2700000" algn="tl">
                    <a:srgbClr val="000000"/>
                  </a:outerShdw>
                </a:effectLst>
              </a:rPr>
              <a:t>int</a:t>
            </a:r>
            <a:r>
              <a:rPr lang="en-US" altLang="zh-CN" sz="2000" b="1" dirty="0">
                <a:solidFill>
                  <a:srgbClr val="00CC66"/>
                </a:solidFill>
                <a:effectLst>
                  <a:outerShdw blurRad="38100" dist="38100" dir="2700000" algn="tl">
                    <a:srgbClr val="000000"/>
                  </a:outerShdw>
                </a:effectLst>
              </a:rPr>
              <a:t> a;</a:t>
            </a:r>
          </a:p>
          <a:p>
            <a:r>
              <a:rPr lang="en-US" altLang="zh-CN" sz="2000" b="1" dirty="0">
                <a:solidFill>
                  <a:srgbClr val="00CC66"/>
                </a:solidFill>
                <a:effectLst>
                  <a:outerShdw blurRad="38100" dist="38100" dir="2700000" algn="tl">
                    <a:srgbClr val="000000"/>
                  </a:outerShdw>
                </a:effectLst>
              </a:rPr>
              <a:t>  </a:t>
            </a:r>
            <a:r>
              <a:rPr lang="en-US" altLang="zh-CN" sz="2000" b="1" dirty="0" err="1">
                <a:solidFill>
                  <a:srgbClr val="00CC66"/>
                </a:solidFill>
                <a:effectLst>
                  <a:outerShdw blurRad="38100" dist="38100" dir="2700000" algn="tl">
                    <a:srgbClr val="000000"/>
                  </a:outerShdw>
                </a:effectLst>
              </a:rPr>
              <a:t>scanf</a:t>
            </a:r>
            <a:r>
              <a:rPr lang="en-US" altLang="zh-CN" sz="2000" b="1" dirty="0">
                <a:solidFill>
                  <a:srgbClr val="00CC66"/>
                </a:solidFill>
                <a:effectLst>
                  <a:outerShdw blurRad="38100" dist="38100" dir="2700000" algn="tl">
                    <a:srgbClr val="000000"/>
                  </a:outerShdw>
                </a:effectLst>
              </a:rPr>
              <a:t>("%d", &amp;a)</a:t>
            </a:r>
          </a:p>
          <a:p>
            <a:r>
              <a:rPr lang="en-US" altLang="zh-CN" sz="2000" b="1" dirty="0">
                <a:solidFill>
                  <a:srgbClr val="00CC66"/>
                </a:solidFill>
                <a:effectLst>
                  <a:outerShdw blurRad="38100" dist="38100" dir="2700000" algn="tl">
                    <a:srgbClr val="000000"/>
                  </a:outerShdw>
                </a:effectLst>
              </a:rPr>
              <a:t>  return (a);</a:t>
            </a:r>
          </a:p>
          <a:p>
            <a:r>
              <a:rPr lang="en-US" altLang="zh-CN" sz="2000" b="1" dirty="0">
                <a:solidFill>
                  <a:srgbClr val="00CC66"/>
                </a:solidFill>
                <a:effectLst>
                  <a:outerShdw blurRad="38100" dist="38100" dir="2700000" algn="tl">
                    <a:srgbClr val="000000"/>
                  </a:outerShdw>
                </a:effectLst>
              </a:rPr>
              <a:t>}</a:t>
            </a:r>
          </a:p>
          <a:p>
            <a:r>
              <a:rPr lang="en-US" altLang="zh-CN" sz="2000" b="1" dirty="0" err="1">
                <a:solidFill>
                  <a:srgbClr val="FF0066"/>
                </a:solidFill>
                <a:effectLst>
                  <a:outerShdw blurRad="38100" dist="38100" dir="2700000" algn="tl">
                    <a:srgbClr val="000000"/>
                  </a:outerShdw>
                </a:effectLst>
              </a:rPr>
              <a:t>int</a:t>
            </a:r>
            <a:r>
              <a:rPr lang="en-US" altLang="zh-CN" sz="2000" b="1" dirty="0">
                <a:solidFill>
                  <a:srgbClr val="FF0066"/>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b, c; </a:t>
            </a:r>
          </a:p>
          <a:p>
            <a:r>
              <a:rPr lang="en-US" altLang="zh-CN" sz="2000" b="1" dirty="0">
                <a:effectLst>
                  <a:outerShdw blurRad="38100" dist="38100" dir="2700000" algn="tl">
                    <a:srgbClr val="FFFFFF"/>
                  </a:outerShdw>
                </a:effectLst>
              </a:rPr>
              <a:t>   a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b = </a:t>
            </a:r>
            <a:r>
              <a:rPr lang="en-US" altLang="zh-CN" sz="2000" b="1" dirty="0" err="1">
                <a:effectLst>
                  <a:outerShdw blurRad="38100" dist="38100" dir="2700000" algn="tl">
                    <a:srgbClr val="FFFFFF"/>
                  </a:outerShdw>
                </a:effectLst>
              </a:rPr>
              <a:t>getnum</a:t>
            </a:r>
            <a:r>
              <a:rPr lang="en-US" altLang="zh-CN" sz="2000" b="1" dirty="0">
                <a:effectLst>
                  <a:outerShdw blurRad="38100" dist="38100" dir="2700000" algn="tl">
                    <a:srgbClr val="FFFFFF"/>
                  </a:outerShdw>
                </a:effectLst>
              </a:rPr>
              <a:t> ( ); </a:t>
            </a:r>
          </a:p>
          <a:p>
            <a:r>
              <a:rPr lang="en-US" altLang="zh-CN" sz="2000" b="1" dirty="0">
                <a:effectLst>
                  <a:outerShdw blurRad="38100" dist="38100" dir="2700000" algn="tl">
                    <a:srgbClr val="FFFFFF"/>
                  </a:outerShdw>
                </a:effectLst>
              </a:rPr>
              <a:t>   c = max ( max(a, b), NUM );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("MAX = %d\n", c );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endParaRPr lang="en-US" altLang="zh-CN" sz="2000" dirty="0"/>
          </a:p>
        </p:txBody>
      </p:sp>
      <p:grpSp>
        <p:nvGrpSpPr>
          <p:cNvPr id="1036399" name="Group 111"/>
          <p:cNvGrpSpPr>
            <a:grpSpLocks/>
          </p:cNvGrpSpPr>
          <p:nvPr/>
        </p:nvGrpSpPr>
        <p:grpSpPr bwMode="auto">
          <a:xfrm>
            <a:off x="1294399" y="217488"/>
            <a:ext cx="8258180" cy="993775"/>
            <a:chOff x="476" y="137"/>
            <a:chExt cx="5202" cy="626"/>
          </a:xfrm>
        </p:grpSpPr>
        <p:sp>
          <p:nvSpPr>
            <p:cNvPr id="1036395" name="Rectangle 107"/>
            <p:cNvSpPr>
              <a:spLocks noChangeArrowheads="1"/>
            </p:cNvSpPr>
            <p:nvPr/>
          </p:nvSpPr>
          <p:spPr bwMode="auto">
            <a:xfrm>
              <a:off x="3864" y="137"/>
              <a:ext cx="1814" cy="390"/>
            </a:xfrm>
            <a:prstGeom prst="rect">
              <a:avLst/>
            </a:prstGeom>
            <a:noFill/>
            <a:ln w="28575">
              <a:solidFill>
                <a:srgbClr val="CC0000"/>
              </a:solidFill>
              <a:miter lim="800000"/>
              <a:headEnd/>
              <a:tailEnd/>
            </a:ln>
            <a:effectLst/>
          </p:spPr>
          <p:txBody>
            <a:bodyPr wrap="none" anchor="ctr"/>
            <a:lstStyle/>
            <a:p>
              <a:endParaRPr lang="zh-CN" altLang="en-US"/>
            </a:p>
          </p:txBody>
        </p:sp>
        <p:sp>
          <p:nvSpPr>
            <p:cNvPr id="1036397" name="Rectangle 109"/>
            <p:cNvSpPr>
              <a:spLocks noChangeArrowheads="1"/>
            </p:cNvSpPr>
            <p:nvPr/>
          </p:nvSpPr>
          <p:spPr bwMode="auto">
            <a:xfrm>
              <a:off x="476" y="599"/>
              <a:ext cx="1361" cy="164"/>
            </a:xfrm>
            <a:prstGeom prst="rect">
              <a:avLst/>
            </a:prstGeom>
            <a:noFill/>
            <a:ln w="28575">
              <a:solidFill>
                <a:srgbClr val="CC0000"/>
              </a:solidFill>
              <a:miter lim="800000"/>
              <a:headEnd/>
              <a:tailEnd/>
            </a:ln>
            <a:effectLst/>
          </p:spPr>
          <p:txBody>
            <a:bodyPr wrap="none" anchor="ctr"/>
            <a:lstStyle/>
            <a:p>
              <a:endParaRPr lang="zh-CN" altLang="en-US"/>
            </a:p>
          </p:txBody>
        </p:sp>
        <p:sp>
          <p:nvSpPr>
            <p:cNvPr id="1036398" name="Line 110"/>
            <p:cNvSpPr>
              <a:spLocks noChangeShapeType="1"/>
            </p:cNvSpPr>
            <p:nvPr/>
          </p:nvSpPr>
          <p:spPr bwMode="auto">
            <a:xfrm flipV="1">
              <a:off x="1882" y="272"/>
              <a:ext cx="1982" cy="391"/>
            </a:xfrm>
            <a:prstGeom prst="line">
              <a:avLst/>
            </a:prstGeom>
            <a:noFill/>
            <a:ln w="28575">
              <a:solidFill>
                <a:srgbClr val="CC0000"/>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036404" name="Group 116"/>
          <p:cNvGrpSpPr>
            <a:grpSpLocks/>
          </p:cNvGrpSpPr>
          <p:nvPr/>
        </p:nvGrpSpPr>
        <p:grpSpPr bwMode="auto">
          <a:xfrm>
            <a:off x="1294324" y="906238"/>
            <a:ext cx="8258180" cy="3027363"/>
            <a:chOff x="468" y="576"/>
            <a:chExt cx="5202" cy="1907"/>
          </a:xfrm>
        </p:grpSpPr>
        <p:sp>
          <p:nvSpPr>
            <p:cNvPr id="1036401" name="Rectangle 113"/>
            <p:cNvSpPr>
              <a:spLocks noChangeArrowheads="1"/>
            </p:cNvSpPr>
            <p:nvPr/>
          </p:nvSpPr>
          <p:spPr bwMode="auto">
            <a:xfrm>
              <a:off x="3856" y="576"/>
              <a:ext cx="1814" cy="1907"/>
            </a:xfrm>
            <a:prstGeom prst="rect">
              <a:avLst/>
            </a:prstGeom>
            <a:noFill/>
            <a:ln w="28575">
              <a:solidFill>
                <a:srgbClr val="0000FF"/>
              </a:solidFill>
              <a:miter lim="800000"/>
              <a:headEnd/>
              <a:tailEnd/>
            </a:ln>
            <a:effectLst/>
          </p:spPr>
          <p:txBody>
            <a:bodyPr wrap="none" anchor="ctr"/>
            <a:lstStyle/>
            <a:p>
              <a:endParaRPr lang="zh-CN" altLang="en-US"/>
            </a:p>
          </p:txBody>
        </p:sp>
        <p:sp>
          <p:nvSpPr>
            <p:cNvPr id="1036402" name="Rectangle 114"/>
            <p:cNvSpPr>
              <a:spLocks noChangeArrowheads="1"/>
            </p:cNvSpPr>
            <p:nvPr/>
          </p:nvSpPr>
          <p:spPr bwMode="auto">
            <a:xfrm>
              <a:off x="468" y="798"/>
              <a:ext cx="1459" cy="183"/>
            </a:xfrm>
            <a:prstGeom prst="rect">
              <a:avLst/>
            </a:prstGeom>
            <a:noFill/>
            <a:ln w="28575">
              <a:solidFill>
                <a:srgbClr val="0000FF"/>
              </a:solidFill>
              <a:miter lim="800000"/>
              <a:headEnd/>
              <a:tailEnd/>
            </a:ln>
            <a:effectLst/>
          </p:spPr>
          <p:txBody>
            <a:bodyPr wrap="none" anchor="ctr"/>
            <a:lstStyle/>
            <a:p>
              <a:endParaRPr lang="zh-CN" altLang="en-US"/>
            </a:p>
          </p:txBody>
        </p:sp>
        <p:sp>
          <p:nvSpPr>
            <p:cNvPr id="1036403" name="Line 115"/>
            <p:cNvSpPr>
              <a:spLocks noChangeShapeType="1"/>
            </p:cNvSpPr>
            <p:nvPr/>
          </p:nvSpPr>
          <p:spPr bwMode="auto">
            <a:xfrm>
              <a:off x="1973" y="889"/>
              <a:ext cx="1883" cy="672"/>
            </a:xfrm>
            <a:prstGeom prst="line">
              <a:avLst/>
            </a:prstGeom>
            <a:noFill/>
            <a:ln w="28575">
              <a:solidFill>
                <a:srgbClr val="0000FF"/>
              </a:solidFill>
              <a:round/>
              <a:headEnd/>
              <a:tailEnd type="stealth" w="lg" len="lg"/>
            </a:ln>
            <a:effectLst>
              <a:outerShdw dist="35921" dir="2700000" algn="ctr" rotWithShape="0">
                <a:schemeClr val="bg2"/>
              </a:outerShdw>
            </a:effectLst>
          </p:spPr>
          <p:txBody>
            <a:bodyPr/>
            <a:lstStyle/>
            <a:p>
              <a:endParaRPr lang="zh-CN" altLang="en-US"/>
            </a:p>
          </p:txBody>
        </p:sp>
      </p:grpSp>
      <p:grpSp>
        <p:nvGrpSpPr>
          <p:cNvPr id="1036410" name="Group 122"/>
          <p:cNvGrpSpPr>
            <a:grpSpLocks/>
          </p:cNvGrpSpPr>
          <p:nvPr/>
        </p:nvGrpSpPr>
        <p:grpSpPr bwMode="auto">
          <a:xfrm>
            <a:off x="1308478" y="950914"/>
            <a:ext cx="3740150" cy="4319587"/>
            <a:chOff x="476" y="599"/>
            <a:chExt cx="2356" cy="2721"/>
          </a:xfrm>
        </p:grpSpPr>
        <p:sp>
          <p:nvSpPr>
            <p:cNvPr id="1036407" name="Rectangle 119"/>
            <p:cNvSpPr>
              <a:spLocks noChangeArrowheads="1"/>
            </p:cNvSpPr>
            <p:nvPr/>
          </p:nvSpPr>
          <p:spPr bwMode="auto">
            <a:xfrm>
              <a:off x="476" y="599"/>
              <a:ext cx="1361" cy="164"/>
            </a:xfrm>
            <a:prstGeom prst="rect">
              <a:avLst/>
            </a:prstGeom>
            <a:noFill/>
            <a:ln w="28575">
              <a:solidFill>
                <a:srgbClr val="FF0000"/>
              </a:solidFill>
              <a:miter lim="800000"/>
              <a:headEnd/>
              <a:tailEnd/>
            </a:ln>
            <a:effectLst/>
          </p:spPr>
          <p:txBody>
            <a:bodyPr wrap="none" anchor="ctr"/>
            <a:lstStyle/>
            <a:p>
              <a:endParaRPr lang="zh-CN" altLang="en-US"/>
            </a:p>
          </p:txBody>
        </p:sp>
        <p:sp>
          <p:nvSpPr>
            <p:cNvPr id="1036409" name="AutoShape 121"/>
            <p:cNvSpPr>
              <a:spLocks/>
            </p:cNvSpPr>
            <p:nvPr/>
          </p:nvSpPr>
          <p:spPr bwMode="auto">
            <a:xfrm>
              <a:off x="1247" y="2840"/>
              <a:ext cx="1585" cy="480"/>
            </a:xfrm>
            <a:prstGeom prst="borderCallout2">
              <a:avLst>
                <a:gd name="adj1" fmla="val 15000"/>
                <a:gd name="adj2" fmla="val -3028"/>
                <a:gd name="adj3" fmla="val 15000"/>
                <a:gd name="adj4" fmla="val -12301"/>
                <a:gd name="adj5" fmla="val -437708"/>
                <a:gd name="adj6" fmla="val -21954"/>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r>
                <a:rPr lang="en-US" altLang="zh-CN" sz="2000" b="1">
                  <a:solidFill>
                    <a:srgbClr val="CC0000"/>
                  </a:solidFill>
                  <a:effectLst>
                    <a:outerShdw blurRad="38100" dist="38100" dir="2700000" algn="tl">
                      <a:srgbClr val="000000"/>
                    </a:outerShdw>
                  </a:effectLst>
                </a:rPr>
                <a:t>#include  &lt;stdio.h&gt;</a:t>
              </a:r>
            </a:p>
            <a:p>
              <a:r>
                <a:rPr lang="en-US" altLang="zh-CN" sz="2000" b="1">
                  <a:solidFill>
                    <a:srgbClr val="CC0000"/>
                  </a:solidFill>
                  <a:effectLst>
                    <a:outerShdw blurRad="38100" dist="38100" dir="2700000" algn="tl">
                      <a:srgbClr val="000000"/>
                    </a:outerShdw>
                  </a:effectLst>
                </a:rPr>
                <a:t>#define   NUM   10</a:t>
              </a:r>
            </a:p>
          </p:txBody>
        </p:sp>
      </p:grpSp>
      <p:grpSp>
        <p:nvGrpSpPr>
          <p:cNvPr id="1036422" name="Group 134"/>
          <p:cNvGrpSpPr>
            <a:grpSpLocks/>
          </p:cNvGrpSpPr>
          <p:nvPr/>
        </p:nvGrpSpPr>
        <p:grpSpPr bwMode="auto">
          <a:xfrm>
            <a:off x="-9822" y="0"/>
            <a:ext cx="446088" cy="6858000"/>
            <a:chOff x="0" y="0"/>
            <a:chExt cx="281" cy="4320"/>
          </a:xfrm>
        </p:grpSpPr>
        <p:sp>
          <p:nvSpPr>
            <p:cNvPr id="1036423" name="Text Box 135"/>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6424" name="Text Box 136"/>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grpSp>
        <p:nvGrpSpPr>
          <p:cNvPr id="1036418" name="Group 130"/>
          <p:cNvGrpSpPr>
            <a:grpSpLocks/>
          </p:cNvGrpSpPr>
          <p:nvPr/>
        </p:nvGrpSpPr>
        <p:grpSpPr bwMode="auto">
          <a:xfrm>
            <a:off x="1294191" y="1268413"/>
            <a:ext cx="4133850" cy="5441950"/>
            <a:chOff x="467" y="799"/>
            <a:chExt cx="2604" cy="3428"/>
          </a:xfrm>
        </p:grpSpPr>
        <p:sp>
          <p:nvSpPr>
            <p:cNvPr id="1036413" name="AutoShape 125"/>
            <p:cNvSpPr>
              <a:spLocks/>
            </p:cNvSpPr>
            <p:nvPr/>
          </p:nvSpPr>
          <p:spPr bwMode="auto">
            <a:xfrm>
              <a:off x="1030" y="2005"/>
              <a:ext cx="2041" cy="2222"/>
            </a:xfrm>
            <a:prstGeom prst="borderCallout2">
              <a:avLst>
                <a:gd name="adj1" fmla="val 3241"/>
                <a:gd name="adj2" fmla="val -2352"/>
                <a:gd name="adj3" fmla="val 3241"/>
                <a:gd name="adj4" fmla="val -11222"/>
                <a:gd name="adj5" fmla="val -47028"/>
                <a:gd name="adj6" fmla="val -20481"/>
              </a:avLst>
            </a:prstGeom>
            <a:gradFill rotWithShape="1">
              <a:gsLst>
                <a:gs pos="0">
                  <a:srgbClr val="00FFFF"/>
                </a:gs>
                <a:gs pos="100000">
                  <a:schemeClr val="bg1"/>
                </a:gs>
              </a:gsLst>
              <a:lin ang="5400000" scaled="1"/>
            </a:gradFill>
            <a:ln w="19050">
              <a:solidFill>
                <a:srgbClr val="FF0000"/>
              </a:solidFill>
              <a:miter lim="800000"/>
              <a:headEnd/>
              <a:tailEnd/>
            </a:ln>
            <a:effectLst>
              <a:outerShdw blurRad="50800" dist="106680" dir="2700000" algn="tl" rotWithShape="0">
                <a:prstClr val="black">
                  <a:alpha val="43000"/>
                </a:prstClr>
              </a:outerShdw>
            </a:effectLst>
          </p:spPr>
          <p:txBody>
            <a:bodyPr/>
            <a:lstStyle/>
            <a:p>
              <a:r>
                <a:rPr lang="en-US" altLang="zh-CN" sz="2000" b="1">
                  <a:solidFill>
                    <a:srgbClr val="CC0000"/>
                  </a:solidFill>
                  <a:effectLst>
                    <a:outerShdw blurRad="38100" dist="38100" dir="2700000" algn="tl">
                      <a:srgbClr val="000000"/>
                    </a:outerShdw>
                  </a:effectLst>
                </a:rPr>
                <a:t>int max (int x, int y)</a:t>
              </a:r>
            </a:p>
            <a:p>
              <a:r>
                <a:rPr lang="en-US" altLang="zh-CN" sz="2000" b="1">
                  <a:solidFill>
                    <a:srgbClr val="CC0000"/>
                  </a:solidFill>
                  <a:effectLst>
                    <a:outerShdw blurRad="38100" dist="38100" dir="2700000" algn="tl">
                      <a:srgbClr val="000000"/>
                    </a:outerShdw>
                  </a:effectLst>
                </a:rPr>
                <a:t>{</a:t>
              </a:r>
            </a:p>
            <a:p>
              <a:r>
                <a:rPr lang="en-US" altLang="zh-CN" sz="2000" b="1">
                  <a:solidFill>
                    <a:srgbClr val="CC0000"/>
                  </a:solidFill>
                  <a:effectLst>
                    <a:outerShdw blurRad="38100" dist="38100" dir="2700000" algn="tl">
                      <a:srgbClr val="000000"/>
                    </a:outerShdw>
                  </a:effectLst>
                </a:rPr>
                <a:t>  return (x &gt; y ? x : y);</a:t>
              </a:r>
            </a:p>
            <a:p>
              <a:r>
                <a:rPr lang="en-US" altLang="zh-CN" sz="2000" b="1">
                  <a:solidFill>
                    <a:srgbClr val="CC0000"/>
                  </a:solidFill>
                  <a:effectLst>
                    <a:outerShdw blurRad="38100" dist="38100" dir="2700000" algn="tl">
                      <a:srgbClr val="000000"/>
                    </a:outerShdw>
                  </a:effectLst>
                </a:rPr>
                <a:t>}</a:t>
              </a:r>
            </a:p>
            <a:p>
              <a:endParaRPr lang="en-US" altLang="zh-CN" sz="2000" b="1">
                <a:solidFill>
                  <a:srgbClr val="CC0000"/>
                </a:solidFill>
                <a:effectLst>
                  <a:outerShdw blurRad="38100" dist="38100" dir="2700000" algn="tl">
                    <a:srgbClr val="000000"/>
                  </a:outerShdw>
                </a:effectLst>
              </a:endParaRPr>
            </a:p>
            <a:p>
              <a:r>
                <a:rPr lang="en-US" altLang="zh-CN" sz="2000" b="1">
                  <a:solidFill>
                    <a:srgbClr val="CC0000"/>
                  </a:solidFill>
                  <a:effectLst>
                    <a:outerShdw blurRad="38100" dist="38100" dir="2700000" algn="tl">
                      <a:srgbClr val="000000"/>
                    </a:outerShdw>
                  </a:effectLst>
                </a:rPr>
                <a:t>int getnum ( )</a:t>
              </a:r>
            </a:p>
            <a:p>
              <a:r>
                <a:rPr lang="en-US" altLang="zh-CN" sz="2000" b="1">
                  <a:solidFill>
                    <a:srgbClr val="CC0000"/>
                  </a:solidFill>
                  <a:effectLst>
                    <a:outerShdw blurRad="38100" dist="38100" dir="2700000" algn="tl">
                      <a:srgbClr val="000000"/>
                    </a:outerShdw>
                  </a:effectLst>
                </a:rPr>
                <a:t>{</a:t>
              </a:r>
            </a:p>
            <a:p>
              <a:r>
                <a:rPr lang="en-US" altLang="zh-CN" sz="2000" b="1">
                  <a:solidFill>
                    <a:srgbClr val="CC0000"/>
                  </a:solidFill>
                  <a:effectLst>
                    <a:outerShdw blurRad="38100" dist="38100" dir="2700000" algn="tl">
                      <a:srgbClr val="000000"/>
                    </a:outerShdw>
                  </a:effectLst>
                </a:rPr>
                <a:t>  int a;</a:t>
              </a:r>
            </a:p>
            <a:p>
              <a:r>
                <a:rPr lang="en-US" altLang="zh-CN" sz="2000" b="1">
                  <a:solidFill>
                    <a:srgbClr val="CC0000"/>
                  </a:solidFill>
                  <a:effectLst>
                    <a:outerShdw blurRad="38100" dist="38100" dir="2700000" algn="tl">
                      <a:srgbClr val="000000"/>
                    </a:outerShdw>
                  </a:effectLst>
                </a:rPr>
                <a:t>  scanf("%d", &amp;a)</a:t>
              </a:r>
            </a:p>
            <a:p>
              <a:r>
                <a:rPr lang="en-US" altLang="zh-CN" sz="2000" b="1">
                  <a:solidFill>
                    <a:srgbClr val="CC0000"/>
                  </a:solidFill>
                  <a:effectLst>
                    <a:outerShdw blurRad="38100" dist="38100" dir="2700000" algn="tl">
                      <a:srgbClr val="000000"/>
                    </a:outerShdw>
                  </a:effectLst>
                </a:rPr>
                <a:t>  return (a);</a:t>
              </a:r>
            </a:p>
            <a:p>
              <a:r>
                <a:rPr lang="en-US" altLang="zh-CN" sz="2000" b="1">
                  <a:solidFill>
                    <a:srgbClr val="CC0000"/>
                  </a:solidFill>
                  <a:effectLst>
                    <a:outerShdw blurRad="38100" dist="38100" dir="2700000" algn="tl">
                      <a:srgbClr val="000000"/>
                    </a:outerShdw>
                  </a:effectLst>
                </a:rPr>
                <a:t>}</a:t>
              </a:r>
            </a:p>
          </p:txBody>
        </p:sp>
        <p:sp>
          <p:nvSpPr>
            <p:cNvPr id="1036416" name="Rectangle 128"/>
            <p:cNvSpPr>
              <a:spLocks noChangeArrowheads="1"/>
            </p:cNvSpPr>
            <p:nvPr/>
          </p:nvSpPr>
          <p:spPr bwMode="auto">
            <a:xfrm>
              <a:off x="467" y="799"/>
              <a:ext cx="1459" cy="183"/>
            </a:xfrm>
            <a:prstGeom prst="rect">
              <a:avLst/>
            </a:prstGeom>
            <a:noFill/>
            <a:ln w="28575">
              <a:solidFill>
                <a:srgbClr val="FF0000"/>
              </a:solidFill>
              <a:miter lim="800000"/>
              <a:headEnd/>
              <a:tailEnd/>
            </a:ln>
            <a:effectLst/>
          </p:spPr>
          <p:txBody>
            <a:bodyPr wrap="none" anchor="ctr"/>
            <a:lstStyle/>
            <a:p>
              <a:endParaRPr lang="zh-CN" altLang="en-US"/>
            </a:p>
          </p:txBody>
        </p:sp>
      </p:grpSp>
      <p:grpSp>
        <p:nvGrpSpPr>
          <p:cNvPr id="1036421" name="Group 133"/>
          <p:cNvGrpSpPr>
            <a:grpSpLocks/>
          </p:cNvGrpSpPr>
          <p:nvPr/>
        </p:nvGrpSpPr>
        <p:grpSpPr bwMode="auto">
          <a:xfrm rot="21170472">
            <a:off x="4003716" y="4735854"/>
            <a:ext cx="2788285" cy="1046249"/>
            <a:chOff x="1582" y="2957"/>
            <a:chExt cx="1728" cy="598"/>
          </a:xfrm>
        </p:grpSpPr>
        <p:sp>
          <p:nvSpPr>
            <p:cNvPr id="1036419" name="AutoShape 131"/>
            <p:cNvSpPr>
              <a:spLocks noChangeArrowheads="1"/>
            </p:cNvSpPr>
            <p:nvPr/>
          </p:nvSpPr>
          <p:spPr bwMode="auto">
            <a:xfrm rot="2359079">
              <a:off x="1807" y="2957"/>
              <a:ext cx="1503" cy="558"/>
            </a:xfrm>
            <a:prstGeom prst="curvedUpArrow">
              <a:avLst>
                <a:gd name="adj1" fmla="val 32821"/>
                <a:gd name="adj2" fmla="val 81280"/>
                <a:gd name="adj3" fmla="val 48528"/>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p:spPr>
          <p:txBody>
            <a:bodyPr wrap="none" anchor="ctr"/>
            <a:lstStyle/>
            <a:p>
              <a:endParaRPr lang="zh-CN" altLang="en-US"/>
            </a:p>
          </p:txBody>
        </p:sp>
        <p:sp>
          <p:nvSpPr>
            <p:cNvPr id="1036420" name="Rectangle 132"/>
            <p:cNvSpPr>
              <a:spLocks noChangeArrowheads="1"/>
            </p:cNvSpPr>
            <p:nvPr/>
          </p:nvSpPr>
          <p:spPr bwMode="auto">
            <a:xfrm>
              <a:off x="1582" y="3113"/>
              <a:ext cx="680" cy="442"/>
            </a:xfrm>
            <a:prstGeom prst="rect">
              <a:avLst/>
            </a:prstGeom>
            <a:noFill/>
            <a:ln w="9525">
              <a:noFill/>
              <a:miter lim="800000"/>
              <a:headEnd/>
              <a:tailEnd/>
            </a:ln>
            <a:effectLst/>
          </p:spPr>
          <p:txBody>
            <a:bodyPr>
              <a:spAutoFit/>
            </a:bodyPr>
            <a:lstStyle/>
            <a:p>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6393"/>
                                        </p:tgtEl>
                                        <p:attrNameLst>
                                          <p:attrName>style.visibility</p:attrName>
                                        </p:attrNameLst>
                                      </p:cBhvr>
                                      <p:to>
                                        <p:strVal val="visible"/>
                                      </p:to>
                                    </p:set>
                                    <p:animEffect transition="in" filter="box(out)">
                                      <p:cBhvr>
                                        <p:cTn id="7" dur="500"/>
                                        <p:tgtEl>
                                          <p:spTgt spid="103639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36410"/>
                                        </p:tgtEl>
                                        <p:attrNameLst>
                                          <p:attrName>style.visibility</p:attrName>
                                        </p:attrNameLst>
                                      </p:cBhvr>
                                      <p:to>
                                        <p:strVal val="visible"/>
                                      </p:to>
                                    </p:set>
                                    <p:animEffect transition="in" filter="strips(downRight)">
                                      <p:cBhvr>
                                        <p:cTn id="12" dur="500"/>
                                        <p:tgtEl>
                                          <p:spTgt spid="1036410"/>
                                        </p:tgtEl>
                                      </p:cBhvr>
                                    </p:animEffect>
                                  </p:childTnLst>
                                  <p:subTnLst>
                                    <p:set>
                                      <p:cBhvr override="childStyle">
                                        <p:cTn dur="1" fill="hold" display="0" masterRel="nextClick" afterEffect="1"/>
                                        <p:tgtEl>
                                          <p:spTgt spid="1036410"/>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036418"/>
                                        </p:tgtEl>
                                        <p:attrNameLst>
                                          <p:attrName>style.visibility</p:attrName>
                                        </p:attrNameLst>
                                      </p:cBhvr>
                                      <p:to>
                                        <p:strVal val="visible"/>
                                      </p:to>
                                    </p:set>
                                    <p:animEffect transition="in" filter="strips(downRight)">
                                      <p:cBhvr>
                                        <p:cTn id="17" dur="500"/>
                                        <p:tgtEl>
                                          <p:spTgt spid="1036418"/>
                                        </p:tgtEl>
                                      </p:cBhvr>
                                    </p:animEffect>
                                  </p:childTnLst>
                                  <p:subTnLst>
                                    <p:set>
                                      <p:cBhvr override="childStyle">
                                        <p:cTn dur="1" fill="hold" display="0" masterRel="nextClick" afterEffect="1"/>
                                        <p:tgtEl>
                                          <p:spTgt spid="1036418"/>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laser.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1036421"/>
                                        </p:tgtEl>
                                        <p:attrNameLst>
                                          <p:attrName>style.visibility</p:attrName>
                                        </p:attrNameLst>
                                      </p:cBhvr>
                                      <p:to>
                                        <p:strVal val="visible"/>
                                      </p:to>
                                    </p:set>
                                    <p:animEffect transition="in" filter="strips(upRight)">
                                      <p:cBhvr>
                                        <p:cTn id="22" dur="500"/>
                                        <p:tgtEl>
                                          <p:spTgt spid="1036421"/>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par>
                          <p:cTn id="23" fill="hold">
                            <p:stCondLst>
                              <p:cond delay="500"/>
                            </p:stCondLst>
                            <p:childTnLst>
                              <p:par>
                                <p:cTn id="24" presetID="18" presetClass="entr" presetSubtype="3" fill="hold" nodeType="afterEffect">
                                  <p:stCondLst>
                                    <p:cond delay="0"/>
                                  </p:stCondLst>
                                  <p:childTnLst>
                                    <p:set>
                                      <p:cBhvr>
                                        <p:cTn id="25" dur="1" fill="hold">
                                          <p:stCondLst>
                                            <p:cond delay="0"/>
                                          </p:stCondLst>
                                        </p:cTn>
                                        <p:tgtEl>
                                          <p:spTgt spid="1036399"/>
                                        </p:tgtEl>
                                        <p:attrNameLst>
                                          <p:attrName>style.visibility</p:attrName>
                                        </p:attrNameLst>
                                      </p:cBhvr>
                                      <p:to>
                                        <p:strVal val="visible"/>
                                      </p:to>
                                    </p:set>
                                    <p:animEffect transition="in" filter="strips(upRight)">
                                      <p:cBhvr>
                                        <p:cTn id="26" dur="500"/>
                                        <p:tgtEl>
                                          <p:spTgt spid="1036399"/>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par>
                          <p:cTn id="27" fill="hold">
                            <p:stCondLst>
                              <p:cond delay="1000"/>
                            </p:stCondLst>
                            <p:childTnLst>
                              <p:par>
                                <p:cTn id="28" presetID="4" presetClass="entr" presetSubtype="32" fill="hold" nodeType="afterEffect">
                                  <p:stCondLst>
                                    <p:cond delay="0"/>
                                  </p:stCondLst>
                                  <p:childTnLst>
                                    <p:set>
                                      <p:cBhvr>
                                        <p:cTn id="29" dur="1" fill="hold">
                                          <p:stCondLst>
                                            <p:cond delay="0"/>
                                          </p:stCondLst>
                                        </p:cTn>
                                        <p:tgtEl>
                                          <p:spTgt spid="1036394">
                                            <p:txEl>
                                              <p:pRg st="0" end="0"/>
                                            </p:txEl>
                                          </p:spTgt>
                                        </p:tgtEl>
                                        <p:attrNameLst>
                                          <p:attrName>style.visibility</p:attrName>
                                        </p:attrNameLst>
                                      </p:cBhvr>
                                      <p:to>
                                        <p:strVal val="visible"/>
                                      </p:to>
                                    </p:set>
                                    <p:animEffect transition="in" filter="box(out)">
                                      <p:cBhvr>
                                        <p:cTn id="30" dur="500"/>
                                        <p:tgtEl>
                                          <p:spTgt spid="1036394">
                                            <p:txEl>
                                              <p:pRg st="0" end="0"/>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par>
                          <p:cTn id="31" fill="hold">
                            <p:stCondLst>
                              <p:cond delay="1500"/>
                            </p:stCondLst>
                            <p:childTnLst>
                              <p:par>
                                <p:cTn id="32" presetID="4" presetClass="entr" presetSubtype="32" fill="hold" nodeType="afterEffect">
                                  <p:stCondLst>
                                    <p:cond delay="0"/>
                                  </p:stCondLst>
                                  <p:childTnLst>
                                    <p:set>
                                      <p:cBhvr>
                                        <p:cTn id="33" dur="1" fill="hold">
                                          <p:stCondLst>
                                            <p:cond delay="0"/>
                                          </p:stCondLst>
                                        </p:cTn>
                                        <p:tgtEl>
                                          <p:spTgt spid="1036394">
                                            <p:txEl>
                                              <p:pRg st="1" end="1"/>
                                            </p:txEl>
                                          </p:spTgt>
                                        </p:tgtEl>
                                        <p:attrNameLst>
                                          <p:attrName>style.visibility</p:attrName>
                                        </p:attrNameLst>
                                      </p:cBhvr>
                                      <p:to>
                                        <p:strVal val="visible"/>
                                      </p:to>
                                    </p:set>
                                    <p:animEffect transition="in" filter="box(out)">
                                      <p:cBhvr>
                                        <p:cTn id="34" dur="500"/>
                                        <p:tgtEl>
                                          <p:spTgt spid="1036394">
                                            <p:txEl>
                                              <p:pRg st="1" end="1"/>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2000"/>
                            </p:stCondLst>
                            <p:childTnLst>
                              <p:par>
                                <p:cTn id="36" presetID="18" presetClass="entr" presetSubtype="6" fill="hold" nodeType="afterEffect">
                                  <p:stCondLst>
                                    <p:cond delay="0"/>
                                  </p:stCondLst>
                                  <p:childTnLst>
                                    <p:set>
                                      <p:cBhvr>
                                        <p:cTn id="37" dur="1" fill="hold">
                                          <p:stCondLst>
                                            <p:cond delay="0"/>
                                          </p:stCondLst>
                                        </p:cTn>
                                        <p:tgtEl>
                                          <p:spTgt spid="1036404"/>
                                        </p:tgtEl>
                                        <p:attrNameLst>
                                          <p:attrName>style.visibility</p:attrName>
                                        </p:attrNameLst>
                                      </p:cBhvr>
                                      <p:to>
                                        <p:strVal val="visible"/>
                                      </p:to>
                                    </p:set>
                                    <p:animEffect transition="in" filter="strips(downRight)">
                                      <p:cBhvr>
                                        <p:cTn id="38" dur="500"/>
                                        <p:tgtEl>
                                          <p:spTgt spid="1036404"/>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par>
                          <p:cTn id="39" fill="hold">
                            <p:stCondLst>
                              <p:cond delay="2500"/>
                            </p:stCondLst>
                            <p:childTnLst>
                              <p:par>
                                <p:cTn id="40" presetID="4" presetClass="entr" presetSubtype="32" fill="hold" nodeType="afterEffect">
                                  <p:stCondLst>
                                    <p:cond delay="0"/>
                                  </p:stCondLst>
                                  <p:childTnLst>
                                    <p:set>
                                      <p:cBhvr>
                                        <p:cTn id="41" dur="1" fill="hold">
                                          <p:stCondLst>
                                            <p:cond delay="0"/>
                                          </p:stCondLst>
                                        </p:cTn>
                                        <p:tgtEl>
                                          <p:spTgt spid="1036394">
                                            <p:txEl>
                                              <p:pRg st="2" end="2"/>
                                            </p:txEl>
                                          </p:spTgt>
                                        </p:tgtEl>
                                        <p:attrNameLst>
                                          <p:attrName>style.visibility</p:attrName>
                                        </p:attrNameLst>
                                      </p:cBhvr>
                                      <p:to>
                                        <p:strVal val="visible"/>
                                      </p:to>
                                    </p:set>
                                    <p:animEffect transition="in" filter="box(out)">
                                      <p:cBhvr>
                                        <p:cTn id="42" dur="500"/>
                                        <p:tgtEl>
                                          <p:spTgt spid="1036394">
                                            <p:txEl>
                                              <p:pRg st="2" end="2"/>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par>
                          <p:cTn id="43" fill="hold">
                            <p:stCondLst>
                              <p:cond delay="3000"/>
                            </p:stCondLst>
                            <p:childTnLst>
                              <p:par>
                                <p:cTn id="44" presetID="4" presetClass="entr" presetSubtype="32" fill="hold" nodeType="afterEffect">
                                  <p:stCondLst>
                                    <p:cond delay="0"/>
                                  </p:stCondLst>
                                  <p:childTnLst>
                                    <p:set>
                                      <p:cBhvr>
                                        <p:cTn id="45" dur="1" fill="hold">
                                          <p:stCondLst>
                                            <p:cond delay="0"/>
                                          </p:stCondLst>
                                        </p:cTn>
                                        <p:tgtEl>
                                          <p:spTgt spid="1036394">
                                            <p:txEl>
                                              <p:pRg st="3" end="3"/>
                                            </p:txEl>
                                          </p:spTgt>
                                        </p:tgtEl>
                                        <p:attrNameLst>
                                          <p:attrName>style.visibility</p:attrName>
                                        </p:attrNameLst>
                                      </p:cBhvr>
                                      <p:to>
                                        <p:strVal val="visible"/>
                                      </p:to>
                                    </p:set>
                                    <p:animEffect transition="in" filter="box(out)">
                                      <p:cBhvr>
                                        <p:cTn id="46" dur="500"/>
                                        <p:tgtEl>
                                          <p:spTgt spid="1036394">
                                            <p:txEl>
                                              <p:pRg st="3" end="3"/>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par>
                          <p:cTn id="47" fill="hold">
                            <p:stCondLst>
                              <p:cond delay="3500"/>
                            </p:stCondLst>
                            <p:childTnLst>
                              <p:par>
                                <p:cTn id="48" presetID="4" presetClass="entr" presetSubtype="32" fill="hold" nodeType="afterEffect">
                                  <p:stCondLst>
                                    <p:cond delay="0"/>
                                  </p:stCondLst>
                                  <p:childTnLst>
                                    <p:set>
                                      <p:cBhvr>
                                        <p:cTn id="49" dur="1" fill="hold">
                                          <p:stCondLst>
                                            <p:cond delay="0"/>
                                          </p:stCondLst>
                                        </p:cTn>
                                        <p:tgtEl>
                                          <p:spTgt spid="1036394">
                                            <p:txEl>
                                              <p:pRg st="4" end="4"/>
                                            </p:txEl>
                                          </p:spTgt>
                                        </p:tgtEl>
                                        <p:attrNameLst>
                                          <p:attrName>style.visibility</p:attrName>
                                        </p:attrNameLst>
                                      </p:cBhvr>
                                      <p:to>
                                        <p:strVal val="visible"/>
                                      </p:to>
                                    </p:set>
                                    <p:animEffect transition="in" filter="box(out)">
                                      <p:cBhvr>
                                        <p:cTn id="50" dur="500"/>
                                        <p:tgtEl>
                                          <p:spTgt spid="1036394">
                                            <p:txEl>
                                              <p:pRg st="4" end="4"/>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4000"/>
                            </p:stCondLst>
                            <p:childTnLst>
                              <p:par>
                                <p:cTn id="52" presetID="4" presetClass="entr" presetSubtype="32" fill="hold" nodeType="afterEffect">
                                  <p:stCondLst>
                                    <p:cond delay="0"/>
                                  </p:stCondLst>
                                  <p:childTnLst>
                                    <p:set>
                                      <p:cBhvr>
                                        <p:cTn id="53" dur="1" fill="hold">
                                          <p:stCondLst>
                                            <p:cond delay="0"/>
                                          </p:stCondLst>
                                        </p:cTn>
                                        <p:tgtEl>
                                          <p:spTgt spid="1036394">
                                            <p:txEl>
                                              <p:pRg st="5" end="5"/>
                                            </p:txEl>
                                          </p:spTgt>
                                        </p:tgtEl>
                                        <p:attrNameLst>
                                          <p:attrName>style.visibility</p:attrName>
                                        </p:attrNameLst>
                                      </p:cBhvr>
                                      <p:to>
                                        <p:strVal val="visible"/>
                                      </p:to>
                                    </p:set>
                                    <p:animEffect transition="in" filter="box(out)">
                                      <p:cBhvr>
                                        <p:cTn id="54" dur="500"/>
                                        <p:tgtEl>
                                          <p:spTgt spid="1036394">
                                            <p:txEl>
                                              <p:pRg st="5" end="5"/>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par>
                          <p:cTn id="55" fill="hold">
                            <p:stCondLst>
                              <p:cond delay="4500"/>
                            </p:stCondLst>
                            <p:childTnLst>
                              <p:par>
                                <p:cTn id="56" presetID="4" presetClass="entr" presetSubtype="32" fill="hold" nodeType="afterEffect">
                                  <p:stCondLst>
                                    <p:cond delay="0"/>
                                  </p:stCondLst>
                                  <p:childTnLst>
                                    <p:set>
                                      <p:cBhvr>
                                        <p:cTn id="57" dur="1" fill="hold">
                                          <p:stCondLst>
                                            <p:cond delay="0"/>
                                          </p:stCondLst>
                                        </p:cTn>
                                        <p:tgtEl>
                                          <p:spTgt spid="1036394">
                                            <p:txEl>
                                              <p:pRg st="6" end="6"/>
                                            </p:txEl>
                                          </p:spTgt>
                                        </p:tgtEl>
                                        <p:attrNameLst>
                                          <p:attrName>style.visibility</p:attrName>
                                        </p:attrNameLst>
                                      </p:cBhvr>
                                      <p:to>
                                        <p:strVal val="visible"/>
                                      </p:to>
                                    </p:set>
                                    <p:animEffect transition="in" filter="box(out)">
                                      <p:cBhvr>
                                        <p:cTn id="58" dur="500"/>
                                        <p:tgtEl>
                                          <p:spTgt spid="1036394">
                                            <p:txEl>
                                              <p:pRg st="6" end="6"/>
                                            </p:txEl>
                                          </p:spTgt>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par>
                          <p:cTn id="59" fill="hold">
                            <p:stCondLst>
                              <p:cond delay="5000"/>
                            </p:stCondLst>
                            <p:childTnLst>
                              <p:par>
                                <p:cTn id="60" presetID="4" presetClass="entr" presetSubtype="32" fill="hold" nodeType="afterEffect">
                                  <p:stCondLst>
                                    <p:cond delay="0"/>
                                  </p:stCondLst>
                                  <p:childTnLst>
                                    <p:set>
                                      <p:cBhvr>
                                        <p:cTn id="61" dur="1" fill="hold">
                                          <p:stCondLst>
                                            <p:cond delay="0"/>
                                          </p:stCondLst>
                                        </p:cTn>
                                        <p:tgtEl>
                                          <p:spTgt spid="1036394">
                                            <p:txEl>
                                              <p:pRg st="7" end="7"/>
                                            </p:txEl>
                                          </p:spTgt>
                                        </p:tgtEl>
                                        <p:attrNameLst>
                                          <p:attrName>style.visibility</p:attrName>
                                        </p:attrNameLst>
                                      </p:cBhvr>
                                      <p:to>
                                        <p:strVal val="visible"/>
                                      </p:to>
                                    </p:set>
                                    <p:animEffect transition="in" filter="box(out)">
                                      <p:cBhvr>
                                        <p:cTn id="62" dur="500"/>
                                        <p:tgtEl>
                                          <p:spTgt spid="1036394">
                                            <p:txEl>
                                              <p:pRg st="7" end="7"/>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par>
                          <p:cTn id="63" fill="hold">
                            <p:stCondLst>
                              <p:cond delay="5500"/>
                            </p:stCondLst>
                            <p:childTnLst>
                              <p:par>
                                <p:cTn id="64" presetID="4" presetClass="entr" presetSubtype="32" fill="hold" nodeType="afterEffect">
                                  <p:stCondLst>
                                    <p:cond delay="0"/>
                                  </p:stCondLst>
                                  <p:childTnLst>
                                    <p:set>
                                      <p:cBhvr>
                                        <p:cTn id="65" dur="1" fill="hold">
                                          <p:stCondLst>
                                            <p:cond delay="0"/>
                                          </p:stCondLst>
                                        </p:cTn>
                                        <p:tgtEl>
                                          <p:spTgt spid="1036394">
                                            <p:txEl>
                                              <p:pRg st="8" end="8"/>
                                            </p:txEl>
                                          </p:spTgt>
                                        </p:tgtEl>
                                        <p:attrNameLst>
                                          <p:attrName>style.visibility</p:attrName>
                                        </p:attrNameLst>
                                      </p:cBhvr>
                                      <p:to>
                                        <p:strVal val="visible"/>
                                      </p:to>
                                    </p:set>
                                    <p:animEffect transition="in" filter="box(out)">
                                      <p:cBhvr>
                                        <p:cTn id="66" dur="500"/>
                                        <p:tgtEl>
                                          <p:spTgt spid="1036394">
                                            <p:txEl>
                                              <p:pRg st="8" end="8"/>
                                            </p:txEl>
                                          </p:spTgt>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par>
                          <p:cTn id="67" fill="hold">
                            <p:stCondLst>
                              <p:cond delay="6000"/>
                            </p:stCondLst>
                            <p:childTnLst>
                              <p:par>
                                <p:cTn id="68" presetID="4" presetClass="entr" presetSubtype="32" fill="hold" nodeType="afterEffect">
                                  <p:stCondLst>
                                    <p:cond delay="0"/>
                                  </p:stCondLst>
                                  <p:childTnLst>
                                    <p:set>
                                      <p:cBhvr>
                                        <p:cTn id="69" dur="1" fill="hold">
                                          <p:stCondLst>
                                            <p:cond delay="0"/>
                                          </p:stCondLst>
                                        </p:cTn>
                                        <p:tgtEl>
                                          <p:spTgt spid="1036394">
                                            <p:txEl>
                                              <p:pRg st="9" end="9"/>
                                            </p:txEl>
                                          </p:spTgt>
                                        </p:tgtEl>
                                        <p:attrNameLst>
                                          <p:attrName>style.visibility</p:attrName>
                                        </p:attrNameLst>
                                      </p:cBhvr>
                                      <p:to>
                                        <p:strVal val="visible"/>
                                      </p:to>
                                    </p:set>
                                    <p:animEffect transition="in" filter="box(out)">
                                      <p:cBhvr>
                                        <p:cTn id="70" dur="500"/>
                                        <p:tgtEl>
                                          <p:spTgt spid="1036394">
                                            <p:txEl>
                                              <p:pRg st="9" end="9"/>
                                            </p:txEl>
                                          </p:spTgt>
                                        </p:tgtEl>
                                      </p:cBhvr>
                                    </p:animEffect>
                                  </p:childTnLst>
                                  <p:subTnLst>
                                    <p:audio>
                                      <p:cMediaNode>
                                        <p:cTn display="0" masterRel="sameClick">
                                          <p:stCondLst>
                                            <p:cond evt="begin" delay="0">
                                              <p:tn val="68"/>
                                            </p:cond>
                                          </p:stCondLst>
                                          <p:endCondLst>
                                            <p:cond evt="onStopAudio" delay="0">
                                              <p:tgtEl>
                                                <p:sldTgt/>
                                              </p:tgtEl>
                                            </p:cond>
                                          </p:endCondLst>
                                        </p:cTn>
                                        <p:tgtEl>
                                          <p:sndTgt r:embed="rId2" name="camera.wav"/>
                                        </p:tgtEl>
                                      </p:cMediaNode>
                                    </p:audio>
                                  </p:subTnLst>
                                </p:cTn>
                              </p:par>
                            </p:childTnLst>
                          </p:cTn>
                        </p:par>
                        <p:par>
                          <p:cTn id="71" fill="hold">
                            <p:stCondLst>
                              <p:cond delay="6500"/>
                            </p:stCondLst>
                            <p:childTnLst>
                              <p:par>
                                <p:cTn id="72" presetID="4" presetClass="entr" presetSubtype="32" fill="hold" nodeType="afterEffect">
                                  <p:stCondLst>
                                    <p:cond delay="0"/>
                                  </p:stCondLst>
                                  <p:childTnLst>
                                    <p:set>
                                      <p:cBhvr>
                                        <p:cTn id="73" dur="1" fill="hold">
                                          <p:stCondLst>
                                            <p:cond delay="0"/>
                                          </p:stCondLst>
                                        </p:cTn>
                                        <p:tgtEl>
                                          <p:spTgt spid="1036394">
                                            <p:txEl>
                                              <p:pRg st="10" end="10"/>
                                            </p:txEl>
                                          </p:spTgt>
                                        </p:tgtEl>
                                        <p:attrNameLst>
                                          <p:attrName>style.visibility</p:attrName>
                                        </p:attrNameLst>
                                      </p:cBhvr>
                                      <p:to>
                                        <p:strVal val="visible"/>
                                      </p:to>
                                    </p:set>
                                    <p:animEffect transition="in" filter="box(out)">
                                      <p:cBhvr>
                                        <p:cTn id="74" dur="500"/>
                                        <p:tgtEl>
                                          <p:spTgt spid="1036394">
                                            <p:txEl>
                                              <p:pRg st="10" end="1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2" name="camera.wav"/>
                                        </p:tgtEl>
                                      </p:cMediaNode>
                                    </p:audio>
                                  </p:subTnLst>
                                </p:cTn>
                              </p:par>
                            </p:childTnLst>
                          </p:cTn>
                        </p:par>
                        <p:par>
                          <p:cTn id="75" fill="hold">
                            <p:stCondLst>
                              <p:cond delay="7000"/>
                            </p:stCondLst>
                            <p:childTnLst>
                              <p:par>
                                <p:cTn id="76" presetID="4" presetClass="entr" presetSubtype="32" fill="hold" nodeType="afterEffect">
                                  <p:stCondLst>
                                    <p:cond delay="0"/>
                                  </p:stCondLst>
                                  <p:childTnLst>
                                    <p:set>
                                      <p:cBhvr>
                                        <p:cTn id="77" dur="1" fill="hold">
                                          <p:stCondLst>
                                            <p:cond delay="0"/>
                                          </p:stCondLst>
                                        </p:cTn>
                                        <p:tgtEl>
                                          <p:spTgt spid="1036394">
                                            <p:txEl>
                                              <p:pRg st="11" end="11"/>
                                            </p:txEl>
                                          </p:spTgt>
                                        </p:tgtEl>
                                        <p:attrNameLst>
                                          <p:attrName>style.visibility</p:attrName>
                                        </p:attrNameLst>
                                      </p:cBhvr>
                                      <p:to>
                                        <p:strVal val="visible"/>
                                      </p:to>
                                    </p:set>
                                    <p:animEffect transition="in" filter="box(out)">
                                      <p:cBhvr>
                                        <p:cTn id="78" dur="500"/>
                                        <p:tgtEl>
                                          <p:spTgt spid="1036394">
                                            <p:txEl>
                                              <p:pRg st="11" end="11"/>
                                            </p:txEl>
                                          </p:spTgt>
                                        </p:tgtEl>
                                      </p:cBhvr>
                                    </p:animEffect>
                                  </p:childTnLst>
                                  <p:subTnLst>
                                    <p:audio>
                                      <p:cMediaNode>
                                        <p:cTn display="0" masterRel="sameClick">
                                          <p:stCondLst>
                                            <p:cond evt="begin" delay="0">
                                              <p:tn val="76"/>
                                            </p:cond>
                                          </p:stCondLst>
                                          <p:endCondLst>
                                            <p:cond evt="onStopAudio" delay="0">
                                              <p:tgtEl>
                                                <p:sldTgt/>
                                              </p:tgtEl>
                                            </p:cond>
                                          </p:endCondLst>
                                        </p:cTn>
                                        <p:tgtEl>
                                          <p:sndTgt r:embed="rId2" name="camera.wav"/>
                                        </p:tgtEl>
                                      </p:cMediaNode>
                                    </p:audio>
                                  </p:subTnLst>
                                </p:cTn>
                              </p:par>
                            </p:childTnLst>
                          </p:cTn>
                        </p:par>
                        <p:par>
                          <p:cTn id="79" fill="hold">
                            <p:stCondLst>
                              <p:cond delay="7500"/>
                            </p:stCondLst>
                            <p:childTnLst>
                              <p:par>
                                <p:cTn id="80" presetID="4" presetClass="entr" presetSubtype="32" fill="hold" nodeType="afterEffect">
                                  <p:stCondLst>
                                    <p:cond delay="0"/>
                                  </p:stCondLst>
                                  <p:childTnLst>
                                    <p:set>
                                      <p:cBhvr>
                                        <p:cTn id="81" dur="1" fill="hold">
                                          <p:stCondLst>
                                            <p:cond delay="0"/>
                                          </p:stCondLst>
                                        </p:cTn>
                                        <p:tgtEl>
                                          <p:spTgt spid="1036394">
                                            <p:txEl>
                                              <p:pRg st="12" end="12"/>
                                            </p:txEl>
                                          </p:spTgt>
                                        </p:tgtEl>
                                        <p:attrNameLst>
                                          <p:attrName>style.visibility</p:attrName>
                                        </p:attrNameLst>
                                      </p:cBhvr>
                                      <p:to>
                                        <p:strVal val="visible"/>
                                      </p:to>
                                    </p:set>
                                    <p:animEffect transition="in" filter="box(out)">
                                      <p:cBhvr>
                                        <p:cTn id="82" dur="500"/>
                                        <p:tgtEl>
                                          <p:spTgt spid="1036394">
                                            <p:txEl>
                                              <p:pRg st="12" end="12"/>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2" name="camera.wav"/>
                                        </p:tgtEl>
                                      </p:cMediaNode>
                                    </p:audio>
                                  </p:subTnLst>
                                </p:cTn>
                              </p:par>
                            </p:childTnLst>
                          </p:cTn>
                        </p:par>
                        <p:par>
                          <p:cTn id="83" fill="hold">
                            <p:stCondLst>
                              <p:cond delay="8000"/>
                            </p:stCondLst>
                            <p:childTnLst>
                              <p:par>
                                <p:cTn id="84" presetID="4" presetClass="entr" presetSubtype="32" fill="hold" nodeType="afterEffect">
                                  <p:stCondLst>
                                    <p:cond delay="0"/>
                                  </p:stCondLst>
                                  <p:childTnLst>
                                    <p:set>
                                      <p:cBhvr>
                                        <p:cTn id="85" dur="1" fill="hold">
                                          <p:stCondLst>
                                            <p:cond delay="0"/>
                                          </p:stCondLst>
                                        </p:cTn>
                                        <p:tgtEl>
                                          <p:spTgt spid="1036394">
                                            <p:txEl>
                                              <p:pRg st="13" end="13"/>
                                            </p:txEl>
                                          </p:spTgt>
                                        </p:tgtEl>
                                        <p:attrNameLst>
                                          <p:attrName>style.visibility</p:attrName>
                                        </p:attrNameLst>
                                      </p:cBhvr>
                                      <p:to>
                                        <p:strVal val="visible"/>
                                      </p:to>
                                    </p:set>
                                    <p:animEffect transition="in" filter="box(out)">
                                      <p:cBhvr>
                                        <p:cTn id="86" dur="500"/>
                                        <p:tgtEl>
                                          <p:spTgt spid="1036394">
                                            <p:txEl>
                                              <p:pRg st="13" end="13"/>
                                            </p:txEl>
                                          </p:spTgt>
                                        </p:tgtEl>
                                      </p:cBhvr>
                                    </p:animEffect>
                                  </p:childTnLst>
                                  <p:subTnLst>
                                    <p:audio>
                                      <p:cMediaNode>
                                        <p:cTn display="0" masterRel="sameClick">
                                          <p:stCondLst>
                                            <p:cond evt="begin" delay="0">
                                              <p:tn val="84"/>
                                            </p:cond>
                                          </p:stCondLst>
                                          <p:endCondLst>
                                            <p:cond evt="onStopAudio" delay="0">
                                              <p:tgtEl>
                                                <p:sldTgt/>
                                              </p:tgtEl>
                                            </p:cond>
                                          </p:endCondLst>
                                        </p:cTn>
                                        <p:tgtEl>
                                          <p:sndTgt r:embed="rId2" name="camera.wav"/>
                                        </p:tgtEl>
                                      </p:cMediaNode>
                                    </p:audio>
                                  </p:subTnLst>
                                </p:cTn>
                              </p:par>
                            </p:childTnLst>
                          </p:cTn>
                        </p:par>
                        <p:par>
                          <p:cTn id="87" fill="hold">
                            <p:stCondLst>
                              <p:cond delay="8500"/>
                            </p:stCondLst>
                            <p:childTnLst>
                              <p:par>
                                <p:cTn id="88" presetID="4" presetClass="entr" presetSubtype="32" fill="hold" nodeType="afterEffect">
                                  <p:stCondLst>
                                    <p:cond delay="0"/>
                                  </p:stCondLst>
                                  <p:childTnLst>
                                    <p:set>
                                      <p:cBhvr>
                                        <p:cTn id="89" dur="1" fill="hold">
                                          <p:stCondLst>
                                            <p:cond delay="0"/>
                                          </p:stCondLst>
                                        </p:cTn>
                                        <p:tgtEl>
                                          <p:spTgt spid="1036394">
                                            <p:txEl>
                                              <p:pRg st="14" end="14"/>
                                            </p:txEl>
                                          </p:spTgt>
                                        </p:tgtEl>
                                        <p:attrNameLst>
                                          <p:attrName>style.visibility</p:attrName>
                                        </p:attrNameLst>
                                      </p:cBhvr>
                                      <p:to>
                                        <p:strVal val="visible"/>
                                      </p:to>
                                    </p:set>
                                    <p:animEffect transition="in" filter="box(out)">
                                      <p:cBhvr>
                                        <p:cTn id="90" dur="500"/>
                                        <p:tgtEl>
                                          <p:spTgt spid="1036394">
                                            <p:txEl>
                                              <p:pRg st="14" end="14"/>
                                            </p:txEl>
                                          </p:spTgt>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par>
                          <p:cTn id="91" fill="hold">
                            <p:stCondLst>
                              <p:cond delay="9000"/>
                            </p:stCondLst>
                            <p:childTnLst>
                              <p:par>
                                <p:cTn id="92" presetID="4" presetClass="entr" presetSubtype="32" fill="hold" nodeType="afterEffect">
                                  <p:stCondLst>
                                    <p:cond delay="0"/>
                                  </p:stCondLst>
                                  <p:childTnLst>
                                    <p:set>
                                      <p:cBhvr>
                                        <p:cTn id="93" dur="1" fill="hold">
                                          <p:stCondLst>
                                            <p:cond delay="0"/>
                                          </p:stCondLst>
                                        </p:cTn>
                                        <p:tgtEl>
                                          <p:spTgt spid="1036394">
                                            <p:txEl>
                                              <p:pRg st="15" end="15"/>
                                            </p:txEl>
                                          </p:spTgt>
                                        </p:tgtEl>
                                        <p:attrNameLst>
                                          <p:attrName>style.visibility</p:attrName>
                                        </p:attrNameLst>
                                      </p:cBhvr>
                                      <p:to>
                                        <p:strVal val="visible"/>
                                      </p:to>
                                    </p:set>
                                    <p:animEffect transition="in" filter="box(out)">
                                      <p:cBhvr>
                                        <p:cTn id="94" dur="500"/>
                                        <p:tgtEl>
                                          <p:spTgt spid="1036394">
                                            <p:txEl>
                                              <p:pRg st="15" end="15"/>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2" name="camera.wav"/>
                                        </p:tgtEl>
                                      </p:cMediaNode>
                                    </p:audio>
                                  </p:subTnLst>
                                </p:cTn>
                              </p:par>
                            </p:childTnLst>
                          </p:cTn>
                        </p:par>
                        <p:par>
                          <p:cTn id="95" fill="hold">
                            <p:stCondLst>
                              <p:cond delay="9500"/>
                            </p:stCondLst>
                            <p:childTnLst>
                              <p:par>
                                <p:cTn id="96" presetID="4" presetClass="entr" presetSubtype="32" fill="hold" nodeType="afterEffect">
                                  <p:stCondLst>
                                    <p:cond delay="0"/>
                                  </p:stCondLst>
                                  <p:childTnLst>
                                    <p:set>
                                      <p:cBhvr>
                                        <p:cTn id="97" dur="1" fill="hold">
                                          <p:stCondLst>
                                            <p:cond delay="0"/>
                                          </p:stCondLst>
                                        </p:cTn>
                                        <p:tgtEl>
                                          <p:spTgt spid="1036394">
                                            <p:txEl>
                                              <p:pRg st="16" end="16"/>
                                            </p:txEl>
                                          </p:spTgt>
                                        </p:tgtEl>
                                        <p:attrNameLst>
                                          <p:attrName>style.visibility</p:attrName>
                                        </p:attrNameLst>
                                      </p:cBhvr>
                                      <p:to>
                                        <p:strVal val="visible"/>
                                      </p:to>
                                    </p:set>
                                    <p:animEffect transition="in" filter="box(out)">
                                      <p:cBhvr>
                                        <p:cTn id="98" dur="500"/>
                                        <p:tgtEl>
                                          <p:spTgt spid="1036394">
                                            <p:txEl>
                                              <p:pRg st="16" end="16"/>
                                            </p:txEl>
                                          </p:spTgt>
                                        </p:tgtEl>
                                      </p:cBhvr>
                                    </p:animEffect>
                                  </p:childTnLst>
                                  <p:subTnLst>
                                    <p:audio>
                                      <p:cMediaNode>
                                        <p:cTn display="0" masterRel="sameClick">
                                          <p:stCondLst>
                                            <p:cond evt="begin" delay="0">
                                              <p:tn val="96"/>
                                            </p:cond>
                                          </p:stCondLst>
                                          <p:endCondLst>
                                            <p:cond evt="onStopAudio" delay="0">
                                              <p:tgtEl>
                                                <p:sldTgt/>
                                              </p:tgtEl>
                                            </p:cond>
                                          </p:endCondLst>
                                        </p:cTn>
                                        <p:tgtEl>
                                          <p:sndTgt r:embed="rId2" name="camera.wav"/>
                                        </p:tgtEl>
                                      </p:cMediaNode>
                                    </p:audio>
                                  </p:subTnLst>
                                </p:cTn>
                              </p:par>
                            </p:childTnLst>
                          </p:cTn>
                        </p:par>
                        <p:par>
                          <p:cTn id="99" fill="hold">
                            <p:stCondLst>
                              <p:cond delay="10000"/>
                            </p:stCondLst>
                            <p:childTnLst>
                              <p:par>
                                <p:cTn id="100" presetID="4" presetClass="entr" presetSubtype="32" fill="hold" nodeType="afterEffect">
                                  <p:stCondLst>
                                    <p:cond delay="0"/>
                                  </p:stCondLst>
                                  <p:childTnLst>
                                    <p:set>
                                      <p:cBhvr>
                                        <p:cTn id="101" dur="1" fill="hold">
                                          <p:stCondLst>
                                            <p:cond delay="0"/>
                                          </p:stCondLst>
                                        </p:cTn>
                                        <p:tgtEl>
                                          <p:spTgt spid="1036394">
                                            <p:txEl>
                                              <p:pRg st="17" end="17"/>
                                            </p:txEl>
                                          </p:spTgt>
                                        </p:tgtEl>
                                        <p:attrNameLst>
                                          <p:attrName>style.visibility</p:attrName>
                                        </p:attrNameLst>
                                      </p:cBhvr>
                                      <p:to>
                                        <p:strVal val="visible"/>
                                      </p:to>
                                    </p:set>
                                    <p:animEffect transition="in" filter="box(out)">
                                      <p:cBhvr>
                                        <p:cTn id="102" dur="500"/>
                                        <p:tgtEl>
                                          <p:spTgt spid="1036394">
                                            <p:txEl>
                                              <p:pRg st="17" end="17"/>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2" name="camera.wav"/>
                                        </p:tgtEl>
                                      </p:cMediaNode>
                                    </p:audio>
                                  </p:subTnLst>
                                </p:cTn>
                              </p:par>
                            </p:childTnLst>
                          </p:cTn>
                        </p:par>
                        <p:par>
                          <p:cTn id="103" fill="hold">
                            <p:stCondLst>
                              <p:cond delay="10500"/>
                            </p:stCondLst>
                            <p:childTnLst>
                              <p:par>
                                <p:cTn id="104" presetID="4" presetClass="entr" presetSubtype="32" fill="hold" nodeType="afterEffect">
                                  <p:stCondLst>
                                    <p:cond delay="0"/>
                                  </p:stCondLst>
                                  <p:childTnLst>
                                    <p:set>
                                      <p:cBhvr>
                                        <p:cTn id="105" dur="1" fill="hold">
                                          <p:stCondLst>
                                            <p:cond delay="0"/>
                                          </p:stCondLst>
                                        </p:cTn>
                                        <p:tgtEl>
                                          <p:spTgt spid="1036394">
                                            <p:txEl>
                                              <p:pRg st="18" end="18"/>
                                            </p:txEl>
                                          </p:spTgt>
                                        </p:tgtEl>
                                        <p:attrNameLst>
                                          <p:attrName>style.visibility</p:attrName>
                                        </p:attrNameLst>
                                      </p:cBhvr>
                                      <p:to>
                                        <p:strVal val="visible"/>
                                      </p:to>
                                    </p:set>
                                    <p:animEffect transition="in" filter="box(out)">
                                      <p:cBhvr>
                                        <p:cTn id="106" dur="500"/>
                                        <p:tgtEl>
                                          <p:spTgt spid="1036394">
                                            <p:txEl>
                                              <p:pRg st="18" end="18"/>
                                            </p:txEl>
                                          </p:spTgt>
                                        </p:tgtEl>
                                      </p:cBhvr>
                                    </p:animEffect>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par>
                          <p:cTn id="107" fill="hold">
                            <p:stCondLst>
                              <p:cond delay="11000"/>
                            </p:stCondLst>
                            <p:childTnLst>
                              <p:par>
                                <p:cTn id="108" presetID="4" presetClass="entr" presetSubtype="32" fill="hold" nodeType="afterEffect">
                                  <p:stCondLst>
                                    <p:cond delay="0"/>
                                  </p:stCondLst>
                                  <p:childTnLst>
                                    <p:set>
                                      <p:cBhvr>
                                        <p:cTn id="109" dur="1" fill="hold">
                                          <p:stCondLst>
                                            <p:cond delay="0"/>
                                          </p:stCondLst>
                                        </p:cTn>
                                        <p:tgtEl>
                                          <p:spTgt spid="1036394">
                                            <p:txEl>
                                              <p:pRg st="19" end="19"/>
                                            </p:txEl>
                                          </p:spTgt>
                                        </p:tgtEl>
                                        <p:attrNameLst>
                                          <p:attrName>style.visibility</p:attrName>
                                        </p:attrNameLst>
                                      </p:cBhvr>
                                      <p:to>
                                        <p:strVal val="visible"/>
                                      </p:to>
                                    </p:set>
                                    <p:animEffect transition="in" filter="box(out)">
                                      <p:cBhvr>
                                        <p:cTn id="110" dur="500"/>
                                        <p:tgtEl>
                                          <p:spTgt spid="1036394">
                                            <p:txEl>
                                              <p:pRg st="19" end="19"/>
                                            </p:txEl>
                                          </p:spTgt>
                                        </p:tgtEl>
                                      </p:cBhvr>
                                    </p:animEffect>
                                  </p:childTnLst>
                                  <p:subTnLst>
                                    <p:audio>
                                      <p:cMediaNode>
                                        <p:cTn display="0" masterRel="sameClick">
                                          <p:stCondLst>
                                            <p:cond evt="begin" delay="0">
                                              <p:tn val="108"/>
                                            </p:cond>
                                          </p:stCondLst>
                                          <p:endCondLst>
                                            <p:cond evt="onStopAudio" delay="0">
                                              <p:tgtEl>
                                                <p:sldTgt/>
                                              </p:tgtEl>
                                            </p:cond>
                                          </p:endCondLst>
                                        </p:cTn>
                                        <p:tgtEl>
                                          <p:sndTgt r:embed="rId2" name="camera.wav"/>
                                        </p:tgtEl>
                                      </p:cMediaNode>
                                    </p:audio>
                                  </p:subTnLst>
                                </p:cTn>
                              </p:par>
                            </p:childTnLst>
                          </p:cTn>
                        </p:par>
                        <p:par>
                          <p:cTn id="111" fill="hold">
                            <p:stCondLst>
                              <p:cond delay="11500"/>
                            </p:stCondLst>
                            <p:childTnLst>
                              <p:par>
                                <p:cTn id="112" presetID="4" presetClass="entr" presetSubtype="32" fill="hold" nodeType="afterEffect">
                                  <p:stCondLst>
                                    <p:cond delay="0"/>
                                  </p:stCondLst>
                                  <p:childTnLst>
                                    <p:set>
                                      <p:cBhvr>
                                        <p:cTn id="113" dur="1" fill="hold">
                                          <p:stCondLst>
                                            <p:cond delay="0"/>
                                          </p:stCondLst>
                                        </p:cTn>
                                        <p:tgtEl>
                                          <p:spTgt spid="1036394">
                                            <p:txEl>
                                              <p:pRg st="20" end="20"/>
                                            </p:txEl>
                                          </p:spTgt>
                                        </p:tgtEl>
                                        <p:attrNameLst>
                                          <p:attrName>style.visibility</p:attrName>
                                        </p:attrNameLst>
                                      </p:cBhvr>
                                      <p:to>
                                        <p:strVal val="visible"/>
                                      </p:to>
                                    </p:set>
                                    <p:animEffect transition="in" filter="box(out)">
                                      <p:cBhvr>
                                        <p:cTn id="114" dur="500"/>
                                        <p:tgtEl>
                                          <p:spTgt spid="1036394">
                                            <p:txEl>
                                              <p:pRg st="20" end="20"/>
                                            </p:txEl>
                                          </p:spTgt>
                                        </p:tgtEl>
                                      </p:cBhvr>
                                    </p:animEffect>
                                  </p:childTnLst>
                                  <p:subTnLst>
                                    <p:audio>
                                      <p:cMediaNode>
                                        <p:cTn display="0" masterRel="sameClick">
                                          <p:stCondLst>
                                            <p:cond evt="begin" delay="0">
                                              <p:tn val="11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639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8341" name="Text Box 5"/>
          <p:cNvSpPr txBox="1">
            <a:spLocks noChangeArrowheads="1"/>
          </p:cNvSpPr>
          <p:nvPr/>
        </p:nvSpPr>
        <p:spPr bwMode="auto">
          <a:xfrm>
            <a:off x="745828" y="174625"/>
            <a:ext cx="2952750" cy="457200"/>
          </a:xfrm>
          <a:prstGeom prst="rect">
            <a:avLst/>
          </a:prstGeom>
          <a:noFill/>
          <a:ln w="9525">
            <a:noFill/>
            <a:miter lim="800000"/>
            <a:headEnd/>
            <a:tailEnd/>
          </a:ln>
          <a:effectLst/>
        </p:spPr>
        <p:txBody>
          <a:bodyPr>
            <a:spAutoFit/>
          </a:bodyPr>
          <a:lstStyle/>
          <a:p>
            <a:pPr>
              <a:spcBef>
                <a:spcPct val="50000"/>
              </a:spcBef>
            </a:pPr>
            <a:r>
              <a:rPr lang="zh-CN" altLang="en-US" b="1" u="sng" dirty="0">
                <a:solidFill>
                  <a:srgbClr val="FF0000"/>
                </a:solidFill>
                <a:effectLst>
                  <a:outerShdw blurRad="38100" dist="38100" dir="2700000" algn="tl">
                    <a:srgbClr val="000000"/>
                  </a:outerShdw>
                </a:effectLst>
                <a:latin typeface="隶书" pitchFamily="49" charset="-122"/>
                <a:ea typeface="隶书" pitchFamily="49" charset="-122"/>
              </a:rPr>
              <a:t>文件包含的优点</a:t>
            </a:r>
            <a:r>
              <a:rPr lang="en-US" altLang="zh-CN" b="1" u="sng" dirty="0">
                <a:solidFill>
                  <a:srgbClr val="FF0000"/>
                </a:solidFill>
                <a:effectLst>
                  <a:outerShdw blurRad="38100" dist="38100" dir="2700000" algn="tl">
                    <a:srgbClr val="000000"/>
                  </a:outerShdw>
                </a:effectLst>
                <a:latin typeface="隶书" pitchFamily="49" charset="-122"/>
                <a:ea typeface="隶书" pitchFamily="49" charset="-122"/>
              </a:rPr>
              <a:t>:</a:t>
            </a:r>
          </a:p>
        </p:txBody>
      </p:sp>
      <p:sp>
        <p:nvSpPr>
          <p:cNvPr id="1038361" name="Rectangle 25"/>
          <p:cNvSpPr>
            <a:spLocks noChangeArrowheads="1"/>
          </p:cNvSpPr>
          <p:nvPr/>
        </p:nvSpPr>
        <p:spPr bwMode="auto">
          <a:xfrm>
            <a:off x="839366" y="715556"/>
            <a:ext cx="10729242" cy="1938992"/>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en-US" altLang="zh-CN" dirty="0">
                <a:ea typeface="楷体" pitchFamily="49" charset="-122"/>
              </a:rPr>
              <a:t>      </a:t>
            </a:r>
            <a:r>
              <a:rPr lang="zh-CN" altLang="en-US" b="1" dirty="0">
                <a:effectLst>
                  <a:outerShdw blurRad="38100" dist="38100" dir="2700000" algn="tl">
                    <a:srgbClr val="FFFFFF"/>
                  </a:outerShdw>
                </a:effectLst>
                <a:ea typeface="楷体" pitchFamily="49" charset="-122"/>
              </a:rPr>
              <a:t>一个大程序，通常分为多个模块，并由多个程序员分别编程。有了文件包含处理功能，就可以将多个模块共用的数据（如符号常量和数据结构）或函数，集中到一个单独的文件中（如上例中的文件</a:t>
            </a:r>
            <a:r>
              <a:rPr lang="en-US" altLang="zh-CN" b="1" dirty="0" err="1">
                <a:effectLst>
                  <a:outerShdw blurRad="38100" dist="38100" dir="2700000" algn="tl">
                    <a:srgbClr val="FFFFFF"/>
                  </a:outerShdw>
                </a:effectLst>
                <a:ea typeface="楷体" pitchFamily="49" charset="-122"/>
              </a:rPr>
              <a:t>head.h</a:t>
            </a:r>
            <a:r>
              <a:rPr lang="zh-CN" altLang="en-US" b="1" dirty="0">
                <a:effectLst>
                  <a:outerShdw blurRad="38100" dist="38100" dir="2700000" algn="tl">
                    <a:srgbClr val="FFFFFF"/>
                  </a:outerShdw>
                </a:effectLst>
                <a:ea typeface="楷体" pitchFamily="49" charset="-122"/>
              </a:rPr>
              <a:t>和</a:t>
            </a:r>
            <a:r>
              <a:rPr lang="en-US" altLang="zh-CN" b="1" dirty="0">
                <a:effectLst>
                  <a:outerShdw blurRad="38100" dist="38100" dir="2700000" algn="tl">
                    <a:srgbClr val="FFFFFF"/>
                  </a:outerShdw>
                </a:effectLst>
                <a:ea typeface="楷体" pitchFamily="49" charset="-122"/>
              </a:rPr>
              <a:t>func.cpp</a:t>
            </a:r>
            <a:r>
              <a:rPr lang="zh-CN" altLang="en-US" b="1" dirty="0">
                <a:effectLst>
                  <a:outerShdw blurRad="38100" dist="38100" dir="2700000" algn="tl">
                    <a:srgbClr val="FFFFFF"/>
                  </a:outerShdw>
                </a:effectLst>
                <a:ea typeface="楷体" pitchFamily="49" charset="-122"/>
              </a:rPr>
              <a:t>）。这样，凡是要使用其中数据或调用其中函数的程序员，只要使用文件包含处理功能，将所需文件包含进来即可，不必再重复定义它们，从而减少重复劳动。 </a:t>
            </a:r>
          </a:p>
        </p:txBody>
      </p:sp>
      <p:sp>
        <p:nvSpPr>
          <p:cNvPr id="1038362" name="Text Box 26"/>
          <p:cNvSpPr txBox="1">
            <a:spLocks noChangeArrowheads="1"/>
          </p:cNvSpPr>
          <p:nvPr/>
        </p:nvSpPr>
        <p:spPr bwMode="auto">
          <a:xfrm>
            <a:off x="790278" y="2996952"/>
            <a:ext cx="2952750" cy="457200"/>
          </a:xfrm>
          <a:prstGeom prst="rect">
            <a:avLst/>
          </a:prstGeom>
          <a:noFill/>
          <a:ln w="9525">
            <a:noFill/>
            <a:miter lim="800000"/>
            <a:headEnd/>
            <a:tailEnd/>
          </a:ln>
          <a:effectLst/>
        </p:spPr>
        <p:txBody>
          <a:bodyPr>
            <a:spAutoFit/>
          </a:bodyPr>
          <a:lstStyle/>
          <a:p>
            <a:pPr>
              <a:spcBef>
                <a:spcPct val="50000"/>
              </a:spcBef>
            </a:pPr>
            <a:r>
              <a:rPr lang="zh-CN" altLang="en-US" b="1" u="sng" dirty="0">
                <a:solidFill>
                  <a:srgbClr val="FF0000"/>
                </a:solidFill>
                <a:effectLst>
                  <a:outerShdw blurRad="38100" dist="38100" dir="2700000" algn="tl">
                    <a:srgbClr val="000000"/>
                  </a:outerShdw>
                </a:effectLst>
                <a:latin typeface="隶书" pitchFamily="49" charset="-122"/>
                <a:ea typeface="隶书" pitchFamily="49" charset="-122"/>
              </a:rPr>
              <a:t>文件包含的几点说明：</a:t>
            </a:r>
            <a:r>
              <a:rPr lang="zh-CN" altLang="en-US" dirty="0">
                <a:latin typeface="隶书" pitchFamily="49" charset="-122"/>
                <a:ea typeface="隶书" pitchFamily="49" charset="-122"/>
              </a:rPr>
              <a:t> </a:t>
            </a:r>
          </a:p>
        </p:txBody>
      </p:sp>
      <p:sp>
        <p:nvSpPr>
          <p:cNvPr id="1038363" name="Rectangle 27"/>
          <p:cNvSpPr>
            <a:spLocks noChangeArrowheads="1"/>
          </p:cNvSpPr>
          <p:nvPr/>
        </p:nvSpPr>
        <p:spPr bwMode="auto">
          <a:xfrm>
            <a:off x="838348" y="3538726"/>
            <a:ext cx="10729242" cy="2308324"/>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marL="342900" indent="-342900">
              <a:buClr>
                <a:srgbClr val="FF0066"/>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ea typeface="楷体" pitchFamily="49" charset="-122"/>
              </a:rPr>
              <a:t>常用在文件头部的被包含文件，称为“标题文件”或“头部文件”，</a:t>
            </a:r>
            <a:r>
              <a:rPr lang="zh-CN" altLang="en-US" b="1" dirty="0">
                <a:solidFill>
                  <a:srgbClr val="0000FF"/>
                </a:solidFill>
                <a:effectLst>
                  <a:outerShdw blurRad="38100" dist="38100" dir="2700000" algn="tl">
                    <a:srgbClr val="000000"/>
                  </a:outerShdw>
                </a:effectLst>
                <a:ea typeface="楷体" pitchFamily="49" charset="-122"/>
              </a:rPr>
              <a:t>常以</a:t>
            </a:r>
            <a:r>
              <a:rPr lang="en-US" altLang="zh-CN" b="1" dirty="0">
                <a:solidFill>
                  <a:srgbClr val="0000FF"/>
                </a:solidFill>
                <a:effectLst>
                  <a:outerShdw blurRad="38100" dist="38100" dir="2700000" algn="tl">
                    <a:srgbClr val="000000"/>
                  </a:outerShdw>
                </a:effectLst>
                <a:ea typeface="楷体" pitchFamily="49" charset="-122"/>
              </a:rPr>
              <a:t>.h</a:t>
            </a:r>
            <a:r>
              <a:rPr lang="zh-CN" altLang="en-US" b="1" dirty="0">
                <a:solidFill>
                  <a:srgbClr val="0000FF"/>
                </a:solidFill>
                <a:effectLst>
                  <a:outerShdw blurRad="38100" dist="38100" dir="2700000" algn="tl">
                    <a:srgbClr val="000000"/>
                  </a:outerShdw>
                </a:effectLst>
                <a:ea typeface="楷体" pitchFamily="49" charset="-122"/>
              </a:rPr>
              <a:t>（</a:t>
            </a:r>
            <a:r>
              <a:rPr lang="en-US" altLang="zh-CN" b="1" dirty="0">
                <a:solidFill>
                  <a:srgbClr val="0000FF"/>
                </a:solidFill>
                <a:effectLst>
                  <a:outerShdw blurRad="38100" dist="38100" dir="2700000" algn="tl">
                    <a:srgbClr val="000000"/>
                  </a:outerShdw>
                </a:effectLst>
                <a:ea typeface="楷体" pitchFamily="49" charset="-122"/>
              </a:rPr>
              <a:t>head</a:t>
            </a:r>
            <a:r>
              <a:rPr lang="zh-CN" altLang="en-US" b="1" dirty="0">
                <a:solidFill>
                  <a:srgbClr val="0000FF"/>
                </a:solidFill>
                <a:effectLst>
                  <a:outerShdw blurRad="38100" dist="38100" dir="2700000" algn="tl">
                    <a:srgbClr val="000000"/>
                  </a:outerShdw>
                </a:effectLst>
                <a:ea typeface="楷体" pitchFamily="49" charset="-122"/>
              </a:rPr>
              <a:t>）作为后缀，简称头文件</a:t>
            </a:r>
            <a:r>
              <a:rPr lang="zh-CN" altLang="en-US" b="1" dirty="0">
                <a:effectLst>
                  <a:outerShdw blurRad="38100" dist="38100" dir="2700000" algn="tl">
                    <a:srgbClr val="FFFFFF"/>
                  </a:outerShdw>
                </a:effectLst>
                <a:ea typeface="楷体" pitchFamily="49" charset="-122"/>
              </a:rPr>
              <a:t>。在头文件中，除可包含宏定义外，还可包含外部变量定义、结构类型定义等。</a:t>
            </a:r>
            <a:endParaRPr lang="en-US" altLang="zh-CN" b="1" dirty="0">
              <a:effectLst>
                <a:outerShdw blurRad="38100" dist="38100" dir="2700000" algn="tl">
                  <a:srgbClr val="FFFFFF"/>
                </a:outerShdw>
              </a:effectLst>
              <a:ea typeface="楷体" pitchFamily="49" charset="-122"/>
            </a:endParaRPr>
          </a:p>
          <a:p>
            <a:pPr marL="342900" indent="-342900">
              <a:buClr>
                <a:srgbClr val="FF0066"/>
              </a:buClr>
              <a:buFont typeface="Wingdings" panose="05000000000000000000" pitchFamily="2" charset="2"/>
              <a:buChar char="Ø"/>
              <a:tabLst>
                <a:tab pos="533400" algn="l"/>
              </a:tabLst>
            </a:pPr>
            <a:r>
              <a:rPr lang="zh-CN" altLang="en-US" b="1" dirty="0">
                <a:solidFill>
                  <a:srgbClr val="0000FF"/>
                </a:solidFill>
                <a:effectLst>
                  <a:outerShdw blurRad="38100" dist="38100" dir="2700000" algn="tl">
                    <a:srgbClr val="000000"/>
                  </a:outerShdw>
                </a:effectLst>
                <a:ea typeface="楷体" pitchFamily="49" charset="-122"/>
              </a:rPr>
              <a:t>一条包含命令，只能指定一个被包含文件</a:t>
            </a:r>
            <a:r>
              <a:rPr lang="zh-CN" altLang="en-US" b="1" dirty="0">
                <a:effectLst>
                  <a:outerShdw blurRad="38100" dist="38100" dir="2700000" algn="tl">
                    <a:srgbClr val="FFFFFF"/>
                  </a:outerShdw>
                </a:effectLst>
                <a:ea typeface="楷体" pitchFamily="49" charset="-122"/>
              </a:rPr>
              <a:t>。如果要包含</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个文件，则要用</a:t>
            </a:r>
            <a:r>
              <a:rPr lang="en-US" altLang="zh-CN" b="1" dirty="0">
                <a:effectLst>
                  <a:outerShdw blurRad="38100" dist="38100" dir="2700000" algn="tl">
                    <a:srgbClr val="FFFFFF"/>
                  </a:outerShdw>
                </a:effectLst>
                <a:ea typeface="楷体" pitchFamily="49" charset="-122"/>
              </a:rPr>
              <a:t>n</a:t>
            </a:r>
            <a:r>
              <a:rPr lang="zh-CN" altLang="en-US" b="1" dirty="0">
                <a:effectLst>
                  <a:outerShdw blurRad="38100" dist="38100" dir="2700000" algn="tl">
                    <a:srgbClr val="FFFFFF"/>
                  </a:outerShdw>
                </a:effectLst>
                <a:ea typeface="楷体" pitchFamily="49" charset="-122"/>
              </a:rPr>
              <a:t>条包含命令。</a:t>
            </a:r>
            <a:endParaRPr lang="en-US" altLang="zh-CN" b="1" dirty="0">
              <a:effectLst>
                <a:outerShdw blurRad="38100" dist="38100" dir="2700000" algn="tl">
                  <a:srgbClr val="FFFFFF"/>
                </a:outerShdw>
              </a:effectLst>
              <a:ea typeface="楷体" pitchFamily="49" charset="-122"/>
            </a:endParaRPr>
          </a:p>
          <a:p>
            <a:pPr marL="342900" indent="-342900">
              <a:buClr>
                <a:srgbClr val="FF0066"/>
              </a:buClr>
              <a:buFont typeface="Wingdings" panose="05000000000000000000" pitchFamily="2" charset="2"/>
              <a:buChar char="Ø"/>
              <a:tabLst>
                <a:tab pos="533400" algn="l"/>
              </a:tabLst>
            </a:pPr>
            <a:r>
              <a:rPr lang="zh-CN" altLang="en-US" b="1" dirty="0">
                <a:solidFill>
                  <a:srgbClr val="0000FF"/>
                </a:solidFill>
                <a:effectLst>
                  <a:outerShdw blurRad="38100" dist="38100" dir="2700000" algn="tl">
                    <a:srgbClr val="000000"/>
                  </a:outerShdw>
                </a:effectLst>
                <a:ea typeface="楷体" pitchFamily="49" charset="-122"/>
              </a:rPr>
              <a:t>文件包含可以嵌套</a:t>
            </a:r>
            <a:r>
              <a:rPr lang="zh-CN" altLang="en-US" b="1" dirty="0">
                <a:effectLst>
                  <a:outerShdw blurRad="38100" dist="38100" dir="2700000" algn="tl">
                    <a:srgbClr val="FFFFFF"/>
                  </a:outerShdw>
                </a:effectLst>
                <a:ea typeface="楷体" pitchFamily="49" charset="-122"/>
              </a:rPr>
              <a:t>，即被包含文件中又包含另一个文件。 </a:t>
            </a:r>
          </a:p>
        </p:txBody>
      </p:sp>
      <p:grpSp>
        <p:nvGrpSpPr>
          <p:cNvPr id="1038364" name="Group 28"/>
          <p:cNvGrpSpPr>
            <a:grpSpLocks/>
          </p:cNvGrpSpPr>
          <p:nvPr/>
        </p:nvGrpSpPr>
        <p:grpSpPr bwMode="auto">
          <a:xfrm>
            <a:off x="-9822" y="0"/>
            <a:ext cx="446088" cy="6858000"/>
            <a:chOff x="0" y="0"/>
            <a:chExt cx="281" cy="4320"/>
          </a:xfrm>
        </p:grpSpPr>
        <p:sp>
          <p:nvSpPr>
            <p:cNvPr id="1038365"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8366"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8341"/>
                                        </p:tgtEl>
                                        <p:attrNameLst>
                                          <p:attrName>style.visibility</p:attrName>
                                        </p:attrNameLst>
                                      </p:cBhvr>
                                      <p:to>
                                        <p:strVal val="visible"/>
                                      </p:to>
                                    </p:set>
                                    <p:anim calcmode="lin" valueType="num">
                                      <p:cBhvr additive="base">
                                        <p:cTn id="7" dur="500" fill="hold"/>
                                        <p:tgtEl>
                                          <p:spTgt spid="1038341"/>
                                        </p:tgtEl>
                                        <p:attrNameLst>
                                          <p:attrName>ppt_x</p:attrName>
                                        </p:attrNameLst>
                                      </p:cBhvr>
                                      <p:tavLst>
                                        <p:tav tm="0">
                                          <p:val>
                                            <p:strVal val="0-#ppt_w/2"/>
                                          </p:val>
                                        </p:tav>
                                        <p:tav tm="100000">
                                          <p:val>
                                            <p:strVal val="#ppt_x"/>
                                          </p:val>
                                        </p:tav>
                                      </p:tavLst>
                                    </p:anim>
                                    <p:anim calcmode="lin" valueType="num">
                                      <p:cBhvr additive="base">
                                        <p:cTn id="8" dur="500" fill="hold"/>
                                        <p:tgtEl>
                                          <p:spTgt spid="10383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38361"/>
                                        </p:tgtEl>
                                        <p:attrNameLst>
                                          <p:attrName>style.visibility</p:attrName>
                                        </p:attrNameLst>
                                      </p:cBhvr>
                                      <p:to>
                                        <p:strVal val="visible"/>
                                      </p:to>
                                    </p:set>
                                    <p:animEffect transition="in" filter="box(out)">
                                      <p:cBhvr>
                                        <p:cTn id="13" dur="500"/>
                                        <p:tgtEl>
                                          <p:spTgt spid="1038361"/>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8362"/>
                                        </p:tgtEl>
                                        <p:attrNameLst>
                                          <p:attrName>style.visibility</p:attrName>
                                        </p:attrNameLst>
                                      </p:cBhvr>
                                      <p:to>
                                        <p:strVal val="visible"/>
                                      </p:to>
                                    </p:set>
                                    <p:anim calcmode="lin" valueType="num">
                                      <p:cBhvr additive="base">
                                        <p:cTn id="18" dur="500" fill="hold"/>
                                        <p:tgtEl>
                                          <p:spTgt spid="1038362"/>
                                        </p:tgtEl>
                                        <p:attrNameLst>
                                          <p:attrName>ppt_x</p:attrName>
                                        </p:attrNameLst>
                                      </p:cBhvr>
                                      <p:tavLst>
                                        <p:tav tm="0">
                                          <p:val>
                                            <p:strVal val="0-#ppt_w/2"/>
                                          </p:val>
                                        </p:tav>
                                        <p:tav tm="100000">
                                          <p:val>
                                            <p:strVal val="#ppt_x"/>
                                          </p:val>
                                        </p:tav>
                                      </p:tavLst>
                                    </p:anim>
                                    <p:anim calcmode="lin" valueType="num">
                                      <p:cBhvr additive="base">
                                        <p:cTn id="19" dur="500" fill="hold"/>
                                        <p:tgtEl>
                                          <p:spTgt spid="103836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8363"/>
                                        </p:tgtEl>
                                        <p:attrNameLst>
                                          <p:attrName>style.visibility</p:attrName>
                                        </p:attrNameLst>
                                      </p:cBhvr>
                                      <p:to>
                                        <p:strVal val="visible"/>
                                      </p:to>
                                    </p:set>
                                    <p:animEffect transition="in" filter="box(out)">
                                      <p:cBhvr>
                                        <p:cTn id="24" dur="500"/>
                                        <p:tgtEl>
                                          <p:spTgt spid="1038363"/>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8341" grpId="0"/>
      <p:bldP spid="1038361" grpId="0" animBg="1"/>
      <p:bldP spid="1038362" grpId="0"/>
      <p:bldP spid="1038363"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9362" name="Rectangle 2"/>
          <p:cNvSpPr>
            <a:spLocks noGrp="1" noChangeArrowheads="1"/>
          </p:cNvSpPr>
          <p:nvPr>
            <p:ph type="body" idx="1"/>
          </p:nvPr>
        </p:nvSpPr>
        <p:spPr>
          <a:xfrm>
            <a:off x="534691" y="150814"/>
            <a:ext cx="3097212" cy="504825"/>
          </a:xfrm>
        </p:spPr>
        <p:txBody>
          <a:bodyPr/>
          <a:lstStyle/>
          <a:p>
            <a:pPr>
              <a:lnSpc>
                <a:spcPct val="90000"/>
              </a:lnSpc>
              <a:buFontTx/>
              <a:buNone/>
            </a:pPr>
            <a:r>
              <a:rPr lang="en-US" altLang="zh-CN" dirty="0">
                <a:solidFill>
                  <a:srgbClr val="FF0000"/>
                </a:solidFill>
                <a:effectLst>
                  <a:outerShdw blurRad="38100" dist="38100" dir="2700000" algn="tl">
                    <a:srgbClr val="000000"/>
                  </a:outerShdw>
                </a:effectLst>
                <a:latin typeface="隶书" pitchFamily="49" charset="-122"/>
                <a:ea typeface="隶书" pitchFamily="49" charset="-122"/>
              </a:rPr>
              <a:t>10.4  </a:t>
            </a:r>
            <a:r>
              <a:rPr lang="zh-CN" altLang="en-US" dirty="0">
                <a:solidFill>
                  <a:srgbClr val="FF0000"/>
                </a:solidFill>
                <a:effectLst>
                  <a:outerShdw blurRad="38100" dist="38100" dir="2700000" algn="tl">
                    <a:srgbClr val="000000"/>
                  </a:outerShdw>
                </a:effectLst>
                <a:latin typeface="隶书" pitchFamily="49" charset="-122"/>
                <a:ea typeface="隶书" pitchFamily="49" charset="-122"/>
              </a:rPr>
              <a:t>条件编译</a:t>
            </a:r>
          </a:p>
        </p:txBody>
      </p:sp>
      <p:sp>
        <p:nvSpPr>
          <p:cNvPr id="1039396" name="Rectangle 36"/>
          <p:cNvSpPr>
            <a:spLocks noChangeArrowheads="1"/>
          </p:cNvSpPr>
          <p:nvPr/>
        </p:nvSpPr>
        <p:spPr bwMode="auto">
          <a:xfrm>
            <a:off x="767408" y="717550"/>
            <a:ext cx="8604250" cy="457200"/>
          </a:xfrm>
          <a:prstGeom prst="rect">
            <a:avLst/>
          </a:prstGeom>
          <a:noFill/>
          <a:ln w="9525">
            <a:noFill/>
            <a:miter lim="800000"/>
            <a:headEnd/>
            <a:tailEnd/>
          </a:ln>
          <a:effectLst/>
        </p:spPr>
        <p:txBody>
          <a:bodyPr anchor="ctr">
            <a:spAutoFit/>
          </a:bodyPr>
          <a:lstStyle/>
          <a:p>
            <a:r>
              <a:rPr lang="zh-CN" altLang="en-US" b="1" dirty="0">
                <a:effectLst>
                  <a:outerShdw blurRad="38100" dist="38100" dir="2700000" algn="tl">
                    <a:srgbClr val="FFFFFF"/>
                  </a:outerShdw>
                </a:effectLst>
                <a:latin typeface="+mn-lt"/>
                <a:ea typeface="楷体" pitchFamily="49" charset="-122"/>
              </a:rPr>
              <a:t>根据一定的条件去编译源文件的不同部分，这就是</a:t>
            </a:r>
            <a:r>
              <a:rPr lang="zh-CN" altLang="en-US" b="1" dirty="0">
                <a:solidFill>
                  <a:srgbClr val="CC0000"/>
                </a:solidFill>
                <a:effectLst>
                  <a:outerShdw blurRad="38100" dist="38100" dir="2700000" algn="tl">
                    <a:srgbClr val="000000"/>
                  </a:outerShdw>
                </a:effectLst>
                <a:latin typeface="+mn-lt"/>
                <a:ea typeface="楷体" pitchFamily="49" charset="-122"/>
              </a:rPr>
              <a:t>条件编译</a:t>
            </a:r>
            <a:r>
              <a:rPr lang="zh-CN" altLang="en-US" b="1" dirty="0">
                <a:effectLst>
                  <a:outerShdw blurRad="38100" dist="38100" dir="2700000" algn="tl">
                    <a:srgbClr val="FFFFFF"/>
                  </a:outerShdw>
                </a:effectLst>
                <a:latin typeface="+mn-lt"/>
                <a:ea typeface="楷体" pitchFamily="49" charset="-122"/>
              </a:rPr>
              <a:t>。</a:t>
            </a:r>
          </a:p>
        </p:txBody>
      </p:sp>
      <p:sp>
        <p:nvSpPr>
          <p:cNvPr id="1039397" name="Rectangle 37"/>
          <p:cNvSpPr>
            <a:spLocks noChangeArrowheads="1"/>
          </p:cNvSpPr>
          <p:nvPr/>
        </p:nvSpPr>
        <p:spPr bwMode="auto">
          <a:xfrm>
            <a:off x="763292" y="1154113"/>
            <a:ext cx="2865437"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990033"/>
                </a:solidFill>
                <a:effectLst>
                  <a:outerShdw blurRad="38100" dist="38100" dir="2700000" algn="tl">
                    <a:srgbClr val="000000"/>
                  </a:outerShdw>
                </a:effectLst>
                <a:ea typeface="楷体_GB2312" pitchFamily="49" charset="-122"/>
              </a:rPr>
              <a:t>1</a:t>
            </a:r>
            <a:r>
              <a:rPr lang="zh-CN" altLang="en-US" b="1" dirty="0">
                <a:solidFill>
                  <a:srgbClr val="990033"/>
                </a:solidFill>
                <a:effectLst>
                  <a:outerShdw blurRad="38100" dist="38100" dir="2700000" algn="tl">
                    <a:srgbClr val="000000"/>
                  </a:outerShdw>
                </a:effectLst>
                <a:ea typeface="楷体_GB2312" pitchFamily="49" charset="-122"/>
              </a:rPr>
              <a:t>、</a:t>
            </a:r>
            <a:r>
              <a:rPr lang="en-US" altLang="zh-CN" b="1" dirty="0">
                <a:solidFill>
                  <a:srgbClr val="990033"/>
                </a:solidFill>
                <a:effectLst>
                  <a:outerShdw blurRad="38100" dist="38100" dir="2700000" algn="tl">
                    <a:srgbClr val="000000"/>
                  </a:outerShdw>
                </a:effectLst>
                <a:ea typeface="楷体_GB2312" pitchFamily="49" charset="-122"/>
              </a:rPr>
              <a:t>#if </a:t>
            </a:r>
            <a:r>
              <a:rPr lang="zh-CN" altLang="en-US" b="1" dirty="0">
                <a:solidFill>
                  <a:srgbClr val="990033"/>
                </a:solidFill>
                <a:effectLst>
                  <a:outerShdw blurRad="38100" dist="38100" dir="2700000" algn="tl">
                    <a:srgbClr val="000000"/>
                  </a:outerShdw>
                </a:effectLst>
                <a:ea typeface="楷体_GB2312" pitchFamily="49" charset="-122"/>
              </a:rPr>
              <a:t>～ </a:t>
            </a:r>
            <a:r>
              <a:rPr lang="en-US" altLang="zh-CN" b="1" dirty="0">
                <a:solidFill>
                  <a:srgbClr val="990033"/>
                </a:solidFill>
                <a:effectLst>
                  <a:outerShdw blurRad="38100" dist="38100" dir="2700000" algn="tl">
                    <a:srgbClr val="000000"/>
                  </a:outerShdw>
                </a:effectLst>
                <a:ea typeface="楷体_GB2312" pitchFamily="49" charset="-122"/>
              </a:rPr>
              <a:t>#endif</a:t>
            </a:r>
            <a:r>
              <a:rPr lang="zh-CN" altLang="en-US" b="1" dirty="0">
                <a:solidFill>
                  <a:srgbClr val="990033"/>
                </a:solidFill>
                <a:effectLst>
                  <a:outerShdw blurRad="38100" dist="38100" dir="2700000" algn="tl">
                    <a:srgbClr val="000000"/>
                  </a:outerShdw>
                </a:effectLst>
                <a:latin typeface="楷体" panose="02010609060101010101" pitchFamily="49" charset="-122"/>
                <a:ea typeface="楷体" panose="02010609060101010101" pitchFamily="49" charset="-122"/>
              </a:rPr>
              <a:t>形式</a:t>
            </a:r>
          </a:p>
        </p:txBody>
      </p:sp>
      <p:sp>
        <p:nvSpPr>
          <p:cNvPr id="1039398" name="Text Box 38"/>
          <p:cNvSpPr txBox="1">
            <a:spLocks noChangeArrowheads="1"/>
          </p:cNvSpPr>
          <p:nvPr/>
        </p:nvSpPr>
        <p:spPr bwMode="auto">
          <a:xfrm>
            <a:off x="1196361" y="171291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006600"/>
                </a:solidFill>
                <a:effectLst>
                  <a:outerShdw blurRad="38100" dist="38100" dir="2700000" algn="tl">
                    <a:srgbClr val="000000"/>
                  </a:outerShdw>
                </a:effectLst>
                <a:latin typeface="+mn-lt"/>
                <a:ea typeface="楷体" pitchFamily="49" charset="-122"/>
              </a:rPr>
              <a:t> </a:t>
            </a:r>
            <a:r>
              <a:rPr lang="zh-CN" altLang="en-US" b="1" dirty="0">
                <a:solidFill>
                  <a:srgbClr val="006600"/>
                </a:solidFill>
                <a:effectLst>
                  <a:outerShdw blurRad="38100" dist="38100" dir="2700000" algn="tl">
                    <a:srgbClr val="000000"/>
                  </a:outerShdw>
                </a:effectLst>
                <a:latin typeface="+mn-lt"/>
                <a:ea typeface="楷体" pitchFamily="49" charset="-122"/>
              </a:rPr>
              <a:t>格式：</a:t>
            </a:r>
          </a:p>
        </p:txBody>
      </p:sp>
      <p:sp>
        <p:nvSpPr>
          <p:cNvPr id="1039400" name="Text Box 40"/>
          <p:cNvSpPr txBox="1">
            <a:spLocks noChangeArrowheads="1"/>
          </p:cNvSpPr>
          <p:nvPr/>
        </p:nvSpPr>
        <p:spPr bwMode="auto">
          <a:xfrm>
            <a:off x="8976220" y="1277665"/>
            <a:ext cx="2592388" cy="3097212"/>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CC0000"/>
                </a:solidFill>
                <a:effectLst>
                  <a:outerShdw blurRad="38100" dist="38100" dir="2700000" algn="tl">
                    <a:srgbClr val="000000"/>
                  </a:outerShdw>
                </a:effectLst>
                <a:latin typeface="+mn-lt"/>
                <a:ea typeface="楷体" pitchFamily="49" charset="-122"/>
              </a:rPr>
              <a:t>#if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条件</a:t>
            </a:r>
            <a:r>
              <a:rPr lang="en-US" altLang="zh-CN" b="1" dirty="0">
                <a:effectLst>
                  <a:outerShdw blurRad="38100" dist="38100" dir="2700000" algn="tl">
                    <a:srgbClr val="FFFFFF"/>
                  </a:outerShdw>
                </a:effectLst>
                <a:latin typeface="+mn-lt"/>
                <a:ea typeface="楷体" pitchFamily="49" charset="-122"/>
              </a:rPr>
              <a:t>1</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1</a:t>
            </a:r>
          </a:p>
          <a:p>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elif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条件</a:t>
            </a:r>
            <a:r>
              <a:rPr lang="en-US" altLang="zh-CN" b="1" dirty="0">
                <a:effectLst>
                  <a:outerShdw blurRad="38100" dist="38100" dir="2700000" algn="tl">
                    <a:srgbClr val="FFFFFF"/>
                  </a:outerShdw>
                </a:effectLst>
                <a:latin typeface="+mn-lt"/>
                <a:ea typeface="楷体" pitchFamily="49" charset="-122"/>
              </a:rPr>
              <a:t>2</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2 </a:t>
            </a:r>
          </a:p>
          <a:p>
            <a:pPr lvl="1"/>
            <a:r>
              <a:rPr lang="en-US" altLang="zh-CN" b="1" dirty="0">
                <a:effectLst>
                  <a:outerShdw blurRad="38100" dist="38100" dir="2700000" algn="tl">
                    <a:srgbClr val="FFFFFF"/>
                  </a:outerShdw>
                </a:effectLst>
                <a:latin typeface="+mn-lt"/>
                <a:ea typeface="楷体" pitchFamily="49" charset="-122"/>
              </a:rPr>
              <a:t>          ……</a:t>
            </a:r>
          </a:p>
          <a:p>
            <a:r>
              <a:rPr lang="en-US" altLang="zh-CN" b="1" dirty="0">
                <a:effectLst>
                  <a:outerShdw blurRad="38100" dist="38100" dir="2700000" algn="tl">
                    <a:srgbClr val="FFFFFF"/>
                  </a:outerShdw>
                </a:effectLst>
                <a:latin typeface="+mn-lt"/>
                <a:ea typeface="楷体" pitchFamily="49" charset="-122"/>
              </a:rPr>
              <a:t>#else</a:t>
            </a:r>
          </a:p>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程序段</a:t>
            </a:r>
            <a:r>
              <a:rPr lang="en-US" altLang="zh-CN" b="1" dirty="0">
                <a:effectLst>
                  <a:outerShdw blurRad="38100" dist="38100" dir="2700000" algn="tl">
                    <a:srgbClr val="FFFFFF"/>
                  </a:outerShdw>
                </a:effectLst>
                <a:latin typeface="+mn-lt"/>
                <a:ea typeface="楷体" pitchFamily="49" charset="-122"/>
              </a:rPr>
              <a:t>n</a:t>
            </a:r>
          </a:p>
          <a:p>
            <a:r>
              <a:rPr lang="en-US" altLang="zh-CN" b="1" dirty="0">
                <a:solidFill>
                  <a:srgbClr val="CC0000"/>
                </a:solidFill>
                <a:effectLst>
                  <a:outerShdw blurRad="38100" dist="38100" dir="2700000" algn="tl">
                    <a:srgbClr val="000000"/>
                  </a:outerShdw>
                </a:effectLst>
                <a:latin typeface="+mn-lt"/>
                <a:ea typeface="楷体" pitchFamily="49" charset="-122"/>
              </a:rPr>
              <a:t>#endif</a:t>
            </a:r>
          </a:p>
        </p:txBody>
      </p:sp>
      <p:sp>
        <p:nvSpPr>
          <p:cNvPr id="1039401" name="AutoShape 41"/>
          <p:cNvSpPr>
            <a:spLocks noChangeArrowheads="1"/>
          </p:cNvSpPr>
          <p:nvPr/>
        </p:nvSpPr>
        <p:spPr bwMode="auto">
          <a:xfrm>
            <a:off x="6858496" y="188641"/>
            <a:ext cx="3960813" cy="720725"/>
          </a:xfrm>
          <a:prstGeom prst="wedgeRoundRectCallout">
            <a:avLst>
              <a:gd name="adj1" fmla="val 32204"/>
              <a:gd name="adj2" fmla="val 124449"/>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常量表达式。通常会用到宏名，条件可以不加括号“（）”</a:t>
            </a:r>
            <a:r>
              <a:rPr lang="zh-CN" altLang="en-US" sz="2000">
                <a:latin typeface="+mn-lt"/>
                <a:ea typeface="楷体" pitchFamily="49" charset="-122"/>
              </a:rPr>
              <a:t> </a:t>
            </a:r>
          </a:p>
        </p:txBody>
      </p:sp>
      <p:sp>
        <p:nvSpPr>
          <p:cNvPr id="1039402" name="AutoShape 42"/>
          <p:cNvSpPr>
            <a:spLocks noChangeArrowheads="1"/>
          </p:cNvSpPr>
          <p:nvPr/>
        </p:nvSpPr>
        <p:spPr bwMode="auto">
          <a:xfrm>
            <a:off x="6282234" y="1699941"/>
            <a:ext cx="2160587" cy="720725"/>
          </a:xfrm>
          <a:prstGeom prst="wedgeRoundRectCallout">
            <a:avLst>
              <a:gd name="adj1" fmla="val 81889"/>
              <a:gd name="adj2" fmla="val 50000"/>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latin typeface="+mn-lt"/>
                <a:ea typeface="楷体" pitchFamily="49" charset="-122"/>
              </a:rPr>
              <a:t>#elif</a:t>
            </a:r>
            <a:r>
              <a:rPr lang="zh-CN" altLang="en-US" sz="2000" b="1">
                <a:effectLst>
                  <a:outerShdw blurRad="38100" dist="38100" dir="2700000" algn="tl">
                    <a:srgbClr val="FFFFFF"/>
                  </a:outerShdw>
                </a:effectLst>
                <a:latin typeface="+mn-lt"/>
                <a:ea typeface="楷体" pitchFamily="49" charset="-122"/>
              </a:rPr>
              <a:t>和</a:t>
            </a:r>
            <a:r>
              <a:rPr lang="en-US" altLang="zh-CN" sz="2000" b="1">
                <a:effectLst>
                  <a:outerShdw blurRad="38100" dist="38100" dir="2700000" algn="tl">
                    <a:srgbClr val="FFFFFF"/>
                  </a:outerShdw>
                </a:effectLst>
                <a:latin typeface="+mn-lt"/>
                <a:ea typeface="楷体" pitchFamily="49" charset="-122"/>
              </a:rPr>
              <a:t>#else</a:t>
            </a:r>
            <a:r>
              <a:rPr lang="zh-CN" altLang="en-US" sz="2000" b="1">
                <a:effectLst>
                  <a:outerShdw blurRad="38100" dist="38100" dir="2700000" algn="tl">
                    <a:srgbClr val="FFFFFF"/>
                  </a:outerShdw>
                </a:effectLst>
                <a:latin typeface="+mn-lt"/>
                <a:ea typeface="楷体" pitchFamily="49" charset="-122"/>
              </a:rPr>
              <a:t>可以没有</a:t>
            </a:r>
            <a:r>
              <a:rPr lang="zh-CN" altLang="en-US" sz="2000">
                <a:latin typeface="+mn-lt"/>
                <a:ea typeface="楷体" pitchFamily="49" charset="-122"/>
              </a:rPr>
              <a:t> </a:t>
            </a:r>
          </a:p>
        </p:txBody>
      </p:sp>
      <p:sp>
        <p:nvSpPr>
          <p:cNvPr id="1039403" name="AutoShape 43"/>
          <p:cNvSpPr>
            <a:spLocks noChangeArrowheads="1"/>
          </p:cNvSpPr>
          <p:nvPr/>
        </p:nvSpPr>
        <p:spPr bwMode="auto">
          <a:xfrm>
            <a:off x="5850433" y="3357291"/>
            <a:ext cx="2520950" cy="720725"/>
          </a:xfrm>
          <a:prstGeom prst="wedgeRoundRectCallout">
            <a:avLst>
              <a:gd name="adj1" fmla="val 77329"/>
              <a:gd name="adj2" fmla="val 50000"/>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FFFFFF"/>
                  </a:outerShdw>
                </a:effectLst>
                <a:latin typeface="+mn-lt"/>
                <a:ea typeface="楷体" pitchFamily="49" charset="-122"/>
              </a:rPr>
              <a:t>#endif</a:t>
            </a:r>
            <a:r>
              <a:rPr lang="zh-CN" altLang="en-US" sz="2000" b="1">
                <a:effectLst>
                  <a:outerShdw blurRad="38100" dist="38100" dir="2700000" algn="tl">
                    <a:srgbClr val="FFFFFF"/>
                  </a:outerShdw>
                </a:effectLst>
                <a:latin typeface="+mn-lt"/>
                <a:ea typeface="楷体" pitchFamily="49" charset="-122"/>
              </a:rPr>
              <a:t>必须存在，它是</a:t>
            </a:r>
            <a:r>
              <a:rPr lang="en-US" altLang="zh-CN" sz="2000" b="1">
                <a:effectLst>
                  <a:outerShdw blurRad="38100" dist="38100" dir="2700000" algn="tl">
                    <a:srgbClr val="FFFFFF"/>
                  </a:outerShdw>
                </a:effectLst>
                <a:latin typeface="+mn-lt"/>
                <a:ea typeface="楷体" pitchFamily="49" charset="-122"/>
              </a:rPr>
              <a:t>#if</a:t>
            </a:r>
            <a:r>
              <a:rPr lang="zh-CN" altLang="en-US" sz="2000" b="1">
                <a:effectLst>
                  <a:outerShdw blurRad="38100" dist="38100" dir="2700000" algn="tl">
                    <a:srgbClr val="FFFFFF"/>
                  </a:outerShdw>
                </a:effectLst>
                <a:latin typeface="+mn-lt"/>
                <a:ea typeface="楷体" pitchFamily="49" charset="-122"/>
              </a:rPr>
              <a:t>命令的结尾 </a:t>
            </a:r>
          </a:p>
        </p:txBody>
      </p:sp>
      <p:sp>
        <p:nvSpPr>
          <p:cNvPr id="1039404" name="Rectangle 44"/>
          <p:cNvSpPr>
            <a:spLocks noChangeArrowheads="1"/>
          </p:cNvSpPr>
          <p:nvPr/>
        </p:nvSpPr>
        <p:spPr bwMode="auto">
          <a:xfrm>
            <a:off x="888564" y="2564904"/>
            <a:ext cx="7943740" cy="830997"/>
          </a:xfrm>
          <a:prstGeom prst="rect">
            <a:avLst/>
          </a:prstGeom>
          <a:noFill/>
          <a:ln w="9525">
            <a:noFill/>
            <a:miter lim="800000"/>
            <a:headEnd/>
            <a:tailEnd/>
          </a:ln>
          <a:effectLst/>
        </p:spPr>
        <p:txBody>
          <a:bodyPr wrap="square" anchor="ctr">
            <a:spAutoFit/>
          </a:bodyPr>
          <a:lstStyle/>
          <a:p>
            <a:r>
              <a:rPr lang="en-US" altLang="zh-CN"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如果条件</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为真就编译程序段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，否则如果条件</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为真就编译程序段</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t>
            </a:r>
            <a:r>
              <a:rPr lang="zh-CN" altLang="en-US" b="1" dirty="0">
                <a:effectLst>
                  <a:outerShdw blurRad="38100" dist="38100" dir="2700000" algn="tl">
                    <a:srgbClr val="FFFFFF"/>
                  </a:outerShdw>
                </a:effectLst>
                <a:latin typeface="+mn-lt"/>
                <a:ea typeface="楷体" pitchFamily="49" charset="-122"/>
              </a:rPr>
              <a:t>，如果各条件都不为真就编译程序段</a:t>
            </a:r>
            <a:r>
              <a:rPr lang="en-US" altLang="zh-CN" b="1" dirty="0">
                <a:effectLst>
                  <a:outerShdw blurRad="38100" dist="38100" dir="2700000" algn="tl">
                    <a:srgbClr val="FFFFFF"/>
                  </a:outerShdw>
                </a:effectLst>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a:t>
            </a:r>
          </a:p>
        </p:txBody>
      </p:sp>
      <p:sp>
        <p:nvSpPr>
          <p:cNvPr id="1039405" name="Text Box 45"/>
          <p:cNvSpPr txBox="1">
            <a:spLocks noChangeArrowheads="1"/>
          </p:cNvSpPr>
          <p:nvPr/>
        </p:nvSpPr>
        <p:spPr bwMode="auto">
          <a:xfrm>
            <a:off x="1197631" y="217011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006600"/>
                </a:solidFill>
                <a:effectLst>
                  <a:outerShdw blurRad="38100" dist="38100" dir="2700000" algn="tl">
                    <a:srgbClr val="000000"/>
                  </a:outerShdw>
                </a:effectLst>
                <a:latin typeface="+mn-lt"/>
                <a:ea typeface="楷体" pitchFamily="49" charset="-122"/>
              </a:rPr>
              <a:t> </a:t>
            </a:r>
            <a:r>
              <a:rPr lang="zh-CN" altLang="en-US" b="1" dirty="0">
                <a:solidFill>
                  <a:srgbClr val="006600"/>
                </a:solidFill>
                <a:effectLst>
                  <a:outerShdw blurRad="38100" dist="38100" dir="2700000" algn="tl">
                    <a:srgbClr val="000000"/>
                  </a:outerShdw>
                </a:effectLst>
                <a:latin typeface="+mn-lt"/>
                <a:ea typeface="楷体" pitchFamily="49" charset="-122"/>
              </a:rPr>
              <a:t>作用：</a:t>
            </a:r>
          </a:p>
        </p:txBody>
      </p:sp>
      <p:sp>
        <p:nvSpPr>
          <p:cNvPr id="1039406" name="Rectangle 46"/>
          <p:cNvSpPr>
            <a:spLocks noChangeArrowheads="1"/>
          </p:cNvSpPr>
          <p:nvPr/>
        </p:nvSpPr>
        <p:spPr bwMode="auto">
          <a:xfrm>
            <a:off x="1200656" y="3406140"/>
            <a:ext cx="7631648" cy="830997"/>
          </a:xfrm>
          <a:prstGeom prst="rect">
            <a:avLst/>
          </a:prstGeom>
          <a:noFill/>
          <a:ln w="9525">
            <a:noFill/>
            <a:miter lim="800000"/>
            <a:headEnd/>
            <a:tailEnd/>
          </a:ln>
          <a:effectLst/>
        </p:spPr>
        <p:txBody>
          <a:bodyPr wrap="square" anchor="ctr">
            <a:spAutoFit/>
          </a:bodyPr>
          <a:lstStyle/>
          <a:p>
            <a:pPr marL="342900" indent="-342900">
              <a:buClr>
                <a:srgbClr val="006600"/>
              </a:buClr>
              <a:buFont typeface="Wingdings" panose="05000000000000000000" pitchFamily="2" charset="2"/>
              <a:buChar char="Ø"/>
            </a:pPr>
            <a:r>
              <a:rPr lang="en-US" altLang="zh-CN" b="1" dirty="0">
                <a:solidFill>
                  <a:srgbClr val="006600"/>
                </a:solidFill>
                <a:effectLst>
                  <a:outerShdw blurRad="38100" dist="38100" dir="2700000" algn="tl">
                    <a:srgbClr val="000000"/>
                  </a:outerShdw>
                </a:effectLst>
                <a:latin typeface="+mn-lt"/>
                <a:ea typeface="楷体" pitchFamily="49" charset="-122"/>
              </a:rPr>
              <a:t>#if</a:t>
            </a:r>
            <a:r>
              <a:rPr lang="zh-CN" altLang="en-US" b="1" dirty="0">
                <a:solidFill>
                  <a:srgbClr val="006600"/>
                </a:solidFill>
                <a:effectLst>
                  <a:outerShdw blurRad="38100" dist="38100" dir="2700000" algn="tl">
                    <a:srgbClr val="000000"/>
                  </a:outerShdw>
                </a:effectLst>
                <a:latin typeface="+mn-lt"/>
                <a:ea typeface="楷体" pitchFamily="49" charset="-122"/>
              </a:rPr>
              <a:t>和</a:t>
            </a:r>
            <a:r>
              <a:rPr lang="en-US" altLang="zh-CN" b="1" dirty="0">
                <a:solidFill>
                  <a:srgbClr val="006600"/>
                </a:solidFill>
                <a:effectLst>
                  <a:outerShdw blurRad="38100" dist="38100" dir="2700000" algn="tl">
                    <a:srgbClr val="000000"/>
                  </a:outerShdw>
                </a:effectLst>
                <a:latin typeface="+mn-lt"/>
                <a:ea typeface="楷体" pitchFamily="49" charset="-122"/>
              </a:rPr>
              <a:t>#</a:t>
            </a:r>
            <a:r>
              <a:rPr lang="en-US" altLang="zh-CN" b="1" dirty="0" err="1">
                <a:solidFill>
                  <a:srgbClr val="006600"/>
                </a:solidFill>
                <a:effectLst>
                  <a:outerShdw blurRad="38100" dist="38100" dir="2700000" algn="tl">
                    <a:srgbClr val="000000"/>
                  </a:outerShdw>
                </a:effectLst>
                <a:latin typeface="+mn-lt"/>
                <a:ea typeface="楷体" pitchFamily="49" charset="-122"/>
              </a:rPr>
              <a:t>elif</a:t>
            </a:r>
            <a:r>
              <a:rPr lang="zh-CN" altLang="en-US" b="1" dirty="0">
                <a:solidFill>
                  <a:srgbClr val="006600"/>
                </a:solidFill>
                <a:effectLst>
                  <a:outerShdw blurRad="38100" dist="38100" dir="2700000" algn="tl">
                    <a:srgbClr val="000000"/>
                  </a:outerShdw>
                </a:effectLst>
                <a:latin typeface="+mn-lt"/>
                <a:ea typeface="楷体" pitchFamily="49" charset="-122"/>
              </a:rPr>
              <a:t>常常与</a:t>
            </a:r>
            <a:r>
              <a:rPr lang="en-US" altLang="zh-CN" b="1" dirty="0">
                <a:solidFill>
                  <a:srgbClr val="006600"/>
                </a:solidFill>
                <a:effectLst>
                  <a:outerShdw blurRad="38100" dist="38100" dir="2700000" algn="tl">
                    <a:srgbClr val="000000"/>
                  </a:outerShdw>
                </a:effectLst>
                <a:latin typeface="+mn-lt"/>
                <a:ea typeface="楷体" pitchFamily="49" charset="-122"/>
              </a:rPr>
              <a:t>defined</a:t>
            </a:r>
            <a:r>
              <a:rPr lang="zh-CN" altLang="en-US" b="1" dirty="0">
                <a:solidFill>
                  <a:srgbClr val="006600"/>
                </a:solidFill>
                <a:effectLst>
                  <a:outerShdw blurRad="38100" dist="38100" dir="2700000" algn="tl">
                    <a:srgbClr val="000000"/>
                  </a:outerShdw>
                </a:effectLst>
                <a:latin typeface="+mn-lt"/>
                <a:ea typeface="楷体" pitchFamily="49" charset="-122"/>
              </a:rPr>
              <a:t>命令配合使用，</a:t>
            </a:r>
            <a:r>
              <a:rPr lang="en-US" altLang="zh-CN" b="1" dirty="0">
                <a:solidFill>
                  <a:srgbClr val="006600"/>
                </a:solidFill>
                <a:effectLst>
                  <a:outerShdw blurRad="38100" dist="38100" dir="2700000" algn="tl">
                    <a:srgbClr val="000000"/>
                  </a:outerShdw>
                </a:effectLst>
                <a:latin typeface="+mn-lt"/>
                <a:ea typeface="楷体" pitchFamily="49" charset="-122"/>
              </a:rPr>
              <a:t>defined</a:t>
            </a:r>
            <a:r>
              <a:rPr lang="zh-CN" altLang="en-US" b="1" dirty="0">
                <a:solidFill>
                  <a:srgbClr val="006600"/>
                </a:solidFill>
                <a:effectLst>
                  <a:outerShdw blurRad="38100" dist="38100" dir="2700000" algn="tl">
                    <a:srgbClr val="000000"/>
                  </a:outerShdw>
                </a:effectLst>
                <a:latin typeface="+mn-lt"/>
                <a:ea typeface="楷体" pitchFamily="49" charset="-122"/>
              </a:rPr>
              <a:t>命令的格式为</a:t>
            </a:r>
            <a:r>
              <a:rPr lang="en-US" altLang="zh-CN" b="1" dirty="0">
                <a:solidFill>
                  <a:srgbClr val="006600"/>
                </a:solidFill>
                <a:effectLst>
                  <a:outerShdw blurRad="38100" dist="38100" dir="2700000" algn="tl">
                    <a:srgbClr val="000000"/>
                  </a:outerShdw>
                </a:effectLst>
                <a:latin typeface="+mn-lt"/>
                <a:ea typeface="楷体" pitchFamily="49" charset="-122"/>
              </a:rPr>
              <a:t>:</a:t>
            </a:r>
            <a:r>
              <a:rPr lang="en-US" altLang="zh-CN" b="1" dirty="0">
                <a:solidFill>
                  <a:srgbClr val="006600"/>
                </a:solidFill>
                <a:effectLst>
                  <a:outerShdw blurRad="38100" dist="38100" dir="2700000" algn="tl">
                    <a:srgbClr val="FFFFFF"/>
                  </a:outerShdw>
                </a:effectLst>
                <a:latin typeface="+mn-lt"/>
                <a:ea typeface="楷体" pitchFamily="49" charset="-122"/>
              </a:rPr>
              <a:t> </a:t>
            </a:r>
          </a:p>
        </p:txBody>
      </p:sp>
      <p:sp>
        <p:nvSpPr>
          <p:cNvPr id="1039407" name="Text Box 47"/>
          <p:cNvSpPr txBox="1">
            <a:spLocks noChangeArrowheads="1"/>
          </p:cNvSpPr>
          <p:nvPr/>
        </p:nvSpPr>
        <p:spPr bwMode="auto">
          <a:xfrm>
            <a:off x="1704007" y="4293096"/>
            <a:ext cx="6984279" cy="431800"/>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en-US" altLang="zh-CN" sz="2000" b="1" dirty="0">
                <a:effectLst>
                  <a:outerShdw blurRad="38100" dist="38100" dir="2700000" algn="tl">
                    <a:srgbClr val="FFFFFF"/>
                  </a:outerShdw>
                </a:effectLst>
                <a:latin typeface="+mn-lt"/>
                <a:ea typeface="楷体" pitchFamily="49" charset="-122"/>
              </a:rPr>
              <a:t>Defined(</a:t>
            </a:r>
            <a:r>
              <a:rPr lang="zh-CN" altLang="en-US" sz="2000" b="1" dirty="0">
                <a:effectLst>
                  <a:outerShdw blurRad="38100" dist="38100" dir="2700000" algn="tl">
                    <a:srgbClr val="FFFFFF"/>
                  </a:outerShdw>
                </a:effectLst>
                <a:latin typeface="+mn-lt"/>
                <a:ea typeface="楷体" pitchFamily="49" charset="-122"/>
              </a:rPr>
              <a:t>宏名</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      或         </a:t>
            </a:r>
            <a:r>
              <a:rPr lang="en-US" altLang="zh-CN" sz="2000" b="1" dirty="0">
                <a:effectLst>
                  <a:outerShdw blurRad="38100" dist="38100" dir="2700000" algn="tl">
                    <a:srgbClr val="FFFFFF"/>
                  </a:outerShdw>
                </a:effectLst>
                <a:latin typeface="+mn-lt"/>
                <a:ea typeface="楷体" pitchFamily="49" charset="-122"/>
              </a:rPr>
              <a:t>defined </a:t>
            </a:r>
            <a:r>
              <a:rPr lang="zh-CN" altLang="en-US" sz="2000" b="1" dirty="0">
                <a:effectLst>
                  <a:outerShdw blurRad="38100" dist="38100" dir="2700000" algn="tl">
                    <a:srgbClr val="FFFFFF"/>
                  </a:outerShdw>
                </a:effectLst>
                <a:latin typeface="+mn-lt"/>
                <a:ea typeface="楷体" pitchFamily="49" charset="-122"/>
              </a:rPr>
              <a:t>宏名</a:t>
            </a:r>
          </a:p>
        </p:txBody>
      </p:sp>
      <p:sp>
        <p:nvSpPr>
          <p:cNvPr id="1039408" name="Rectangle 48"/>
          <p:cNvSpPr>
            <a:spLocks noChangeArrowheads="1"/>
          </p:cNvSpPr>
          <p:nvPr/>
        </p:nvSpPr>
        <p:spPr bwMode="auto">
          <a:xfrm>
            <a:off x="935490" y="4830251"/>
            <a:ext cx="10633118" cy="830997"/>
          </a:xfrm>
          <a:prstGeom prst="rect">
            <a:avLst/>
          </a:prstGeom>
          <a:noFill/>
          <a:ln w="9525">
            <a:noFill/>
            <a:miter lim="800000"/>
            <a:headEnd/>
            <a:tailEnd/>
          </a:ln>
          <a:effectLst/>
        </p:spPr>
        <p:txBody>
          <a:bodyPr wrap="square" anchor="ctr">
            <a:spAutoFit/>
          </a:bodyPr>
          <a:lstStyle/>
          <a:p>
            <a:r>
              <a:rPr lang="zh-CN" altLang="en-US" b="1" dirty="0">
                <a:solidFill>
                  <a:srgbClr val="CC0000"/>
                </a:solidFill>
                <a:effectLst>
                  <a:outerShdw blurRad="38100" dist="38100" dir="2700000" algn="tl">
                    <a:srgbClr val="000000"/>
                  </a:outerShdw>
                </a:effectLst>
                <a:latin typeface="+mn-lt"/>
                <a:ea typeface="楷体" pitchFamily="49" charset="-122"/>
              </a:rPr>
              <a:t>        功能：</a:t>
            </a:r>
            <a:r>
              <a:rPr lang="zh-CN" altLang="en-US" b="1" dirty="0">
                <a:effectLst>
                  <a:outerShdw blurRad="38100" dist="38100" dir="2700000" algn="tl">
                    <a:srgbClr val="FFFFFF"/>
                  </a:outerShdw>
                </a:effectLst>
                <a:latin typeface="+mn-lt"/>
                <a:ea typeface="楷体" pitchFamily="49" charset="-122"/>
              </a:rPr>
              <a:t>判断某个宏是否已经定义，如果已经定义，</a:t>
            </a:r>
            <a:r>
              <a:rPr lang="en-US" altLang="zh-CN" b="1" dirty="0">
                <a:effectLst>
                  <a:outerShdw blurRad="38100" dist="38100" dir="2700000" algn="tl">
                    <a:srgbClr val="FFFFFF"/>
                  </a:outerShdw>
                </a:effectLst>
                <a:latin typeface="+mn-lt"/>
                <a:ea typeface="楷体" pitchFamily="49" charset="-122"/>
              </a:rPr>
              <a:t>defined</a:t>
            </a:r>
            <a:r>
              <a:rPr lang="zh-CN" altLang="en-US" b="1" dirty="0">
                <a:effectLst>
                  <a:outerShdw blurRad="38100" dist="38100" dir="2700000" algn="tl">
                    <a:srgbClr val="FFFFFF"/>
                  </a:outerShdw>
                </a:effectLst>
                <a:latin typeface="+mn-lt"/>
                <a:ea typeface="楷体" pitchFamily="49" charset="-122"/>
              </a:rPr>
              <a:t>命令返回</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，否则返回</a:t>
            </a:r>
            <a:r>
              <a:rPr lang="en-US" altLang="zh-CN" b="1" dirty="0">
                <a:effectLst>
                  <a:outerShdw blurRad="38100" dist="38100" dir="2700000" algn="tl">
                    <a:srgbClr val="FFFFFF"/>
                  </a:outerShdw>
                </a:effectLst>
                <a:latin typeface="+mn-lt"/>
                <a:ea typeface="楷体" pitchFamily="49" charset="-122"/>
              </a:rPr>
              <a:t>0</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defined</a:t>
            </a:r>
            <a:r>
              <a:rPr lang="zh-CN" altLang="en-US" b="1" dirty="0">
                <a:effectLst>
                  <a:outerShdw blurRad="38100" dist="38100" dir="2700000" algn="tl">
                    <a:srgbClr val="FFFFFF"/>
                  </a:outerShdw>
                </a:effectLst>
                <a:latin typeface="+mn-lt"/>
                <a:ea typeface="楷体" pitchFamily="49" charset="-122"/>
              </a:rPr>
              <a:t>命令只能与</a:t>
            </a:r>
            <a:r>
              <a:rPr lang="en-US" altLang="zh-CN" b="1" dirty="0">
                <a:effectLst>
                  <a:outerShdw blurRad="38100" dist="38100" dir="2700000" algn="tl">
                    <a:srgbClr val="FFFFFF"/>
                  </a:outerShdw>
                </a:effectLst>
                <a:latin typeface="+mn-lt"/>
                <a:ea typeface="楷体" pitchFamily="49" charset="-122"/>
              </a:rPr>
              <a:t>#if</a:t>
            </a:r>
            <a:r>
              <a:rPr lang="zh-CN" altLang="en-US" b="1" dirty="0">
                <a:effectLst>
                  <a:outerShdw blurRad="38100" dist="38100" dir="2700000" algn="tl">
                    <a:srgbClr val="FFFFFF"/>
                  </a:outerShdw>
                </a:effectLst>
                <a:latin typeface="+mn-lt"/>
                <a:ea typeface="楷体" pitchFamily="49" charset="-122"/>
              </a:rPr>
              <a:t>或</a:t>
            </a:r>
            <a:r>
              <a:rPr lang="en-US" altLang="zh-CN" b="1" dirty="0">
                <a:effectLst>
                  <a:outerShdw blurRad="38100" dist="38100" dir="2700000" algn="tl">
                    <a:srgbClr val="FFFFFF"/>
                  </a:outerShdw>
                </a:effectLst>
                <a:latin typeface="+mn-lt"/>
                <a:ea typeface="楷体" pitchFamily="49" charset="-122"/>
              </a:rPr>
              <a:t>#</a:t>
            </a:r>
            <a:r>
              <a:rPr lang="en-US" altLang="zh-CN" b="1" dirty="0" err="1">
                <a:effectLst>
                  <a:outerShdw blurRad="38100" dist="38100" dir="2700000" algn="tl">
                    <a:srgbClr val="FFFFFF"/>
                  </a:outerShdw>
                </a:effectLst>
                <a:latin typeface="+mn-lt"/>
                <a:ea typeface="楷体" pitchFamily="49" charset="-122"/>
              </a:rPr>
              <a:t>elif</a:t>
            </a:r>
            <a:r>
              <a:rPr lang="zh-CN" altLang="en-US" b="1" dirty="0">
                <a:effectLst>
                  <a:outerShdw blurRad="38100" dist="38100" dir="2700000" algn="tl">
                    <a:srgbClr val="FFFFFF"/>
                  </a:outerShdw>
                </a:effectLst>
                <a:latin typeface="+mn-lt"/>
                <a:ea typeface="楷体" pitchFamily="49" charset="-122"/>
              </a:rPr>
              <a:t>配合使用，不能单独使用。 </a:t>
            </a:r>
          </a:p>
        </p:txBody>
      </p:sp>
      <p:sp>
        <p:nvSpPr>
          <p:cNvPr id="1039409" name="Rectangle 49" descr="信纸"/>
          <p:cNvSpPr>
            <a:spLocks noChangeArrowheads="1"/>
          </p:cNvSpPr>
          <p:nvPr/>
        </p:nvSpPr>
        <p:spPr bwMode="auto">
          <a:xfrm>
            <a:off x="1703512" y="5703639"/>
            <a:ext cx="8209284" cy="461665"/>
          </a:xfrm>
          <a:prstGeom prst="rect">
            <a:avLst/>
          </a:prstGeom>
          <a:solidFill>
            <a:schemeClr val="bg1"/>
          </a:soli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solidFill>
                  <a:srgbClr val="FF0000"/>
                </a:solidFill>
                <a:effectLst>
                  <a:outerShdw blurRad="38100" dist="38100" dir="2700000" algn="tl">
                    <a:srgbClr val="000000"/>
                  </a:outerShdw>
                </a:effectLst>
                <a:latin typeface="+mn-lt"/>
                <a:ea typeface="楷体" pitchFamily="49" charset="-122"/>
              </a:rPr>
              <a:t>例如：</a:t>
            </a:r>
            <a:r>
              <a:rPr lang="en-US" altLang="zh-CN" b="1" dirty="0">
                <a:effectLst>
                  <a:outerShdw blurRad="38100" dist="38100" dir="2700000" algn="tl">
                    <a:srgbClr val="FFFFFF"/>
                  </a:outerShdw>
                </a:effectLst>
                <a:latin typeface="+mn-lt"/>
                <a:ea typeface="楷体" pitchFamily="49" charset="-122"/>
              </a:rPr>
              <a:t>#if defined(USA) </a:t>
            </a:r>
            <a:r>
              <a:rPr lang="zh-CN" altLang="en-US" b="1" dirty="0">
                <a:effectLst>
                  <a:outerShdw blurRad="38100" dist="38100" dir="2700000" algn="tl">
                    <a:srgbClr val="FFFFFF"/>
                  </a:outerShdw>
                </a:effectLst>
                <a:latin typeface="+mn-lt"/>
                <a:ea typeface="楷体" pitchFamily="49" charset="-122"/>
              </a:rPr>
              <a:t>的含义是“如果定义了宏</a:t>
            </a:r>
            <a:r>
              <a:rPr lang="en-US" altLang="zh-CN" b="1" dirty="0">
                <a:effectLst>
                  <a:outerShdw blurRad="38100" dist="38100" dir="2700000" algn="tl">
                    <a:srgbClr val="FFFFFF"/>
                  </a:outerShdw>
                </a:effectLst>
                <a:latin typeface="+mn-lt"/>
                <a:ea typeface="楷体" pitchFamily="49" charset="-122"/>
              </a:rPr>
              <a:t>USA”</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grpSp>
        <p:nvGrpSpPr>
          <p:cNvPr id="1039410" name="Group 50"/>
          <p:cNvGrpSpPr>
            <a:grpSpLocks/>
          </p:cNvGrpSpPr>
          <p:nvPr/>
        </p:nvGrpSpPr>
        <p:grpSpPr bwMode="auto">
          <a:xfrm>
            <a:off x="-9822" y="0"/>
            <a:ext cx="446088" cy="6858000"/>
            <a:chOff x="0" y="0"/>
            <a:chExt cx="281" cy="4320"/>
          </a:xfrm>
        </p:grpSpPr>
        <p:sp>
          <p:nvSpPr>
            <p:cNvPr id="1039411" name="Text Box 51"/>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39412" name="Text Box 52"/>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9396"/>
                                        </p:tgtEl>
                                        <p:attrNameLst>
                                          <p:attrName>style.visibility</p:attrName>
                                        </p:attrNameLst>
                                      </p:cBhvr>
                                      <p:to>
                                        <p:strVal val="visible"/>
                                      </p:to>
                                    </p:set>
                                    <p:animEffect transition="in" filter="box(out)">
                                      <p:cBhvr>
                                        <p:cTn id="7" dur="500"/>
                                        <p:tgtEl>
                                          <p:spTgt spid="103939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39397">
                                            <p:txEl>
                                              <p:pRg st="0" end="0"/>
                                            </p:txEl>
                                          </p:spTgt>
                                        </p:tgtEl>
                                        <p:attrNameLst>
                                          <p:attrName>style.visibility</p:attrName>
                                        </p:attrNameLst>
                                      </p:cBhvr>
                                      <p:to>
                                        <p:strVal val="visible"/>
                                      </p:to>
                                    </p:set>
                                    <p:anim calcmode="lin" valueType="num">
                                      <p:cBhvr additive="base">
                                        <p:cTn id="12" dur="500" fill="hold"/>
                                        <p:tgtEl>
                                          <p:spTgt spid="103939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3939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39398"/>
                                        </p:tgtEl>
                                        <p:attrNameLst>
                                          <p:attrName>style.visibility</p:attrName>
                                        </p:attrNameLst>
                                      </p:cBhvr>
                                      <p:to>
                                        <p:strVal val="visible"/>
                                      </p:to>
                                    </p:set>
                                    <p:anim calcmode="lin" valueType="num">
                                      <p:cBhvr additive="base">
                                        <p:cTn id="18" dur="500" fill="hold"/>
                                        <p:tgtEl>
                                          <p:spTgt spid="1039398"/>
                                        </p:tgtEl>
                                        <p:attrNameLst>
                                          <p:attrName>ppt_x</p:attrName>
                                        </p:attrNameLst>
                                      </p:cBhvr>
                                      <p:tavLst>
                                        <p:tav tm="0">
                                          <p:val>
                                            <p:strVal val="0-#ppt_w/2"/>
                                          </p:val>
                                        </p:tav>
                                        <p:tav tm="100000">
                                          <p:val>
                                            <p:strVal val="#ppt_x"/>
                                          </p:val>
                                        </p:tav>
                                      </p:tavLst>
                                    </p:anim>
                                    <p:anim calcmode="lin" valueType="num">
                                      <p:cBhvr additive="base">
                                        <p:cTn id="19" dur="500" fill="hold"/>
                                        <p:tgtEl>
                                          <p:spTgt spid="10393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039400"/>
                                        </p:tgtEl>
                                        <p:attrNameLst>
                                          <p:attrName>style.visibility</p:attrName>
                                        </p:attrNameLst>
                                      </p:cBhvr>
                                      <p:to>
                                        <p:strVal val="visible"/>
                                      </p:to>
                                    </p:set>
                                    <p:animEffect transition="in" filter="box(out)">
                                      <p:cBhvr>
                                        <p:cTn id="24" dur="500"/>
                                        <p:tgtEl>
                                          <p:spTgt spid="1039400"/>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39401"/>
                                        </p:tgtEl>
                                        <p:attrNameLst>
                                          <p:attrName>style.visibility</p:attrName>
                                        </p:attrNameLst>
                                      </p:cBhvr>
                                      <p:to>
                                        <p:strVal val="visible"/>
                                      </p:to>
                                    </p:set>
                                    <p:animEffect transition="in" filter="strips(downLeft)">
                                      <p:cBhvr>
                                        <p:cTn id="29" dur="500"/>
                                        <p:tgtEl>
                                          <p:spTgt spid="1039401"/>
                                        </p:tgtEl>
                                      </p:cBhvr>
                                    </p:animEffect>
                                  </p:childTnLst>
                                  <p:subTnLst>
                                    <p:audio>
                                      <p:cMediaNode>
                                        <p:cTn display="0" masterRel="sameClick">
                                          <p:stCondLst>
                                            <p:cond evt="begin" delay="0">
                                              <p:tn val="27"/>
                                            </p:cond>
                                          </p:stCondLst>
                                          <p:endCondLst>
                                            <p:cond evt="onStopAudio" delay="0">
                                              <p:tgtEl>
                                                <p:sldTgt/>
                                              </p:tgtEl>
                                            </p:cond>
                                          </p:endCondLst>
                                        </p:cTn>
                                        <p:tgtEl>
                                          <p:sndTgt r:embed="rId4" name="laser.wav"/>
                                        </p:tgtEl>
                                      </p:cMediaNode>
                                    </p:audio>
                                    <p:set>
                                      <p:cBhvr override="childStyle">
                                        <p:cTn dur="1" fill="hold" display="0" masterRel="nextClick" afterEffect="1"/>
                                        <p:tgtEl>
                                          <p:spTgt spid="1039401"/>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1039402"/>
                                        </p:tgtEl>
                                        <p:attrNameLst>
                                          <p:attrName>style.visibility</p:attrName>
                                        </p:attrNameLst>
                                      </p:cBhvr>
                                      <p:to>
                                        <p:strVal val="visible"/>
                                      </p:to>
                                    </p:set>
                                    <p:animEffect transition="in" filter="strips(downLeft)">
                                      <p:cBhvr>
                                        <p:cTn id="34" dur="500"/>
                                        <p:tgtEl>
                                          <p:spTgt spid="1039402"/>
                                        </p:tgtEl>
                                      </p:cBhvr>
                                    </p:animEffect>
                                  </p:childTnLst>
                                  <p:subTnLst>
                                    <p:audio>
                                      <p:cMediaNode>
                                        <p:cTn display="0" masterRel="sameClick">
                                          <p:stCondLst>
                                            <p:cond evt="begin" delay="0">
                                              <p:tn val="32"/>
                                            </p:cond>
                                          </p:stCondLst>
                                          <p:endCondLst>
                                            <p:cond evt="onStopAudio" delay="0">
                                              <p:tgtEl>
                                                <p:sldTgt/>
                                              </p:tgtEl>
                                            </p:cond>
                                          </p:endCondLst>
                                        </p:cTn>
                                        <p:tgtEl>
                                          <p:sndTgt r:embed="rId4" name="laser.wav"/>
                                        </p:tgtEl>
                                      </p:cMediaNode>
                                    </p:audio>
                                    <p:set>
                                      <p:cBhvr override="childStyle">
                                        <p:cTn dur="1" fill="hold" display="0" masterRel="nextClick" afterEffect="1"/>
                                        <p:tgtEl>
                                          <p:spTgt spid="1039402"/>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1039403"/>
                                        </p:tgtEl>
                                        <p:attrNameLst>
                                          <p:attrName>style.visibility</p:attrName>
                                        </p:attrNameLst>
                                      </p:cBhvr>
                                      <p:to>
                                        <p:strVal val="visible"/>
                                      </p:to>
                                    </p:set>
                                    <p:animEffect transition="in" filter="strips(downLeft)">
                                      <p:cBhvr>
                                        <p:cTn id="39" dur="500"/>
                                        <p:tgtEl>
                                          <p:spTgt spid="1039403"/>
                                        </p:tgtEl>
                                      </p:cBhvr>
                                    </p:animEffect>
                                  </p:childTnLst>
                                  <p:subTnLst>
                                    <p:audio>
                                      <p:cMediaNode>
                                        <p:cTn display="0" masterRel="sameClick">
                                          <p:stCondLst>
                                            <p:cond evt="begin" delay="0">
                                              <p:tn val="37"/>
                                            </p:cond>
                                          </p:stCondLst>
                                          <p:endCondLst>
                                            <p:cond evt="onStopAudio" delay="0">
                                              <p:tgtEl>
                                                <p:sldTgt/>
                                              </p:tgtEl>
                                            </p:cond>
                                          </p:endCondLst>
                                        </p:cTn>
                                        <p:tgtEl>
                                          <p:sndTgt r:embed="rId4" name="laser.wav"/>
                                        </p:tgtEl>
                                      </p:cMediaNode>
                                    </p:audio>
                                    <p:set>
                                      <p:cBhvr override="childStyle">
                                        <p:cTn dur="1" fill="hold" display="0" masterRel="nextClick" afterEffect="1"/>
                                        <p:tgtEl>
                                          <p:spTgt spid="1039403"/>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1039405"/>
                                        </p:tgtEl>
                                        <p:attrNameLst>
                                          <p:attrName>style.visibility</p:attrName>
                                        </p:attrNameLst>
                                      </p:cBhvr>
                                      <p:to>
                                        <p:strVal val="visible"/>
                                      </p:to>
                                    </p:set>
                                    <p:anim calcmode="lin" valueType="num">
                                      <p:cBhvr additive="base">
                                        <p:cTn id="44" dur="500" fill="hold"/>
                                        <p:tgtEl>
                                          <p:spTgt spid="1039405"/>
                                        </p:tgtEl>
                                        <p:attrNameLst>
                                          <p:attrName>ppt_x</p:attrName>
                                        </p:attrNameLst>
                                      </p:cBhvr>
                                      <p:tavLst>
                                        <p:tav tm="0">
                                          <p:val>
                                            <p:strVal val="0-#ppt_w/2"/>
                                          </p:val>
                                        </p:tav>
                                        <p:tav tm="100000">
                                          <p:val>
                                            <p:strVal val="#ppt_x"/>
                                          </p:val>
                                        </p:tav>
                                      </p:tavLst>
                                    </p:anim>
                                    <p:anim calcmode="lin" valueType="num">
                                      <p:cBhvr additive="base">
                                        <p:cTn id="45" dur="500" fill="hold"/>
                                        <p:tgtEl>
                                          <p:spTgt spid="103940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2"/>
                                            </p:cond>
                                          </p:stCondLst>
                                          <p:endCondLst>
                                            <p:cond evt="onStopAudio" delay="0">
                                              <p:tgtEl>
                                                <p:sldTgt/>
                                              </p:tgtEl>
                                            </p:cond>
                                          </p:endCondLst>
                                        </p:cTn>
                                        <p:tgtEl>
                                          <p:sndTgt r:embed="rId3" name="whoosh.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039404"/>
                                        </p:tgtEl>
                                        <p:attrNameLst>
                                          <p:attrName>style.visibility</p:attrName>
                                        </p:attrNameLst>
                                      </p:cBhvr>
                                      <p:to>
                                        <p:strVal val="visible"/>
                                      </p:to>
                                    </p:set>
                                    <p:animEffect transition="in" filter="box(out)">
                                      <p:cBhvr>
                                        <p:cTn id="50" dur="500"/>
                                        <p:tgtEl>
                                          <p:spTgt spid="1039404"/>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39406"/>
                                        </p:tgtEl>
                                        <p:attrNameLst>
                                          <p:attrName>style.visibility</p:attrName>
                                        </p:attrNameLst>
                                      </p:cBhvr>
                                      <p:to>
                                        <p:strVal val="visible"/>
                                      </p:to>
                                    </p:set>
                                    <p:anim calcmode="lin" valueType="num">
                                      <p:cBhvr additive="base">
                                        <p:cTn id="55" dur="500" fill="hold"/>
                                        <p:tgtEl>
                                          <p:spTgt spid="1039406"/>
                                        </p:tgtEl>
                                        <p:attrNameLst>
                                          <p:attrName>ppt_x</p:attrName>
                                        </p:attrNameLst>
                                      </p:cBhvr>
                                      <p:tavLst>
                                        <p:tav tm="0">
                                          <p:val>
                                            <p:strVal val="0-#ppt_w/2"/>
                                          </p:val>
                                        </p:tav>
                                        <p:tav tm="100000">
                                          <p:val>
                                            <p:strVal val="#ppt_x"/>
                                          </p:val>
                                        </p:tav>
                                      </p:tavLst>
                                    </p:anim>
                                    <p:anim calcmode="lin" valueType="num">
                                      <p:cBhvr additive="base">
                                        <p:cTn id="56" dur="500" fill="hold"/>
                                        <p:tgtEl>
                                          <p:spTgt spid="103940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3" name="whoosh.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1039407"/>
                                        </p:tgtEl>
                                        <p:attrNameLst>
                                          <p:attrName>style.visibility</p:attrName>
                                        </p:attrNameLst>
                                      </p:cBhvr>
                                      <p:to>
                                        <p:strVal val="visible"/>
                                      </p:to>
                                    </p:set>
                                    <p:animEffect transition="in" filter="box(out)">
                                      <p:cBhvr>
                                        <p:cTn id="61" dur="500"/>
                                        <p:tgtEl>
                                          <p:spTgt spid="1039407"/>
                                        </p:tgtEl>
                                      </p:cBhvr>
                                    </p:animEffect>
                                  </p:childTnLst>
                                  <p:subTnLst>
                                    <p:audio>
                                      <p:cMediaNode>
                                        <p:cTn display="0" masterRel="sameClick">
                                          <p:stCondLst>
                                            <p:cond evt="begin" delay="0">
                                              <p:tn val="59"/>
                                            </p:cond>
                                          </p:stCondLst>
                                          <p:endCondLst>
                                            <p:cond evt="onStopAudio" delay="0">
                                              <p:tgtEl>
                                                <p:sldTgt/>
                                              </p:tgtEl>
                                            </p:cond>
                                          </p:endCondLst>
                                        </p:cTn>
                                        <p:tgtEl>
                                          <p:sndTgt r:embed="rId2" name="camera.wav"/>
                                        </p:tgtEl>
                                      </p:cMediaNode>
                                    </p:audio>
                                  </p:sub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1039408"/>
                                        </p:tgtEl>
                                        <p:attrNameLst>
                                          <p:attrName>style.visibility</p:attrName>
                                        </p:attrNameLst>
                                      </p:cBhvr>
                                      <p:to>
                                        <p:strVal val="visible"/>
                                      </p:to>
                                    </p:set>
                                    <p:animEffect transition="in" filter="box(out)">
                                      <p:cBhvr>
                                        <p:cTn id="66" dur="500"/>
                                        <p:tgtEl>
                                          <p:spTgt spid="1039408"/>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childTnLst>
                    </p:cTn>
                  </p:par>
                  <p:par>
                    <p:cTn id="67" fill="hold">
                      <p:stCondLst>
                        <p:cond delay="indefinite"/>
                      </p:stCondLst>
                      <p:childTnLst>
                        <p:par>
                          <p:cTn id="68" fill="hold">
                            <p:stCondLst>
                              <p:cond delay="0"/>
                            </p:stCondLst>
                            <p:childTnLst>
                              <p:par>
                                <p:cTn id="69" presetID="4" presetClass="entr" presetSubtype="32" fill="hold" grpId="0" nodeType="clickEffect">
                                  <p:stCondLst>
                                    <p:cond delay="0"/>
                                  </p:stCondLst>
                                  <p:childTnLst>
                                    <p:set>
                                      <p:cBhvr>
                                        <p:cTn id="70" dur="1" fill="hold">
                                          <p:stCondLst>
                                            <p:cond delay="0"/>
                                          </p:stCondLst>
                                        </p:cTn>
                                        <p:tgtEl>
                                          <p:spTgt spid="1039409"/>
                                        </p:tgtEl>
                                        <p:attrNameLst>
                                          <p:attrName>style.visibility</p:attrName>
                                        </p:attrNameLst>
                                      </p:cBhvr>
                                      <p:to>
                                        <p:strVal val="visible"/>
                                      </p:to>
                                    </p:set>
                                    <p:animEffect transition="in" filter="box(out)">
                                      <p:cBhvr>
                                        <p:cTn id="71" dur="500"/>
                                        <p:tgtEl>
                                          <p:spTgt spid="1039409"/>
                                        </p:tgtEl>
                                      </p:cBhvr>
                                    </p:animEffect>
                                  </p:childTnLst>
                                  <p:subTnLst>
                                    <p:audio>
                                      <p:cMediaNode>
                                        <p:cTn display="0" masterRel="sameClick">
                                          <p:stCondLst>
                                            <p:cond evt="begin" delay="0">
                                              <p:tn val="6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96" grpId="0"/>
      <p:bldP spid="1039398" grpId="0"/>
      <p:bldP spid="1039400" grpId="0" animBg="1"/>
      <p:bldP spid="1039401" grpId="0" animBg="1"/>
      <p:bldP spid="1039402" grpId="0" animBg="1"/>
      <p:bldP spid="1039403" grpId="0" animBg="1"/>
      <p:bldP spid="1039404" grpId="0"/>
      <p:bldP spid="1039405" grpId="0"/>
      <p:bldP spid="1039406" grpId="0"/>
      <p:bldP spid="1039407" grpId="0" animBg="1"/>
      <p:bldP spid="1039408" grpId="0"/>
      <p:bldP spid="103940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0386" name="Rectangle 2"/>
          <p:cNvSpPr>
            <a:spLocks noGrp="1" noChangeArrowheads="1"/>
          </p:cNvSpPr>
          <p:nvPr>
            <p:ph type="body" idx="1"/>
          </p:nvPr>
        </p:nvSpPr>
        <p:spPr>
          <a:xfrm>
            <a:off x="509291" y="23813"/>
            <a:ext cx="8348662" cy="398462"/>
          </a:xfrm>
        </p:spPr>
        <p:txBody>
          <a:bodyPr/>
          <a:lstStyle/>
          <a:p>
            <a:pPr>
              <a:lnSpc>
                <a:spcPct val="90000"/>
              </a:lnSpc>
              <a:buFontTx/>
              <a:buNone/>
            </a:pPr>
            <a:r>
              <a:rPr lang="zh-CN" altLang="en-US" sz="2400">
                <a:solidFill>
                  <a:srgbClr val="CC0000"/>
                </a:solidFill>
                <a:effectLst>
                  <a:outerShdw blurRad="38100" dist="38100" dir="2700000" algn="tl">
                    <a:srgbClr val="000000"/>
                  </a:outerShdw>
                </a:effectLst>
                <a:ea typeface="隶书" pitchFamily="49" charset="-122"/>
              </a:rPr>
              <a:t>例：下面的程序利用</a:t>
            </a:r>
            <a:r>
              <a:rPr lang="en-US" altLang="zh-CN" sz="2400">
                <a:solidFill>
                  <a:srgbClr val="CC0000"/>
                </a:solidFill>
                <a:effectLst>
                  <a:outerShdw blurRad="38100" dist="38100" dir="2700000" algn="tl">
                    <a:srgbClr val="000000"/>
                  </a:outerShdw>
                </a:effectLst>
                <a:ea typeface="隶书" pitchFamily="49" charset="-122"/>
              </a:rPr>
              <a:t>ACTIVE_COUNTRY</a:t>
            </a:r>
            <a:r>
              <a:rPr lang="zh-CN" altLang="en-US" sz="2400">
                <a:solidFill>
                  <a:srgbClr val="CC0000"/>
                </a:solidFill>
                <a:effectLst>
                  <a:outerShdw blurRad="38100" dist="38100" dir="2700000" algn="tl">
                    <a:srgbClr val="000000"/>
                  </a:outerShdw>
                </a:effectLst>
                <a:ea typeface="隶书" pitchFamily="49" charset="-122"/>
              </a:rPr>
              <a:t>定义货币的名称</a:t>
            </a:r>
            <a:r>
              <a:rPr lang="zh-CN" altLang="en-US" sz="2400">
                <a:latin typeface="隶书" pitchFamily="49" charset="-122"/>
                <a:ea typeface="隶书" pitchFamily="49" charset="-122"/>
              </a:rPr>
              <a:t> </a:t>
            </a:r>
          </a:p>
        </p:txBody>
      </p:sp>
      <p:sp>
        <p:nvSpPr>
          <p:cNvPr id="1040403" name="Text Box 19" descr="信纸"/>
          <p:cNvSpPr txBox="1">
            <a:spLocks noChangeArrowheads="1"/>
          </p:cNvSpPr>
          <p:nvPr/>
        </p:nvSpPr>
        <p:spPr bwMode="auto">
          <a:xfrm>
            <a:off x="601366" y="390060"/>
            <a:ext cx="5545598" cy="6373156"/>
          </a:xfrm>
          <a:prstGeom prst="rect">
            <a:avLst/>
          </a:prstGeom>
          <a:blipFill dpi="0" rotWithShape="1">
            <a:blip r:embed="rId3"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effectLst>
                  <a:outerShdw blurRad="38100" dist="38100" dir="2700000" algn="tl">
                    <a:srgbClr val="FFFFFF"/>
                  </a:outerShdw>
                </a:effectLst>
              </a:rPr>
              <a:t>#define  USA        0</a:t>
            </a:r>
          </a:p>
          <a:p>
            <a:r>
              <a:rPr lang="en-US" altLang="zh-CN" sz="2000" b="1" dirty="0">
                <a:effectLst>
                  <a:outerShdw blurRad="38100" dist="38100" dir="2700000" algn="tl">
                    <a:srgbClr val="FFFFFF"/>
                  </a:outerShdw>
                </a:effectLst>
              </a:rPr>
              <a:t>#define  ENGLAND  1 </a:t>
            </a:r>
          </a:p>
          <a:p>
            <a:r>
              <a:rPr lang="en-US" altLang="zh-CN" sz="2000" b="1" dirty="0">
                <a:effectLst>
                  <a:outerShdw blurRad="38100" dist="38100" dir="2700000" algn="tl">
                    <a:srgbClr val="FFFFFF"/>
                  </a:outerShdw>
                </a:effectLst>
              </a:rPr>
              <a:t>#define  FRANCE    2 </a:t>
            </a:r>
          </a:p>
          <a:p>
            <a:r>
              <a:rPr lang="en-US" altLang="zh-CN" sz="2000" b="1" dirty="0">
                <a:effectLst>
                  <a:outerShdw blurRad="38100" dist="38100" dir="2700000" algn="tl">
                    <a:srgbClr val="FFFFFF"/>
                  </a:outerShdw>
                </a:effectLst>
              </a:rPr>
              <a:t>#define  ACTIVE_COUNTRY  USA</a:t>
            </a:r>
          </a:p>
          <a:p>
            <a:r>
              <a:rPr lang="en-US" altLang="zh-CN" sz="2000" b="1" dirty="0">
                <a:effectLst>
                  <a:outerShdw blurRad="38100" dist="38100" dir="2700000" algn="tl">
                    <a:srgbClr val="FFFFFF"/>
                  </a:outerShdw>
                </a:effectLst>
              </a:rPr>
              <a:t>#if   ACTIVE_COUNTRY == USA </a:t>
            </a:r>
          </a:p>
          <a:p>
            <a:r>
              <a:rPr lang="en-US" altLang="zh-CN" sz="2000" b="1" dirty="0">
                <a:effectLst>
                  <a:outerShdw blurRad="38100" dist="38100" dir="2700000" algn="tl">
                    <a:srgbClr val="FFFFFF"/>
                  </a:outerShdw>
                </a:effectLst>
              </a:rPr>
              <a:t>       </a:t>
            </a:r>
            <a:r>
              <a:rPr lang="en-US" altLang="zh-CN" sz="2000" b="1" dirty="0">
                <a:solidFill>
                  <a:srgbClr val="CC0000"/>
                </a:solidFill>
                <a:effectLst>
                  <a:outerShdw blurRad="38100" dist="38100" dir="2700000" algn="tl">
                    <a:srgbClr val="000000"/>
                  </a:outerShdw>
                </a:effectLst>
              </a:rPr>
              <a:t>char *currency = "dollar";     </a:t>
            </a:r>
            <a:r>
              <a:rPr lang="en-US" altLang="zh-CN"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2000" b="1" dirty="0">
                <a:solidFill>
                  <a:schemeClr val="accent2"/>
                </a:solidFill>
                <a:effectLst>
                  <a:outerShdw blurRad="38100" dist="38100" dir="2700000" algn="tl">
                    <a:srgbClr val="000000"/>
                  </a:outerShdw>
                </a:effectLst>
                <a:latin typeface="楷体" panose="02010609060101010101" pitchFamily="49" charset="-122"/>
                <a:ea typeface="楷体" panose="02010609060101010101" pitchFamily="49" charset="-122"/>
              </a:rPr>
              <a:t>有效</a:t>
            </a:r>
            <a:r>
              <a:rPr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elif</a:t>
            </a:r>
            <a:r>
              <a:rPr lang="en-US" altLang="zh-CN" sz="2000" b="1" dirty="0">
                <a:effectLst>
                  <a:outerShdw blurRad="38100" dist="38100" dir="2700000" algn="tl">
                    <a:srgbClr val="FFFFFF"/>
                  </a:outerShdw>
                </a:effectLst>
              </a:rPr>
              <a:t>  ACTIVE_COUNTRY == ENGLAND </a:t>
            </a:r>
          </a:p>
          <a:p>
            <a:r>
              <a:rPr lang="en-US" altLang="zh-CN" sz="2000" b="1" dirty="0">
                <a:effectLst>
                  <a:outerShdw blurRad="38100" dist="38100" dir="2700000" algn="tl">
                    <a:srgbClr val="FFFFFF"/>
                  </a:outerShdw>
                </a:effectLst>
              </a:rPr>
              <a:t>       char *currency = "pound"</a:t>
            </a:r>
            <a:r>
              <a:rPr lang="en-US" altLang="zh-CN" dirty="0"/>
              <a:t>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#else </a:t>
            </a:r>
          </a:p>
          <a:p>
            <a:r>
              <a:rPr lang="en-US" altLang="zh-CN" sz="2000" b="1" dirty="0">
                <a:effectLst>
                  <a:outerShdw blurRad="38100" dist="38100" dir="2700000" algn="tl">
                    <a:srgbClr val="FFFFFF"/>
                  </a:outerShdw>
                </a:effectLst>
              </a:rPr>
              <a:t>       char *currency = "</a:t>
            </a:r>
            <a:r>
              <a:rPr lang="en-US" altLang="zh-CN" sz="2000" b="1" dirty="0" err="1">
                <a:effectLst>
                  <a:outerShdw blurRad="38100" dist="38100" dir="2700000" algn="tl">
                    <a:srgbClr val="FFFFFF"/>
                  </a:outerShdw>
                </a:effectLst>
              </a:rPr>
              <a:t>france</a:t>
            </a:r>
            <a:r>
              <a:rPr lang="en-US" altLang="zh-CN" sz="2000" b="1" dirty="0">
                <a:effectLst>
                  <a:outerShdw blurRad="38100" dist="38100" dir="2700000" algn="tl">
                    <a:srgbClr val="FFFFFF"/>
                  </a:outerShdw>
                </a:effectLst>
              </a:rPr>
              <a:t>"</a:t>
            </a:r>
            <a:r>
              <a:rPr lang="en-US" altLang="zh-CN" dirty="0"/>
              <a:t> </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endParaRPr lang="en-US" altLang="zh-CN" sz="2000" b="1" dirty="0">
              <a:effectLst>
                <a:outerShdw blurRad="38100" dist="38100" dir="2700000" algn="tl">
                  <a:srgbClr val="FFFFFF"/>
                </a:outerShdw>
              </a:effectLst>
            </a:endParaRPr>
          </a:p>
          <a:p>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float price1, price2,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a:t>
            </a:r>
            <a:r>
              <a:rPr lang="en-US" altLang="zh-CN" sz="2000" b="1" dirty="0">
                <a:effectLst>
                  <a:outerShdw blurRad="38100" dist="38100" dir="2700000" algn="tl">
                    <a:srgbClr val="FFFFFF"/>
                  </a:outerShdw>
                </a:effectLst>
              </a:rPr>
              <a:t>", &amp;price1,&amp;price2);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 price1 + price2;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("sum = %.2f%s", </a:t>
            </a:r>
            <a:r>
              <a:rPr lang="en-US" altLang="zh-CN" sz="2000" b="1" dirty="0" err="1">
                <a:effectLst>
                  <a:outerShdw blurRad="38100" dist="38100" dir="2700000" algn="tl">
                    <a:srgbClr val="FFFFFF"/>
                  </a:outerShdw>
                </a:effectLst>
              </a:rPr>
              <a:t>sumprice</a:t>
            </a:r>
            <a:r>
              <a:rPr lang="en-US" altLang="zh-CN" sz="2000" b="1" dirty="0">
                <a:effectLst>
                  <a:outerShdw blurRad="38100" dist="38100" dir="2700000" algn="tl">
                    <a:srgbClr val="FFFFFF"/>
                  </a:outerShdw>
                </a:effectLst>
              </a:rPr>
              <a:t>, currency); </a:t>
            </a:r>
          </a:p>
          <a:p>
            <a:r>
              <a:rPr lang="en-US" altLang="zh-CN" sz="2000" b="1" dirty="0">
                <a:effectLst>
                  <a:outerShdw blurRad="38100" dist="38100" dir="2700000" algn="tl">
                    <a:srgbClr val="FFFFFF"/>
                  </a:outerShdw>
                </a:effectLst>
              </a:rPr>
              <a:t>   return 0;</a:t>
            </a:r>
          </a:p>
          <a:p>
            <a:r>
              <a:rPr lang="en-US" altLang="zh-CN" sz="2000" b="1" dirty="0">
                <a:effectLst>
                  <a:outerShdw blurRad="38100" dist="38100" dir="2700000" algn="tl">
                    <a:srgbClr val="FFFFFF"/>
                  </a:outerShdw>
                </a:effectLst>
              </a:rPr>
              <a:t>}</a:t>
            </a:r>
          </a:p>
        </p:txBody>
      </p:sp>
      <p:sp>
        <p:nvSpPr>
          <p:cNvPr id="1040404" name="Text Box 20" descr="新闻纸"/>
          <p:cNvSpPr txBox="1">
            <a:spLocks noChangeArrowheads="1"/>
          </p:cNvSpPr>
          <p:nvPr/>
        </p:nvSpPr>
        <p:spPr bwMode="auto">
          <a:xfrm>
            <a:off x="6456040" y="3576638"/>
            <a:ext cx="5545598" cy="3172280"/>
          </a:xfrm>
          <a:prstGeom prst="rect">
            <a:avLst/>
          </a:prstGeom>
          <a:blipFill dpi="0" rotWithShape="1">
            <a:blip r:embed="rId4"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lIns="90000" tIns="46800" rIns="90000" bIns="46800" anchor="ctr">
            <a:spAutoFit/>
          </a:bodyPr>
          <a:lstStyle/>
          <a:p>
            <a:r>
              <a:rPr lang="en-US" altLang="zh-CN" sz="2000" b="1" dirty="0">
                <a:solidFill>
                  <a:srgbClr val="CC0000"/>
                </a:solidFill>
                <a:effectLst>
                  <a:outerShdw blurRad="38100" dist="38100" dir="2700000" algn="tl">
                    <a:srgbClr val="C0C0C0"/>
                  </a:outerShdw>
                </a:effectLst>
              </a:rPr>
              <a:t>char *currency = "dollar";   </a:t>
            </a:r>
          </a:p>
          <a:p>
            <a:endParaRPr lang="en-US" altLang="zh-CN" sz="2000" b="1" dirty="0">
              <a:effectLst>
                <a:outerShdw blurRad="38100" dist="38100" dir="2700000" algn="tl">
                  <a:srgbClr val="C0C0C0"/>
                </a:outerShdw>
              </a:effectLst>
            </a:endParaRPr>
          </a:p>
          <a:p>
            <a:r>
              <a:rPr lang="en-US" altLang="zh-CN" sz="2000" b="1" dirty="0" err="1">
                <a:solidFill>
                  <a:srgbClr val="C00000"/>
                </a:solidFill>
                <a:effectLst>
                  <a:outerShdw blurRad="38100" dist="38100" dir="2700000" algn="tl">
                    <a:srgbClr val="C0C0C0"/>
                  </a:outerShdw>
                </a:effectLst>
              </a:rPr>
              <a:t>int</a:t>
            </a:r>
            <a:r>
              <a:rPr lang="en-US" altLang="zh-CN" sz="2000" b="1" dirty="0">
                <a:solidFill>
                  <a:srgbClr val="C00000"/>
                </a:solidFill>
                <a:effectLst>
                  <a:outerShdw blurRad="38100" dist="38100" dir="2700000" algn="tl">
                    <a:srgbClr val="C0C0C0"/>
                  </a:outerShdw>
                </a:effectLst>
              </a:rPr>
              <a:t> main ( ) </a:t>
            </a:r>
          </a:p>
          <a:p>
            <a:r>
              <a:rPr lang="en-US" altLang="zh-CN" sz="2000" b="1" dirty="0">
                <a:effectLst>
                  <a:outerShdw blurRad="38100" dist="38100" dir="2700000" algn="tl">
                    <a:srgbClr val="C0C0C0"/>
                  </a:outerShdw>
                </a:effectLst>
              </a:rPr>
              <a:t>{</a:t>
            </a:r>
          </a:p>
          <a:p>
            <a:r>
              <a:rPr lang="en-US" altLang="zh-CN" sz="2000" b="1" dirty="0">
                <a:effectLst>
                  <a:outerShdw blurRad="38100" dist="38100" dir="2700000" algn="tl">
                    <a:srgbClr val="C0C0C0"/>
                  </a:outerShdw>
                </a:effectLst>
              </a:rPr>
              <a:t>   float price1, price2,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scanf</a:t>
            </a:r>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f%f</a:t>
            </a:r>
            <a:r>
              <a:rPr lang="en-US" altLang="zh-CN" sz="2000" b="1" dirty="0">
                <a:effectLst>
                  <a:outerShdw blurRad="38100" dist="38100" dir="2700000" algn="tl">
                    <a:srgbClr val="C0C0C0"/>
                  </a:outerShdw>
                </a:effectLst>
              </a:rPr>
              <a:t>", &amp;price1,&amp;price2);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 price1 + price2; </a:t>
            </a:r>
          </a:p>
          <a:p>
            <a:r>
              <a:rPr lang="en-US" altLang="zh-CN" sz="2000" b="1" dirty="0">
                <a:effectLst>
                  <a:outerShdw blurRad="38100" dist="38100" dir="2700000" algn="tl">
                    <a:srgbClr val="C0C0C0"/>
                  </a:outerShdw>
                </a:effectLst>
              </a:rPr>
              <a:t>   </a:t>
            </a:r>
            <a:r>
              <a:rPr lang="en-US" altLang="zh-CN" sz="2000" b="1" dirty="0" err="1">
                <a:effectLst>
                  <a:outerShdw blurRad="38100" dist="38100" dir="2700000" algn="tl">
                    <a:srgbClr val="C0C0C0"/>
                  </a:outerShdw>
                </a:effectLst>
              </a:rPr>
              <a:t>printf</a:t>
            </a:r>
            <a:r>
              <a:rPr lang="en-US" altLang="zh-CN" sz="2000" b="1" dirty="0">
                <a:effectLst>
                  <a:outerShdw blurRad="38100" dist="38100" dir="2700000" algn="tl">
                    <a:srgbClr val="C0C0C0"/>
                  </a:outerShdw>
                </a:effectLst>
              </a:rPr>
              <a:t> ("sum = %.2f%s", </a:t>
            </a:r>
            <a:r>
              <a:rPr lang="en-US" altLang="zh-CN" sz="2000" b="1" dirty="0" err="1">
                <a:effectLst>
                  <a:outerShdw blurRad="38100" dist="38100" dir="2700000" algn="tl">
                    <a:srgbClr val="C0C0C0"/>
                  </a:outerShdw>
                </a:effectLst>
              </a:rPr>
              <a:t>sumprice</a:t>
            </a:r>
            <a:r>
              <a:rPr lang="en-US" altLang="zh-CN" sz="2000" b="1" dirty="0">
                <a:effectLst>
                  <a:outerShdw blurRad="38100" dist="38100" dir="2700000" algn="tl">
                    <a:srgbClr val="C0C0C0"/>
                  </a:outerShdw>
                </a:effectLst>
              </a:rPr>
              <a:t>, currency); </a:t>
            </a:r>
          </a:p>
          <a:p>
            <a:r>
              <a:rPr lang="en-US" altLang="zh-CN" sz="2000" b="1" dirty="0">
                <a:effectLst>
                  <a:outerShdw blurRad="38100" dist="38100" dir="2700000" algn="tl">
                    <a:srgbClr val="C0C0C0"/>
                  </a:outerShdw>
                </a:effectLst>
              </a:rPr>
              <a:t>   return 0;</a:t>
            </a:r>
          </a:p>
          <a:p>
            <a:r>
              <a:rPr lang="en-US" altLang="zh-CN" sz="2000" b="1" dirty="0">
                <a:effectLst>
                  <a:outerShdw blurRad="38100" dist="38100" dir="2700000" algn="tl">
                    <a:srgbClr val="C0C0C0"/>
                  </a:outerShdw>
                </a:effectLst>
              </a:rPr>
              <a:t>}</a:t>
            </a:r>
          </a:p>
        </p:txBody>
      </p:sp>
      <p:grpSp>
        <p:nvGrpSpPr>
          <p:cNvPr id="1040407" name="Group 23"/>
          <p:cNvGrpSpPr>
            <a:grpSpLocks/>
          </p:cNvGrpSpPr>
          <p:nvPr/>
        </p:nvGrpSpPr>
        <p:grpSpPr bwMode="auto">
          <a:xfrm>
            <a:off x="6023991" y="2276872"/>
            <a:ext cx="2304257" cy="1008112"/>
            <a:chOff x="3651" y="1640"/>
            <a:chExt cx="1449" cy="611"/>
          </a:xfrm>
        </p:grpSpPr>
        <p:sp>
          <p:nvSpPr>
            <p:cNvPr id="1040405" name="AutoShape 21"/>
            <p:cNvSpPr>
              <a:spLocks noChangeArrowheads="1"/>
            </p:cNvSpPr>
            <p:nvPr/>
          </p:nvSpPr>
          <p:spPr bwMode="auto">
            <a:xfrm rot="2691756">
              <a:off x="3651" y="1661"/>
              <a:ext cx="1088" cy="590"/>
            </a:xfrm>
            <a:prstGeom prst="curvedDownArrow">
              <a:avLst>
                <a:gd name="adj1" fmla="val 24844"/>
                <a:gd name="adj2" fmla="val 73763"/>
                <a:gd name="adj3" fmla="val 33333"/>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40406" name="Rectangle 22"/>
            <p:cNvSpPr>
              <a:spLocks noChangeArrowheads="1"/>
            </p:cNvSpPr>
            <p:nvPr/>
          </p:nvSpPr>
          <p:spPr bwMode="auto">
            <a:xfrm>
              <a:off x="4465" y="1640"/>
              <a:ext cx="635" cy="442"/>
            </a:xfrm>
            <a:prstGeom prst="rect">
              <a:avLst/>
            </a:prstGeom>
            <a:noFill/>
            <a:ln w="9525">
              <a:noFill/>
              <a:miter lim="800000"/>
              <a:headEnd/>
              <a:tailEnd/>
            </a:ln>
            <a:effectLst/>
          </p:spPr>
          <p:txBody>
            <a:bodyPr>
              <a:spAutoFit/>
            </a:bodyPr>
            <a:lstStyle/>
            <a:p>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grpSp>
        <p:nvGrpSpPr>
          <p:cNvPr id="1040412" name="Group 28"/>
          <p:cNvGrpSpPr>
            <a:grpSpLocks/>
          </p:cNvGrpSpPr>
          <p:nvPr/>
        </p:nvGrpSpPr>
        <p:grpSpPr bwMode="auto">
          <a:xfrm>
            <a:off x="-9822" y="0"/>
            <a:ext cx="446088" cy="6858000"/>
            <a:chOff x="0" y="0"/>
            <a:chExt cx="281" cy="4320"/>
          </a:xfrm>
        </p:grpSpPr>
        <p:sp>
          <p:nvSpPr>
            <p:cNvPr id="1040413" name="Text Box 29"/>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0414" name="Text Box 30"/>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40403"/>
                                        </p:tgtEl>
                                        <p:attrNameLst>
                                          <p:attrName>style.visibility</p:attrName>
                                        </p:attrNameLst>
                                      </p:cBhvr>
                                      <p:to>
                                        <p:strVal val="visible"/>
                                      </p:to>
                                    </p:set>
                                    <p:animEffect transition="in" filter="box(out)">
                                      <p:cBhvr>
                                        <p:cTn id="7" dur="500"/>
                                        <p:tgtEl>
                                          <p:spTgt spid="104040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40407"/>
                                        </p:tgtEl>
                                        <p:attrNameLst>
                                          <p:attrName>style.visibility</p:attrName>
                                        </p:attrNameLst>
                                      </p:cBhvr>
                                      <p:to>
                                        <p:strVal val="visible"/>
                                      </p:to>
                                    </p:set>
                                    <p:animEffect transition="in" filter="strips(downRight)">
                                      <p:cBhvr>
                                        <p:cTn id="12" dur="500"/>
                                        <p:tgtEl>
                                          <p:spTgt spid="1040407"/>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1040404"/>
                                        </p:tgtEl>
                                        <p:attrNameLst>
                                          <p:attrName>style.visibility</p:attrName>
                                        </p:attrNameLst>
                                      </p:cBhvr>
                                      <p:to>
                                        <p:strVal val="visible"/>
                                      </p:to>
                                    </p:set>
                                    <p:animEffect transition="in" filter="box(out)">
                                      <p:cBhvr>
                                        <p:cTn id="16" dur="500"/>
                                        <p:tgtEl>
                                          <p:spTgt spid="1040404"/>
                                        </p:tgtEl>
                                      </p:cBhvr>
                                    </p:animEffect>
                                  </p:childTnLst>
                                  <p:subTnLst>
                                    <p:audio>
                                      <p:cMediaNode>
                                        <p:cTn display="0" masterRel="sameClick">
                                          <p:stCondLst>
                                            <p:cond evt="begin" delay="0">
                                              <p:tn val="1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403" grpId="0" animBg="1"/>
      <p:bldP spid="1040404"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1415" name="Rectangle 7"/>
          <p:cNvSpPr>
            <a:spLocks noChangeArrowheads="1"/>
          </p:cNvSpPr>
          <p:nvPr/>
        </p:nvSpPr>
        <p:spPr bwMode="auto">
          <a:xfrm>
            <a:off x="674392" y="258119"/>
            <a:ext cx="3302507" cy="461665"/>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990033"/>
                </a:solidFill>
                <a:effectLst>
                  <a:outerShdw blurRad="38100" dist="38100" dir="2700000" algn="tl">
                    <a:srgbClr val="000000"/>
                  </a:outerShdw>
                </a:effectLst>
                <a:latin typeface="+mn-lt"/>
                <a:ea typeface="楷体" pitchFamily="49" charset="-122"/>
              </a:rPr>
              <a:t>2</a:t>
            </a:r>
            <a:r>
              <a:rPr lang="zh-CN" altLang="en-US" b="1" dirty="0">
                <a:solidFill>
                  <a:srgbClr val="990033"/>
                </a:solidFill>
                <a:effectLst>
                  <a:outerShdw blurRad="38100" dist="38100" dir="2700000" algn="tl">
                    <a:srgbClr val="000000"/>
                  </a:outerShdw>
                </a:effectLst>
                <a:latin typeface="+mn-lt"/>
                <a:ea typeface="楷体" pitchFamily="49" charset="-122"/>
              </a:rPr>
              <a:t>、</a:t>
            </a:r>
            <a:r>
              <a:rPr lang="en-US" altLang="zh-CN" b="1" dirty="0">
                <a:solidFill>
                  <a:srgbClr val="990033"/>
                </a:solidFill>
                <a:effectLst>
                  <a:outerShdw blurRad="38100" dist="38100" dir="2700000" algn="tl">
                    <a:srgbClr val="000000"/>
                  </a:outerShdw>
                </a:effectLst>
                <a:latin typeface="+mn-lt"/>
                <a:ea typeface="楷体" pitchFamily="49" charset="-122"/>
              </a:rPr>
              <a:t>#</a:t>
            </a:r>
            <a:r>
              <a:rPr lang="en-US" altLang="zh-CN" b="1" dirty="0" err="1">
                <a:solidFill>
                  <a:srgbClr val="990033"/>
                </a:solidFill>
                <a:effectLst>
                  <a:outerShdw blurRad="38100" dist="38100" dir="2700000" algn="tl">
                    <a:srgbClr val="000000"/>
                  </a:outerShdw>
                </a:effectLst>
                <a:latin typeface="+mn-lt"/>
                <a:ea typeface="楷体" pitchFamily="49" charset="-122"/>
              </a:rPr>
              <a:t>ifdef</a:t>
            </a:r>
            <a:r>
              <a:rPr lang="en-US" altLang="zh-CN" b="1" dirty="0">
                <a:solidFill>
                  <a:srgbClr val="990033"/>
                </a:solidFill>
                <a:effectLst>
                  <a:outerShdw blurRad="38100" dist="38100" dir="2700000" algn="tl">
                    <a:srgbClr val="000000"/>
                  </a:outerShdw>
                </a:effectLst>
                <a:latin typeface="+mn-lt"/>
                <a:ea typeface="楷体" pitchFamily="49" charset="-122"/>
              </a:rPr>
              <a:t> </a:t>
            </a:r>
            <a:r>
              <a:rPr lang="zh-CN" altLang="en-US" b="1" dirty="0">
                <a:solidFill>
                  <a:srgbClr val="990033"/>
                </a:solidFill>
                <a:effectLst>
                  <a:outerShdw blurRad="38100" dist="38100" dir="2700000" algn="tl">
                    <a:srgbClr val="000000"/>
                  </a:outerShdw>
                </a:effectLst>
                <a:latin typeface="+mn-lt"/>
                <a:ea typeface="楷体" pitchFamily="49" charset="-122"/>
              </a:rPr>
              <a:t>～ </a:t>
            </a:r>
            <a:r>
              <a:rPr lang="en-US" altLang="zh-CN" b="1" dirty="0">
                <a:solidFill>
                  <a:srgbClr val="990033"/>
                </a:solidFill>
                <a:effectLst>
                  <a:outerShdw blurRad="38100" dist="38100" dir="2700000" algn="tl">
                    <a:srgbClr val="000000"/>
                  </a:outerShdw>
                </a:effectLst>
                <a:latin typeface="+mn-lt"/>
                <a:ea typeface="楷体" pitchFamily="49" charset="-122"/>
              </a:rPr>
              <a:t>#</a:t>
            </a:r>
            <a:r>
              <a:rPr lang="en-US" altLang="zh-CN" b="1" dirty="0" err="1">
                <a:solidFill>
                  <a:srgbClr val="990033"/>
                </a:solidFill>
                <a:effectLst>
                  <a:outerShdw blurRad="38100" dist="38100" dir="2700000" algn="tl">
                    <a:srgbClr val="000000"/>
                  </a:outerShdw>
                </a:effectLst>
                <a:latin typeface="+mn-lt"/>
                <a:ea typeface="楷体" pitchFamily="49" charset="-122"/>
              </a:rPr>
              <a:t>endif</a:t>
            </a:r>
            <a:r>
              <a:rPr lang="zh-CN" altLang="en-US" b="1" dirty="0">
                <a:solidFill>
                  <a:srgbClr val="990033"/>
                </a:solidFill>
                <a:effectLst>
                  <a:outerShdw blurRad="38100" dist="38100" dir="2700000" algn="tl">
                    <a:srgbClr val="000000"/>
                  </a:outerShdw>
                </a:effectLst>
                <a:latin typeface="+mn-lt"/>
                <a:ea typeface="楷体" pitchFamily="49" charset="-122"/>
              </a:rPr>
              <a:t>形式</a:t>
            </a:r>
          </a:p>
        </p:txBody>
      </p:sp>
      <p:sp>
        <p:nvSpPr>
          <p:cNvPr id="1041416" name="Text Box 8"/>
          <p:cNvSpPr txBox="1">
            <a:spLocks noChangeArrowheads="1"/>
          </p:cNvSpPr>
          <p:nvPr/>
        </p:nvSpPr>
        <p:spPr bwMode="auto">
          <a:xfrm>
            <a:off x="1097618" y="83661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格式：</a:t>
            </a:r>
          </a:p>
        </p:txBody>
      </p:sp>
      <p:sp>
        <p:nvSpPr>
          <p:cNvPr id="1041417" name="Text Box 9"/>
          <p:cNvSpPr txBox="1">
            <a:spLocks noChangeArrowheads="1"/>
          </p:cNvSpPr>
          <p:nvPr/>
        </p:nvSpPr>
        <p:spPr bwMode="auto">
          <a:xfrm>
            <a:off x="5015357" y="836614"/>
            <a:ext cx="2592388" cy="20796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a:effectLst>
                  <a:outerShdw blurRad="38100" dist="38100" dir="2700000" algn="tl">
                    <a:srgbClr val="FFFFFF"/>
                  </a:outerShdw>
                </a:effectLst>
                <a:latin typeface="+mn-lt"/>
                <a:ea typeface="楷体" pitchFamily="49" charset="-122"/>
              </a:rPr>
              <a:t>#ifdef  </a:t>
            </a:r>
            <a:r>
              <a:rPr lang="zh-CN" altLang="en-US" b="1">
                <a:effectLst>
                  <a:outerShdw blurRad="38100" dist="38100" dir="2700000" algn="tl">
                    <a:srgbClr val="FFFFFF"/>
                  </a:outerShdw>
                </a:effectLst>
                <a:latin typeface="+mn-lt"/>
                <a:ea typeface="楷体" pitchFamily="49" charset="-122"/>
              </a:rPr>
              <a:t>宏名</a:t>
            </a:r>
          </a:p>
          <a:p>
            <a:r>
              <a:rPr lang="zh-CN" altLang="en-US" b="1">
                <a:effectLst>
                  <a:outerShdw blurRad="38100" dist="38100" dir="2700000" algn="tl">
                    <a:srgbClr val="FFFFFF"/>
                  </a:outerShdw>
                </a:effectLst>
                <a:latin typeface="+mn-lt"/>
                <a:ea typeface="楷体" pitchFamily="49" charset="-122"/>
              </a:rPr>
              <a:t>           程序段</a:t>
            </a:r>
            <a:r>
              <a:rPr lang="en-US" altLang="zh-CN" b="1">
                <a:effectLst>
                  <a:outerShdw blurRad="38100" dist="38100" dir="2700000" algn="tl">
                    <a:srgbClr val="FFFFFF"/>
                  </a:outerShdw>
                </a:effectLst>
                <a:latin typeface="+mn-lt"/>
                <a:ea typeface="楷体" pitchFamily="49" charset="-122"/>
              </a:rPr>
              <a:t>1</a:t>
            </a:r>
          </a:p>
          <a:p>
            <a:r>
              <a:rPr lang="en-US" altLang="zh-CN" b="1">
                <a:effectLst>
                  <a:outerShdw blurRad="38100" dist="38100" dir="2700000" algn="tl">
                    <a:srgbClr val="FFFFFF"/>
                  </a:outerShdw>
                </a:effectLst>
                <a:latin typeface="+mn-lt"/>
                <a:ea typeface="楷体" pitchFamily="49" charset="-122"/>
              </a:rPr>
              <a:t>#else</a:t>
            </a:r>
          </a:p>
          <a:p>
            <a:r>
              <a:rPr lang="en-US" altLang="zh-CN" b="1">
                <a:effectLst>
                  <a:outerShdw blurRad="38100" dist="38100" dir="2700000" algn="tl">
                    <a:srgbClr val="FFFFFF"/>
                  </a:outerShdw>
                </a:effectLst>
                <a:latin typeface="+mn-lt"/>
                <a:ea typeface="楷体" pitchFamily="49" charset="-122"/>
              </a:rPr>
              <a:t>           </a:t>
            </a:r>
            <a:r>
              <a:rPr lang="zh-CN" altLang="en-US" b="1">
                <a:effectLst>
                  <a:outerShdw blurRad="38100" dist="38100" dir="2700000" algn="tl">
                    <a:srgbClr val="FFFFFF"/>
                  </a:outerShdw>
                </a:effectLst>
                <a:latin typeface="+mn-lt"/>
                <a:ea typeface="楷体" pitchFamily="49" charset="-122"/>
              </a:rPr>
              <a:t>程序段</a:t>
            </a:r>
            <a:r>
              <a:rPr lang="en-US" altLang="zh-CN" b="1">
                <a:effectLst>
                  <a:outerShdw blurRad="38100" dist="38100" dir="2700000" algn="tl">
                    <a:srgbClr val="FFFFFF"/>
                  </a:outerShdw>
                </a:effectLst>
                <a:latin typeface="+mn-lt"/>
                <a:ea typeface="楷体" pitchFamily="49" charset="-122"/>
              </a:rPr>
              <a:t>2</a:t>
            </a:r>
          </a:p>
          <a:p>
            <a:r>
              <a:rPr lang="en-US" altLang="zh-CN" b="1">
                <a:effectLst>
                  <a:outerShdw blurRad="38100" dist="38100" dir="2700000" algn="tl">
                    <a:srgbClr val="FFFFFF"/>
                  </a:outerShdw>
                </a:effectLst>
                <a:latin typeface="+mn-lt"/>
                <a:ea typeface="楷体" pitchFamily="49" charset="-122"/>
              </a:rPr>
              <a:t>#endif</a:t>
            </a:r>
          </a:p>
        </p:txBody>
      </p:sp>
      <p:sp>
        <p:nvSpPr>
          <p:cNvPr id="1041418" name="AutoShape 10"/>
          <p:cNvSpPr>
            <a:spLocks noChangeArrowheads="1"/>
          </p:cNvSpPr>
          <p:nvPr/>
        </p:nvSpPr>
        <p:spPr bwMode="auto">
          <a:xfrm>
            <a:off x="6815583" y="188914"/>
            <a:ext cx="3744913" cy="503237"/>
          </a:xfrm>
          <a:prstGeom prst="wedgeRoundRectCallout">
            <a:avLst>
              <a:gd name="adj1" fmla="val -73019"/>
              <a:gd name="adj2" fmla="val 112458"/>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等价于“</a:t>
            </a:r>
            <a:r>
              <a:rPr lang="en-US" altLang="zh-CN" sz="2000" b="1">
                <a:effectLst>
                  <a:outerShdw blurRad="38100" dist="38100" dir="2700000" algn="tl">
                    <a:srgbClr val="FFFFFF"/>
                  </a:outerShdw>
                </a:effectLst>
                <a:latin typeface="+mn-lt"/>
                <a:ea typeface="楷体" pitchFamily="49" charset="-122"/>
              </a:rPr>
              <a:t>#if defined</a:t>
            </a:r>
            <a:r>
              <a:rPr lang="zh-CN" altLang="en-US" sz="2000" b="1">
                <a:effectLst>
                  <a:outerShdw blurRad="38100" dist="38100" dir="2700000" algn="tl">
                    <a:srgbClr val="FFFFFF"/>
                  </a:outerShdw>
                </a:effectLst>
                <a:latin typeface="+mn-lt"/>
                <a:ea typeface="楷体" pitchFamily="49" charset="-122"/>
              </a:rPr>
              <a:t>（宏名）”</a:t>
            </a:r>
            <a:r>
              <a:rPr lang="zh-CN" altLang="en-US" sz="2000">
                <a:latin typeface="+mn-lt"/>
                <a:ea typeface="楷体" pitchFamily="49" charset="-122"/>
              </a:rPr>
              <a:t> </a:t>
            </a:r>
          </a:p>
        </p:txBody>
      </p:sp>
      <p:sp>
        <p:nvSpPr>
          <p:cNvPr id="1041419" name="AutoShape 11"/>
          <p:cNvSpPr>
            <a:spLocks noChangeArrowheads="1"/>
          </p:cNvSpPr>
          <p:nvPr/>
        </p:nvSpPr>
        <p:spPr bwMode="auto">
          <a:xfrm>
            <a:off x="2422971" y="1484313"/>
            <a:ext cx="2160587" cy="1079500"/>
          </a:xfrm>
          <a:prstGeom prst="wedgeRoundRectCallout">
            <a:avLst>
              <a:gd name="adj1" fmla="val 87546"/>
              <a:gd name="adj2" fmla="val -52060"/>
              <a:gd name="adj3" fmla="val 16667"/>
            </a:avLst>
          </a:prstGeom>
          <a:gradFill rotWithShape="1">
            <a:gsLst>
              <a:gs pos="0">
                <a:srgbClr val="00FFFF"/>
              </a:gs>
              <a:gs pos="100000">
                <a:schemeClr val="bg1"/>
              </a:gs>
            </a:gsLst>
            <a:lin ang="5400000" scaled="1"/>
          </a:gradFill>
          <a:ln w="1905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a:effectLst>
                  <a:outerShdw blurRad="38100" dist="38100" dir="2700000" algn="tl">
                    <a:srgbClr val="FFFFFF"/>
                  </a:outerShdw>
                </a:effectLst>
                <a:latin typeface="+mn-lt"/>
                <a:ea typeface="楷体" pitchFamily="49" charset="-122"/>
              </a:rPr>
              <a:t>在</a:t>
            </a:r>
            <a:r>
              <a:rPr lang="en-US" altLang="zh-CN" sz="2000" b="1">
                <a:effectLst>
                  <a:outerShdw blurRad="38100" dist="38100" dir="2700000" algn="tl">
                    <a:srgbClr val="FFFFFF"/>
                  </a:outerShdw>
                </a:effectLst>
                <a:latin typeface="+mn-lt"/>
                <a:ea typeface="楷体" pitchFamily="49" charset="-122"/>
              </a:rPr>
              <a:t>#ifdef</a:t>
            </a:r>
            <a:r>
              <a:rPr lang="zh-CN" altLang="en-US" sz="2000" b="1">
                <a:effectLst>
                  <a:outerShdw blurRad="38100" dist="38100" dir="2700000" algn="tl">
                    <a:srgbClr val="FFFFFF"/>
                  </a:outerShdw>
                </a:effectLst>
                <a:latin typeface="+mn-lt"/>
                <a:ea typeface="楷体" pitchFamily="49" charset="-122"/>
              </a:rPr>
              <a:t>和</a:t>
            </a:r>
            <a:r>
              <a:rPr lang="en-US" altLang="zh-CN" sz="2000" b="1">
                <a:effectLst>
                  <a:outerShdw blurRad="38100" dist="38100" dir="2700000" algn="tl">
                    <a:srgbClr val="FFFFFF"/>
                  </a:outerShdw>
                </a:effectLst>
                <a:latin typeface="+mn-lt"/>
                <a:ea typeface="楷体" pitchFamily="49" charset="-122"/>
              </a:rPr>
              <a:t>#else</a:t>
            </a:r>
            <a:r>
              <a:rPr lang="zh-CN" altLang="en-US" sz="2000" b="1">
                <a:effectLst>
                  <a:outerShdw blurRad="38100" dist="38100" dir="2700000" algn="tl">
                    <a:srgbClr val="FFFFFF"/>
                  </a:outerShdw>
                </a:effectLst>
                <a:latin typeface="+mn-lt"/>
                <a:ea typeface="楷体" pitchFamily="49" charset="-122"/>
              </a:rPr>
              <a:t>之间可以加多个</a:t>
            </a:r>
            <a:r>
              <a:rPr lang="en-US" altLang="zh-CN" sz="2000" b="1">
                <a:effectLst>
                  <a:outerShdw blurRad="38100" dist="38100" dir="2700000" algn="tl">
                    <a:srgbClr val="FFFFFF"/>
                  </a:outerShdw>
                </a:effectLst>
                <a:latin typeface="+mn-lt"/>
                <a:ea typeface="楷体" pitchFamily="49" charset="-122"/>
              </a:rPr>
              <a:t>#elif</a:t>
            </a:r>
            <a:r>
              <a:rPr lang="zh-CN" altLang="en-US" sz="2000" b="1">
                <a:effectLst>
                  <a:outerShdw blurRad="38100" dist="38100" dir="2700000" algn="tl">
                    <a:srgbClr val="FFFFFF"/>
                  </a:outerShdw>
                </a:effectLst>
                <a:latin typeface="+mn-lt"/>
                <a:ea typeface="楷体" pitchFamily="49" charset="-122"/>
              </a:rPr>
              <a:t>命令 </a:t>
            </a:r>
          </a:p>
        </p:txBody>
      </p:sp>
      <p:sp>
        <p:nvSpPr>
          <p:cNvPr id="1041421" name="Rectangle 13"/>
          <p:cNvSpPr>
            <a:spLocks noChangeArrowheads="1"/>
          </p:cNvSpPr>
          <p:nvPr/>
        </p:nvSpPr>
        <p:spPr bwMode="auto">
          <a:xfrm>
            <a:off x="793970" y="3175626"/>
            <a:ext cx="9864822" cy="461665"/>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如果宏名已被</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行定义，则编译程序段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，否则编译程序段</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a:t>
            </a:r>
            <a:r>
              <a:rPr lang="en-US" altLang="zh-CN" dirty="0">
                <a:latin typeface="+mn-lt"/>
                <a:ea typeface="楷体" pitchFamily="49" charset="-122"/>
              </a:rPr>
              <a:t> </a:t>
            </a:r>
          </a:p>
        </p:txBody>
      </p:sp>
      <p:sp>
        <p:nvSpPr>
          <p:cNvPr id="1041422" name="Text Box 14"/>
          <p:cNvSpPr txBox="1">
            <a:spLocks noChangeArrowheads="1"/>
          </p:cNvSpPr>
          <p:nvPr/>
        </p:nvSpPr>
        <p:spPr bwMode="auto">
          <a:xfrm>
            <a:off x="1095078" y="2670175"/>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a:solidFill>
                  <a:srgbClr val="339966"/>
                </a:solidFill>
                <a:effectLst>
                  <a:outerShdw blurRad="38100" dist="38100" dir="2700000" algn="tl">
                    <a:srgbClr val="000000"/>
                  </a:outerShdw>
                </a:effectLst>
                <a:latin typeface="+mn-lt"/>
                <a:ea typeface="楷体" pitchFamily="49" charset="-122"/>
              </a:rPr>
              <a:t> </a:t>
            </a:r>
            <a:r>
              <a:rPr lang="zh-CN" altLang="en-US" b="1">
                <a:solidFill>
                  <a:srgbClr val="339966"/>
                </a:solidFill>
                <a:effectLst>
                  <a:outerShdw blurRad="38100" dist="38100" dir="2700000" algn="tl">
                    <a:srgbClr val="000000"/>
                  </a:outerShdw>
                </a:effectLst>
                <a:latin typeface="+mn-lt"/>
                <a:ea typeface="楷体" pitchFamily="49" charset="-122"/>
              </a:rPr>
              <a:t>作用：</a:t>
            </a:r>
          </a:p>
        </p:txBody>
      </p:sp>
      <p:grpSp>
        <p:nvGrpSpPr>
          <p:cNvPr id="1041433" name="Group 25"/>
          <p:cNvGrpSpPr>
            <a:grpSpLocks/>
          </p:cNvGrpSpPr>
          <p:nvPr/>
        </p:nvGrpSpPr>
        <p:grpSpPr bwMode="auto">
          <a:xfrm>
            <a:off x="-9822" y="0"/>
            <a:ext cx="446088" cy="6858000"/>
            <a:chOff x="0" y="0"/>
            <a:chExt cx="281" cy="4320"/>
          </a:xfrm>
        </p:grpSpPr>
        <p:sp>
          <p:nvSpPr>
            <p:cNvPr id="1041434" name="Text Box 26"/>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1435" name="Text Box 27"/>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
        <p:nvSpPr>
          <p:cNvPr id="1041428" name="Text Box 20" descr="信纸"/>
          <p:cNvSpPr txBox="1">
            <a:spLocks noChangeArrowheads="1"/>
          </p:cNvSpPr>
          <p:nvPr/>
        </p:nvSpPr>
        <p:spPr bwMode="auto">
          <a:xfrm>
            <a:off x="1055440" y="139492"/>
            <a:ext cx="5457965" cy="6557822"/>
          </a:xfrm>
          <a:prstGeom prst="rect">
            <a:avLst/>
          </a:prstGeom>
          <a:blipFill dpi="0" rotWithShape="1">
            <a:blip r:embed="rId5"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a:effectLst>
                  <a:outerShdw blurRad="38100" dist="38100" dir="2700000" algn="tl">
                    <a:srgbClr val="FFFFFF"/>
                  </a:outerShdw>
                </a:effectLst>
              </a:rPr>
              <a:t>#define  INTEGER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INTEGER </a:t>
            </a:r>
          </a:p>
          <a:p>
            <a:r>
              <a:rPr lang="en-US" altLang="zh-CN" sz="2000" b="1" dirty="0">
                <a:effectLst>
                  <a:outerShdw blurRad="38100" dist="38100" dir="2700000" algn="tl">
                    <a:srgbClr val="FFFFFF"/>
                  </a:outerShdw>
                </a:effectLst>
              </a:rPr>
              <a:t>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add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x,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y</a:t>
            </a:r>
            <a:r>
              <a:rPr lang="en-US" altLang="zh-CN" sz="2000" b="1" dirty="0">
                <a:solidFill>
                  <a:schemeClr val="accent2"/>
                </a:solidFill>
                <a:effectLst>
                  <a:outerShdw blurRad="38100" dist="38100" dir="2700000" algn="tl">
                    <a:srgbClr val="000000"/>
                  </a:outerShdw>
                </a:effectLst>
                <a:latin typeface="+mn-lt"/>
                <a:ea typeface="楷体" pitchFamily="49" charset="-122"/>
              </a:rPr>
              <a:t>)   //</a:t>
            </a:r>
            <a:r>
              <a:rPr lang="zh-CN" altLang="en-US" sz="2000" b="1" dirty="0">
                <a:solidFill>
                  <a:schemeClr val="accent2"/>
                </a:solidFill>
                <a:effectLst>
                  <a:outerShdw blurRad="38100" dist="38100" dir="2700000" algn="tl">
                    <a:srgbClr val="000000"/>
                  </a:outerShdw>
                </a:effectLst>
                <a:latin typeface="+mn-lt"/>
                <a:ea typeface="楷体" pitchFamily="49" charset="-122"/>
              </a:rPr>
              <a:t>有效 </a:t>
            </a:r>
          </a:p>
          <a:p>
            <a:r>
              <a:rPr lang="zh-CN" altLang="en-US" sz="2000" b="1" dirty="0">
                <a:solidFill>
                  <a:schemeClr val="accent2"/>
                </a:solidFill>
                <a:effectLst>
                  <a:outerShdw blurRad="38100" dist="38100" dir="2700000" algn="tl">
                    <a:srgbClr val="000000"/>
                  </a:outerShdw>
                </a:effectLst>
              </a:rPr>
              <a:t>             </a:t>
            </a:r>
            <a:r>
              <a:rPr lang="en-US" altLang="zh-CN" sz="2000" b="1" dirty="0">
                <a:solidFill>
                  <a:schemeClr val="accent2"/>
                </a:solidFill>
                <a:effectLst>
                  <a:outerShdw blurRad="38100" dist="38100" dir="2700000" algn="tl">
                    <a:srgbClr val="000000"/>
                  </a:outerShdw>
                </a:effectLst>
              </a:rPr>
              <a:t>{  return (x + y);  }</a:t>
            </a:r>
          </a:p>
          <a:p>
            <a:r>
              <a:rPr lang="en-US" altLang="zh-CN" sz="2000" b="1" dirty="0">
                <a:effectLst>
                  <a:outerShdw blurRad="38100" dist="38100" dir="2700000" algn="tl">
                    <a:srgbClr val="FFFFFF"/>
                  </a:outerShdw>
                </a:effectLst>
              </a:rPr>
              <a:t>#else </a:t>
            </a:r>
          </a:p>
          <a:p>
            <a:r>
              <a:rPr lang="en-US" altLang="zh-CN" sz="2000" b="1" dirty="0">
                <a:effectLst>
                  <a:outerShdw blurRad="38100" dist="38100" dir="2700000" algn="tl">
                    <a:srgbClr val="FFFFFF"/>
                  </a:outerShdw>
                </a:effectLst>
              </a:rPr>
              <a:t>             float add (float x, float y) </a:t>
            </a:r>
          </a:p>
          <a:p>
            <a:r>
              <a:rPr lang="en-US" altLang="zh-CN" sz="2000" b="1" dirty="0">
                <a:effectLst>
                  <a:outerShdw blurRad="38100" dist="38100" dir="2700000" algn="tl">
                    <a:srgbClr val="FFFFFF"/>
                  </a:outerShdw>
                </a:effectLst>
              </a:rPr>
              <a:t>             {  return(x + y);  }</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r>
              <a:rPr lang="en-US" altLang="zh-CN" sz="2000" b="1" dirty="0" err="1">
                <a:solidFill>
                  <a:srgbClr val="990033"/>
                </a:solidFill>
                <a:effectLst>
                  <a:outerShdw blurRad="38100" dist="38100" dir="2700000" algn="tl">
                    <a:srgbClr val="000000"/>
                  </a:outerShdw>
                </a:effectLst>
              </a:rPr>
              <a:t>int</a:t>
            </a:r>
            <a:r>
              <a:rPr lang="en-US" altLang="zh-CN" sz="2000" b="1" dirty="0">
                <a:solidFill>
                  <a:srgbClr val="990033"/>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INTEGER </a:t>
            </a:r>
          </a:p>
          <a:p>
            <a:r>
              <a:rPr lang="en-US" altLang="zh-CN" sz="2000" b="1" dirty="0">
                <a:effectLst>
                  <a:outerShdw blurRad="38100" dist="38100" dir="2700000" algn="tl">
                    <a:srgbClr val="FFFFFF"/>
                  </a:outerShdw>
                </a:effectLst>
              </a:rPr>
              <a:t>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a, b, c;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有效 </a:t>
            </a:r>
          </a:p>
          <a:p>
            <a:r>
              <a:rPr lang="zh-CN" altLang="en-US" sz="2000" b="1" dirty="0">
                <a:solidFill>
                  <a:schemeClr val="accent2"/>
                </a:solidFill>
                <a:effectLst>
                  <a:outerShdw blurRad="38100" dist="38100" dir="2700000" algn="tl">
                    <a:srgbClr val="000000"/>
                  </a:outerShdw>
                </a:effectLst>
              </a:rPr>
              <a:t>               </a:t>
            </a:r>
            <a:r>
              <a:rPr lang="en-US" altLang="zh-CN" sz="2000" b="1" dirty="0" err="1">
                <a:solidFill>
                  <a:schemeClr val="accent2"/>
                </a:solidFill>
                <a:effectLst>
                  <a:outerShdw blurRad="38100" dist="38100" dir="2700000" algn="tl">
                    <a:srgbClr val="000000"/>
                  </a:outerShdw>
                </a:effectLst>
              </a:rPr>
              <a:t>scanf</a:t>
            </a:r>
            <a:r>
              <a:rPr lang="en-US" altLang="zh-CN" sz="2000" b="1" dirty="0">
                <a:solidFill>
                  <a:schemeClr val="accent2"/>
                </a:solidFill>
                <a:effectLst>
                  <a:outerShdw blurRad="38100" dist="38100" dir="2700000" algn="tl">
                    <a:srgbClr val="000000"/>
                  </a:outerShdw>
                </a:effectLst>
              </a:rPr>
              <a:t>("%</a:t>
            </a:r>
            <a:r>
              <a:rPr lang="en-US" altLang="zh-CN" sz="2000" b="1" dirty="0" err="1">
                <a:solidFill>
                  <a:schemeClr val="accent2"/>
                </a:solidFill>
                <a:effectLst>
                  <a:outerShdw blurRad="38100" dist="38100" dir="2700000" algn="tl">
                    <a:srgbClr val="000000"/>
                  </a:outerShdw>
                </a:effectLst>
              </a:rPr>
              <a:t>d%d</a:t>
            </a:r>
            <a:r>
              <a:rPr lang="en-US" altLang="zh-CN" sz="2000" b="1" dirty="0">
                <a:solidFill>
                  <a:schemeClr val="accent2"/>
                </a:solidFill>
                <a:effectLst>
                  <a:outerShdw blurRad="38100" dist="38100" dir="2700000" algn="tl">
                    <a:srgbClr val="000000"/>
                  </a:outerShdw>
                </a:effectLst>
              </a:rPr>
              <a:t>", a, b); </a:t>
            </a:r>
          </a:p>
          <a:p>
            <a:r>
              <a:rPr lang="en-US" altLang="zh-CN" sz="2000" b="1" dirty="0">
                <a:solidFill>
                  <a:schemeClr val="accent2"/>
                </a:solidFill>
                <a:effectLst>
                  <a:outerShdw blurRad="38100" dist="38100" dir="2700000" algn="tl">
                    <a:srgbClr val="000000"/>
                  </a:outerShdw>
                </a:effectLst>
              </a:rPr>
              <a:t>               </a:t>
            </a:r>
            <a:r>
              <a:rPr lang="en-US" altLang="zh-CN" sz="2000" b="1" dirty="0" err="1">
                <a:solidFill>
                  <a:schemeClr val="accent2"/>
                </a:solidFill>
                <a:effectLst>
                  <a:outerShdw blurRad="38100" dist="38100" dir="2700000" algn="tl">
                    <a:srgbClr val="000000"/>
                  </a:outerShdw>
                </a:effectLst>
              </a:rPr>
              <a:t>printf</a:t>
            </a:r>
            <a:r>
              <a:rPr lang="en-US" altLang="zh-CN" sz="2000" b="1" dirty="0">
                <a:solidFill>
                  <a:schemeClr val="accent2"/>
                </a:solidFill>
                <a:effectLst>
                  <a:outerShdw blurRad="38100" dist="38100" dir="2700000" algn="tl">
                    <a:srgbClr val="000000"/>
                  </a:outerShdw>
                </a:effectLst>
              </a:rPr>
              <a:t>("a + b = %d\n"</a:t>
            </a:r>
            <a:r>
              <a:rPr lang="zh-CN" altLang="en-US" sz="2000" b="1" dirty="0">
                <a:solidFill>
                  <a:schemeClr val="accent2"/>
                </a:solidFill>
                <a:effectLst>
                  <a:outerShdw blurRad="38100" dist="38100" dir="2700000" algn="tl">
                    <a:srgbClr val="000000"/>
                  </a:outerShdw>
                </a:effectLst>
              </a:rPr>
              <a:t>，</a:t>
            </a:r>
            <a:r>
              <a:rPr lang="en-US" altLang="zh-CN" sz="2000" b="1" dirty="0">
                <a:solidFill>
                  <a:schemeClr val="accent2"/>
                </a:solidFill>
                <a:effectLst>
                  <a:outerShdw blurRad="38100" dist="38100" dir="2700000" algn="tl">
                    <a:srgbClr val="000000"/>
                  </a:outerShdw>
                </a:effectLst>
              </a:rPr>
              <a:t>add (a, b)); </a:t>
            </a:r>
          </a:p>
          <a:p>
            <a:r>
              <a:rPr lang="en-US" altLang="zh-CN" sz="2000" b="1" dirty="0">
                <a:effectLst>
                  <a:outerShdw blurRad="38100" dist="38100" dir="2700000" algn="tl">
                    <a:srgbClr val="FFFFFF"/>
                  </a:outerShdw>
                </a:effectLst>
              </a:rPr>
              <a:t>   #else </a:t>
            </a:r>
          </a:p>
          <a:p>
            <a:r>
              <a:rPr lang="en-US" altLang="zh-CN" sz="2000" b="1" dirty="0">
                <a:effectLst>
                  <a:outerShdw blurRad="38100" dist="38100" dir="2700000" algn="tl">
                    <a:srgbClr val="FFFFFF"/>
                  </a:outerShdw>
                </a:effectLst>
              </a:rPr>
              <a:t>               float a, b, c;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a:t>
            </a:r>
            <a:r>
              <a:rPr lang="en-US" altLang="zh-CN" sz="2000" b="1" dirty="0">
                <a:effectLst>
                  <a:outerShdw blurRad="38100" dist="38100" dir="2700000" algn="tl">
                    <a:srgbClr val="FFFFFF"/>
                  </a:outerShdw>
                </a:effectLst>
              </a:rPr>
              <a:t>", a, b);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 + b = %f\n"</a:t>
            </a:r>
            <a:r>
              <a:rPr lang="zh-CN" altLang="en-US"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rPr>
              <a:t>add (a, b)); </a:t>
            </a:r>
          </a:p>
          <a:p>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endif</a:t>
            </a:r>
            <a:r>
              <a:rPr lang="en-US" altLang="zh-CN" sz="2000" b="1" dirty="0">
                <a:effectLst>
                  <a:outerShdw blurRad="38100" dist="38100" dir="2700000" algn="tl">
                    <a:srgbClr val="FFFFFF"/>
                  </a:outerShdw>
                </a:effectLst>
              </a:rPr>
              <a:t> </a:t>
            </a:r>
          </a:p>
          <a:p>
            <a:r>
              <a:rPr lang="en-US" altLang="zh-CN" sz="2000" b="1" dirty="0">
                <a:effectLst>
                  <a:outerShdw blurRad="38100" dist="38100" dir="2700000" algn="tl">
                    <a:srgbClr val="FFFFFF"/>
                  </a:outerShdw>
                </a:effectLst>
              </a:rPr>
              <a:t>    return 0;</a:t>
            </a:r>
            <a:endParaRPr lang="en-US" altLang="zh-CN" sz="2000" dirty="0"/>
          </a:p>
          <a:p>
            <a:r>
              <a:rPr lang="en-US" altLang="zh-CN" sz="2000" dirty="0"/>
              <a:t>}</a:t>
            </a:r>
          </a:p>
        </p:txBody>
      </p:sp>
      <p:sp>
        <p:nvSpPr>
          <p:cNvPr id="1041429" name="Text Box 21" descr="信纸"/>
          <p:cNvSpPr txBox="1">
            <a:spLocks noChangeArrowheads="1"/>
          </p:cNvSpPr>
          <p:nvPr/>
        </p:nvSpPr>
        <p:spPr bwMode="auto">
          <a:xfrm>
            <a:off x="6960097" y="3517968"/>
            <a:ext cx="4706527" cy="3172280"/>
          </a:xfrm>
          <a:prstGeom prst="rect">
            <a:avLst/>
          </a:prstGeom>
          <a:blipFill dpi="0" rotWithShape="1">
            <a:blip r:embed="rId5" cstate="print"/>
            <a:srcRect/>
            <a:tile tx="0" ty="0" sx="100000" sy="100000" flip="none" algn="tl"/>
          </a:blipFill>
          <a:ln w="38100" cap="sq">
            <a:solidFill>
              <a:srgbClr val="009900"/>
            </a:solidFill>
            <a:miter lim="800000"/>
            <a:headEnd type="none" w="sm" len="sm"/>
            <a:tailEnd type="none" w="sm" len="sm"/>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lIns="90000" tIns="46800" rIns="90000" bIns="46800" anchor="ctr">
            <a:spAutoFit/>
          </a:bodyPr>
          <a:lstStyle/>
          <a:p>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add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x,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y)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有效 </a:t>
            </a:r>
          </a:p>
          <a:p>
            <a:r>
              <a:rPr lang="en-US" altLang="zh-CN" sz="2000" b="1" dirty="0">
                <a:solidFill>
                  <a:schemeClr val="accent2"/>
                </a:solidFill>
                <a:effectLst>
                  <a:outerShdw blurRad="38100" dist="38100" dir="2700000" algn="tl">
                    <a:srgbClr val="000000"/>
                  </a:outerShdw>
                </a:effectLst>
              </a:rPr>
              <a:t>{  return (x + y);  }</a:t>
            </a:r>
          </a:p>
          <a:p>
            <a:endParaRPr lang="en-US" altLang="zh-CN" sz="2000" b="1" dirty="0">
              <a:solidFill>
                <a:schemeClr val="accent2"/>
              </a:solidFill>
              <a:effectLst>
                <a:outerShdw blurRad="38100" dist="38100" dir="2700000" algn="tl">
                  <a:srgbClr val="000000"/>
                </a:outerShdw>
              </a:effectLst>
            </a:endParaRPr>
          </a:p>
          <a:p>
            <a:r>
              <a:rPr lang="en-US" altLang="zh-CN" sz="2000" b="1" dirty="0" err="1">
                <a:solidFill>
                  <a:srgbClr val="990033"/>
                </a:solidFill>
                <a:effectLst>
                  <a:outerShdw blurRad="38100" dist="38100" dir="2700000" algn="tl">
                    <a:srgbClr val="000000"/>
                  </a:outerShdw>
                </a:effectLst>
              </a:rPr>
              <a:t>int</a:t>
            </a:r>
            <a:r>
              <a:rPr lang="en-US" altLang="zh-CN" sz="2000" b="1" dirty="0">
                <a:solidFill>
                  <a:srgbClr val="990033"/>
                </a:solidFill>
                <a:effectLst>
                  <a:outerShdw blurRad="38100" dist="38100" dir="2700000" algn="tl">
                    <a:srgbClr val="000000"/>
                  </a:outerShdw>
                </a:effectLst>
              </a:rPr>
              <a:t> main ( ) </a:t>
            </a:r>
          </a:p>
          <a:p>
            <a:r>
              <a:rPr lang="en-US" altLang="zh-CN" sz="2000" b="1" dirty="0">
                <a:effectLst>
                  <a:outerShdw blurRad="38100" dist="38100" dir="2700000" algn="tl">
                    <a:srgbClr val="FFFFFF"/>
                  </a:outerShdw>
                </a:effectLst>
              </a:rPr>
              <a:t>{</a:t>
            </a:r>
          </a:p>
          <a:p>
            <a:r>
              <a:rPr lang="en-US" altLang="zh-CN" sz="2000" b="1" dirty="0">
                <a:solidFill>
                  <a:schemeClr val="accent2"/>
                </a:solidFill>
                <a:effectLst>
                  <a:outerShdw blurRad="38100" dist="38100" dir="2700000" algn="tl">
                    <a:srgbClr val="000000"/>
                  </a:outerShdw>
                </a:effectLst>
              </a:rPr>
              <a:t>    </a:t>
            </a:r>
            <a:r>
              <a:rPr lang="en-US" altLang="zh-CN" sz="2000" b="1" dirty="0" err="1">
                <a:solidFill>
                  <a:schemeClr val="accent2"/>
                </a:solidFill>
                <a:effectLst>
                  <a:outerShdw blurRad="38100" dist="38100" dir="2700000" algn="tl">
                    <a:srgbClr val="000000"/>
                  </a:outerShdw>
                </a:effectLst>
              </a:rPr>
              <a:t>int</a:t>
            </a:r>
            <a:r>
              <a:rPr lang="en-US" altLang="zh-CN" sz="2000" b="1" dirty="0">
                <a:solidFill>
                  <a:schemeClr val="accent2"/>
                </a:solidFill>
                <a:effectLst>
                  <a:outerShdw blurRad="38100" dist="38100" dir="2700000" algn="tl">
                    <a:srgbClr val="000000"/>
                  </a:outerShdw>
                </a:effectLst>
              </a:rPr>
              <a:t> a, b, c;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有效 </a:t>
            </a:r>
          </a:p>
          <a:p>
            <a:r>
              <a:rPr lang="zh-CN" altLang="en-US" sz="2000" b="1" dirty="0">
                <a:solidFill>
                  <a:schemeClr val="accent2"/>
                </a:solidFill>
                <a:effectLst>
                  <a:outerShdw blurRad="38100" dist="38100" dir="2700000" algn="tl">
                    <a:srgbClr val="000000"/>
                  </a:outerShdw>
                </a:effectLst>
              </a:rPr>
              <a:t>    </a:t>
            </a:r>
            <a:r>
              <a:rPr lang="en-US" altLang="zh-CN" sz="2000" b="1" dirty="0" err="1">
                <a:solidFill>
                  <a:schemeClr val="accent2"/>
                </a:solidFill>
                <a:effectLst>
                  <a:outerShdw blurRad="38100" dist="38100" dir="2700000" algn="tl">
                    <a:srgbClr val="000000"/>
                  </a:outerShdw>
                </a:effectLst>
              </a:rPr>
              <a:t>scanf</a:t>
            </a:r>
            <a:r>
              <a:rPr lang="en-US" altLang="zh-CN" sz="2000" b="1" dirty="0">
                <a:solidFill>
                  <a:schemeClr val="accent2"/>
                </a:solidFill>
                <a:effectLst>
                  <a:outerShdw blurRad="38100" dist="38100" dir="2700000" algn="tl">
                    <a:srgbClr val="000000"/>
                  </a:outerShdw>
                </a:effectLst>
              </a:rPr>
              <a:t>("%</a:t>
            </a:r>
            <a:r>
              <a:rPr lang="en-US" altLang="zh-CN" sz="2000" b="1" dirty="0" err="1">
                <a:solidFill>
                  <a:schemeClr val="accent2"/>
                </a:solidFill>
                <a:effectLst>
                  <a:outerShdw blurRad="38100" dist="38100" dir="2700000" algn="tl">
                    <a:srgbClr val="000000"/>
                  </a:outerShdw>
                </a:effectLst>
              </a:rPr>
              <a:t>d%d</a:t>
            </a:r>
            <a:r>
              <a:rPr lang="en-US" altLang="zh-CN" sz="2000" b="1" dirty="0">
                <a:solidFill>
                  <a:schemeClr val="accent2"/>
                </a:solidFill>
                <a:effectLst>
                  <a:outerShdw blurRad="38100" dist="38100" dir="2700000" algn="tl">
                    <a:srgbClr val="000000"/>
                  </a:outerShdw>
                </a:effectLst>
              </a:rPr>
              <a:t>", a, b); </a:t>
            </a:r>
          </a:p>
          <a:p>
            <a:r>
              <a:rPr lang="en-US" altLang="zh-CN" sz="2000" b="1" dirty="0">
                <a:solidFill>
                  <a:schemeClr val="accent2"/>
                </a:solidFill>
                <a:effectLst>
                  <a:outerShdw blurRad="38100" dist="38100" dir="2700000" algn="tl">
                    <a:srgbClr val="000000"/>
                  </a:outerShdw>
                </a:effectLst>
              </a:rPr>
              <a:t>    </a:t>
            </a:r>
            <a:r>
              <a:rPr lang="en-US" altLang="zh-CN" sz="2000" b="1" dirty="0" err="1">
                <a:solidFill>
                  <a:schemeClr val="accent2"/>
                </a:solidFill>
                <a:effectLst>
                  <a:outerShdw blurRad="38100" dist="38100" dir="2700000" algn="tl">
                    <a:srgbClr val="000000"/>
                  </a:outerShdw>
                </a:effectLst>
              </a:rPr>
              <a:t>printf</a:t>
            </a:r>
            <a:r>
              <a:rPr lang="en-US" altLang="zh-CN" sz="2000" b="1" dirty="0">
                <a:solidFill>
                  <a:schemeClr val="accent2"/>
                </a:solidFill>
                <a:effectLst>
                  <a:outerShdw blurRad="38100" dist="38100" dir="2700000" algn="tl">
                    <a:srgbClr val="000000"/>
                  </a:outerShdw>
                </a:effectLst>
              </a:rPr>
              <a:t>("a + b = %d\n"</a:t>
            </a:r>
            <a:r>
              <a:rPr lang="zh-CN" altLang="en-US" sz="2000" b="1" dirty="0">
                <a:solidFill>
                  <a:schemeClr val="accent2"/>
                </a:solidFill>
                <a:effectLst>
                  <a:outerShdw blurRad="38100" dist="38100" dir="2700000" algn="tl">
                    <a:srgbClr val="000000"/>
                  </a:outerShdw>
                </a:effectLst>
              </a:rPr>
              <a:t>，</a:t>
            </a:r>
            <a:r>
              <a:rPr lang="en-US" altLang="zh-CN" sz="2000" b="1" dirty="0">
                <a:solidFill>
                  <a:schemeClr val="accent2"/>
                </a:solidFill>
                <a:effectLst>
                  <a:outerShdw blurRad="38100" dist="38100" dir="2700000" algn="tl">
                    <a:srgbClr val="000000"/>
                  </a:outerShdw>
                </a:effectLst>
              </a:rPr>
              <a:t>add (a, b)); </a:t>
            </a:r>
          </a:p>
          <a:p>
            <a:r>
              <a:rPr lang="en-US" altLang="zh-CN" sz="2000" b="1" dirty="0">
                <a:effectLst>
                  <a:outerShdw blurRad="38100" dist="38100" dir="2700000" algn="tl">
                    <a:srgbClr val="FFFFFF"/>
                  </a:outerShdw>
                </a:effectLst>
              </a:rPr>
              <a:t>    return 0;</a:t>
            </a:r>
          </a:p>
          <a:p>
            <a:r>
              <a:rPr lang="en-US" altLang="zh-CN" sz="2000" dirty="0"/>
              <a:t>}</a:t>
            </a:r>
          </a:p>
        </p:txBody>
      </p:sp>
      <p:grpSp>
        <p:nvGrpSpPr>
          <p:cNvPr id="1041430" name="Group 22"/>
          <p:cNvGrpSpPr>
            <a:grpSpLocks/>
          </p:cNvGrpSpPr>
          <p:nvPr/>
        </p:nvGrpSpPr>
        <p:grpSpPr bwMode="auto">
          <a:xfrm rot="20970584">
            <a:off x="6460009" y="2043888"/>
            <a:ext cx="2804344" cy="1097080"/>
            <a:chOff x="3651" y="1640"/>
            <a:chExt cx="1449" cy="611"/>
          </a:xfrm>
        </p:grpSpPr>
        <p:sp>
          <p:nvSpPr>
            <p:cNvPr id="1041431" name="AutoShape 23"/>
            <p:cNvSpPr>
              <a:spLocks noChangeArrowheads="1"/>
            </p:cNvSpPr>
            <p:nvPr/>
          </p:nvSpPr>
          <p:spPr bwMode="auto">
            <a:xfrm rot="2691756">
              <a:off x="3651" y="1661"/>
              <a:ext cx="1088" cy="590"/>
            </a:xfrm>
            <a:prstGeom prst="curvedDownArrow">
              <a:avLst>
                <a:gd name="adj1" fmla="val 24844"/>
                <a:gd name="adj2" fmla="val 73763"/>
                <a:gd name="adj3" fmla="val 33333"/>
              </a:avLst>
            </a:prstGeom>
            <a:gradFill rotWithShape="1">
              <a:gsLst>
                <a:gs pos="0">
                  <a:srgbClr val="00FFFF"/>
                </a:gs>
                <a:gs pos="100000">
                  <a:srgbClr val="00FFFF">
                    <a:gamma/>
                    <a:shade val="46275"/>
                    <a:invGamma/>
                  </a:srgbClr>
                </a:gs>
              </a:gsLst>
              <a:lin ang="5400000" scaled="1"/>
            </a:gradFill>
            <a:ln w="9525">
              <a:solidFill>
                <a:schemeClr val="tx1"/>
              </a:solid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1041432" name="Rectangle 24"/>
            <p:cNvSpPr>
              <a:spLocks noChangeArrowheads="1"/>
            </p:cNvSpPr>
            <p:nvPr/>
          </p:nvSpPr>
          <p:spPr bwMode="auto">
            <a:xfrm>
              <a:off x="4465" y="1640"/>
              <a:ext cx="635" cy="362"/>
            </a:xfrm>
            <a:prstGeom prst="rect">
              <a:avLst/>
            </a:prstGeom>
            <a:noFill/>
            <a:ln w="9525">
              <a:noFill/>
              <a:miter lim="800000"/>
              <a:headEnd/>
              <a:tailEnd/>
            </a:ln>
            <a:effectLst/>
          </p:spPr>
          <p:txBody>
            <a:bodyPr>
              <a:spAutoFit/>
            </a:bodyPr>
            <a:lstStyle/>
            <a:p>
              <a:r>
                <a:rPr lang="zh-CN" altLang="en-US" sz="2000" b="1" dirty="0">
                  <a:solidFill>
                    <a:srgbClr val="CC0000"/>
                  </a:solidFill>
                  <a:effectLst>
                    <a:outerShdw blurRad="38100" dist="38100" dir="2700000" algn="tl">
                      <a:srgbClr val="000000"/>
                    </a:outerShdw>
                  </a:effectLst>
                  <a:latin typeface="+mn-lt"/>
                  <a:ea typeface="楷体" pitchFamily="49" charset="-122"/>
                </a:rPr>
                <a:t>预编译处理后</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1415">
                                            <p:txEl>
                                              <p:pRg st="0" end="0"/>
                                            </p:txEl>
                                          </p:spTgt>
                                        </p:tgtEl>
                                        <p:attrNameLst>
                                          <p:attrName>style.visibility</p:attrName>
                                        </p:attrNameLst>
                                      </p:cBhvr>
                                      <p:to>
                                        <p:strVal val="visible"/>
                                      </p:to>
                                    </p:set>
                                    <p:anim calcmode="lin" valueType="num">
                                      <p:cBhvr additive="base">
                                        <p:cTn id="7" dur="500" fill="hold"/>
                                        <p:tgtEl>
                                          <p:spTgt spid="10414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14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1416"/>
                                        </p:tgtEl>
                                        <p:attrNameLst>
                                          <p:attrName>style.visibility</p:attrName>
                                        </p:attrNameLst>
                                      </p:cBhvr>
                                      <p:to>
                                        <p:strVal val="visible"/>
                                      </p:to>
                                    </p:set>
                                    <p:anim calcmode="lin" valueType="num">
                                      <p:cBhvr additive="base">
                                        <p:cTn id="13" dur="500" fill="hold"/>
                                        <p:tgtEl>
                                          <p:spTgt spid="1041416"/>
                                        </p:tgtEl>
                                        <p:attrNameLst>
                                          <p:attrName>ppt_x</p:attrName>
                                        </p:attrNameLst>
                                      </p:cBhvr>
                                      <p:tavLst>
                                        <p:tav tm="0">
                                          <p:val>
                                            <p:strVal val="0-#ppt_w/2"/>
                                          </p:val>
                                        </p:tav>
                                        <p:tav tm="100000">
                                          <p:val>
                                            <p:strVal val="#ppt_x"/>
                                          </p:val>
                                        </p:tav>
                                      </p:tavLst>
                                    </p:anim>
                                    <p:anim calcmode="lin" valueType="num">
                                      <p:cBhvr additive="base">
                                        <p:cTn id="14" dur="500" fill="hold"/>
                                        <p:tgtEl>
                                          <p:spTgt spid="10414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41417"/>
                                        </p:tgtEl>
                                        <p:attrNameLst>
                                          <p:attrName>style.visibility</p:attrName>
                                        </p:attrNameLst>
                                      </p:cBhvr>
                                      <p:to>
                                        <p:strVal val="visible"/>
                                      </p:to>
                                    </p:set>
                                    <p:animEffect transition="in" filter="box(out)">
                                      <p:cBhvr>
                                        <p:cTn id="19" dur="500"/>
                                        <p:tgtEl>
                                          <p:spTgt spid="1041417"/>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1041418"/>
                                        </p:tgtEl>
                                        <p:attrNameLst>
                                          <p:attrName>style.visibility</p:attrName>
                                        </p:attrNameLst>
                                      </p:cBhvr>
                                      <p:to>
                                        <p:strVal val="visible"/>
                                      </p:to>
                                    </p:set>
                                    <p:animEffect transition="in" filter="strips(downLeft)">
                                      <p:cBhvr>
                                        <p:cTn id="24" dur="500"/>
                                        <p:tgtEl>
                                          <p:spTgt spid="1041418"/>
                                        </p:tgtEl>
                                      </p:cBhvr>
                                    </p:animEffect>
                                  </p:childTnLst>
                                  <p:subTnLst>
                                    <p:audio>
                                      <p:cMediaNode>
                                        <p:cTn display="0" masterRel="sameClick">
                                          <p:stCondLst>
                                            <p:cond evt="begin" delay="0">
                                              <p:tn val="22"/>
                                            </p:cond>
                                          </p:stCondLst>
                                          <p:endCondLst>
                                            <p:cond evt="onStopAudio" delay="0">
                                              <p:tgtEl>
                                                <p:sldTgt/>
                                              </p:tgtEl>
                                            </p:cond>
                                          </p:endCondLst>
                                        </p:cTn>
                                        <p:tgtEl>
                                          <p:sndTgt r:embed="rId4" name="laser.wav"/>
                                        </p:tgtEl>
                                      </p:cMediaNode>
                                    </p:audio>
                                    <p:set>
                                      <p:cBhvr override="childStyle">
                                        <p:cTn dur="1" fill="hold" display="0" masterRel="nextClick" afterEffect="1"/>
                                        <p:tgtEl>
                                          <p:spTgt spid="104141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041419"/>
                                        </p:tgtEl>
                                        <p:attrNameLst>
                                          <p:attrName>style.visibility</p:attrName>
                                        </p:attrNameLst>
                                      </p:cBhvr>
                                      <p:to>
                                        <p:strVal val="visible"/>
                                      </p:to>
                                    </p:set>
                                    <p:animEffect transition="in" filter="strips(downLeft)">
                                      <p:cBhvr>
                                        <p:cTn id="29" dur="500"/>
                                        <p:tgtEl>
                                          <p:spTgt spid="1041419"/>
                                        </p:tgtEl>
                                      </p:cBhvr>
                                    </p:animEffect>
                                  </p:childTnLst>
                                  <p:subTnLst>
                                    <p:audio>
                                      <p:cMediaNode>
                                        <p:cTn display="0" masterRel="sameClick">
                                          <p:stCondLst>
                                            <p:cond evt="begin" delay="0">
                                              <p:tn val="27"/>
                                            </p:cond>
                                          </p:stCondLst>
                                          <p:endCondLst>
                                            <p:cond evt="onStopAudio" delay="0">
                                              <p:tgtEl>
                                                <p:sldTgt/>
                                              </p:tgtEl>
                                            </p:cond>
                                          </p:endCondLst>
                                        </p:cTn>
                                        <p:tgtEl>
                                          <p:sndTgt r:embed="rId4" name="laser.wav"/>
                                        </p:tgtEl>
                                      </p:cMediaNode>
                                    </p:audio>
                                    <p:set>
                                      <p:cBhvr override="childStyle">
                                        <p:cTn dur="1" fill="hold" display="0" masterRel="nextClick" afterEffect="1"/>
                                        <p:tgtEl>
                                          <p:spTgt spid="1041419"/>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041422"/>
                                        </p:tgtEl>
                                        <p:attrNameLst>
                                          <p:attrName>style.visibility</p:attrName>
                                        </p:attrNameLst>
                                      </p:cBhvr>
                                      <p:to>
                                        <p:strVal val="visible"/>
                                      </p:to>
                                    </p:set>
                                    <p:anim calcmode="lin" valueType="num">
                                      <p:cBhvr additive="base">
                                        <p:cTn id="34" dur="500" fill="hold"/>
                                        <p:tgtEl>
                                          <p:spTgt spid="1041422"/>
                                        </p:tgtEl>
                                        <p:attrNameLst>
                                          <p:attrName>ppt_x</p:attrName>
                                        </p:attrNameLst>
                                      </p:cBhvr>
                                      <p:tavLst>
                                        <p:tav tm="0">
                                          <p:val>
                                            <p:strVal val="0-#ppt_w/2"/>
                                          </p:val>
                                        </p:tav>
                                        <p:tav tm="100000">
                                          <p:val>
                                            <p:strVal val="#ppt_x"/>
                                          </p:val>
                                        </p:tav>
                                      </p:tavLst>
                                    </p:anim>
                                    <p:anim calcmode="lin" valueType="num">
                                      <p:cBhvr additive="base">
                                        <p:cTn id="35" dur="500" fill="hold"/>
                                        <p:tgtEl>
                                          <p:spTgt spid="10414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whoosh.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041421"/>
                                        </p:tgtEl>
                                        <p:attrNameLst>
                                          <p:attrName>style.visibility</p:attrName>
                                        </p:attrNameLst>
                                      </p:cBhvr>
                                      <p:to>
                                        <p:strVal val="visible"/>
                                      </p:to>
                                    </p:set>
                                    <p:animEffect transition="in" filter="box(out)">
                                      <p:cBhvr>
                                        <p:cTn id="40" dur="500"/>
                                        <p:tgtEl>
                                          <p:spTgt spid="1041421"/>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041428"/>
                                        </p:tgtEl>
                                        <p:attrNameLst>
                                          <p:attrName>style.visibility</p:attrName>
                                        </p:attrNameLst>
                                      </p:cBhvr>
                                      <p:to>
                                        <p:strVal val="visible"/>
                                      </p:to>
                                    </p:set>
                                    <p:animEffect transition="in" filter="box(out)">
                                      <p:cBhvr>
                                        <p:cTn id="45" dur="500"/>
                                        <p:tgtEl>
                                          <p:spTgt spid="1041428"/>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18" presetClass="entr" presetSubtype="6" fill="hold" nodeType="clickEffect">
                                  <p:stCondLst>
                                    <p:cond delay="0"/>
                                  </p:stCondLst>
                                  <p:childTnLst>
                                    <p:set>
                                      <p:cBhvr>
                                        <p:cTn id="49" dur="1" fill="hold">
                                          <p:stCondLst>
                                            <p:cond delay="0"/>
                                          </p:stCondLst>
                                        </p:cTn>
                                        <p:tgtEl>
                                          <p:spTgt spid="1041430"/>
                                        </p:tgtEl>
                                        <p:attrNameLst>
                                          <p:attrName>style.visibility</p:attrName>
                                        </p:attrNameLst>
                                      </p:cBhvr>
                                      <p:to>
                                        <p:strVal val="visible"/>
                                      </p:to>
                                    </p:set>
                                    <p:animEffect transition="in" filter="strips(downRight)">
                                      <p:cBhvr>
                                        <p:cTn id="50" dur="500"/>
                                        <p:tgtEl>
                                          <p:spTgt spid="1041430"/>
                                        </p:tgtEl>
                                      </p:cBhvr>
                                    </p:animEffect>
                                  </p:childTnLst>
                                  <p:subTnLs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par>
                          <p:cTn id="51" fill="hold">
                            <p:stCondLst>
                              <p:cond delay="500"/>
                            </p:stCondLst>
                            <p:childTnLst>
                              <p:par>
                                <p:cTn id="52" presetID="4" presetClass="entr" presetSubtype="32" fill="hold" grpId="0" nodeType="afterEffect">
                                  <p:stCondLst>
                                    <p:cond delay="0"/>
                                  </p:stCondLst>
                                  <p:childTnLst>
                                    <p:set>
                                      <p:cBhvr>
                                        <p:cTn id="53" dur="1" fill="hold">
                                          <p:stCondLst>
                                            <p:cond delay="0"/>
                                          </p:stCondLst>
                                        </p:cTn>
                                        <p:tgtEl>
                                          <p:spTgt spid="1041429"/>
                                        </p:tgtEl>
                                        <p:attrNameLst>
                                          <p:attrName>style.visibility</p:attrName>
                                        </p:attrNameLst>
                                      </p:cBhvr>
                                      <p:to>
                                        <p:strVal val="visible"/>
                                      </p:to>
                                    </p:set>
                                    <p:animEffect transition="in" filter="box(out)">
                                      <p:cBhvr>
                                        <p:cTn id="54" dur="500"/>
                                        <p:tgtEl>
                                          <p:spTgt spid="1041429"/>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1416" grpId="0"/>
      <p:bldP spid="1041417" grpId="0" animBg="1"/>
      <p:bldP spid="1041418" grpId="0" animBg="1"/>
      <p:bldP spid="1041419" grpId="0" animBg="1"/>
      <p:bldP spid="1041421" grpId="0"/>
      <p:bldP spid="1041422" grpId="0"/>
      <p:bldP spid="1041428" grpId="0" animBg="1"/>
      <p:bldP spid="104142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2437" name="Rectangle 5"/>
          <p:cNvSpPr>
            <a:spLocks noChangeArrowheads="1"/>
          </p:cNvSpPr>
          <p:nvPr/>
        </p:nvSpPr>
        <p:spPr bwMode="auto">
          <a:xfrm>
            <a:off x="674391" y="260350"/>
            <a:ext cx="3441700" cy="457200"/>
          </a:xfrm>
          <a:prstGeom prst="rect">
            <a:avLst/>
          </a:prstGeom>
          <a:noFill/>
          <a:ln w="9525">
            <a:noFill/>
            <a:miter lim="800000"/>
            <a:headEnd/>
            <a:tailEnd/>
          </a:ln>
          <a:effectLst/>
        </p:spPr>
        <p:txBody>
          <a:bodyPr wrap="none" anchor="ctr">
            <a:spAutoFit/>
          </a:bodyPr>
          <a:lstStyle/>
          <a:p>
            <a:pPr>
              <a:tabLst>
                <a:tab pos="457200" algn="l"/>
              </a:tabLst>
            </a:pPr>
            <a:r>
              <a:rPr lang="en-US" altLang="zh-CN" b="1" dirty="0">
                <a:solidFill>
                  <a:srgbClr val="990033"/>
                </a:solidFill>
                <a:effectLst>
                  <a:outerShdw blurRad="38100" dist="38100" dir="2700000" algn="tl">
                    <a:srgbClr val="000000"/>
                  </a:outerShdw>
                </a:effectLst>
                <a:ea typeface="楷体_GB2312" pitchFamily="49" charset="-122"/>
              </a:rPr>
              <a:t>3</a:t>
            </a:r>
            <a:r>
              <a:rPr lang="zh-CN" altLang="en-US" b="1" dirty="0">
                <a:solidFill>
                  <a:srgbClr val="990033"/>
                </a:solidFill>
                <a:effectLst>
                  <a:outerShdw blurRad="38100" dist="38100" dir="2700000" algn="tl">
                    <a:srgbClr val="000000"/>
                  </a:outerShdw>
                </a:effectLst>
                <a:ea typeface="楷体_GB2312" pitchFamily="49" charset="-122"/>
              </a:rPr>
              <a:t>、</a:t>
            </a:r>
            <a:r>
              <a:rPr lang="en-US" altLang="zh-CN" b="1" dirty="0">
                <a:solidFill>
                  <a:srgbClr val="990033"/>
                </a:solidFill>
                <a:effectLst>
                  <a:outerShdw blurRad="38100" dist="38100" dir="2700000" algn="tl">
                    <a:srgbClr val="000000"/>
                  </a:outerShdw>
                </a:effectLst>
                <a:ea typeface="楷体_GB2312" pitchFamily="49" charset="-122"/>
              </a:rPr>
              <a:t>#</a:t>
            </a:r>
            <a:r>
              <a:rPr lang="en-US" altLang="zh-CN" b="1" dirty="0" err="1">
                <a:solidFill>
                  <a:srgbClr val="990033"/>
                </a:solidFill>
                <a:effectLst>
                  <a:outerShdw blurRad="38100" dist="38100" dir="2700000" algn="tl">
                    <a:srgbClr val="000000"/>
                  </a:outerShdw>
                </a:effectLst>
                <a:ea typeface="楷体_GB2312" pitchFamily="49" charset="-122"/>
              </a:rPr>
              <a:t>ifndef</a:t>
            </a:r>
            <a:r>
              <a:rPr lang="en-US" altLang="zh-CN" b="1" dirty="0">
                <a:solidFill>
                  <a:srgbClr val="990033"/>
                </a:solidFill>
                <a:effectLst>
                  <a:outerShdw blurRad="38100" dist="38100" dir="2700000" algn="tl">
                    <a:srgbClr val="000000"/>
                  </a:outerShdw>
                </a:effectLst>
                <a:ea typeface="楷体_GB2312" pitchFamily="49" charset="-122"/>
              </a:rPr>
              <a:t> </a:t>
            </a:r>
            <a:r>
              <a:rPr lang="zh-CN" altLang="en-US" b="1" dirty="0">
                <a:solidFill>
                  <a:srgbClr val="990033"/>
                </a:solidFill>
                <a:effectLst>
                  <a:outerShdw blurRad="38100" dist="38100" dir="2700000" algn="tl">
                    <a:srgbClr val="000000"/>
                  </a:outerShdw>
                </a:effectLst>
                <a:ea typeface="楷体_GB2312" pitchFamily="49" charset="-122"/>
              </a:rPr>
              <a:t>～ </a:t>
            </a:r>
            <a:r>
              <a:rPr lang="en-US" altLang="zh-CN" b="1" dirty="0">
                <a:solidFill>
                  <a:srgbClr val="990033"/>
                </a:solidFill>
                <a:effectLst>
                  <a:outerShdw blurRad="38100" dist="38100" dir="2700000" algn="tl">
                    <a:srgbClr val="000000"/>
                  </a:outerShdw>
                </a:effectLst>
                <a:ea typeface="楷体_GB2312" pitchFamily="49" charset="-122"/>
              </a:rPr>
              <a:t>#endif</a:t>
            </a:r>
            <a:r>
              <a:rPr lang="zh-CN" altLang="en-US" b="1" dirty="0">
                <a:solidFill>
                  <a:srgbClr val="990033"/>
                </a:solidFill>
                <a:effectLst>
                  <a:outerShdw blurRad="38100" dist="38100" dir="2700000" algn="tl">
                    <a:srgbClr val="000000"/>
                  </a:outerShdw>
                </a:effectLst>
                <a:latin typeface="楷体" panose="02010609060101010101" pitchFamily="49" charset="-122"/>
                <a:ea typeface="楷体" panose="02010609060101010101" pitchFamily="49" charset="-122"/>
              </a:rPr>
              <a:t>形式</a:t>
            </a:r>
          </a:p>
        </p:txBody>
      </p:sp>
      <p:sp>
        <p:nvSpPr>
          <p:cNvPr id="1042438" name="Text Box 6"/>
          <p:cNvSpPr txBox="1">
            <a:spLocks noChangeArrowheads="1"/>
          </p:cNvSpPr>
          <p:nvPr/>
        </p:nvSpPr>
        <p:spPr bwMode="auto">
          <a:xfrm>
            <a:off x="1105456" y="836613"/>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格式：</a:t>
            </a:r>
          </a:p>
        </p:txBody>
      </p:sp>
      <p:sp>
        <p:nvSpPr>
          <p:cNvPr id="1042439" name="Text Box 7"/>
          <p:cNvSpPr txBox="1">
            <a:spLocks noChangeArrowheads="1"/>
          </p:cNvSpPr>
          <p:nvPr/>
        </p:nvSpPr>
        <p:spPr bwMode="auto">
          <a:xfrm>
            <a:off x="5159796" y="836614"/>
            <a:ext cx="2592388" cy="2079625"/>
          </a:xfrm>
          <a:prstGeom prst="rect">
            <a:avLst/>
          </a:prstGeom>
          <a:gradFill rotWithShape="1">
            <a:gsLst>
              <a:gs pos="0">
                <a:srgbClr val="FFFF99"/>
              </a:gs>
              <a:gs pos="100000">
                <a:srgbClr val="FFFF99">
                  <a:gamma/>
                  <a:shade val="72549"/>
                  <a:invGamma/>
                </a:srgbClr>
              </a:gs>
            </a:gsLst>
            <a:lin ang="5400000" scaled="1"/>
          </a:gradFill>
          <a:ln w="38100">
            <a:solidFill>
              <a:srgbClr val="00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a:effectLst>
                  <a:outerShdw blurRad="38100" dist="38100" dir="2700000" algn="tl">
                    <a:srgbClr val="FFFFFF"/>
                  </a:outerShdw>
                </a:effectLst>
                <a:latin typeface="+mn-lt"/>
                <a:ea typeface="楷体" pitchFamily="49" charset="-122"/>
              </a:rPr>
              <a:t>#ifndef  </a:t>
            </a:r>
            <a:r>
              <a:rPr lang="zh-CN" altLang="en-US" b="1">
                <a:effectLst>
                  <a:outerShdw blurRad="38100" dist="38100" dir="2700000" algn="tl">
                    <a:srgbClr val="FFFFFF"/>
                  </a:outerShdw>
                </a:effectLst>
                <a:latin typeface="+mn-lt"/>
                <a:ea typeface="楷体" pitchFamily="49" charset="-122"/>
              </a:rPr>
              <a:t>宏名</a:t>
            </a:r>
          </a:p>
          <a:p>
            <a:r>
              <a:rPr lang="zh-CN" altLang="en-US" b="1">
                <a:effectLst>
                  <a:outerShdw blurRad="38100" dist="38100" dir="2700000" algn="tl">
                    <a:srgbClr val="FFFFFF"/>
                  </a:outerShdw>
                </a:effectLst>
                <a:latin typeface="+mn-lt"/>
                <a:ea typeface="楷体" pitchFamily="49" charset="-122"/>
              </a:rPr>
              <a:t>           程序段</a:t>
            </a:r>
            <a:r>
              <a:rPr lang="en-US" altLang="zh-CN" b="1">
                <a:effectLst>
                  <a:outerShdw blurRad="38100" dist="38100" dir="2700000" algn="tl">
                    <a:srgbClr val="FFFFFF"/>
                  </a:outerShdw>
                </a:effectLst>
                <a:latin typeface="+mn-lt"/>
                <a:ea typeface="楷体" pitchFamily="49" charset="-122"/>
              </a:rPr>
              <a:t>1</a:t>
            </a:r>
          </a:p>
          <a:p>
            <a:r>
              <a:rPr lang="en-US" altLang="zh-CN" b="1">
                <a:effectLst>
                  <a:outerShdw blurRad="38100" dist="38100" dir="2700000" algn="tl">
                    <a:srgbClr val="FFFFFF"/>
                  </a:outerShdw>
                </a:effectLst>
                <a:latin typeface="+mn-lt"/>
                <a:ea typeface="楷体" pitchFamily="49" charset="-122"/>
              </a:rPr>
              <a:t>#else</a:t>
            </a:r>
          </a:p>
          <a:p>
            <a:r>
              <a:rPr lang="en-US" altLang="zh-CN" b="1">
                <a:effectLst>
                  <a:outerShdw blurRad="38100" dist="38100" dir="2700000" algn="tl">
                    <a:srgbClr val="FFFFFF"/>
                  </a:outerShdw>
                </a:effectLst>
                <a:latin typeface="+mn-lt"/>
                <a:ea typeface="楷体" pitchFamily="49" charset="-122"/>
              </a:rPr>
              <a:t>           </a:t>
            </a:r>
            <a:r>
              <a:rPr lang="zh-CN" altLang="en-US" b="1">
                <a:effectLst>
                  <a:outerShdw blurRad="38100" dist="38100" dir="2700000" algn="tl">
                    <a:srgbClr val="FFFFFF"/>
                  </a:outerShdw>
                </a:effectLst>
                <a:latin typeface="+mn-lt"/>
                <a:ea typeface="楷体" pitchFamily="49" charset="-122"/>
              </a:rPr>
              <a:t>程序段</a:t>
            </a:r>
            <a:r>
              <a:rPr lang="en-US" altLang="zh-CN" b="1">
                <a:effectLst>
                  <a:outerShdw blurRad="38100" dist="38100" dir="2700000" algn="tl">
                    <a:srgbClr val="FFFFFF"/>
                  </a:outerShdw>
                </a:effectLst>
                <a:latin typeface="+mn-lt"/>
                <a:ea typeface="楷体" pitchFamily="49" charset="-122"/>
              </a:rPr>
              <a:t>2</a:t>
            </a:r>
          </a:p>
          <a:p>
            <a:r>
              <a:rPr lang="en-US" altLang="zh-CN" b="1">
                <a:effectLst>
                  <a:outerShdw blurRad="38100" dist="38100" dir="2700000" algn="tl">
                    <a:srgbClr val="FFFFFF"/>
                  </a:outerShdw>
                </a:effectLst>
                <a:latin typeface="+mn-lt"/>
                <a:ea typeface="楷体" pitchFamily="49" charset="-122"/>
              </a:rPr>
              <a:t>#endif</a:t>
            </a:r>
          </a:p>
        </p:txBody>
      </p:sp>
      <p:sp>
        <p:nvSpPr>
          <p:cNvPr id="1042442" name="Rectangle 10"/>
          <p:cNvSpPr>
            <a:spLocks noChangeArrowheads="1"/>
          </p:cNvSpPr>
          <p:nvPr/>
        </p:nvSpPr>
        <p:spPr bwMode="auto">
          <a:xfrm>
            <a:off x="707108" y="3068960"/>
            <a:ext cx="10501460" cy="461665"/>
          </a:xfrm>
          <a:prstGeom prst="rect">
            <a:avLst/>
          </a:prstGeom>
          <a:noFill/>
          <a:ln w="9525">
            <a:noFill/>
            <a:miter lim="800000"/>
            <a:headEnd/>
            <a:tailEnd/>
          </a:ln>
          <a:effectLst/>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如果宏名没被</a:t>
            </a:r>
            <a:r>
              <a:rPr lang="en-US" altLang="zh-CN" b="1" dirty="0">
                <a:effectLst>
                  <a:outerShdw blurRad="38100" dist="38100" dir="2700000" algn="tl">
                    <a:srgbClr val="FFFFFF"/>
                  </a:outerShdw>
                </a:effectLst>
                <a:latin typeface="+mn-lt"/>
                <a:ea typeface="楷体" pitchFamily="49" charset="-122"/>
              </a:rPr>
              <a:t>#define</a:t>
            </a:r>
            <a:r>
              <a:rPr lang="zh-CN" altLang="en-US" b="1" dirty="0">
                <a:effectLst>
                  <a:outerShdw blurRad="38100" dist="38100" dir="2700000" algn="tl">
                    <a:srgbClr val="FFFFFF"/>
                  </a:outerShdw>
                </a:effectLst>
                <a:latin typeface="+mn-lt"/>
                <a:ea typeface="楷体" pitchFamily="49" charset="-122"/>
              </a:rPr>
              <a:t>行定义，则编译程序段</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，否则编译程序段</a:t>
            </a:r>
            <a:r>
              <a:rPr lang="en-US" altLang="zh-CN" b="1" dirty="0">
                <a:effectLst>
                  <a:outerShdw blurRad="38100" dist="38100" dir="2700000" algn="tl">
                    <a:srgbClr val="FFFFFF"/>
                  </a:outerShdw>
                </a:effectLst>
                <a:latin typeface="+mn-lt"/>
                <a:ea typeface="楷体" pitchFamily="49" charset="-122"/>
              </a:rPr>
              <a:t>2</a:t>
            </a:r>
            <a:r>
              <a:rPr lang="en-US" altLang="zh-CN" dirty="0">
                <a:latin typeface="+mn-lt"/>
                <a:ea typeface="楷体" pitchFamily="49" charset="-122"/>
              </a:rPr>
              <a:t> </a:t>
            </a:r>
            <a:r>
              <a:rPr lang="zh-CN" altLang="en-US" dirty="0">
                <a:latin typeface="+mn-lt"/>
                <a:ea typeface="楷体" pitchFamily="49" charset="-122"/>
              </a:rPr>
              <a:t>。</a:t>
            </a:r>
            <a:endParaRPr lang="en-US" altLang="zh-CN" dirty="0">
              <a:latin typeface="+mn-lt"/>
              <a:ea typeface="楷体" pitchFamily="49" charset="-122"/>
            </a:endParaRPr>
          </a:p>
        </p:txBody>
      </p:sp>
      <p:sp>
        <p:nvSpPr>
          <p:cNvPr id="1042443" name="Text Box 11"/>
          <p:cNvSpPr txBox="1">
            <a:spLocks noChangeArrowheads="1"/>
          </p:cNvSpPr>
          <p:nvPr/>
        </p:nvSpPr>
        <p:spPr bwMode="auto">
          <a:xfrm>
            <a:off x="1106508" y="2670175"/>
            <a:ext cx="151130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339966"/>
                </a:solidFill>
                <a:effectLst>
                  <a:outerShdw blurRad="38100" dist="38100" dir="2700000" algn="tl">
                    <a:srgbClr val="000000"/>
                  </a:outerShdw>
                </a:effectLst>
                <a:latin typeface="+mn-lt"/>
                <a:ea typeface="楷体" pitchFamily="49" charset="-122"/>
              </a:rPr>
              <a:t> </a:t>
            </a:r>
            <a:r>
              <a:rPr lang="zh-CN" altLang="en-US" b="1" dirty="0">
                <a:solidFill>
                  <a:srgbClr val="339966"/>
                </a:solidFill>
                <a:effectLst>
                  <a:outerShdw blurRad="38100" dist="38100" dir="2700000" algn="tl">
                    <a:srgbClr val="000000"/>
                  </a:outerShdw>
                </a:effectLst>
                <a:latin typeface="+mn-lt"/>
                <a:ea typeface="楷体" pitchFamily="49" charset="-122"/>
              </a:rPr>
              <a:t>作用：</a:t>
            </a:r>
          </a:p>
        </p:txBody>
      </p:sp>
      <p:sp>
        <p:nvSpPr>
          <p:cNvPr id="1042449" name="Rectangle 17"/>
          <p:cNvSpPr>
            <a:spLocks noChangeArrowheads="1"/>
          </p:cNvSpPr>
          <p:nvPr/>
        </p:nvSpPr>
        <p:spPr bwMode="auto">
          <a:xfrm>
            <a:off x="1116663" y="3573016"/>
            <a:ext cx="10379937" cy="1938992"/>
          </a:xfrm>
          <a:prstGeom prst="rect">
            <a:avLst/>
          </a:prstGeom>
          <a:noFill/>
          <a:ln w="9525">
            <a:noFill/>
            <a:miter lim="800000"/>
            <a:headEnd/>
            <a:tailEnd/>
          </a:ln>
          <a:effectLst/>
        </p:spPr>
        <p:txBody>
          <a:bodyPr wrap="square" anchor="ctr">
            <a:spAutoFit/>
          </a:bodyPr>
          <a:lstStyle/>
          <a:p>
            <a:pPr>
              <a:tabLst>
                <a:tab pos="533400" algn="l"/>
              </a:tabLst>
            </a:pPr>
            <a:r>
              <a:rPr lang="zh-CN" altLang="en-US" b="1" u="sng" dirty="0">
                <a:solidFill>
                  <a:srgbClr val="CC0000"/>
                </a:solidFill>
                <a:effectLst>
                  <a:outerShdw blurRad="38100" dist="38100" dir="2700000" algn="tl">
                    <a:srgbClr val="000000"/>
                  </a:outerShdw>
                </a:effectLst>
                <a:latin typeface="隶书" pitchFamily="49" charset="-122"/>
                <a:ea typeface="隶书" pitchFamily="49" charset="-122"/>
              </a:rPr>
              <a:t>条件编译与分支语句二者之间的差别：</a:t>
            </a:r>
            <a:endParaRPr lang="zh-CN" altLang="en-US" b="1" dirty="0">
              <a:solidFill>
                <a:srgbClr val="CC0000"/>
              </a:solidFill>
              <a:effectLst>
                <a:outerShdw blurRad="38100" dist="38100" dir="2700000" algn="tl">
                  <a:srgbClr val="000000"/>
                </a:outerShdw>
              </a:effectLst>
              <a:latin typeface="隶书" pitchFamily="49" charset="-122"/>
              <a:ea typeface="隶书" pitchFamily="49" charset="-122"/>
            </a:endParaRPr>
          </a:p>
          <a:p>
            <a:pPr marL="342900" indent="-342900">
              <a:buClr>
                <a:srgbClr val="FF0066"/>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latin typeface="+mn-lt"/>
                <a:ea typeface="楷体" pitchFamily="49" charset="-122"/>
              </a:rPr>
              <a:t>条件编译是在预编译时处理；而条件语句则是在程序运行时处理。</a:t>
            </a:r>
          </a:p>
          <a:p>
            <a:pPr marL="342900" indent="-342900">
              <a:buClr>
                <a:srgbClr val="FF0066"/>
              </a:buClr>
              <a:buFont typeface="Wingdings" panose="05000000000000000000" pitchFamily="2" charset="2"/>
              <a:buChar char="Ø"/>
              <a:tabLst>
                <a:tab pos="533400" algn="l"/>
              </a:tabLst>
            </a:pPr>
            <a:r>
              <a:rPr lang="zh-CN" altLang="en-US" b="1" dirty="0">
                <a:effectLst>
                  <a:outerShdw blurRad="38100" dist="38100" dir="2700000" algn="tl">
                    <a:srgbClr val="FFFFFF"/>
                  </a:outerShdw>
                </a:effectLst>
                <a:latin typeface="+mn-lt"/>
                <a:ea typeface="楷体" pitchFamily="49" charset="-122"/>
              </a:rPr>
              <a:t>条件编译中的条件不可以包含变量名，只能是常量表达式（通常包含宏名），可以不加括号；而条件语句中的条件是条件表达式，可以包含变量或函数等，并且必须加括号。 </a:t>
            </a:r>
          </a:p>
        </p:txBody>
      </p:sp>
      <p:sp>
        <p:nvSpPr>
          <p:cNvPr id="1042450" name="Rectangle 18" descr="信纸"/>
          <p:cNvSpPr>
            <a:spLocks noChangeArrowheads="1"/>
          </p:cNvSpPr>
          <p:nvPr/>
        </p:nvSpPr>
        <p:spPr bwMode="auto">
          <a:xfrm>
            <a:off x="3107800" y="4724401"/>
            <a:ext cx="3382963" cy="1958975"/>
          </a:xfrm>
          <a:prstGeom prst="rect">
            <a:avLst/>
          </a:prstGeom>
          <a:blipFill dpi="0" rotWithShape="1">
            <a:blip r:embed="rId5"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zh-CN" altLang="en-US" sz="2000" b="1" dirty="0">
                <a:solidFill>
                  <a:srgbClr val="FF0000"/>
                </a:solidFill>
                <a:effectLst>
                  <a:outerShdw blurRad="38100" dist="38100" dir="2700000" algn="tl">
                    <a:srgbClr val="000000"/>
                  </a:outerShdw>
                </a:effectLst>
                <a:latin typeface="隶书" pitchFamily="49" charset="-122"/>
                <a:ea typeface="隶书" pitchFamily="49" charset="-122"/>
              </a:rPr>
              <a:t>例如：</a:t>
            </a:r>
          </a:p>
          <a:p>
            <a:pPr indent="266700"/>
            <a:r>
              <a:rPr lang="en-US" altLang="zh-CN" sz="2000" b="1" dirty="0">
                <a:effectLst>
                  <a:outerShdw blurRad="38100" dist="38100" dir="2700000" algn="tl">
                    <a:srgbClr val="FFFFFF"/>
                  </a:outerShdw>
                </a:effectLst>
                <a:ea typeface="楷体_GB2312" pitchFamily="49" charset="-122"/>
              </a:rPr>
              <a:t>#define  N  10</a:t>
            </a:r>
          </a:p>
          <a:p>
            <a:pPr indent="266700"/>
            <a:r>
              <a:rPr lang="en-US" altLang="zh-CN" sz="2000" b="1" dirty="0" err="1">
                <a:effectLst>
                  <a:outerShdw blurRad="38100" dist="38100" dir="2700000" algn="tl">
                    <a:srgbClr val="FFFFFF"/>
                  </a:outerShdw>
                </a:effectLst>
                <a:ea typeface="楷体_GB2312" pitchFamily="49" charset="-122"/>
              </a:rPr>
              <a:t>int</a:t>
            </a:r>
            <a:r>
              <a:rPr lang="en-US" altLang="zh-CN" sz="2000" b="1" dirty="0">
                <a:effectLst>
                  <a:outerShdw blurRad="38100" dist="38100" dir="2700000" algn="tl">
                    <a:srgbClr val="FFFFFF"/>
                  </a:outerShdw>
                </a:effectLst>
                <a:ea typeface="楷体_GB2312" pitchFamily="49" charset="-122"/>
              </a:rPr>
              <a:t>  NUM = 10;</a:t>
            </a:r>
          </a:p>
          <a:p>
            <a:pPr indent="266700"/>
            <a:r>
              <a:rPr lang="en-US" altLang="zh-CN" sz="2000" b="1" dirty="0">
                <a:effectLst>
                  <a:outerShdw blurRad="38100" dist="38100" dir="2700000" algn="tl">
                    <a:srgbClr val="FFFFFF"/>
                  </a:outerShdw>
                </a:effectLst>
                <a:ea typeface="楷体_GB2312" pitchFamily="49" charset="-122"/>
              </a:rPr>
              <a:t>#if  NUM == 10</a:t>
            </a:r>
          </a:p>
          <a:p>
            <a:pPr indent="266700"/>
            <a:r>
              <a:rPr lang="en-US" altLang="zh-CN" sz="2000" b="1" dirty="0">
                <a:effectLst>
                  <a:outerShdw blurRad="38100" dist="38100" dir="2700000" algn="tl">
                    <a:srgbClr val="FFFFFF"/>
                  </a:outerShdw>
                </a:effectLst>
                <a:ea typeface="楷体_GB2312" pitchFamily="49" charset="-122"/>
              </a:rPr>
              <a:t>      …</a:t>
            </a:r>
          </a:p>
          <a:p>
            <a:pPr indent="266700"/>
            <a:r>
              <a:rPr lang="en-US" altLang="zh-CN" sz="2000" b="1" dirty="0">
                <a:effectLst>
                  <a:outerShdw blurRad="38100" dist="38100" dir="2700000" algn="tl">
                    <a:srgbClr val="FFFFFF"/>
                  </a:outerShdw>
                </a:effectLst>
                <a:ea typeface="楷体_GB2312" pitchFamily="49" charset="-122"/>
              </a:rPr>
              <a:t>#</a:t>
            </a:r>
            <a:r>
              <a:rPr lang="en-US" altLang="zh-CN" sz="2000" b="1" dirty="0" err="1">
                <a:effectLst>
                  <a:outerShdw blurRad="38100" dist="38100" dir="2700000" algn="tl">
                    <a:srgbClr val="FFFFFF"/>
                  </a:outerShdw>
                </a:effectLst>
                <a:ea typeface="楷体_GB2312" pitchFamily="49" charset="-122"/>
              </a:rPr>
              <a:t>endif</a:t>
            </a:r>
            <a:endParaRPr lang="en-US" altLang="zh-CN" sz="2000" b="1" dirty="0">
              <a:effectLst>
                <a:outerShdw blurRad="38100" dist="38100" dir="2700000" algn="tl">
                  <a:srgbClr val="FFFFFF"/>
                </a:outerShdw>
              </a:effectLst>
              <a:ea typeface="楷体_GB2312" pitchFamily="49" charset="-122"/>
            </a:endParaRPr>
          </a:p>
        </p:txBody>
      </p:sp>
      <p:grpSp>
        <p:nvGrpSpPr>
          <p:cNvPr id="1042453" name="Group 21"/>
          <p:cNvGrpSpPr>
            <a:grpSpLocks/>
          </p:cNvGrpSpPr>
          <p:nvPr/>
        </p:nvGrpSpPr>
        <p:grpSpPr bwMode="auto">
          <a:xfrm>
            <a:off x="3244676" y="5259392"/>
            <a:ext cx="6591302" cy="1122363"/>
            <a:chOff x="1439" y="3313"/>
            <a:chExt cx="4152" cy="707"/>
          </a:xfrm>
        </p:grpSpPr>
        <p:sp>
          <p:nvSpPr>
            <p:cNvPr id="1042451" name="Oval 19"/>
            <p:cNvSpPr>
              <a:spLocks noChangeArrowheads="1"/>
            </p:cNvSpPr>
            <p:nvPr/>
          </p:nvSpPr>
          <p:spPr bwMode="auto">
            <a:xfrm>
              <a:off x="1439" y="3572"/>
              <a:ext cx="1270" cy="226"/>
            </a:xfrm>
            <a:prstGeom prst="ellipse">
              <a:avLst/>
            </a:prstGeom>
            <a:noFill/>
            <a:ln w="28575">
              <a:solidFill>
                <a:srgbClr val="FF000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1042452" name="AutoShape 20"/>
            <p:cNvSpPr>
              <a:spLocks/>
            </p:cNvSpPr>
            <p:nvPr/>
          </p:nvSpPr>
          <p:spPr bwMode="auto">
            <a:xfrm>
              <a:off x="4233" y="3313"/>
              <a:ext cx="1358" cy="707"/>
            </a:xfrm>
            <a:prstGeom prst="borderCallout2">
              <a:avLst>
                <a:gd name="adj1" fmla="val 10185"/>
                <a:gd name="adj2" fmla="val -3532"/>
                <a:gd name="adj3" fmla="val 10185"/>
                <a:gd name="adj4" fmla="val -54199"/>
                <a:gd name="adj5" fmla="val 45943"/>
                <a:gd name="adj6" fmla="val -116069"/>
              </a:avLst>
            </a:prstGeom>
            <a:gradFill rotWithShape="1">
              <a:gsLst>
                <a:gs pos="0">
                  <a:srgbClr val="00FFFF"/>
                </a:gs>
                <a:gs pos="100000">
                  <a:schemeClr val="bg1"/>
                </a:gs>
              </a:gsLst>
              <a:lin ang="5400000" scaled="1"/>
            </a:gradFill>
            <a:ln w="25400">
              <a:solidFill>
                <a:srgbClr val="FF00FF"/>
              </a:solidFill>
              <a:miter lim="800000"/>
              <a:headEnd/>
              <a:tailEnd/>
            </a:ln>
            <a:effectLst>
              <a:outerShdw blurRad="50800" dist="106680" dir="2700000" algn="tl" rotWithShape="0">
                <a:prstClr val="black">
                  <a:alpha val="43000"/>
                </a:prstClr>
              </a:outerShdw>
            </a:effectLst>
          </p:spPr>
          <p:txBody>
            <a:bodyPr/>
            <a:lstStyle/>
            <a:p>
              <a:r>
                <a:rPr lang="en-US" altLang="zh-CN"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错误，</a:t>
              </a:r>
              <a:r>
                <a:rPr lang="en-US" altLang="zh-CN" sz="2000" b="1" dirty="0">
                  <a:effectLst>
                    <a:outerShdw blurRad="38100" dist="38100" dir="2700000" algn="tl">
                      <a:srgbClr val="FFFFFF"/>
                    </a:outerShdw>
                  </a:effectLst>
                  <a:latin typeface="+mn-lt"/>
                  <a:ea typeface="楷体" pitchFamily="49" charset="-122"/>
                </a:rPr>
                <a:t>NUM</a:t>
              </a:r>
              <a:r>
                <a:rPr lang="zh-CN" altLang="en-US" sz="2000" b="1" dirty="0">
                  <a:effectLst>
                    <a:outerShdw blurRad="38100" dist="38100" dir="2700000" algn="tl">
                      <a:srgbClr val="FFFFFF"/>
                    </a:outerShdw>
                  </a:effectLst>
                  <a:latin typeface="+mn-lt"/>
                  <a:ea typeface="楷体" pitchFamily="49" charset="-122"/>
                </a:rPr>
                <a:t>是变量。可改为： </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rgbClr val="FF0000"/>
                  </a:solidFill>
                  <a:effectLst>
                    <a:outerShdw blurRad="38100" dist="38100" dir="2700000" algn="tl">
                      <a:srgbClr val="000000"/>
                    </a:outerShdw>
                  </a:effectLst>
                  <a:latin typeface="+mn-lt"/>
                  <a:ea typeface="楷体" pitchFamily="49" charset="-122"/>
                </a:rPr>
                <a:t>#if  N == 10</a:t>
              </a:r>
              <a:r>
                <a:rPr lang="en-US" altLang="zh-CN" sz="2000" b="1" dirty="0">
                  <a:effectLst>
                    <a:outerShdw blurRad="38100" dist="38100" dir="2700000" algn="tl">
                      <a:srgbClr val="FFFFFF"/>
                    </a:outerShdw>
                  </a:effectLst>
                  <a:latin typeface="+mn-lt"/>
                  <a:ea typeface="楷体" pitchFamily="49" charset="-122"/>
                </a:rPr>
                <a:t> </a:t>
              </a:r>
            </a:p>
          </p:txBody>
        </p:sp>
      </p:grpSp>
      <p:grpSp>
        <p:nvGrpSpPr>
          <p:cNvPr id="1042454" name="Group 22"/>
          <p:cNvGrpSpPr>
            <a:grpSpLocks/>
          </p:cNvGrpSpPr>
          <p:nvPr/>
        </p:nvGrpSpPr>
        <p:grpSpPr bwMode="auto">
          <a:xfrm>
            <a:off x="-9822" y="0"/>
            <a:ext cx="446088" cy="6858000"/>
            <a:chOff x="0" y="0"/>
            <a:chExt cx="281" cy="4320"/>
          </a:xfrm>
        </p:grpSpPr>
        <p:sp>
          <p:nvSpPr>
            <p:cNvPr id="1042455" name="Text Box 23"/>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2456" name="Text Box 24"/>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2437">
                                            <p:txEl>
                                              <p:pRg st="0" end="0"/>
                                            </p:txEl>
                                          </p:spTgt>
                                        </p:tgtEl>
                                        <p:attrNameLst>
                                          <p:attrName>style.visibility</p:attrName>
                                        </p:attrNameLst>
                                      </p:cBhvr>
                                      <p:to>
                                        <p:strVal val="visible"/>
                                      </p:to>
                                    </p:set>
                                    <p:anim calcmode="lin" valueType="num">
                                      <p:cBhvr additive="base">
                                        <p:cTn id="7" dur="500" fill="hold"/>
                                        <p:tgtEl>
                                          <p:spTgt spid="104243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243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2438"/>
                                        </p:tgtEl>
                                        <p:attrNameLst>
                                          <p:attrName>style.visibility</p:attrName>
                                        </p:attrNameLst>
                                      </p:cBhvr>
                                      <p:to>
                                        <p:strVal val="visible"/>
                                      </p:to>
                                    </p:set>
                                    <p:anim calcmode="lin" valueType="num">
                                      <p:cBhvr additive="base">
                                        <p:cTn id="13" dur="500" fill="hold"/>
                                        <p:tgtEl>
                                          <p:spTgt spid="1042438"/>
                                        </p:tgtEl>
                                        <p:attrNameLst>
                                          <p:attrName>ppt_x</p:attrName>
                                        </p:attrNameLst>
                                      </p:cBhvr>
                                      <p:tavLst>
                                        <p:tav tm="0">
                                          <p:val>
                                            <p:strVal val="0-#ppt_w/2"/>
                                          </p:val>
                                        </p:tav>
                                        <p:tav tm="100000">
                                          <p:val>
                                            <p:strVal val="#ppt_x"/>
                                          </p:val>
                                        </p:tav>
                                      </p:tavLst>
                                    </p:anim>
                                    <p:anim calcmode="lin" valueType="num">
                                      <p:cBhvr additive="base">
                                        <p:cTn id="14" dur="500" fill="hold"/>
                                        <p:tgtEl>
                                          <p:spTgt spid="10424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042439"/>
                                        </p:tgtEl>
                                        <p:attrNameLst>
                                          <p:attrName>style.visibility</p:attrName>
                                        </p:attrNameLst>
                                      </p:cBhvr>
                                      <p:to>
                                        <p:strVal val="visible"/>
                                      </p:to>
                                    </p:set>
                                    <p:animEffect transition="in" filter="box(out)">
                                      <p:cBhvr>
                                        <p:cTn id="19" dur="500"/>
                                        <p:tgtEl>
                                          <p:spTgt spid="1042439"/>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42443"/>
                                        </p:tgtEl>
                                        <p:attrNameLst>
                                          <p:attrName>style.visibility</p:attrName>
                                        </p:attrNameLst>
                                      </p:cBhvr>
                                      <p:to>
                                        <p:strVal val="visible"/>
                                      </p:to>
                                    </p:set>
                                    <p:anim calcmode="lin" valueType="num">
                                      <p:cBhvr additive="base">
                                        <p:cTn id="24" dur="500" fill="hold"/>
                                        <p:tgtEl>
                                          <p:spTgt spid="1042443"/>
                                        </p:tgtEl>
                                        <p:attrNameLst>
                                          <p:attrName>ppt_x</p:attrName>
                                        </p:attrNameLst>
                                      </p:cBhvr>
                                      <p:tavLst>
                                        <p:tav tm="0">
                                          <p:val>
                                            <p:strVal val="0-#ppt_w/2"/>
                                          </p:val>
                                        </p:tav>
                                        <p:tav tm="100000">
                                          <p:val>
                                            <p:strVal val="#ppt_x"/>
                                          </p:val>
                                        </p:tav>
                                      </p:tavLst>
                                    </p:anim>
                                    <p:anim calcmode="lin" valueType="num">
                                      <p:cBhvr additive="base">
                                        <p:cTn id="25" dur="500" fill="hold"/>
                                        <p:tgtEl>
                                          <p:spTgt spid="104244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whoosh.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042442"/>
                                        </p:tgtEl>
                                        <p:attrNameLst>
                                          <p:attrName>style.visibility</p:attrName>
                                        </p:attrNameLst>
                                      </p:cBhvr>
                                      <p:to>
                                        <p:strVal val="visible"/>
                                      </p:to>
                                    </p:set>
                                    <p:animEffect transition="in" filter="box(out)">
                                      <p:cBhvr>
                                        <p:cTn id="30" dur="500"/>
                                        <p:tgtEl>
                                          <p:spTgt spid="1042442"/>
                                        </p:tgtEl>
                                      </p:cBhvr>
                                    </p:animEffect>
                                  </p:childTnLst>
                                  <p:subTnLs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042449">
                                            <p:txEl>
                                              <p:pRg st="0" end="0"/>
                                            </p:txEl>
                                          </p:spTgt>
                                        </p:tgtEl>
                                        <p:attrNameLst>
                                          <p:attrName>style.visibility</p:attrName>
                                        </p:attrNameLst>
                                      </p:cBhvr>
                                      <p:to>
                                        <p:strVal val="visible"/>
                                      </p:to>
                                    </p:set>
                                    <p:animEffect transition="in" filter="box(out)">
                                      <p:cBhvr>
                                        <p:cTn id="35" dur="500"/>
                                        <p:tgtEl>
                                          <p:spTgt spid="1042449">
                                            <p:txEl>
                                              <p:pRg st="0" end="0"/>
                                            </p:txEl>
                                          </p:spTgt>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1042449">
                                            <p:txEl>
                                              <p:pRg st="1" end="1"/>
                                            </p:txEl>
                                          </p:spTgt>
                                        </p:tgtEl>
                                        <p:attrNameLst>
                                          <p:attrName>style.visibility</p:attrName>
                                        </p:attrNameLst>
                                      </p:cBhvr>
                                      <p:to>
                                        <p:strVal val="visible"/>
                                      </p:to>
                                    </p:set>
                                    <p:anim calcmode="lin" valueType="num">
                                      <p:cBhvr additive="base">
                                        <p:cTn id="40" dur="500" fill="hold"/>
                                        <p:tgtEl>
                                          <p:spTgt spid="1042449">
                                            <p:txEl>
                                              <p:pRg st="1" end="1"/>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104244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042449">
                                            <p:txEl>
                                              <p:pRg st="2" end="2"/>
                                            </p:txEl>
                                          </p:spTgt>
                                        </p:tgtEl>
                                        <p:attrNameLst>
                                          <p:attrName>style.visibility</p:attrName>
                                        </p:attrNameLst>
                                      </p:cBhvr>
                                      <p:to>
                                        <p:strVal val="visible"/>
                                      </p:to>
                                    </p:set>
                                    <p:anim calcmode="lin" valueType="num">
                                      <p:cBhvr additive="base">
                                        <p:cTn id="46" dur="500" fill="hold"/>
                                        <p:tgtEl>
                                          <p:spTgt spid="1042449">
                                            <p:txEl>
                                              <p:pRg st="2" end="2"/>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104244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042450"/>
                                        </p:tgtEl>
                                        <p:attrNameLst>
                                          <p:attrName>style.visibility</p:attrName>
                                        </p:attrNameLst>
                                      </p:cBhvr>
                                      <p:to>
                                        <p:strVal val="visible"/>
                                      </p:to>
                                    </p:set>
                                    <p:animEffect transition="in" filter="box(out)">
                                      <p:cBhvr>
                                        <p:cTn id="52" dur="500"/>
                                        <p:tgtEl>
                                          <p:spTgt spid="1042450"/>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nodeType="clickEffect">
                                  <p:stCondLst>
                                    <p:cond delay="0"/>
                                  </p:stCondLst>
                                  <p:childTnLst>
                                    <p:set>
                                      <p:cBhvr>
                                        <p:cTn id="56" dur="1" fill="hold">
                                          <p:stCondLst>
                                            <p:cond delay="0"/>
                                          </p:stCondLst>
                                        </p:cTn>
                                        <p:tgtEl>
                                          <p:spTgt spid="1042453"/>
                                        </p:tgtEl>
                                        <p:attrNameLst>
                                          <p:attrName>style.visibility</p:attrName>
                                        </p:attrNameLst>
                                      </p:cBhvr>
                                      <p:to>
                                        <p:strVal val="visible"/>
                                      </p:to>
                                    </p:set>
                                    <p:animEffect transition="in" filter="strips(upRight)">
                                      <p:cBhvr>
                                        <p:cTn id="57" dur="500"/>
                                        <p:tgtEl>
                                          <p:spTgt spid="1042453"/>
                                        </p:tgtEl>
                                      </p:cBhvr>
                                    </p:animEffect>
                                  </p:childTnLst>
                                  <p:subTnLst>
                                    <p:audio>
                                      <p:cMediaNode>
                                        <p:cTn display="0" masterRel="sameClick">
                                          <p:stCondLst>
                                            <p:cond evt="begin" delay="0">
                                              <p:tn val="55"/>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2438" grpId="0"/>
      <p:bldP spid="1042439" grpId="0" animBg="1"/>
      <p:bldP spid="1042442" grpId="0"/>
      <p:bldP spid="1042443" grpId="0"/>
      <p:bldP spid="1042450"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3466" name="Rectangle 10"/>
          <p:cNvSpPr>
            <a:spLocks noChangeArrowheads="1"/>
          </p:cNvSpPr>
          <p:nvPr/>
        </p:nvSpPr>
        <p:spPr bwMode="auto">
          <a:xfrm>
            <a:off x="673944" y="332656"/>
            <a:ext cx="11182696" cy="2677656"/>
          </a:xfrm>
          <a:prstGeom prst="rect">
            <a:avLst/>
          </a:prstGeom>
          <a:ln>
            <a:headEnd/>
            <a:tailEn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tabLst>
                <a:tab pos="533400" algn="l"/>
              </a:tabLst>
            </a:pPr>
            <a:r>
              <a:rPr lang="zh-CN" altLang="en-US" b="1" u="sng" dirty="0">
                <a:solidFill>
                  <a:srgbClr val="CC0000"/>
                </a:solidFill>
                <a:effectLst>
                  <a:outerShdw blurRad="38100" dist="38100" dir="2700000" algn="tl">
                    <a:srgbClr val="000000"/>
                  </a:outerShdw>
                </a:effectLst>
                <a:latin typeface="隶书" pitchFamily="49" charset="-122"/>
                <a:ea typeface="隶书" pitchFamily="49" charset="-122"/>
              </a:rPr>
              <a:t>条件编译与分支语句二者之间的差别：</a:t>
            </a:r>
            <a:endParaRPr lang="zh-CN" altLang="en-US" b="1" dirty="0">
              <a:solidFill>
                <a:srgbClr val="CC0000"/>
              </a:solidFill>
              <a:effectLst>
                <a:outerShdw blurRad="38100" dist="38100" dir="2700000" algn="tl">
                  <a:srgbClr val="000000"/>
                </a:outerShdw>
              </a:effectLst>
              <a:latin typeface="隶书" pitchFamily="49" charset="-122"/>
              <a:ea typeface="隶书" pitchFamily="49" charset="-122"/>
            </a:endParaRPr>
          </a:p>
          <a:p>
            <a:pPr marL="342900" indent="-342900">
              <a:buClr>
                <a:srgbClr val="FF0066"/>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条件编译是将满足编译条件的程序代码进行编译生成目标代码，不满足编译条件的程序代码将不进行编译；而分支语句则是不管满足条件的代码，还是不满足条件的代码，都要编译生成目标代码（包括分支语句本身），所以如果用条件语句来代替条件编译命令，程序的目标代码将变长</a:t>
            </a:r>
            <a:r>
              <a:rPr lang="zh-CN" altLang="en-US" dirty="0">
                <a:latin typeface="+mn-lt"/>
                <a:ea typeface="楷体" pitchFamily="49" charset="-122"/>
              </a:rPr>
              <a:t>。</a:t>
            </a:r>
            <a:endParaRPr lang="en-US" altLang="zh-CN" dirty="0">
              <a:latin typeface="+mn-lt"/>
              <a:ea typeface="楷体" pitchFamily="49" charset="-122"/>
            </a:endParaRPr>
          </a:p>
          <a:p>
            <a:pPr marL="342900" indent="-342900">
              <a:buClr>
                <a:srgbClr val="FF0066"/>
              </a:buClr>
              <a:buFont typeface="Wingdings" panose="05000000000000000000" pitchFamily="2" charset="2"/>
              <a:buChar char="l"/>
              <a:tabLst>
                <a:tab pos="533400" algn="l"/>
              </a:tabLst>
            </a:pPr>
            <a:r>
              <a:rPr lang="zh-CN" altLang="en-US" b="1" dirty="0">
                <a:effectLst>
                  <a:outerShdw blurRad="38100" dist="38100" dir="2700000" algn="tl">
                    <a:srgbClr val="FFFFFF"/>
                  </a:outerShdw>
                </a:effectLst>
                <a:latin typeface="+mn-lt"/>
                <a:ea typeface="楷体" pitchFamily="49" charset="-122"/>
              </a:rPr>
              <a:t>条件编译命令可以放在所有函数的外部，也可以放在某函数的内部；但分支语句只能出现在某函数内部。</a:t>
            </a:r>
          </a:p>
        </p:txBody>
      </p:sp>
      <p:graphicFrame>
        <p:nvGraphicFramePr>
          <p:cNvPr id="1044088" name="Group 632"/>
          <p:cNvGraphicFramePr>
            <a:graphicFrameLocks noGrp="1"/>
          </p:cNvGraphicFramePr>
          <p:nvPr>
            <p:ph/>
            <p:extLst>
              <p:ext uri="{D42A27DB-BD31-4B8C-83A1-F6EECF244321}">
                <p14:modId xmlns:p14="http://schemas.microsoft.com/office/powerpoint/2010/main" val="1436035893"/>
              </p:ext>
            </p:extLst>
          </p:nvPr>
        </p:nvGraphicFramePr>
        <p:xfrm>
          <a:off x="1271463" y="1825767"/>
          <a:ext cx="10153129" cy="4843593"/>
        </p:xfrm>
        <a:graphic>
          <a:graphicData uri="http://schemas.openxmlformats.org/drawingml/2006/table">
            <a:tbl>
              <a:tblPr>
                <a:effectLst>
                  <a:outerShdw blurRad="50800" dist="38100" dir="2700000" algn="tl" rotWithShape="0">
                    <a:prstClr val="black">
                      <a:alpha val="40000"/>
                    </a:prstClr>
                  </a:outerShdw>
                </a:effectLst>
              </a:tblPr>
              <a:tblGrid>
                <a:gridCol w="1958033">
                  <a:extLst>
                    <a:ext uri="{9D8B030D-6E8A-4147-A177-3AD203B41FA5}">
                      <a16:colId xmlns:a16="http://schemas.microsoft.com/office/drawing/2014/main" val="20000"/>
                    </a:ext>
                  </a:extLst>
                </a:gridCol>
                <a:gridCol w="4009837">
                  <a:extLst>
                    <a:ext uri="{9D8B030D-6E8A-4147-A177-3AD203B41FA5}">
                      <a16:colId xmlns:a16="http://schemas.microsoft.com/office/drawing/2014/main" val="20001"/>
                    </a:ext>
                  </a:extLst>
                </a:gridCol>
                <a:gridCol w="4185259">
                  <a:extLst>
                    <a:ext uri="{9D8B030D-6E8A-4147-A177-3AD203B41FA5}">
                      <a16:colId xmlns:a16="http://schemas.microsoft.com/office/drawing/2014/main" val="20002"/>
                    </a:ext>
                  </a:extLst>
                </a:gridCol>
              </a:tblGrid>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rgbClr val="FF0000"/>
                        </a:solidFill>
                        <a:effectLst>
                          <a:outerShdw blurRad="38100" dist="38100" dir="2700000" algn="tl">
                            <a:srgbClr val="000000"/>
                          </a:outerShdw>
                        </a:effectLst>
                        <a:latin typeface="+mn-lt"/>
                        <a:ea typeface="楷体" pitchFamily="49" charset="-122"/>
                      </a:endParaRPr>
                    </a:p>
                  </a:txBody>
                  <a:tcPr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使用条件编译的源程序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使用分支语句的源程序</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38100" cap="flat" cmpd="sng" algn="ctr">
                      <a:solidFill>
                        <a:srgbClr val="339966"/>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endParaRP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#include  &lt;stdio.h&gt;</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#include  &lt;stdio.h&gt;</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38100" cap="flat" cmpd="sng" algn="ctr">
                      <a:solidFill>
                        <a:srgbClr val="339966"/>
                      </a:solidFill>
                      <a:prstDash val="solid"/>
                      <a:round/>
                      <a:headEnd type="none" w="med" len="med"/>
                      <a:tailEnd type="none" w="med" len="med"/>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1"/>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#define   NUM  10</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#define   NUM  10</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2"/>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void main ( )</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void main ( )</a:t>
                      </a:r>
                      <a:endPar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3"/>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4"/>
                  </a:ext>
                </a:extLst>
              </a:tr>
              <a:tr h="2333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程序代码</a:t>
                      </a: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#if  NUM == 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if  (NUM == 10)</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5"/>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printf</a:t>
                      </a:r>
                      <a:r>
                        <a:rPr kumimoji="1" lang="en-US" altLang="zh-CN" sz="1800" b="1" i="0" u="none" strike="noStrike" cap="none" normalizeH="0" baseline="0" dirty="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("NUM is 10\n");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printf("NUM is 10\n");</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6"/>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#else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else</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7"/>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printf</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not is 10\n</a:t>
                      </a:r>
                      <a:r>
                        <a:rPr kumimoji="1" lang="en-US" altLang="zh-CN" sz="1800" b="1" i="0" u="none" strike="noStrike" cap="none" normalizeH="0" baseline="0" dirty="0">
                          <a:ln>
                            <a:noFill/>
                          </a:ln>
                          <a:solidFill>
                            <a:srgbClr val="000000"/>
                          </a:solidFill>
                          <a:effectLst>
                            <a:outerShdw blurRad="38100" dist="38100" dir="2700000" algn="tl">
                              <a:srgbClr val="FFFFFF"/>
                            </a:outerShdw>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C0000"/>
                          </a:solidFill>
                          <a:effectLst>
                            <a:outerShdw blurRad="38100" dist="38100" dir="2700000" algn="tl">
                              <a:srgbClr val="000000"/>
                            </a:outerShdw>
                          </a:effectLst>
                          <a:latin typeface="+mn-lt"/>
                          <a:ea typeface="楷体" pitchFamily="49" charset="-122"/>
                          <a:cs typeface="Times New Roman" pitchFamily="18" charset="0"/>
                        </a:rPr>
                        <a:t>        printf("NUM not is 10\n");</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8"/>
                  </a:ext>
                </a:extLst>
              </a:tr>
              <a:tr h="244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r>
                        <a:rPr kumimoji="1" lang="en-US" altLang="zh-CN" sz="1800" b="1" i="0" u="none" strike="noStrike" cap="none" normalizeH="0" baseline="0" dirty="0" err="1">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endif</a:t>
                      </a:r>
                      <a:endPar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a:noFill/>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9"/>
                  </a:ext>
                </a:extLst>
              </a:tr>
              <a:tr h="3000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endParaRPr>
                    </a:p>
                  </a:txBody>
                  <a:tcPr marL="0" marR="0" marT="0" marB="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 }</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endParaRPr>
                    </a:p>
                  </a:txBody>
                  <a:tcPr marL="0" marR="0" marT="0" marB="0"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0"/>
                  </a:ext>
                </a:extLst>
              </a:tr>
              <a:tr h="2333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运行结果</a:t>
                      </a: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is 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NUM is 10</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1"/>
                  </a:ext>
                </a:extLst>
              </a:tr>
              <a:tr h="2190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编译代码</a:t>
                      </a:r>
                    </a:p>
                  </a:txBody>
                  <a:tcPr marL="90000" marR="90000" marT="46800" marB="46800" anchor="ctr" anchorCtr="1" horzOverflow="overflow">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上面红色部分</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上面红色部分</a:t>
                      </a:r>
                    </a:p>
                  </a:txBody>
                  <a:tcPr horzOverflow="overflow">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2"/>
                  </a:ext>
                </a:extLst>
              </a:tr>
              <a:tr h="8794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kern="1200"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目标文件大小</a:t>
                      </a:r>
                      <a:endParaRPr kumimoji="1" lang="en-US" altLang="zh-CN" sz="1800" b="1" i="0" u="none" strike="noStrike" kern="1200"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kern="1200"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a:t>
                      </a:r>
                      <a:r>
                        <a:rPr kumimoji="1" lang="en-US" altLang="en-US" sz="1800" b="1" i="0" u="none" strike="noStrike" kern="1200"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VC6.0</a:t>
                      </a:r>
                      <a:r>
                        <a:rPr kumimoji="1" lang="zh-CN" altLang="en-US" sz="1800" b="1" i="0" u="none" strike="noStrike" kern="1200" cap="none" normalizeH="0" baseline="0" dirty="0">
                          <a:ln>
                            <a:noFill/>
                          </a:ln>
                          <a:solidFill>
                            <a:schemeClr val="accent2"/>
                          </a:solidFill>
                          <a:effectLst>
                            <a:outerShdw blurRad="38100" dist="38100" dir="2700000" algn="tl">
                              <a:srgbClr val="000000"/>
                            </a:outerShdw>
                          </a:effectLst>
                          <a:latin typeface="+mn-lt"/>
                          <a:ea typeface="楷体" pitchFamily="49" charset="-122"/>
                          <a:cs typeface="Times New Roman" pitchFamily="18" charset="0"/>
                        </a:rPr>
                        <a:t>下）</a:t>
                      </a:r>
                    </a:p>
                  </a:txBody>
                  <a:tcPr marL="68580" marR="68580" marT="0" marB="0" anchor="ctr">
                    <a:lnL w="38100" cap="flat" cmpd="sng" algn="ctr">
                      <a:solidFill>
                        <a:srgbClr val="33996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0000"/>
                          </a:solidFill>
                          <a:effectLst>
                            <a:outerShdw blurRad="38100" dist="38100" dir="2700000" algn="tl">
                              <a:srgbClr val="FFFFFF"/>
                            </a:outerShdw>
                          </a:effectLst>
                          <a:latin typeface="+mn-lt"/>
                          <a:ea typeface="楷体" pitchFamily="49" charset="-122"/>
                          <a:cs typeface="Times New Roman" pitchFamily="18" charset="0"/>
                        </a:rPr>
                        <a:t>1,941</a:t>
                      </a:r>
                      <a:r>
                        <a:rPr kumimoji="1" lang="zh-CN" altLang="zh-CN" sz="1800" b="1" i="0" u="none" strike="noStrike" kern="1200"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字节</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0000"/>
                          </a:solidFill>
                          <a:effectLst>
                            <a:outerShdw blurRad="38100" dist="38100" dir="2700000" algn="tl">
                              <a:srgbClr val="FFFFFF"/>
                            </a:outerShdw>
                          </a:effectLst>
                          <a:latin typeface="+mn-lt"/>
                          <a:ea typeface="楷体" pitchFamily="49" charset="-122"/>
                          <a:cs typeface="Times New Roman" pitchFamily="18" charset="0"/>
                        </a:rPr>
                        <a:t>2,168</a:t>
                      </a:r>
                      <a:r>
                        <a:rPr kumimoji="1" lang="zh-CN" altLang="zh-CN" sz="1800" b="1" i="0" u="none" strike="noStrike" kern="1200"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字节</a:t>
                      </a:r>
                    </a:p>
                  </a:txBody>
                  <a:tcPr marL="68580" marR="68580" marT="0" marB="0" anchor="ctr">
                    <a:lnL w="12700" cap="flat" cmpd="sng" algn="ctr">
                      <a:solidFill>
                        <a:srgbClr val="000000"/>
                      </a:solidFill>
                      <a:prstDash val="solid"/>
                      <a:round/>
                      <a:headEnd type="none" w="med" len="med"/>
                      <a:tailEnd type="none" w="med" len="med"/>
                    </a:lnL>
                    <a:lnR w="38100" cap="flat" cmpd="sng" algn="ctr">
                      <a:solidFill>
                        <a:srgbClr val="339966"/>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339966"/>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13"/>
                  </a:ext>
                </a:extLst>
              </a:tr>
            </a:tbl>
          </a:graphicData>
        </a:graphic>
      </p:graphicFrame>
      <p:grpSp>
        <p:nvGrpSpPr>
          <p:cNvPr id="1044089" name="Group 633"/>
          <p:cNvGrpSpPr>
            <a:grpSpLocks/>
          </p:cNvGrpSpPr>
          <p:nvPr/>
        </p:nvGrpSpPr>
        <p:grpSpPr bwMode="auto">
          <a:xfrm>
            <a:off x="-9822" y="0"/>
            <a:ext cx="446088" cy="6858000"/>
            <a:chOff x="0" y="0"/>
            <a:chExt cx="281" cy="4320"/>
          </a:xfrm>
        </p:grpSpPr>
        <p:sp>
          <p:nvSpPr>
            <p:cNvPr id="1044090" name="Text Box 63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4091" name="Text Box 63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3466">
                                            <p:txEl>
                                              <p:pRg st="1" end="1"/>
                                            </p:txEl>
                                          </p:spTgt>
                                        </p:tgtEl>
                                        <p:attrNameLst>
                                          <p:attrName>style.visibility</p:attrName>
                                        </p:attrNameLst>
                                      </p:cBhvr>
                                      <p:to>
                                        <p:strVal val="visible"/>
                                      </p:to>
                                    </p:set>
                                    <p:anim calcmode="lin" valueType="num">
                                      <p:cBhvr additive="base">
                                        <p:cTn id="7" dur="500" fill="hold"/>
                                        <p:tgtEl>
                                          <p:spTgt spid="104346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346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44088"/>
                                        </p:tgtEl>
                                        <p:attrNameLst>
                                          <p:attrName>style.visibility</p:attrName>
                                        </p:attrNameLst>
                                      </p:cBhvr>
                                      <p:to>
                                        <p:strVal val="visible"/>
                                      </p:to>
                                    </p:set>
                                    <p:animEffect transition="in" filter="box(out)">
                                      <p:cBhvr>
                                        <p:cTn id="13" dur="500"/>
                                        <p:tgtEl>
                                          <p:spTgt spid="1044088"/>
                                        </p:tgtEl>
                                      </p:cBhvr>
                                    </p:animEffect>
                                  </p:childTnLst>
                                  <p:subTnLst>
                                    <p:set>
                                      <p:cBhvr override="childStyle">
                                        <p:cTn dur="1" fill="hold" display="0" masterRel="nextClick" afterEffect="1"/>
                                        <p:tgtEl>
                                          <p:spTgt spid="1044088"/>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043466">
                                            <p:txEl>
                                              <p:pRg st="2" end="2"/>
                                            </p:txEl>
                                          </p:spTgt>
                                        </p:tgtEl>
                                        <p:attrNameLst>
                                          <p:attrName>style.visibility</p:attrName>
                                        </p:attrNameLst>
                                      </p:cBhvr>
                                      <p:to>
                                        <p:strVal val="visible"/>
                                      </p:to>
                                    </p:set>
                                    <p:anim calcmode="lin" valueType="num">
                                      <p:cBhvr additive="base">
                                        <p:cTn id="18" dur="500" fill="hold"/>
                                        <p:tgtEl>
                                          <p:spTgt spid="1043466">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04346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5509" name="Rectangle 5"/>
          <p:cNvSpPr>
            <a:spLocks noChangeArrowheads="1"/>
          </p:cNvSpPr>
          <p:nvPr/>
        </p:nvSpPr>
        <p:spPr bwMode="auto">
          <a:xfrm>
            <a:off x="526918" y="188913"/>
            <a:ext cx="3887788" cy="457200"/>
          </a:xfrm>
          <a:prstGeom prst="rect">
            <a:avLst/>
          </a:prstGeom>
          <a:noFill/>
          <a:ln w="9525">
            <a:noFill/>
            <a:miter lim="800000"/>
            <a:headEnd/>
            <a:tailEnd/>
          </a:ln>
          <a:effectLst/>
        </p:spPr>
        <p:txBody>
          <a:bodyPr anchor="ctr">
            <a:spAutoFit/>
          </a:bodyPr>
          <a:lstStyle/>
          <a:p>
            <a:pPr>
              <a:tabLst>
                <a:tab pos="533400" algn="l"/>
              </a:tabLst>
            </a:pPr>
            <a:r>
              <a:rPr lang="zh-CN" altLang="en-US" b="1" u="sng" dirty="0">
                <a:solidFill>
                  <a:srgbClr val="CC0000"/>
                </a:solidFill>
                <a:effectLst>
                  <a:outerShdw blurRad="38100" dist="38100" dir="2700000" algn="tl">
                    <a:srgbClr val="000000"/>
                  </a:outerShdw>
                </a:effectLst>
                <a:latin typeface="隶书" pitchFamily="49" charset="-122"/>
                <a:ea typeface="隶书" pitchFamily="49" charset="-122"/>
              </a:rPr>
              <a:t>使用条件编译的原因：</a:t>
            </a:r>
            <a:endParaRPr lang="zh-CN" altLang="en-US" b="1" dirty="0">
              <a:effectLst>
                <a:outerShdw blurRad="38100" dist="38100" dir="2700000" algn="tl">
                  <a:srgbClr val="FFFFFF"/>
                </a:outerShdw>
              </a:effectLst>
              <a:ea typeface="楷体_GB2312" pitchFamily="49" charset="-122"/>
            </a:endParaRPr>
          </a:p>
        </p:txBody>
      </p:sp>
      <p:sp>
        <p:nvSpPr>
          <p:cNvPr id="1045568" name="Rectangle 64"/>
          <p:cNvSpPr>
            <a:spLocks noChangeArrowheads="1"/>
          </p:cNvSpPr>
          <p:nvPr/>
        </p:nvSpPr>
        <p:spPr bwMode="auto">
          <a:xfrm>
            <a:off x="815090" y="689919"/>
            <a:ext cx="2749471" cy="461665"/>
          </a:xfrm>
          <a:prstGeom prst="rect">
            <a:avLst/>
          </a:prstGeom>
          <a:noFill/>
          <a:ln w="9525">
            <a:noFill/>
            <a:miter lim="800000"/>
            <a:headEnd/>
            <a:tailEnd/>
          </a:ln>
          <a:effectLst/>
        </p:spPr>
        <p:txBody>
          <a:bodyPr wrap="none" anchor="ctr">
            <a:spAutoFit/>
          </a:bodyPr>
          <a:lstStyle/>
          <a:p>
            <a:pPr>
              <a:buClr>
                <a:srgbClr val="FF0066"/>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便于程序的移植</a:t>
            </a:r>
            <a:r>
              <a:rPr lang="zh-CN" altLang="en-US" dirty="0">
                <a:latin typeface="+mn-lt"/>
                <a:ea typeface="楷体" pitchFamily="49" charset="-122"/>
              </a:rPr>
              <a:t> </a:t>
            </a:r>
          </a:p>
        </p:txBody>
      </p:sp>
      <p:sp>
        <p:nvSpPr>
          <p:cNvPr id="1045569" name="Rectangle 65" descr="信纸"/>
          <p:cNvSpPr>
            <a:spLocks noChangeArrowheads="1"/>
          </p:cNvSpPr>
          <p:nvPr/>
        </p:nvSpPr>
        <p:spPr bwMode="auto">
          <a:xfrm>
            <a:off x="1343420" y="1268761"/>
            <a:ext cx="4896596" cy="3477875"/>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VC60</a:t>
            </a:r>
            <a:endParaRPr lang="zh-CN" altLang="zh-CN" sz="2000" b="1" dirty="0">
              <a:effectLst>
                <a:outerShdw blurRad="38100" dist="38100" dir="2700000" algn="tl">
                  <a:srgbClr val="FFFFFF"/>
                </a:outerShdw>
              </a:effectLst>
            </a:endParaRPr>
          </a:p>
          <a:p>
            <a:r>
              <a:rPr lang="en-US" altLang="zh-CN" sz="2000" b="1" dirty="0">
                <a:latin typeface="+mn-lt"/>
                <a:ea typeface="楷体" pitchFamily="49" charset="-122"/>
              </a:rPr>
              <a:t>   </a:t>
            </a:r>
            <a:r>
              <a:rPr lang="zh-CN" altLang="zh-CN" sz="2000" b="1" dirty="0">
                <a:latin typeface="+mn-lt"/>
                <a:ea typeface="楷体" pitchFamily="49" charset="-122"/>
              </a:rPr>
              <a:t>…</a:t>
            </a:r>
            <a:r>
              <a:rPr lang="en-US" altLang="zh-CN" sz="2000" b="1" dirty="0">
                <a:latin typeface="+mn-lt"/>
                <a:ea typeface="楷体" pitchFamily="49" charset="-122"/>
              </a:rPr>
              <a:t>          </a:t>
            </a:r>
            <a:r>
              <a:rPr lang="en-US" altLang="zh-CN" sz="2000" b="1" dirty="0">
                <a:solidFill>
                  <a:srgbClr val="0000FF"/>
                </a:solidFill>
                <a:latin typeface="+mn-lt"/>
                <a:ea typeface="楷体" pitchFamily="49" charset="-122"/>
              </a:rPr>
              <a:t>//VC6.0</a:t>
            </a:r>
            <a:r>
              <a:rPr lang="zh-CN" altLang="zh-CN" sz="2000" b="1" dirty="0">
                <a:solidFill>
                  <a:srgbClr val="0000FF"/>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en-US" altLang="zh-CN" sz="2000" b="1" dirty="0">
              <a:effectLst>
                <a:outerShdw blurRad="38100" dist="38100" dir="2700000" algn="tl">
                  <a:srgbClr val="FFFFFF"/>
                </a:outerShdw>
              </a:effectLst>
            </a:endParaRPr>
          </a:p>
          <a:p>
            <a:endParaRPr lang="zh-CN" altLang="zh-CN" sz="2000" b="1" dirty="0">
              <a:latin typeface="+mn-lt"/>
              <a:ea typeface="楷体" pitchFamily="49" charset="-122"/>
            </a:endParaRP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VC2010</a:t>
            </a:r>
            <a:endParaRPr lang="zh-CN" altLang="zh-CN" sz="2000" b="1" dirty="0">
              <a:effectLst>
                <a:outerShdw blurRad="38100" dist="38100" dir="2700000" algn="tl">
                  <a:srgbClr val="FFFFFF"/>
                </a:outerShdw>
              </a:effectLst>
            </a:endParaRPr>
          </a:p>
          <a:p>
            <a:r>
              <a:rPr lang="en-US" altLang="zh-CN" sz="2000" b="1" dirty="0">
                <a:latin typeface="+mn-lt"/>
                <a:ea typeface="楷体" pitchFamily="49" charset="-122"/>
              </a:rPr>
              <a:t>   </a:t>
            </a:r>
            <a:r>
              <a:rPr lang="zh-CN" altLang="zh-CN" sz="2000" b="1" dirty="0">
                <a:latin typeface="+mn-lt"/>
                <a:ea typeface="楷体" pitchFamily="49" charset="-122"/>
              </a:rPr>
              <a:t>…</a:t>
            </a:r>
            <a:r>
              <a:rPr lang="en-US" altLang="zh-CN" sz="2000" b="1" dirty="0">
                <a:latin typeface="+mn-lt"/>
                <a:ea typeface="楷体" pitchFamily="49" charset="-122"/>
              </a:rPr>
              <a:t>         </a:t>
            </a:r>
            <a:r>
              <a:rPr lang="en-US" altLang="zh-CN" sz="2000" b="1" dirty="0">
                <a:solidFill>
                  <a:srgbClr val="0000FF"/>
                </a:solidFill>
                <a:latin typeface="+mn-lt"/>
                <a:ea typeface="楷体" pitchFamily="49" charset="-122"/>
              </a:rPr>
              <a:t>//VC2010</a:t>
            </a:r>
            <a:r>
              <a:rPr lang="zh-CN" altLang="zh-CN" sz="2000" b="1" dirty="0">
                <a:solidFill>
                  <a:srgbClr val="0000FF"/>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en-US" altLang="zh-CN" sz="2000" b="1" dirty="0">
              <a:effectLst>
                <a:outerShdw blurRad="38100" dist="38100" dir="2700000" algn="tl">
                  <a:srgbClr val="FFFFFF"/>
                </a:outerShdw>
              </a:effectLst>
            </a:endParaRPr>
          </a:p>
          <a:p>
            <a:endParaRPr lang="zh-CN" altLang="zh-CN" sz="2000" b="1" dirty="0">
              <a:latin typeface="+mn-lt"/>
              <a:ea typeface="楷体" pitchFamily="49" charset="-122"/>
            </a:endParaRP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ifdef</a:t>
            </a:r>
            <a:r>
              <a:rPr lang="en-US" altLang="zh-CN" sz="2000" b="1" dirty="0">
                <a:effectLst>
                  <a:outerShdw blurRad="38100" dist="38100" dir="2700000" algn="tl">
                    <a:srgbClr val="FFFFFF"/>
                  </a:outerShdw>
                </a:effectLst>
              </a:rPr>
              <a:t>  CB1712</a:t>
            </a:r>
            <a:endParaRPr lang="zh-CN" altLang="zh-CN" sz="2000" b="1" dirty="0">
              <a:effectLst>
                <a:outerShdw blurRad="38100" dist="38100" dir="2700000" algn="tl">
                  <a:srgbClr val="FFFFFF"/>
                </a:outerShdw>
              </a:effectLst>
            </a:endParaRPr>
          </a:p>
          <a:p>
            <a:r>
              <a:rPr lang="en-US" altLang="zh-CN" sz="2000" b="1" dirty="0">
                <a:effectLst>
                  <a:outerShdw blurRad="38100" dist="38100" dir="2700000" algn="tl">
                    <a:srgbClr val="FFFFFF"/>
                  </a:outerShdw>
                </a:effectLst>
              </a:rPr>
              <a:t>   </a:t>
            </a:r>
            <a:r>
              <a:rPr lang="zh-CN" altLang="zh-CN" sz="2000" b="1" dirty="0">
                <a:effectLst>
                  <a:outerShdw blurRad="38100" dist="38100" dir="2700000" algn="tl">
                    <a:srgbClr val="FFFFFF"/>
                  </a:outerShdw>
                </a:effectLst>
              </a:rPr>
              <a:t>…</a:t>
            </a:r>
            <a:r>
              <a:rPr lang="en-US" altLang="zh-CN" sz="2000" b="1" dirty="0">
                <a:effectLst>
                  <a:outerShdw blurRad="38100" dist="38100" dir="2700000" algn="tl">
                    <a:srgbClr val="FFFFFF"/>
                  </a:outerShdw>
                </a:effectLst>
              </a:rPr>
              <a:t>       </a:t>
            </a:r>
            <a:r>
              <a:rPr lang="en-US" altLang="zh-CN" sz="2000" b="1" dirty="0">
                <a:solidFill>
                  <a:srgbClr val="0000FF"/>
                </a:solidFill>
                <a:latin typeface="+mn-lt"/>
                <a:ea typeface="楷体" pitchFamily="49" charset="-122"/>
              </a:rPr>
              <a:t>//CodeBlocks17.12</a:t>
            </a:r>
            <a:r>
              <a:rPr lang="zh-CN" altLang="zh-CN" sz="2000" b="1" dirty="0">
                <a:solidFill>
                  <a:srgbClr val="0000FF"/>
                </a:solidFill>
                <a:latin typeface="+mn-lt"/>
                <a:ea typeface="楷体" pitchFamily="49" charset="-122"/>
              </a:rPr>
              <a:t>独有的内容</a:t>
            </a:r>
          </a:p>
          <a:p>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endif</a:t>
            </a:r>
            <a:endParaRPr lang="zh-CN" altLang="zh-CN" sz="2000" b="1" dirty="0">
              <a:effectLst>
                <a:outerShdw blurRad="38100" dist="38100" dir="2700000" algn="tl">
                  <a:srgbClr val="FFFFFF"/>
                </a:outerShdw>
              </a:effectLst>
            </a:endParaRPr>
          </a:p>
        </p:txBody>
      </p:sp>
      <p:sp>
        <p:nvSpPr>
          <p:cNvPr id="1045570" name="Rectangle 66"/>
          <p:cNvSpPr>
            <a:spLocks noChangeArrowheads="1"/>
          </p:cNvSpPr>
          <p:nvPr/>
        </p:nvSpPr>
        <p:spPr bwMode="auto">
          <a:xfrm>
            <a:off x="6671493" y="1840756"/>
            <a:ext cx="5113139" cy="2308324"/>
          </a:xfrm>
          <a:prstGeom prst="rect">
            <a:avLst/>
          </a:prstGeom>
          <a:gradFill rotWithShape="1">
            <a:gsLst>
              <a:gs pos="0">
                <a:srgbClr val="00FFFF"/>
              </a:gs>
              <a:gs pos="100000">
                <a:schemeClr val="bg1"/>
              </a:gs>
            </a:gsLst>
            <a:lin ang="5400000" scaled="1"/>
          </a:gradFill>
          <a:ln w="38100">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zh-CN" altLang="en-US" b="1" dirty="0">
                <a:effectLst>
                  <a:outerShdw blurRad="38100" dist="38100" dir="2700000" algn="tl">
                    <a:srgbClr val="FFFFFF"/>
                  </a:outerShdw>
                </a:effectLst>
                <a:latin typeface="+mn-lt"/>
                <a:ea typeface="楷体" pitchFamily="49" charset="-122"/>
              </a:rPr>
              <a:t>    如果希望这个程序在</a:t>
            </a:r>
            <a:r>
              <a:rPr lang="en-US" altLang="zh-CN" b="1" dirty="0">
                <a:effectLst>
                  <a:outerShdw blurRad="38100" dist="38100" dir="2700000" algn="tl">
                    <a:srgbClr val="FFFFFF"/>
                  </a:outerShdw>
                </a:effectLst>
                <a:latin typeface="+mn-lt"/>
                <a:ea typeface="楷体" pitchFamily="49" charset="-122"/>
              </a:rPr>
              <a:t>VC2010</a:t>
            </a:r>
            <a:r>
              <a:rPr lang="zh-CN" altLang="en-US" b="1" dirty="0">
                <a:effectLst>
                  <a:outerShdw blurRad="38100" dist="38100" dir="2700000" algn="tl">
                    <a:srgbClr val="FFFFFF"/>
                  </a:outerShdw>
                </a:effectLst>
                <a:latin typeface="+mn-lt"/>
                <a:ea typeface="楷体" pitchFamily="49" charset="-122"/>
              </a:rPr>
              <a:t>环境下编译运行，可在程序的前面写上：</a:t>
            </a:r>
          </a:p>
          <a:p>
            <a:r>
              <a:rPr lang="zh-CN" altLang="en-US" b="1" dirty="0">
                <a:solidFill>
                  <a:srgbClr val="FF0000"/>
                </a:solidFill>
                <a:effectLst>
                  <a:outerShdw blurRad="38100" dist="38100" dir="2700000" algn="tl">
                    <a:srgbClr val="000000"/>
                  </a:outerShdw>
                </a:effectLst>
                <a:latin typeface="+mn-lt"/>
                <a:ea typeface="楷体" pitchFamily="49" charset="-122"/>
              </a:rPr>
              <a:t>                  </a:t>
            </a:r>
            <a:r>
              <a:rPr lang="en-US" altLang="zh-CN" b="1" dirty="0">
                <a:solidFill>
                  <a:srgbClr val="FF0000"/>
                </a:solidFill>
                <a:effectLst>
                  <a:outerShdw blurRad="38100" dist="38100" dir="2700000" algn="tl">
                    <a:srgbClr val="000000"/>
                  </a:outerShdw>
                </a:effectLst>
                <a:latin typeface="+mn-lt"/>
                <a:ea typeface="楷体" pitchFamily="49" charset="-122"/>
              </a:rPr>
              <a:t>#define  VC2010</a:t>
            </a:r>
          </a:p>
          <a:p>
            <a:r>
              <a:rPr lang="zh-CN" altLang="en-US" b="1" dirty="0">
                <a:effectLst>
                  <a:outerShdw blurRad="38100" dist="38100" dir="2700000" algn="tl">
                    <a:srgbClr val="FFFFFF"/>
                  </a:outerShdw>
                </a:effectLst>
                <a:latin typeface="+mn-lt"/>
                <a:ea typeface="楷体" pitchFamily="49" charset="-122"/>
              </a:rPr>
              <a:t>    如果希望生成</a:t>
            </a:r>
            <a:r>
              <a:rPr lang="en-US" altLang="zh-CN" b="1" dirty="0">
                <a:effectLst>
                  <a:outerShdw blurRad="38100" dist="38100" dir="2700000" algn="tl">
                    <a:srgbClr val="FFFFFF"/>
                  </a:outerShdw>
                </a:effectLst>
                <a:latin typeface="+mn-lt"/>
                <a:ea typeface="楷体" pitchFamily="49" charset="-122"/>
              </a:rPr>
              <a:t>CodeBlocks17.12</a:t>
            </a:r>
            <a:r>
              <a:rPr lang="zh-CN" altLang="en-US" b="1" dirty="0">
                <a:effectLst>
                  <a:outerShdw blurRad="38100" dist="38100" dir="2700000" algn="tl">
                    <a:srgbClr val="FFFFFF"/>
                  </a:outerShdw>
                </a:effectLst>
                <a:latin typeface="+mn-lt"/>
                <a:ea typeface="楷体" pitchFamily="49" charset="-122"/>
              </a:rPr>
              <a:t>版本，就在程序前面写上：</a:t>
            </a:r>
          </a:p>
          <a:p>
            <a:r>
              <a:rPr lang="zh-CN" altLang="en-US" b="1" dirty="0">
                <a:solidFill>
                  <a:srgbClr val="FF0000"/>
                </a:solidFill>
                <a:effectLst>
                  <a:outerShdw blurRad="38100" dist="38100" dir="2700000" algn="tl">
                    <a:srgbClr val="000000"/>
                  </a:outerShdw>
                </a:effectLst>
                <a:latin typeface="+mn-lt"/>
                <a:ea typeface="楷体" pitchFamily="49" charset="-122"/>
              </a:rPr>
              <a:t>                  </a:t>
            </a:r>
            <a:r>
              <a:rPr lang="en-US" altLang="zh-CN" b="1" dirty="0">
                <a:solidFill>
                  <a:srgbClr val="FF0000"/>
                </a:solidFill>
                <a:effectLst>
                  <a:outerShdw blurRad="38100" dist="38100" dir="2700000" algn="tl">
                    <a:srgbClr val="000000"/>
                  </a:outerShdw>
                </a:effectLst>
                <a:latin typeface="+mn-lt"/>
                <a:ea typeface="楷体" pitchFamily="49" charset="-122"/>
              </a:rPr>
              <a:t>#define  CB1712</a:t>
            </a:r>
          </a:p>
        </p:txBody>
      </p:sp>
      <p:sp>
        <p:nvSpPr>
          <p:cNvPr id="1045571" name="Rectangle 67"/>
          <p:cNvSpPr>
            <a:spLocks noChangeArrowheads="1"/>
          </p:cNvSpPr>
          <p:nvPr/>
        </p:nvSpPr>
        <p:spPr bwMode="auto">
          <a:xfrm>
            <a:off x="814256" y="4869161"/>
            <a:ext cx="2440092" cy="461665"/>
          </a:xfrm>
          <a:prstGeom prst="rect">
            <a:avLst/>
          </a:prstGeom>
          <a:noFill/>
          <a:ln w="9525">
            <a:noFill/>
            <a:miter lim="800000"/>
            <a:headEnd/>
            <a:tailEnd/>
          </a:ln>
          <a:effectLst/>
        </p:spPr>
        <p:txBody>
          <a:bodyPr wrap="none" anchor="ctr">
            <a:spAutoFit/>
          </a:bodyPr>
          <a:lstStyle/>
          <a:p>
            <a:pPr>
              <a:buClr>
                <a:srgbClr val="FF0066"/>
              </a:buClr>
              <a:buFont typeface="Wingdings" pitchFamily="2" charset="2"/>
              <a:buChar char="Ø"/>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便于程序调试</a:t>
            </a:r>
            <a:r>
              <a:rPr lang="zh-CN" altLang="en-US" dirty="0">
                <a:latin typeface="+mn-lt"/>
                <a:ea typeface="楷体" pitchFamily="49" charset="-122"/>
              </a:rPr>
              <a:t> </a:t>
            </a:r>
          </a:p>
        </p:txBody>
      </p:sp>
      <p:sp>
        <p:nvSpPr>
          <p:cNvPr id="1045572" name="Rectangle 68" descr="信纸"/>
          <p:cNvSpPr>
            <a:spLocks noChangeArrowheads="1"/>
          </p:cNvSpPr>
          <p:nvPr/>
        </p:nvSpPr>
        <p:spPr bwMode="auto">
          <a:xfrm>
            <a:off x="6673893" y="4701264"/>
            <a:ext cx="5110739" cy="1938992"/>
          </a:xfrm>
          <a:prstGeom prst="rect">
            <a:avLst/>
          </a:prstGeom>
          <a:blipFill dpi="0" rotWithShape="1">
            <a:blip r:embed="rId4" cstate="print"/>
            <a:srcRect/>
            <a:tile tx="0" ty="0" sx="100000" sy="100000" flip="none" algn="tl"/>
          </a:blip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b="1" dirty="0">
                <a:effectLst>
                  <a:outerShdw blurRad="38100" dist="38100" dir="2700000" algn="tl">
                    <a:srgbClr val="FFFFFF"/>
                  </a:outerShdw>
                </a:effectLst>
                <a:ea typeface="楷体_GB2312" pitchFamily="49" charset="-122"/>
              </a:rPr>
              <a:t>#define  DEBUG</a:t>
            </a:r>
          </a:p>
          <a:p>
            <a:pPr indent="266700"/>
            <a:r>
              <a:rPr lang="en-US" altLang="zh-CN" b="1" dirty="0">
                <a:effectLst>
                  <a:outerShdw blurRad="38100" dist="38100" dir="2700000" algn="tl">
                    <a:srgbClr val="FFFFFF"/>
                  </a:outerShdw>
                </a:effectLst>
                <a:ea typeface="楷体_GB2312" pitchFamily="49" charset="-122"/>
              </a:rPr>
              <a:t>     ……</a:t>
            </a:r>
          </a:p>
          <a:p>
            <a:pPr indent="266700"/>
            <a:r>
              <a:rPr lang="en-US" altLang="zh-CN" b="1" dirty="0">
                <a:effectLst>
                  <a:outerShdw blurRad="38100" dist="38100" dir="2700000" algn="tl">
                    <a:srgbClr val="FFFFFF"/>
                  </a:outerShdw>
                </a:effectLst>
                <a:ea typeface="楷体_GB2312" pitchFamily="49" charset="-122"/>
              </a:rPr>
              <a:t>#</a:t>
            </a:r>
            <a:r>
              <a:rPr lang="en-US" altLang="zh-CN" b="1" dirty="0" err="1">
                <a:effectLst>
                  <a:outerShdw blurRad="38100" dist="38100" dir="2700000" algn="tl">
                    <a:srgbClr val="FFFFFF"/>
                  </a:outerShdw>
                </a:effectLst>
                <a:ea typeface="楷体_GB2312" pitchFamily="49" charset="-122"/>
              </a:rPr>
              <a:t>ifdef</a:t>
            </a:r>
            <a:r>
              <a:rPr lang="en-US" altLang="zh-CN" b="1" dirty="0">
                <a:effectLst>
                  <a:outerShdw blurRad="38100" dist="38100" dir="2700000" algn="tl">
                    <a:srgbClr val="FFFFFF"/>
                  </a:outerShdw>
                </a:effectLst>
                <a:ea typeface="楷体_GB2312" pitchFamily="49" charset="-122"/>
              </a:rPr>
              <a:t>  DEBUG</a:t>
            </a:r>
          </a:p>
          <a:p>
            <a:pPr indent="266700"/>
            <a:r>
              <a:rPr lang="en-US" altLang="zh-CN" b="1" dirty="0">
                <a:effectLst>
                  <a:outerShdw blurRad="38100" dist="38100" dir="2700000" algn="tl">
                    <a:srgbClr val="FFFFFF"/>
                  </a:outerShdw>
                </a:effectLst>
                <a:ea typeface="楷体_GB2312" pitchFamily="49" charset="-122"/>
              </a:rPr>
              <a:t>      </a:t>
            </a:r>
            <a:r>
              <a:rPr lang="en-US" altLang="zh-CN" b="1" dirty="0" err="1">
                <a:effectLst>
                  <a:outerShdw blurRad="38100" dist="38100" dir="2700000" algn="tl">
                    <a:srgbClr val="FFFFFF"/>
                  </a:outerShdw>
                </a:effectLst>
                <a:ea typeface="楷体_GB2312" pitchFamily="49" charset="-122"/>
              </a:rPr>
              <a:t>printf</a:t>
            </a:r>
            <a:r>
              <a:rPr lang="en-US" altLang="zh-CN" b="1" dirty="0">
                <a:effectLst>
                  <a:outerShdw blurRad="38100" dist="38100" dir="2700000" algn="tl">
                    <a:srgbClr val="FFFFFF"/>
                  </a:outerShdw>
                </a:effectLst>
                <a:ea typeface="楷体_GB2312" pitchFamily="49" charset="-122"/>
              </a:rPr>
              <a:t>(……);  </a:t>
            </a:r>
            <a:r>
              <a:rPr lang="en-US" altLang="zh-CN" sz="2000" b="1" dirty="0">
                <a:solidFill>
                  <a:schemeClr val="accent2"/>
                </a:solidFill>
                <a:effectLst>
                  <a:outerShdw blurRad="38100" dist="38100" dir="2700000" algn="tl">
                    <a:srgbClr val="000000"/>
                  </a:outerShdw>
                </a:effectLst>
                <a:latin typeface="+mn-lt"/>
                <a:ea typeface="楷体" pitchFamily="49" charset="-122"/>
              </a:rPr>
              <a:t>//</a:t>
            </a:r>
            <a:r>
              <a:rPr lang="zh-CN" altLang="en-US" sz="2000" b="1" dirty="0">
                <a:solidFill>
                  <a:schemeClr val="accent2"/>
                </a:solidFill>
                <a:effectLst>
                  <a:outerShdw blurRad="38100" dist="38100" dir="2700000" algn="tl">
                    <a:srgbClr val="000000"/>
                  </a:outerShdw>
                </a:effectLst>
                <a:latin typeface="+mn-lt"/>
                <a:ea typeface="楷体" pitchFamily="49" charset="-122"/>
              </a:rPr>
              <a:t>临时结果</a:t>
            </a:r>
          </a:p>
          <a:p>
            <a:pPr indent="266700"/>
            <a:r>
              <a:rPr lang="en-US" altLang="zh-CN" b="1" dirty="0">
                <a:effectLst>
                  <a:outerShdw blurRad="38100" dist="38100" dir="2700000" algn="tl">
                    <a:srgbClr val="FFFFFF"/>
                  </a:outerShdw>
                </a:effectLst>
                <a:ea typeface="楷体_GB2312" pitchFamily="49" charset="-122"/>
              </a:rPr>
              <a:t>#</a:t>
            </a:r>
            <a:r>
              <a:rPr lang="en-US" altLang="zh-CN" b="1" dirty="0" err="1">
                <a:effectLst>
                  <a:outerShdw blurRad="38100" dist="38100" dir="2700000" algn="tl">
                    <a:srgbClr val="FFFFFF"/>
                  </a:outerShdw>
                </a:effectLst>
                <a:ea typeface="楷体_GB2312" pitchFamily="49" charset="-122"/>
              </a:rPr>
              <a:t>endif</a:t>
            </a:r>
            <a:endParaRPr lang="en-US" altLang="zh-CN" b="1" dirty="0">
              <a:effectLst>
                <a:outerShdw blurRad="38100" dist="38100" dir="2700000" algn="tl">
                  <a:srgbClr val="FFFFFF"/>
                </a:outerShdw>
              </a:effectLst>
              <a:ea typeface="楷体_GB2312" pitchFamily="49" charset="-122"/>
            </a:endParaRPr>
          </a:p>
        </p:txBody>
      </p:sp>
      <p:grpSp>
        <p:nvGrpSpPr>
          <p:cNvPr id="1045576" name="Group 72"/>
          <p:cNvGrpSpPr>
            <a:grpSpLocks/>
          </p:cNvGrpSpPr>
          <p:nvPr/>
        </p:nvGrpSpPr>
        <p:grpSpPr bwMode="auto">
          <a:xfrm>
            <a:off x="4441868" y="5124661"/>
            <a:ext cx="2232025" cy="1408113"/>
            <a:chOff x="1655" y="3158"/>
            <a:chExt cx="1406" cy="887"/>
          </a:xfrm>
        </p:grpSpPr>
        <p:sp>
          <p:nvSpPr>
            <p:cNvPr id="1045573" name="Text Box 69"/>
            <p:cNvSpPr txBox="1">
              <a:spLocks noChangeArrowheads="1"/>
            </p:cNvSpPr>
            <p:nvPr/>
          </p:nvSpPr>
          <p:spPr bwMode="auto">
            <a:xfrm>
              <a:off x="1655" y="3793"/>
              <a:ext cx="1179" cy="252"/>
            </a:xfrm>
            <a:prstGeom prst="rect">
              <a:avLst/>
            </a:prstGeom>
            <a:gradFill rotWithShape="1">
              <a:gsLst>
                <a:gs pos="0">
                  <a:srgbClr val="FFCC99"/>
                </a:gs>
                <a:gs pos="100000">
                  <a:schemeClr val="bg1"/>
                </a:gs>
              </a:gsLst>
              <a:lin ang="5400000" scaled="1"/>
            </a:gradFill>
            <a:ln w="28575">
              <a:solidFill>
                <a:srgbClr val="FF00FF"/>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spcBef>
                  <a:spcPct val="50000"/>
                </a:spcBef>
              </a:pPr>
              <a:r>
                <a:rPr lang="zh-CN" altLang="en-US" sz="2000" b="1" dirty="0">
                  <a:effectLst>
                    <a:outerShdw blurRad="38100" dist="38100" dir="2700000" algn="tl">
                      <a:srgbClr val="FFFFFF"/>
                    </a:outerShdw>
                  </a:effectLst>
                  <a:latin typeface="+mn-lt"/>
                  <a:ea typeface="楷体" pitchFamily="49" charset="-122"/>
                </a:rPr>
                <a:t>程序调试完毕</a:t>
              </a:r>
            </a:p>
          </p:txBody>
        </p:sp>
        <p:sp>
          <p:nvSpPr>
            <p:cNvPr id="1045574" name="Line 70"/>
            <p:cNvSpPr>
              <a:spLocks noChangeShapeType="1"/>
            </p:cNvSpPr>
            <p:nvPr/>
          </p:nvSpPr>
          <p:spPr bwMode="auto">
            <a:xfrm flipV="1">
              <a:off x="2290" y="3158"/>
              <a:ext cx="771" cy="635"/>
            </a:xfrm>
            <a:prstGeom prst="line">
              <a:avLst/>
            </a:prstGeom>
            <a:noFill/>
            <a:ln w="28575">
              <a:solidFill>
                <a:srgbClr val="FF00FF"/>
              </a:solidFill>
              <a:round/>
              <a:headEnd/>
              <a:tailEnd type="stealth" w="lg" len="lg"/>
            </a:ln>
            <a:effectLst>
              <a:outerShdw dist="35921" dir="2700000" algn="ctr" rotWithShape="0">
                <a:schemeClr val="bg2"/>
              </a:outerShdw>
            </a:effectLst>
          </p:spPr>
          <p:txBody>
            <a:bodyPr/>
            <a:lstStyle/>
            <a:p>
              <a:endParaRPr lang="zh-CN" altLang="en-US"/>
            </a:p>
          </p:txBody>
        </p:sp>
      </p:grpSp>
      <p:sp>
        <p:nvSpPr>
          <p:cNvPr id="1045575" name="Rectangle 71" descr="信纸"/>
          <p:cNvSpPr>
            <a:spLocks noChangeArrowheads="1"/>
          </p:cNvSpPr>
          <p:nvPr/>
        </p:nvSpPr>
        <p:spPr bwMode="auto">
          <a:xfrm>
            <a:off x="6818603" y="4836157"/>
            <a:ext cx="2376487" cy="360363"/>
          </a:xfrm>
          <a:prstGeom prst="rect">
            <a:avLst/>
          </a:prstGeom>
          <a:blipFill dpi="0" rotWithShape="1">
            <a:blip r:embed="rId4" cstate="print"/>
            <a:srcRect/>
            <a:tile tx="0" ty="0" sx="100000" sy="100000" flip="none" algn="tl"/>
          </a:blipFill>
          <a:ln w="9525">
            <a:noFill/>
            <a:miter lim="800000"/>
            <a:headEnd/>
            <a:tailEnd/>
          </a:ln>
          <a:effectLst/>
        </p:spPr>
        <p:txBody>
          <a:bodyPr wrap="none" anchor="ctr"/>
          <a:lstStyle/>
          <a:p>
            <a:endParaRPr lang="zh-CN" altLang="en-US"/>
          </a:p>
        </p:txBody>
      </p:sp>
      <p:grpSp>
        <p:nvGrpSpPr>
          <p:cNvPr id="1045577" name="Group 73"/>
          <p:cNvGrpSpPr>
            <a:grpSpLocks/>
          </p:cNvGrpSpPr>
          <p:nvPr/>
        </p:nvGrpSpPr>
        <p:grpSpPr bwMode="auto">
          <a:xfrm>
            <a:off x="-12832" y="0"/>
            <a:ext cx="446088" cy="6858000"/>
            <a:chOff x="0" y="0"/>
            <a:chExt cx="281" cy="4320"/>
          </a:xfrm>
        </p:grpSpPr>
        <p:sp>
          <p:nvSpPr>
            <p:cNvPr id="1045578" name="Text Box 74"/>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5579" name="Text Box 75"/>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5568"/>
                                        </p:tgtEl>
                                        <p:attrNameLst>
                                          <p:attrName>style.visibility</p:attrName>
                                        </p:attrNameLst>
                                      </p:cBhvr>
                                      <p:to>
                                        <p:strVal val="visible"/>
                                      </p:to>
                                    </p:set>
                                    <p:anim calcmode="lin" valueType="num">
                                      <p:cBhvr additive="base">
                                        <p:cTn id="7" dur="500" fill="hold"/>
                                        <p:tgtEl>
                                          <p:spTgt spid="1045568"/>
                                        </p:tgtEl>
                                        <p:attrNameLst>
                                          <p:attrName>ppt_x</p:attrName>
                                        </p:attrNameLst>
                                      </p:cBhvr>
                                      <p:tavLst>
                                        <p:tav tm="0">
                                          <p:val>
                                            <p:strVal val="0-#ppt_w/2"/>
                                          </p:val>
                                        </p:tav>
                                        <p:tav tm="100000">
                                          <p:val>
                                            <p:strVal val="#ppt_x"/>
                                          </p:val>
                                        </p:tav>
                                      </p:tavLst>
                                    </p:anim>
                                    <p:anim calcmode="lin" valueType="num">
                                      <p:cBhvr additive="base">
                                        <p:cTn id="8" dur="500" fill="hold"/>
                                        <p:tgtEl>
                                          <p:spTgt spid="10455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045569"/>
                                        </p:tgtEl>
                                        <p:attrNameLst>
                                          <p:attrName>style.visibility</p:attrName>
                                        </p:attrNameLst>
                                      </p:cBhvr>
                                      <p:to>
                                        <p:strVal val="visible"/>
                                      </p:to>
                                    </p:set>
                                    <p:animEffect transition="in" filter="box(out)">
                                      <p:cBhvr>
                                        <p:cTn id="13" dur="500"/>
                                        <p:tgtEl>
                                          <p:spTgt spid="1045569"/>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045570"/>
                                        </p:tgtEl>
                                        <p:attrNameLst>
                                          <p:attrName>style.visibility</p:attrName>
                                        </p:attrNameLst>
                                      </p:cBhvr>
                                      <p:to>
                                        <p:strVal val="visible"/>
                                      </p:to>
                                    </p:set>
                                    <p:animEffect transition="in" filter="box(out)">
                                      <p:cBhvr>
                                        <p:cTn id="18" dur="500"/>
                                        <p:tgtEl>
                                          <p:spTgt spid="1045570"/>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45571">
                                            <p:txEl>
                                              <p:pRg st="0" end="0"/>
                                            </p:txEl>
                                          </p:spTgt>
                                        </p:tgtEl>
                                        <p:attrNameLst>
                                          <p:attrName>style.visibility</p:attrName>
                                        </p:attrNameLst>
                                      </p:cBhvr>
                                      <p:to>
                                        <p:strVal val="visible"/>
                                      </p:to>
                                    </p:set>
                                    <p:anim calcmode="lin" valueType="num">
                                      <p:cBhvr additive="base">
                                        <p:cTn id="23" dur="500" fill="hold"/>
                                        <p:tgtEl>
                                          <p:spTgt spid="1045571">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04557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045572"/>
                                        </p:tgtEl>
                                        <p:attrNameLst>
                                          <p:attrName>style.visibility</p:attrName>
                                        </p:attrNameLst>
                                      </p:cBhvr>
                                      <p:to>
                                        <p:strVal val="visible"/>
                                      </p:to>
                                    </p:set>
                                    <p:animEffect transition="in" filter="box(out)">
                                      <p:cBhvr>
                                        <p:cTn id="29" dur="500"/>
                                        <p:tgtEl>
                                          <p:spTgt spid="1045572"/>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1045576"/>
                                        </p:tgtEl>
                                        <p:attrNameLst>
                                          <p:attrName>style.visibility</p:attrName>
                                        </p:attrNameLst>
                                      </p:cBhvr>
                                      <p:to>
                                        <p:strVal val="visible"/>
                                      </p:to>
                                    </p:set>
                                    <p:animEffect transition="in" filter="strips(upRight)">
                                      <p:cBhvr>
                                        <p:cTn id="34" dur="500"/>
                                        <p:tgtEl>
                                          <p:spTgt spid="1045576"/>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par>
                          <p:cTn id="35" fill="hold">
                            <p:stCondLst>
                              <p:cond delay="500"/>
                            </p:stCondLst>
                            <p:childTnLst>
                              <p:par>
                                <p:cTn id="36" presetID="4" presetClass="entr" presetSubtype="16" fill="hold" grpId="0" nodeType="afterEffect">
                                  <p:stCondLst>
                                    <p:cond delay="0"/>
                                  </p:stCondLst>
                                  <p:childTnLst>
                                    <p:set>
                                      <p:cBhvr>
                                        <p:cTn id="37" dur="1" fill="hold">
                                          <p:stCondLst>
                                            <p:cond delay="0"/>
                                          </p:stCondLst>
                                        </p:cTn>
                                        <p:tgtEl>
                                          <p:spTgt spid="1045575"/>
                                        </p:tgtEl>
                                        <p:attrNameLst>
                                          <p:attrName>style.visibility</p:attrName>
                                        </p:attrNameLst>
                                      </p:cBhvr>
                                      <p:to>
                                        <p:strVal val="visible"/>
                                      </p:to>
                                    </p:set>
                                    <p:animEffect transition="in" filter="box(in)">
                                      <p:cBhvr>
                                        <p:cTn id="38" dur="500"/>
                                        <p:tgtEl>
                                          <p:spTgt spid="1045575"/>
                                        </p:tgtEl>
                                      </p:cBhvr>
                                    </p:animEffect>
                                  </p:childTnLst>
                                  <p:subTnLst>
                                    <p:audio>
                                      <p:cMediaNode>
                                        <p:cTn display="0" masterRel="sameClick">
                                          <p:stCondLst>
                                            <p:cond evt="begin" delay="0">
                                              <p:tn val="36"/>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68" grpId="0"/>
      <p:bldP spid="1045569" grpId="0" animBg="1"/>
      <p:bldP spid="1045570" grpId="0" animBg="1"/>
      <p:bldP spid="1045572" grpId="0" animBg="1"/>
      <p:bldP spid="104557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6533" name="Rectangle 5"/>
          <p:cNvSpPr>
            <a:spLocks noChangeArrowheads="1"/>
          </p:cNvSpPr>
          <p:nvPr/>
        </p:nvSpPr>
        <p:spPr bwMode="auto">
          <a:xfrm>
            <a:off x="526918" y="188641"/>
            <a:ext cx="2160588" cy="519113"/>
          </a:xfrm>
          <a:prstGeom prst="rect">
            <a:avLst/>
          </a:prstGeom>
          <a:noFill/>
          <a:ln w="9525">
            <a:noFill/>
            <a:miter lim="800000"/>
            <a:headEnd/>
            <a:tailEnd/>
          </a:ln>
          <a:effectLst/>
        </p:spPr>
        <p:txBody>
          <a:bodyPr anchor="ctr">
            <a:spAutoFit/>
          </a:bodyPr>
          <a:lstStyle/>
          <a:p>
            <a:pPr>
              <a:tabLst>
                <a:tab pos="533400" algn="l"/>
              </a:tabLst>
            </a:pPr>
            <a:r>
              <a:rPr lang="zh-CN" altLang="en-US" sz="2800" b="1" dirty="0">
                <a:solidFill>
                  <a:srgbClr val="FF0000"/>
                </a:solidFill>
                <a:effectLst>
                  <a:outerShdw blurRad="38100" dist="38100" dir="2700000" algn="tl">
                    <a:srgbClr val="000000"/>
                  </a:outerShdw>
                </a:effectLst>
                <a:latin typeface="隶书" pitchFamily="49" charset="-122"/>
                <a:ea typeface="隶书" pitchFamily="49" charset="-122"/>
              </a:rPr>
              <a:t>本章小结：</a:t>
            </a:r>
            <a:endParaRPr lang="zh-CN" altLang="en-US" sz="2800" b="1" dirty="0">
              <a:solidFill>
                <a:srgbClr val="FF0000"/>
              </a:solidFill>
              <a:effectLst>
                <a:outerShdw blurRad="38100" dist="38100" dir="2700000" algn="tl">
                  <a:srgbClr val="000000"/>
                </a:outerShdw>
              </a:effectLst>
              <a:ea typeface="楷体_GB2312" pitchFamily="49" charset="-122"/>
            </a:endParaRPr>
          </a:p>
        </p:txBody>
      </p:sp>
      <p:sp>
        <p:nvSpPr>
          <p:cNvPr id="1046543" name="Rectangle 15"/>
          <p:cNvSpPr>
            <a:spLocks noChangeArrowheads="1"/>
          </p:cNvSpPr>
          <p:nvPr/>
        </p:nvSpPr>
        <p:spPr bwMode="auto">
          <a:xfrm>
            <a:off x="814752" y="855754"/>
            <a:ext cx="10897872" cy="401340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8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lnSpc>
                <a:spcPts val="2800"/>
              </a:lnSpc>
              <a:buClr>
                <a:srgbClr val="FF0066"/>
              </a:buClr>
              <a:buFont typeface="Wingdings" panose="05000000000000000000" pitchFamily="2" charset="2"/>
              <a:buChar char="Ø"/>
              <a:tabLst>
                <a:tab pos="38100" algn="l"/>
                <a:tab pos="228600" algn="l"/>
              </a:tabLst>
            </a:pP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语言的预处理命令都是以“</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号开头，它们都不是</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语言的语句，是在预编译时处理的。</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Clr>
                <a:srgbClr val="FF0066"/>
              </a:buClr>
              <a:buFont typeface="Wingdings" panose="05000000000000000000" pitchFamily="2" charset="2"/>
              <a:buChar char="Ø"/>
              <a:tabLst>
                <a:tab pos="38100" algn="l"/>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宏定义分为两种：不带参数的宏定义和带参数的宏定义，进行宏替换时，如果是不带参数的宏则只将与宏名相同的标识符都替换成宏的内容文本，如果是带参数的宏则首先将宏内容文本中的宏参数替换成实参文本，再将这样所得到的宏的实际内容文本替换源程序中的宏标识符。这样就形成了新的源程序，并且预编译器不对宏的内容文本做任何处理。</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Clr>
                <a:srgbClr val="FF0066"/>
              </a:buClr>
              <a:buFont typeface="Wingdings" panose="05000000000000000000" pitchFamily="2" charset="2"/>
              <a:buChar char="Ø"/>
              <a:tabLst>
                <a:tab pos="38100" algn="l"/>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宏定义时，末尾一般不要加分号。</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Clr>
                <a:srgbClr val="FF0066"/>
              </a:buClr>
              <a:buFont typeface="Wingdings" panose="05000000000000000000" pitchFamily="2" charset="2"/>
              <a:buChar char="Ø"/>
              <a:tabLst>
                <a:tab pos="38100" algn="l"/>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宏扩展的整体或参数一般要用括号括起来。</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Clr>
                <a:srgbClr val="FF0066"/>
              </a:buClr>
              <a:buFont typeface="Wingdings" panose="05000000000000000000" pitchFamily="2" charset="2"/>
              <a:buChar char="Ø"/>
              <a:tabLst>
                <a:tab pos="38100" algn="l"/>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文件包含的使用是编写</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语言程序中不可缺少的，我们在引用</a:t>
            </a:r>
            <a:r>
              <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rPr>
              <a:t>C</a:t>
            </a: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语言库函数时要使用它；另外，我们也可以将平时积累的一些有用的自定义函数做成一个自定义函数库文件，要使用它们时只需采用文件包含将它们引用过来使用就行，这样就减少了编程的工作量。</a:t>
            </a:r>
            <a:endParaRPr lang="en-US" altLang="zh-CN" sz="2000" b="1" dirty="0">
              <a:solidFill>
                <a:srgbClr val="0070C0"/>
              </a:solidFill>
              <a:effectLst>
                <a:outerShdw blurRad="38100" dist="38100" dir="2700000" algn="tl">
                  <a:srgbClr val="FFFFFF"/>
                </a:outerShdw>
              </a:effectLst>
              <a:latin typeface="微软雅黑" pitchFamily="34" charset="-122"/>
              <a:ea typeface="微软雅黑" pitchFamily="34" charset="-122"/>
            </a:endParaRPr>
          </a:p>
          <a:p>
            <a:pPr marL="342900" indent="-342900">
              <a:lnSpc>
                <a:spcPts val="2800"/>
              </a:lnSpc>
              <a:buClr>
                <a:srgbClr val="FF0066"/>
              </a:buClr>
              <a:buFont typeface="Wingdings" panose="05000000000000000000" pitchFamily="2" charset="2"/>
              <a:buChar char="Ø"/>
              <a:tabLst>
                <a:tab pos="38100" algn="l"/>
                <a:tab pos="228600" algn="l"/>
              </a:tabLst>
            </a:pPr>
            <a:r>
              <a:rPr lang="zh-CN" altLang="en-US" sz="2000" b="1" dirty="0">
                <a:solidFill>
                  <a:srgbClr val="0070C0"/>
                </a:solidFill>
                <a:effectLst>
                  <a:outerShdw blurRad="38100" dist="38100" dir="2700000" algn="tl">
                    <a:srgbClr val="FFFFFF"/>
                  </a:outerShdw>
                </a:effectLst>
                <a:latin typeface="微软雅黑" pitchFamily="34" charset="-122"/>
                <a:ea typeface="微软雅黑" pitchFamily="34" charset="-122"/>
              </a:rPr>
              <a:t>使用条件编译的主要原因一是便于程序移植，二是方便程序调试。 </a:t>
            </a:r>
          </a:p>
        </p:txBody>
      </p:sp>
      <p:sp>
        <p:nvSpPr>
          <p:cNvPr id="1046544" name="Rectangle 16"/>
          <p:cNvSpPr>
            <a:spLocks noChangeArrowheads="1"/>
          </p:cNvSpPr>
          <p:nvPr/>
        </p:nvSpPr>
        <p:spPr bwMode="auto">
          <a:xfrm>
            <a:off x="789523" y="5157192"/>
            <a:ext cx="7921625" cy="461665"/>
          </a:xfrm>
          <a:prstGeom prst="rect">
            <a:avLst/>
          </a:prstGeom>
          <a:solidFill>
            <a:srgbClr val="FF0000"/>
          </a:solidFill>
          <a:ln w="28575">
            <a:solidFill>
              <a:srgbClr val="00CCFF"/>
            </a:solidFill>
            <a:miter lim="800000"/>
            <a:headEnd/>
            <a:tailEnd/>
          </a:ln>
          <a:effectLst/>
        </p:spPr>
        <p:txBody>
          <a:bodyPr anchor="ctr">
            <a:spAutoFit/>
          </a:bodyPr>
          <a:lstStyle/>
          <a:p>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习题</a:t>
            </a:r>
            <a:r>
              <a:rPr lang="en-US" altLang="zh-CN" b="1" dirty="0">
                <a:solidFill>
                  <a:srgbClr val="FFFF00"/>
                </a:solidFill>
                <a:effectLst>
                  <a:outerShdw blurRad="38100" dist="38100" dir="2700000" algn="tl">
                    <a:srgbClr val="000000"/>
                  </a:outerShdw>
                </a:effectLst>
                <a:latin typeface="楷体_GB2312" pitchFamily="49" charset="-122"/>
                <a:ea typeface="楷体_GB2312" pitchFamily="49" charset="-122"/>
              </a:rPr>
              <a:t>10</a:t>
            </a: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a:t>
            </a:r>
            <a:r>
              <a:rPr lang="en-US" altLang="zh-CN" b="1" dirty="0">
                <a:solidFill>
                  <a:srgbClr val="FFFF00"/>
                </a:solidFill>
                <a:effectLst>
                  <a:outerShdw blurRad="38100" dist="38100" dir="2700000" algn="tl">
                    <a:srgbClr val="000000"/>
                  </a:outerShdw>
                </a:effectLst>
              </a:rPr>
              <a:t>1</a:t>
            </a:r>
            <a:endParaRPr lang="en-US" altLang="zh-CN" b="1" dirty="0">
              <a:solidFill>
                <a:srgbClr val="FF6600"/>
              </a:solidFill>
              <a:latin typeface="楷体_GB2312" pitchFamily="49" charset="-122"/>
              <a:ea typeface="楷体_GB2312" pitchFamily="49" charset="-122"/>
            </a:endParaRPr>
          </a:p>
        </p:txBody>
      </p:sp>
      <p:grpSp>
        <p:nvGrpSpPr>
          <p:cNvPr id="1046545" name="Group 17"/>
          <p:cNvGrpSpPr>
            <a:grpSpLocks/>
          </p:cNvGrpSpPr>
          <p:nvPr/>
        </p:nvGrpSpPr>
        <p:grpSpPr bwMode="auto">
          <a:xfrm>
            <a:off x="-12832" y="0"/>
            <a:ext cx="446088" cy="6858000"/>
            <a:chOff x="0" y="0"/>
            <a:chExt cx="281" cy="4320"/>
          </a:xfrm>
        </p:grpSpPr>
        <p:sp>
          <p:nvSpPr>
            <p:cNvPr id="1046546" name="Text Box 18"/>
            <p:cNvSpPr txBox="1">
              <a:spLocks noChangeArrowheads="1"/>
            </p:cNvSpPr>
            <p:nvPr/>
          </p:nvSpPr>
          <p:spPr bwMode="auto">
            <a:xfrm>
              <a:off x="0" y="0"/>
              <a:ext cx="281" cy="4320"/>
            </a:xfrm>
            <a:prstGeom prst="rect">
              <a:avLst/>
            </a:prstGeom>
            <a:gradFill rotWithShape="0">
              <a:gsLst>
                <a:gs pos="0">
                  <a:schemeClr val="hlink">
                    <a:gamma/>
                    <a:shade val="60784"/>
                    <a:invGamma/>
                  </a:schemeClr>
                </a:gs>
                <a:gs pos="50000">
                  <a:schemeClr val="hlink"/>
                </a:gs>
                <a:gs pos="100000">
                  <a:schemeClr val="hlink">
                    <a:gamma/>
                    <a:shade val="60784"/>
                    <a:invGamma/>
                  </a:schemeClr>
                </a:gs>
              </a:gsLst>
              <a:lin ang="0" scaled="1"/>
            </a:gradFill>
            <a:ln w="9525">
              <a:noFill/>
              <a:miter lim="800000"/>
              <a:headEnd/>
              <a:tailEnd/>
            </a:ln>
            <a:effectLst/>
          </p:spPr>
          <p:txBody>
            <a:bodyPr/>
            <a:lstStyle/>
            <a:p>
              <a:pPr eaLnBrk="0" hangingPunct="0">
                <a:spcBef>
                  <a:spcPct val="50000"/>
                </a:spcBef>
              </a:pPr>
              <a:endParaRPr lang="en-US" altLang="zh-CN" sz="1800"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语言程序设计教程       </a:t>
              </a:r>
            </a:p>
            <a:p>
              <a:pPr eaLnBrk="0" hangingPunct="0">
                <a:spcBef>
                  <a:spcPct val="50000"/>
                </a:spcBef>
              </a:pPr>
              <a:r>
                <a:rPr lang="zh-CN" altLang="en-US" sz="1600" b="1" dirty="0">
                  <a:solidFill>
                    <a:srgbClr val="3333CC"/>
                  </a:solidFill>
                  <a:latin typeface="Verdana" pitchFamily="34" charset="0"/>
                </a:rPr>
                <a:t>第三版</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第十章 </a:t>
              </a:r>
            </a:p>
            <a:p>
              <a:pPr eaLnBrk="0" hangingPunct="0">
                <a:spcBef>
                  <a:spcPct val="50000"/>
                </a:spcBef>
              </a:pPr>
              <a:endParaRPr lang="zh-CN" altLang="en-US" sz="1600" b="1" dirty="0">
                <a:solidFill>
                  <a:srgbClr val="3333CC"/>
                </a:solidFill>
                <a:latin typeface="Verdana" pitchFamily="34" charset="0"/>
              </a:endParaRPr>
            </a:p>
            <a:p>
              <a:pPr eaLnBrk="0" hangingPunct="0">
                <a:spcBef>
                  <a:spcPct val="50000"/>
                </a:spcBef>
              </a:pPr>
              <a:r>
                <a:rPr lang="zh-CN" altLang="en-US" sz="1600" b="1" dirty="0">
                  <a:solidFill>
                    <a:srgbClr val="3333CC"/>
                  </a:solidFill>
                  <a:latin typeface="Verdana" pitchFamily="34" charset="0"/>
                </a:rPr>
                <a:t>预处理命令</a:t>
              </a:r>
            </a:p>
          </p:txBody>
        </p:sp>
        <p:sp>
          <p:nvSpPr>
            <p:cNvPr id="1046547" name="Text Box 19"/>
            <p:cNvSpPr txBox="1">
              <a:spLocks noChangeArrowheads="1"/>
            </p:cNvSpPr>
            <p:nvPr/>
          </p:nvSpPr>
          <p:spPr bwMode="auto">
            <a:xfrm>
              <a:off x="0" y="0"/>
              <a:ext cx="281" cy="231"/>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noFill/>
              <a:miter lim="800000"/>
              <a:headEnd/>
              <a:tailEnd/>
            </a:ln>
            <a:effectLst/>
          </p:spPr>
          <p:txBody>
            <a:bodyPr>
              <a:spAutoFit/>
            </a:bodyPr>
            <a:lstStyle/>
            <a:p>
              <a:pPr eaLnBrk="0" hangingPunct="0">
                <a:spcBef>
                  <a:spcPct val="50000"/>
                </a:spcBef>
              </a:pPr>
              <a:r>
                <a:rPr lang="en-US" altLang="zh-CN" sz="1800" b="1">
                  <a:solidFill>
                    <a:srgbClr val="0000FF"/>
                  </a:solidFill>
                  <a:latin typeface="Arial" pitchFamily="34" charset="0"/>
                </a:rPr>
                <a:t>C</a:t>
              </a:r>
            </a:p>
          </p:txBody>
        </p:sp>
      </p:gr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46543">
                                            <p:txEl>
                                              <p:pRg st="0" end="0"/>
                                            </p:txEl>
                                          </p:spTgt>
                                        </p:tgtEl>
                                        <p:attrNameLst>
                                          <p:attrName>style.visibility</p:attrName>
                                        </p:attrNameLst>
                                      </p:cBhvr>
                                      <p:to>
                                        <p:strVal val="visible"/>
                                      </p:to>
                                    </p:set>
                                    <p:anim calcmode="lin" valueType="num">
                                      <p:cBhvr additive="base">
                                        <p:cTn id="7" dur="500" fill="hold"/>
                                        <p:tgtEl>
                                          <p:spTgt spid="10465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654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46543">
                                            <p:txEl>
                                              <p:pRg st="1" end="1"/>
                                            </p:txEl>
                                          </p:spTgt>
                                        </p:tgtEl>
                                        <p:attrNameLst>
                                          <p:attrName>style.visibility</p:attrName>
                                        </p:attrNameLst>
                                      </p:cBhvr>
                                      <p:to>
                                        <p:strVal val="visible"/>
                                      </p:to>
                                    </p:set>
                                    <p:anim calcmode="lin" valueType="num">
                                      <p:cBhvr additive="base">
                                        <p:cTn id="13" dur="500" fill="hold"/>
                                        <p:tgtEl>
                                          <p:spTgt spid="10465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654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46543">
                                            <p:txEl>
                                              <p:pRg st="2" end="2"/>
                                            </p:txEl>
                                          </p:spTgt>
                                        </p:tgtEl>
                                        <p:attrNameLst>
                                          <p:attrName>style.visibility</p:attrName>
                                        </p:attrNameLst>
                                      </p:cBhvr>
                                      <p:to>
                                        <p:strVal val="visible"/>
                                      </p:to>
                                    </p:set>
                                    <p:anim calcmode="lin" valueType="num">
                                      <p:cBhvr additive="base">
                                        <p:cTn id="19" dur="500" fill="hold"/>
                                        <p:tgtEl>
                                          <p:spTgt spid="10465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654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46543">
                                            <p:txEl>
                                              <p:pRg st="3" end="3"/>
                                            </p:txEl>
                                          </p:spTgt>
                                        </p:tgtEl>
                                        <p:attrNameLst>
                                          <p:attrName>style.visibility</p:attrName>
                                        </p:attrNameLst>
                                      </p:cBhvr>
                                      <p:to>
                                        <p:strVal val="visible"/>
                                      </p:to>
                                    </p:set>
                                    <p:anim calcmode="lin" valueType="num">
                                      <p:cBhvr additive="base">
                                        <p:cTn id="25" dur="500" fill="hold"/>
                                        <p:tgtEl>
                                          <p:spTgt spid="10465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654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46543">
                                            <p:txEl>
                                              <p:pRg st="4" end="4"/>
                                            </p:txEl>
                                          </p:spTgt>
                                        </p:tgtEl>
                                        <p:attrNameLst>
                                          <p:attrName>style.visibility</p:attrName>
                                        </p:attrNameLst>
                                      </p:cBhvr>
                                      <p:to>
                                        <p:strVal val="visible"/>
                                      </p:to>
                                    </p:set>
                                    <p:anim calcmode="lin" valueType="num">
                                      <p:cBhvr additive="base">
                                        <p:cTn id="31" dur="500" fill="hold"/>
                                        <p:tgtEl>
                                          <p:spTgt spid="10465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4654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46543">
                                            <p:txEl>
                                              <p:pRg st="5" end="5"/>
                                            </p:txEl>
                                          </p:spTgt>
                                        </p:tgtEl>
                                        <p:attrNameLst>
                                          <p:attrName>style.visibility</p:attrName>
                                        </p:attrNameLst>
                                      </p:cBhvr>
                                      <p:to>
                                        <p:strVal val="visible"/>
                                      </p:to>
                                    </p:set>
                                    <p:anim calcmode="lin" valueType="num">
                                      <p:cBhvr additive="base">
                                        <p:cTn id="37" dur="500" fill="hold"/>
                                        <p:tgtEl>
                                          <p:spTgt spid="10465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654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1046544"/>
                                        </p:tgtEl>
                                        <p:attrNameLst>
                                          <p:attrName>style.visibility</p:attrName>
                                        </p:attrNameLst>
                                      </p:cBhvr>
                                      <p:to>
                                        <p:strVal val="visible"/>
                                      </p:to>
                                    </p:set>
                                    <p:animEffect transition="in" filter="diamond(in)">
                                      <p:cBhvr>
                                        <p:cTn id="43" dur="2000"/>
                                        <p:tgtEl>
                                          <p:spTgt spid="1046544"/>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544"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9669</TotalTime>
  <Words>5413</Words>
  <Application>Microsoft Office PowerPoint</Application>
  <PresentationFormat>宽屏</PresentationFormat>
  <Paragraphs>903</Paragraphs>
  <Slides>21</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5" baseType="lpstr">
      <vt:lpstr>ˎ̥</vt:lpstr>
      <vt:lpstr>华文琥珀</vt:lpstr>
      <vt:lpstr>楷体</vt:lpstr>
      <vt:lpstr>楷体_GB2312</vt:lpstr>
      <vt:lpstr>隶书</vt:lpstr>
      <vt:lpstr>宋体</vt:lpstr>
      <vt:lpstr>微软雅黑</vt:lpstr>
      <vt:lpstr>Arial</vt:lpstr>
      <vt:lpstr>Times New Roman</vt:lpstr>
      <vt:lpstr>Verdana</vt:lpstr>
      <vt:lpstr>Wingdings</vt:lpstr>
      <vt:lpstr>Wingdings 3</vt:lpstr>
      <vt:lpstr>默认设计模板</vt:lpstr>
      <vt:lpstr>剪辑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wangjinghua</cp:lastModifiedBy>
  <cp:revision>981</cp:revision>
  <dcterms:created xsi:type="dcterms:W3CDTF">1999-05-31T10:27:02Z</dcterms:created>
  <dcterms:modified xsi:type="dcterms:W3CDTF">2021-08-19T09:07:12Z</dcterms:modified>
</cp:coreProperties>
</file>